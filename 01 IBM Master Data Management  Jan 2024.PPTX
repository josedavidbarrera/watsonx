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2.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962" r:id="rId1"/>
    <p:sldMasterId id="2147484594" r:id="rId2"/>
    <p:sldMasterId id="2147484303" r:id="rId3"/>
  </p:sldMasterIdLst>
  <p:notesMasterIdLst>
    <p:notesMasterId r:id="rId16"/>
  </p:notesMasterIdLst>
  <p:handoutMasterIdLst>
    <p:handoutMasterId r:id="rId17"/>
  </p:handoutMasterIdLst>
  <p:sldIdLst>
    <p:sldId id="402" r:id="rId4"/>
    <p:sldId id="472" r:id="rId5"/>
    <p:sldId id="2147472420" r:id="rId6"/>
    <p:sldId id="2147481193" r:id="rId7"/>
    <p:sldId id="2147481195" r:id="rId8"/>
    <p:sldId id="2147481194" r:id="rId9"/>
    <p:sldId id="2147482232" r:id="rId10"/>
    <p:sldId id="2147481200" r:id="rId11"/>
    <p:sldId id="475" r:id="rId12"/>
    <p:sldId id="2147481197" r:id="rId13"/>
    <p:sldId id="2147481196" r:id="rId14"/>
    <p:sldId id="2147481199" r:id="rId15"/>
  </p:sldIdLst>
  <p:sldSz cx="24387175" cy="13716000"/>
  <p:notesSz cx="6858000" cy="9144000"/>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37"/>
    <p:restoredTop sz="90476"/>
  </p:normalViewPr>
  <p:slideViewPr>
    <p:cSldViewPr snapToGrid="0" snapToObjects="1">
      <p:cViewPr varScale="1">
        <p:scale>
          <a:sx n="57" d="100"/>
          <a:sy n="57" d="100"/>
        </p:scale>
        <p:origin x="1640" y="200"/>
      </p:cViewPr>
      <p:guideLst/>
    </p:cSldViewPr>
  </p:slideViewPr>
  <p:outlineViewPr>
    <p:cViewPr>
      <p:scale>
        <a:sx n="33" d="100"/>
        <a:sy n="33" d="100"/>
      </p:scale>
      <p:origin x="0" y="-5999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22" d="100"/>
          <a:sy n="122" d="100"/>
        </p:scale>
        <p:origin x="413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IBM Plex Sans Light" panose="020B0503050203000203" pitchFamily="34" charset="0"/>
                <a:ea typeface="IBM Plex Sans Light" charset="0"/>
                <a:cs typeface="IBM Plex Sans Light"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2438522" rtl="0" eaLnBrk="1" latinLnBrk="0" hangingPunct="1">
      <a:lnSpc>
        <a:spcPct val="110000"/>
      </a:lnSpc>
      <a:spcBef>
        <a:spcPts val="0"/>
      </a:spcBef>
      <a:defRPr sz="1600" b="0" i="0" kern="1200">
        <a:solidFill>
          <a:schemeClr val="bg1"/>
        </a:solidFill>
        <a:latin typeface="IBM Plex Sans Light" panose="020B0503050203000203" pitchFamily="34" charset="0"/>
        <a:ea typeface="+mn-ea"/>
        <a:cs typeface="+mn-cs"/>
      </a:defRPr>
    </a:lvl1pPr>
    <a:lvl2pPr marL="465690" indent="-452991" algn="l" defTabSz="2438522" rtl="0" eaLnBrk="1" latinLnBrk="0" hangingPunct="1">
      <a:lnSpc>
        <a:spcPct val="110000"/>
      </a:lnSpc>
      <a:spcBef>
        <a:spcPts val="0"/>
      </a:spcBef>
      <a:buFont typeface="IBM Plex Sans"/>
      <a:buChar char="–"/>
      <a:tabLst/>
      <a:defRPr sz="1600" b="0" i="0" kern="1200">
        <a:solidFill>
          <a:schemeClr val="bg1"/>
        </a:solidFill>
        <a:latin typeface="IBM Plex Sans Light" panose="020B0503050203000203" pitchFamily="34" charset="0"/>
        <a:ea typeface="+mn-ea"/>
        <a:cs typeface="+mn-cs"/>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600" b="0" i="0" kern="1200">
        <a:solidFill>
          <a:schemeClr val="bg1"/>
        </a:solidFill>
        <a:latin typeface="IBM Plex Sans Light" panose="020B0503050203000203" pitchFamily="34" charset="0"/>
        <a:ea typeface="+mn-ea"/>
        <a:cs typeface="+mn-cs"/>
      </a:defRPr>
    </a:lvl3pPr>
    <a:lvl4pPr marL="1682580" indent="-463319" algn="l" defTabSz="2438522" rtl="0" eaLnBrk="1" latinLnBrk="0" hangingPunct="1">
      <a:lnSpc>
        <a:spcPct val="110000"/>
      </a:lnSpc>
      <a:spcBef>
        <a:spcPts val="0"/>
      </a:spcBef>
      <a:buFont typeface="IBM Plex Sans Light"/>
      <a:buChar char="–"/>
      <a:tabLst/>
      <a:defRPr sz="1600" b="0" i="0" kern="1200">
        <a:solidFill>
          <a:schemeClr val="bg1"/>
        </a:solidFill>
        <a:latin typeface="IBM Plex Sans Light" panose="020B0503050203000203" pitchFamily="34" charset="0"/>
        <a:ea typeface="+mn-ea"/>
        <a:cs typeface="+mn-cs"/>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mn-ea"/>
        <a:cs typeface="+mn-cs"/>
      </a:defRPr>
    </a:lvl5pPr>
    <a:lvl6pPr marL="6096305" algn="l" defTabSz="2438522" rtl="0" eaLnBrk="1" latinLnBrk="0" hangingPunct="1">
      <a:defRPr sz="3200" kern="1200">
        <a:solidFill>
          <a:schemeClr val="tx1"/>
        </a:solidFill>
        <a:latin typeface="+mn-lt"/>
        <a:ea typeface="+mn-ea"/>
        <a:cs typeface="+mn-cs"/>
      </a:defRPr>
    </a:lvl6pPr>
    <a:lvl7pPr marL="7315566" algn="l" defTabSz="2438522" rtl="0" eaLnBrk="1" latinLnBrk="0" hangingPunct="1">
      <a:defRPr sz="3200" kern="1200">
        <a:solidFill>
          <a:schemeClr val="tx1"/>
        </a:solidFill>
        <a:latin typeface="+mn-lt"/>
        <a:ea typeface="+mn-ea"/>
        <a:cs typeface="+mn-cs"/>
      </a:defRPr>
    </a:lvl7pPr>
    <a:lvl8pPr marL="8534827" algn="l" defTabSz="2438522" rtl="0" eaLnBrk="1" latinLnBrk="0" hangingPunct="1">
      <a:defRPr sz="3200" kern="1200">
        <a:solidFill>
          <a:schemeClr val="tx1"/>
        </a:solidFill>
        <a:latin typeface="+mn-lt"/>
        <a:ea typeface="+mn-ea"/>
        <a:cs typeface="+mn-cs"/>
      </a:defRPr>
    </a:lvl8pPr>
    <a:lvl9pPr marL="9754088" algn="l" defTabSz="2438522"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redhat.com/en/technologies/cloud-computing/openshift"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www.redhat.com/rhdc/managed-files/cl-forrester-total-economic-impact-openshift-analyst-material-f31111-202202-en.pdf" TargetMode="External"/><Relationship Id="rId4" Type="http://schemas.openxmlformats.org/officeDocument/2006/relationships/hyperlink" Target="https://www.redhat.com/rhdc/managed-files/cl-idc-business-value-openshift-analyst-material-f28051-202104-en_1.pdf"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2088" y="228600"/>
            <a:ext cx="6473825" cy="36417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775914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4120694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CA" dirty="0">
                <a:solidFill>
                  <a:srgbClr val="DCA10D"/>
                </a:solidFill>
                <a:effectLst/>
                <a:latin typeface="Helvetica Neue" panose="02000503000000020004" pitchFamily="2" charset="0"/>
                <a:hlinkClick r:id="rId3"/>
              </a:rPr>
              <a:t>https://www.redhat.com/en/technologies/cloud-computing/openshift</a:t>
            </a:r>
            <a:endParaRPr lang="en-CA" dirty="0">
              <a:solidFill>
                <a:srgbClr val="DCA10D"/>
              </a:solidFill>
              <a:effectLst/>
              <a:latin typeface="Helvetica Neue" panose="02000503000000020004" pitchFamily="2" charset="0"/>
            </a:endParaRPr>
          </a:p>
          <a:p>
            <a:br>
              <a:rPr lang="en-CA" dirty="0">
                <a:effectLst/>
                <a:latin typeface="Helvetica Neue" panose="02000503000000020004" pitchFamily="2" charset="0"/>
              </a:rPr>
            </a:br>
            <a:endParaRPr lang="en-CA" dirty="0">
              <a:effectLst/>
              <a:latin typeface="Helvetica Neue" panose="02000503000000020004" pitchFamily="2" charset="0"/>
            </a:endParaRPr>
          </a:p>
          <a:p>
            <a:r>
              <a:rPr lang="en-CA" dirty="0">
                <a:solidFill>
                  <a:srgbClr val="DCA10D"/>
                </a:solidFill>
                <a:effectLst/>
                <a:latin typeface="Helvetica Neue" panose="02000503000000020004" pitchFamily="2" charset="0"/>
                <a:hlinkClick r:id="rId4"/>
              </a:rPr>
              <a:t>https://www.redhat.com/rhdc/managed-files/cl-idc-business-value-openshift-analyst-material-f28051-202104-en_1.pdf</a:t>
            </a:r>
            <a:endParaRPr lang="en-CA" dirty="0">
              <a:solidFill>
                <a:srgbClr val="DCA10D"/>
              </a:solidFill>
              <a:effectLst/>
              <a:latin typeface="Helvetica Neue" panose="02000503000000020004" pitchFamily="2" charset="0"/>
            </a:endParaRPr>
          </a:p>
          <a:p>
            <a:br>
              <a:rPr lang="en-CA" dirty="0">
                <a:effectLst/>
                <a:latin typeface="Helvetica Neue" panose="02000503000000020004" pitchFamily="2" charset="0"/>
              </a:rPr>
            </a:br>
            <a:endParaRPr lang="en-CA" dirty="0">
              <a:effectLst/>
              <a:latin typeface="Helvetica Neue" panose="02000503000000020004" pitchFamily="2" charset="0"/>
            </a:endParaRPr>
          </a:p>
          <a:p>
            <a:r>
              <a:rPr lang="en-CA" dirty="0">
                <a:solidFill>
                  <a:srgbClr val="DCA10D"/>
                </a:solidFill>
                <a:effectLst/>
                <a:latin typeface="Helvetica Neue" panose="02000503000000020004" pitchFamily="2" charset="0"/>
                <a:hlinkClick r:id="rId5"/>
              </a:rPr>
              <a:t>https://www.redhat.com/rhdc/managed-files/cl-forrester-total-economic-impact-openshift-analyst-material-f31111-202202-en.pdf</a:t>
            </a:r>
            <a:endParaRPr lang="en-CA" dirty="0">
              <a:solidFill>
                <a:srgbClr val="DCA10D"/>
              </a:solidFill>
              <a:effectLst/>
              <a:latin typeface="Helvetica Neue" panose="02000503000000020004" pitchFamily="2" charset="0"/>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4</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935997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
        <p:nvSpPr>
          <p:cNvPr id="5" name="Footer Placeholder 4"/>
          <p:cNvSpPr>
            <a:spLocks noGrp="1"/>
          </p:cNvSpPr>
          <p:nvPr>
            <p:ph type="ftr" sz="quarter" idx="4"/>
          </p:nvPr>
        </p:nvSpPr>
        <p:spPr/>
        <p:txBody>
          <a:bodyPr/>
          <a:lstStyle/>
          <a:p>
            <a:r>
              <a:rPr lang="en-US"/>
              <a:t>Footer</a:t>
            </a:r>
            <a:endParaRPr lang="en-US" dirty="0"/>
          </a:p>
        </p:txBody>
      </p:sp>
    </p:spTree>
    <p:extLst>
      <p:ext uri="{BB962C8B-B14F-4D97-AF65-F5344CB8AC3E}">
        <p14:creationId xmlns:p14="http://schemas.microsoft.com/office/powerpoint/2010/main" val="2721211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7" name="Shape 3157"/>
          <p:cNvSpPr>
            <a:spLocks noGrp="1" noRot="1" noChangeAspect="1"/>
          </p:cNvSpPr>
          <p:nvPr>
            <p:ph type="sldImg"/>
          </p:nvPr>
        </p:nvSpPr>
        <p:spPr>
          <a:xfrm>
            <a:off x="381000" y="685800"/>
            <a:ext cx="6096000" cy="3429000"/>
          </a:xfrm>
          <a:prstGeom prst="rect">
            <a:avLst/>
          </a:prstGeom>
        </p:spPr>
        <p:txBody>
          <a:bodyPr/>
          <a:lstStyle/>
          <a:p>
            <a:endParaRPr/>
          </a:p>
        </p:txBody>
      </p:sp>
      <p:sp>
        <p:nvSpPr>
          <p:cNvPr id="3158" name="Shape 3158"/>
          <p:cNvSpPr>
            <a:spLocks noGrp="1"/>
          </p:cNvSpPr>
          <p:nvPr>
            <p:ph type="body" sz="quarter" idx="1"/>
          </p:nvPr>
        </p:nvSpPr>
        <p:spPr>
          <a:prstGeom prst="rect">
            <a:avLst/>
          </a:prstGeom>
        </p:spPr>
        <p:txBody>
          <a:bodyPr/>
          <a:lstStyle/>
          <a:p>
            <a:r>
              <a:t>This use case enables organizations to create a trusted and protected business-ready data foundation, it addresses:</a:t>
            </a:r>
          </a:p>
          <a:p>
            <a:pPr marL="171450" indent="-171450">
              <a:buSzPct val="100000"/>
              <a:buFont typeface="Arial"/>
              <a:buChar char="•"/>
            </a:pPr>
            <a:r>
              <a:t>Knowing your data – establishing data governance</a:t>
            </a:r>
          </a:p>
          <a:p>
            <a:pPr marL="171450" indent="-171450">
              <a:buSzPct val="100000"/>
              <a:buFont typeface="Arial"/>
              <a:buChar char="•"/>
            </a:pPr>
            <a:r>
              <a:t>Trusting you data – Providing easy access to quality data</a:t>
            </a:r>
          </a:p>
          <a:p>
            <a:pPr marL="171450" indent="-171450">
              <a:buSzPct val="100000"/>
              <a:buFont typeface="Arial"/>
              <a:buChar char="•"/>
            </a:pPr>
            <a:r>
              <a:t>Protecting your data – Autonomous enforcement of data and AI governance policies</a:t>
            </a:r>
          </a:p>
          <a:p>
            <a:pPr marL="171450" indent="-171450">
              <a:buSzPct val="100000"/>
              <a:buFont typeface="Arial"/>
              <a:buChar char="•"/>
            </a:pPr>
            <a:r>
              <a:t>Using your data – Enabling self-service assess to trusted data</a:t>
            </a:r>
          </a:p>
          <a:p>
            <a:endParaRPr/>
          </a:p>
        </p:txBody>
      </p:sp>
    </p:spTree>
    <p:extLst>
      <p:ext uri="{BB962C8B-B14F-4D97-AF65-F5344CB8AC3E}">
        <p14:creationId xmlns:p14="http://schemas.microsoft.com/office/powerpoint/2010/main" val="1782276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This three components work in concert to scale and accelerate the impact of your AI workflows with trusted data</a:t>
            </a:r>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3606550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But as we know, and as I have already mentioned, </a:t>
            </a:r>
            <a:r>
              <a:rPr lang="en-US" sz="1800" b="0" i="0" u="none" strike="noStrike" dirty="0">
                <a:solidFill>
                  <a:srgbClr val="000000"/>
                </a:solidFill>
                <a:effectLst/>
                <a:latin typeface="Times New Roman" panose="02020603050405020304" pitchFamily="18" charset="0"/>
              </a:rPr>
              <a:t>It is also critical to deliver trusted data because AI is only as good as the data that fuels it.</a:t>
            </a:r>
          </a:p>
          <a:p>
            <a:pPr marL="171450" indent="-171450">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IBM enables clients simplify access and consumption of data for AI workflows by leveraging a data fabric architecture</a:t>
            </a:r>
          </a:p>
          <a:p>
            <a:pPr marL="171450" indent="-171450">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With this architecture, clients automate the discovery, enrichment and discovery with our data governance capabilities, employ various data integration styles to deliver reliable data for AI workflows</a:t>
            </a:r>
          </a:p>
          <a:p>
            <a:pPr marL="171450" indent="-171450">
              <a:buFont typeface="Arial" panose="020B0604020202020204" pitchFamily="34" charset="0"/>
              <a:buChar char="•"/>
            </a:pPr>
            <a:r>
              <a:rPr lang="en-US" sz="1800" b="0" i="0" u="none" strike="noStrike" dirty="0">
                <a:solidFill>
                  <a:srgbClr val="000000"/>
                </a:solidFill>
                <a:effectLst/>
                <a:latin typeface="Times New Roman" panose="02020603050405020304" pitchFamily="18" charset="0"/>
              </a:rPr>
              <a:t>This architecture is composable, allowing IBM to meet clients wherever they are in the data journey</a:t>
            </a:r>
            <a:br>
              <a:rPr lang="en-US" sz="1800" b="0" i="0" u="none" strike="noStrike" dirty="0">
                <a:solidFill>
                  <a:srgbClr val="000000"/>
                </a:solidFill>
                <a:effectLst/>
                <a:latin typeface="Calibri" panose="020F0502020204030204" pitchFamily="34" charset="0"/>
              </a:rPr>
            </a:b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a:p>
        </p:txBody>
      </p:sp>
      <p:sp>
        <p:nvSpPr>
          <p:cNvPr id="5" name="Footer Placeholder 4"/>
          <p:cNvSpPr>
            <a:spLocks noGrp="1"/>
          </p:cNvSpPr>
          <p:nvPr>
            <p:ph type="ftr" sz="quarter" idx="4"/>
          </p:nvPr>
        </p:nvSpPr>
        <p:spPr/>
        <p:txBody>
          <a:bodyPr/>
          <a:lstStyle/>
          <a:p>
            <a:r>
              <a:rPr lang="en-US"/>
              <a:t>Footer</a:t>
            </a:r>
          </a:p>
        </p:txBody>
      </p:sp>
    </p:spTree>
    <p:extLst>
      <p:ext uri="{BB962C8B-B14F-4D97-AF65-F5344CB8AC3E}">
        <p14:creationId xmlns:p14="http://schemas.microsoft.com/office/powerpoint/2010/main" val="907155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altLang="en-US" dirty="0"/>
              <a:t>This slide is self-explanatory and requires not speaker notes.</a:t>
            </a:r>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12</a:t>
            </a:fld>
            <a:endParaRPr lang="en-US" dirty="0"/>
          </a:p>
        </p:txBody>
      </p:sp>
    </p:spTree>
    <p:extLst>
      <p:ext uri="{BB962C8B-B14F-4D97-AF65-F5344CB8AC3E}">
        <p14:creationId xmlns:p14="http://schemas.microsoft.com/office/powerpoint/2010/main" val="41061250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419679518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231430394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raLight" panose="020B0303050203000203" pitchFamily="34" charset="0"/>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18925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188954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18925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Master Data Management Solutions Vision and Roadmap | June 2023</a:t>
            </a:r>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89181061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Master Data Management Solutions Vision and Roadmap | June 2023</a:t>
            </a:r>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Master Data Management Solutions Vision and Roadmap | June 2023</a:t>
            </a:r>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Master Data Management Solutions Vision and Roadmap | June 2023</a:t>
            </a:r>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Master Data Management Solutions Vision and Roadmap | June 2023</a:t>
            </a:r>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33600"/>
          </a:xfrm>
        </p:spPr>
        <p:txBody>
          <a:bodyPr/>
          <a:lstStyle/>
          <a:p>
            <a:r>
              <a:rPr lang="en-US"/>
              <a:t>Click to edit Master title style</a:t>
            </a:r>
            <a:endParaRPr lang="en-US" dirty="0"/>
          </a:p>
        </p:txBody>
      </p:sp>
      <p:sp>
        <p:nvSpPr>
          <p:cNvPr id="8" name="Text Placeholder 1"/>
          <p:cNvSpPr>
            <a:spLocks noGrp="1"/>
          </p:cNvSpPr>
          <p:nvPr>
            <p:ph type="body" sz="quarter" idx="13"/>
          </p:nvPr>
        </p:nvSpPr>
        <p:spPr>
          <a:xfrm>
            <a:off x="585292" y="3316224"/>
            <a:ext cx="10998616" cy="8672576"/>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12778880" y="3316224"/>
            <a:ext cx="10998616" cy="8672576"/>
          </a:xfrm>
        </p:spPr>
        <p:txBody>
          <a:bodyPr/>
          <a:lstStyle>
            <a:lvl1pPr>
              <a:spcBef>
                <a:spcPts val="0"/>
              </a:spcBef>
              <a:defRPr/>
            </a:lvl1pPr>
            <a:lvl2pPr marL="0" indent="0">
              <a:spcBef>
                <a:spcPts val="0"/>
              </a:spcBef>
              <a:buNone/>
              <a:defRPr/>
            </a:lvl2pPr>
            <a:lvl3pPr marL="0" indent="0">
              <a:spcBef>
                <a:spcPts val="0"/>
              </a:spcBef>
              <a:buNone/>
              <a:tabLst/>
              <a:defRPr/>
            </a:lvl3pPr>
            <a:lvl4pPr marL="0" indent="0">
              <a:spcBef>
                <a:spcPts val="0"/>
              </a:spcBef>
              <a:buNone/>
              <a:tabLst/>
              <a:defRPr/>
            </a:lvl4pPr>
            <a:lvl5pPr marL="0" indent="0">
              <a:spcBef>
                <a:spcPts val="0"/>
              </a:spcBef>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p>
            <a:r>
              <a:rPr lang="en-US"/>
              <a:t>IBM Master Data Management Solutions Vision and Roadmap | June 2023</a:t>
            </a:r>
            <a:endParaRPr lang="en-US" dirty="0"/>
          </a:p>
        </p:txBody>
      </p:sp>
      <p:sp>
        <p:nvSpPr>
          <p:cNvPr id="4" name="Slide Number Placeholder"/>
          <p:cNvSpPr>
            <a:spLocks noGrp="1"/>
          </p:cNvSpPr>
          <p:nvPr>
            <p:ph type="sldNum" sz="quarter" idx="11"/>
          </p:nvPr>
        </p:nvSpPr>
        <p:spPr/>
        <p:txBody>
          <a:body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642127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1_Boxes, 4 stacked, large title">
    <p:spTree>
      <p:nvGrpSpPr>
        <p:cNvPr id="1" name=""/>
        <p:cNvGrpSpPr/>
        <p:nvPr/>
      </p:nvGrpSpPr>
      <p:grpSpPr>
        <a:xfrm>
          <a:off x="0" y="0"/>
          <a:ext cx="0" cy="0"/>
          <a:chOff x="0" y="0"/>
          <a:chExt cx="0" cy="0"/>
        </a:xfrm>
      </p:grpSpPr>
      <p:sp>
        <p:nvSpPr>
          <p:cNvPr id="349" name="Texto do Título"/>
          <p:cNvSpPr txBox="1">
            <a:spLocks noGrp="1"/>
          </p:cNvSpPr>
          <p:nvPr>
            <p:ph type="title"/>
          </p:nvPr>
        </p:nvSpPr>
        <p:spPr>
          <a:xfrm>
            <a:off x="576147" y="1527048"/>
            <a:ext cx="11045678" cy="2276857"/>
          </a:xfrm>
          <a:prstGeom prst="rect">
            <a:avLst/>
          </a:prstGeom>
        </p:spPr>
        <p:txBody>
          <a:bodyPr>
            <a:normAutofit/>
          </a:bodyPr>
          <a:lstStyle>
            <a:lvl1pPr>
              <a:lnSpc>
                <a:spcPct val="110000"/>
              </a:lnSpc>
            </a:lvl1pPr>
          </a:lstStyle>
          <a:p>
            <a:r>
              <a:t>Texto do Título</a:t>
            </a:r>
          </a:p>
        </p:txBody>
      </p:sp>
      <p:sp>
        <p:nvSpPr>
          <p:cNvPr id="350" name="Nível de Corpo Um…"/>
          <p:cNvSpPr txBox="1">
            <a:spLocks noGrp="1"/>
          </p:cNvSpPr>
          <p:nvPr>
            <p:ph type="body" sz="quarter" idx="1"/>
          </p:nvPr>
        </p:nvSpPr>
        <p:spPr>
          <a:xfrm>
            <a:off x="12765162" y="569913"/>
            <a:ext cx="4953645" cy="5145089"/>
          </a:xfrm>
          <a:prstGeom prst="rect">
            <a:avLst/>
          </a:prstGeom>
        </p:spPr>
        <p:txBody>
          <a:bodyPr>
            <a:normAutofit/>
          </a:bodyPr>
          <a:lstStyle>
            <a:lvl1pPr>
              <a:defRPr sz="2800"/>
            </a:lvl1pPr>
            <a:lvl2pPr marL="256031" indent="-256031">
              <a:defRPr sz="2800"/>
            </a:lvl2pPr>
            <a:lvl3pPr marL="512063" indent="-256031">
              <a:defRPr sz="2800"/>
            </a:lvl3pPr>
            <a:lvl4pPr marL="768095" indent="-256031">
              <a:defRPr sz="2800"/>
            </a:lvl4pPr>
            <a:lvl5pPr>
              <a:defRPr sz="2800"/>
            </a:lvl5pPr>
          </a:lstStyle>
          <a:p>
            <a:r>
              <a:t>Nível de Corpo Um</a:t>
            </a:r>
          </a:p>
          <a:p>
            <a:pPr lvl="1"/>
            <a:r>
              <a:t>Nível de Corpo Dois</a:t>
            </a:r>
          </a:p>
          <a:p>
            <a:pPr lvl="2"/>
            <a:r>
              <a:t>Nível de Corpo Três</a:t>
            </a:r>
          </a:p>
          <a:p>
            <a:pPr lvl="3"/>
            <a:r>
              <a:t>Nível de Corpo Quatro</a:t>
            </a:r>
          </a:p>
          <a:p>
            <a:pPr lvl="4"/>
            <a:r>
              <a:t>Nível de Corpo Cinco</a:t>
            </a:r>
          </a:p>
        </p:txBody>
      </p:sp>
      <p:sp>
        <p:nvSpPr>
          <p:cNvPr id="351" name="Text Placeholder 12"/>
          <p:cNvSpPr>
            <a:spLocks noGrp="1"/>
          </p:cNvSpPr>
          <p:nvPr>
            <p:ph type="body" sz="quarter" idx="21"/>
          </p:nvPr>
        </p:nvSpPr>
        <p:spPr>
          <a:xfrm>
            <a:off x="18861956" y="569913"/>
            <a:ext cx="4959996" cy="5145089"/>
          </a:xfrm>
          <a:prstGeom prst="rect">
            <a:avLst/>
          </a:prstGeom>
        </p:spPr>
        <p:txBody>
          <a:bodyPr>
            <a:normAutofit/>
          </a:bodyPr>
          <a:lstStyle/>
          <a:p>
            <a:pPr>
              <a:defRPr sz="2800"/>
            </a:pPr>
            <a:endParaRPr/>
          </a:p>
        </p:txBody>
      </p:sp>
      <p:sp>
        <p:nvSpPr>
          <p:cNvPr id="352" name="Text Placeholder 4"/>
          <p:cNvSpPr>
            <a:spLocks noGrp="1"/>
          </p:cNvSpPr>
          <p:nvPr>
            <p:ph type="body" sz="quarter" idx="22"/>
          </p:nvPr>
        </p:nvSpPr>
        <p:spPr>
          <a:xfrm>
            <a:off x="12765162" y="6667500"/>
            <a:ext cx="4953645" cy="4953000"/>
          </a:xfrm>
          <a:prstGeom prst="rect">
            <a:avLst/>
          </a:prstGeom>
        </p:spPr>
        <p:txBody>
          <a:bodyPr>
            <a:normAutofit/>
          </a:bodyPr>
          <a:lstStyle/>
          <a:p>
            <a:pPr>
              <a:defRPr sz="2800"/>
            </a:pPr>
            <a:endParaRPr/>
          </a:p>
        </p:txBody>
      </p:sp>
      <p:sp>
        <p:nvSpPr>
          <p:cNvPr id="353" name="Text Placeholder 11"/>
          <p:cNvSpPr>
            <a:spLocks noGrp="1"/>
          </p:cNvSpPr>
          <p:nvPr>
            <p:ph type="body" sz="quarter" idx="23"/>
          </p:nvPr>
        </p:nvSpPr>
        <p:spPr>
          <a:xfrm>
            <a:off x="18861956" y="6667500"/>
            <a:ext cx="4953645" cy="4953000"/>
          </a:xfrm>
          <a:prstGeom prst="rect">
            <a:avLst/>
          </a:prstGeom>
        </p:spPr>
        <p:txBody>
          <a:bodyPr>
            <a:normAutofit/>
          </a:bodyPr>
          <a:lstStyle/>
          <a:p>
            <a:pPr>
              <a:defRPr sz="2800"/>
            </a:pPr>
            <a:endParaRPr/>
          </a:p>
        </p:txBody>
      </p:sp>
      <p:sp>
        <p:nvSpPr>
          <p:cNvPr id="354" name="Text Placeholder 6"/>
          <p:cNvSpPr>
            <a:spLocks noGrp="1"/>
          </p:cNvSpPr>
          <p:nvPr>
            <p:ph type="body" sz="quarter" idx="24"/>
          </p:nvPr>
        </p:nvSpPr>
        <p:spPr>
          <a:xfrm>
            <a:off x="576147" y="576072"/>
            <a:ext cx="4956821" cy="448056"/>
          </a:xfrm>
          <a:prstGeom prst="rect">
            <a:avLst/>
          </a:prstGeom>
        </p:spPr>
        <p:txBody>
          <a:bodyPr>
            <a:normAutofit/>
          </a:bodyPr>
          <a:lstStyle/>
          <a:p>
            <a:pPr>
              <a:defRPr sz="2800"/>
            </a:pPr>
            <a:endParaRPr/>
          </a:p>
        </p:txBody>
      </p:sp>
      <p:sp>
        <p:nvSpPr>
          <p:cNvPr id="355" name="Número do Slide"/>
          <p:cNvSpPr txBox="1">
            <a:spLocks noGrp="1"/>
          </p:cNvSpPr>
          <p:nvPr>
            <p:ph type="sldNum" sz="quarter" idx="2"/>
          </p:nvPr>
        </p:nvSpPr>
        <p:spPr>
          <a:xfrm>
            <a:off x="23544693" y="12938839"/>
            <a:ext cx="270908" cy="246221"/>
          </a:xfrm>
          <a:prstGeom prst="rect">
            <a:avLst/>
          </a:prstGeom>
        </p:spPr>
        <p:txBody>
          <a:bodyPr anchor="ctr"/>
          <a:lstStyle/>
          <a:p>
            <a:fld id="{86CB4B4D-7CA3-9044-876B-883B54F8677D}" type="slidenum">
              <a:t>‹#›</a:t>
            </a:fld>
            <a:endParaRPr/>
          </a:p>
        </p:txBody>
      </p:sp>
    </p:spTree>
    <p:extLst>
      <p:ext uri="{BB962C8B-B14F-4D97-AF65-F5344CB8AC3E}">
        <p14:creationId xmlns:p14="http://schemas.microsoft.com/office/powerpoint/2010/main" val="52375759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descr="IBM 8-bar logo">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440174777"/>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IBM 8-bar logo">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637728942"/>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pic>
        <p:nvPicPr>
          <p:cNvPr id="3" name="Picture 2" descr="IBM 8-bar logo">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14544080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descr="IBM 8-bar logo">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231405292"/>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pic>
        <p:nvPicPr>
          <p:cNvPr id="9" name="Picture 8" descr="IBM 8-bar logo">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4088143228"/>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pic>
        <p:nvPicPr>
          <p:cNvPr id="4" name="Picture 3" descr="IBM 8-bar logo">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1778007375"/>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93561325"/>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267015372"/>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raLight" panose="020B0303050203000203" pitchFamily="34" charset="0"/>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94445535"/>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438461744"/>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1894090"/>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a:t>
            </a:r>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652889451"/>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3174570"/>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18430086"/>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48635736"/>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21236772"/>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22445433"/>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873265320"/>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cxnSp>
        <p:nvCxnSpPr>
          <p:cNvPr id="17" name="Straight Connector 16" descr="Vertical column divider">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114254437"/>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7178225"/>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Master Data Management Solutions Vision and Roadmap | June 2023</a:t>
            </a:r>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909277673"/>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26773283"/>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733308990"/>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794534413"/>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307961096"/>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3" name="Straight Connector 12" descr="Vertical column divider">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Master Data Management Solutions Vision and Roadmap | June 2023</a:t>
            </a:r>
          </a:p>
        </p:txBody>
      </p: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714920385"/>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descr="Vertical column divider">
            <a:extLst>
              <a:ext uri="{FF2B5EF4-FFF2-40B4-BE49-F238E27FC236}">
                <a16:creationId xmlns:a16="http://schemas.microsoft.com/office/drawing/2014/main" id="{00A530A6-2F26-DA70-D0D9-6DD90453CEC1}"/>
              </a:ext>
              <a:ext uri="{C183D7F6-B498-43B3-948B-1728B52AA6E4}">
                <adec:decorative xmlns:adec="http://schemas.microsoft.com/office/drawing/2017/decorative" val="0"/>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Master Data Management Solutions Vision and Roadmap | June 2023</a:t>
            </a:r>
          </a:p>
        </p:txBody>
      </p: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288822311"/>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84303276"/>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569372599"/>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840873945"/>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039361509"/>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6804823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cxnSp>
        <p:nvCxnSpPr>
          <p:cNvPr id="24" name="Straight Connector 23" descr="Vertical column divider">
            <a:extLst>
              <a:ext uri="{FF2B5EF4-FFF2-40B4-BE49-F238E27FC236}">
                <a16:creationId xmlns:a16="http://schemas.microsoft.com/office/drawing/2014/main" id="{B5CBE6E3-0E18-8A57-578D-D314948AF14F}"/>
              </a:ext>
              <a:ext uri="{C183D7F6-B498-43B3-948B-1728B52AA6E4}">
                <adec:decorative xmlns:adec="http://schemas.microsoft.com/office/drawing/2017/decorative" val="0"/>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8" name="Straight Connector 27" descr="Vertical column divider">
            <a:extLst>
              <a:ext uri="{FF2B5EF4-FFF2-40B4-BE49-F238E27FC236}">
                <a16:creationId xmlns:a16="http://schemas.microsoft.com/office/drawing/2014/main" id="{52FF3B59-8BBA-8C99-9D4D-743723E434FC}"/>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7" name="Straight Connector 26" descr="Vertical column divider">
            <a:extLst>
              <a:ext uri="{FF2B5EF4-FFF2-40B4-BE49-F238E27FC236}">
                <a16:creationId xmlns:a16="http://schemas.microsoft.com/office/drawing/2014/main" id="{47200B05-7E36-4E03-3739-0BA983764616}"/>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Master Data Management Solutions Vision and Roadmap | June 2023</a:t>
            </a:r>
          </a:p>
        </p:txBody>
      </p: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31482353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591225786"/>
      </p:ext>
    </p:extLst>
  </p:cSld>
  <p:clrMapOvr>
    <a:masterClrMapping/>
  </p:clrMapOvr>
  <p:transition spd="med"/>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cxnSp>
        <p:nvCxnSpPr>
          <p:cNvPr id="20" name="Straight Connector 19" descr="Vertical column divider">
            <a:extLst>
              <a:ext uri="{FF2B5EF4-FFF2-40B4-BE49-F238E27FC236}">
                <a16:creationId xmlns:a16="http://schemas.microsoft.com/office/drawing/2014/main" id="{F764036E-86AB-0893-B72B-200B84A6BCFD}"/>
              </a:ext>
              <a:ext uri="{C183D7F6-B498-43B3-948B-1728B52AA6E4}">
                <adec:decorative xmlns:adec="http://schemas.microsoft.com/office/drawing/2017/decorative" val="0"/>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243252859"/>
      </p:ext>
    </p:extLst>
  </p:cSld>
  <p:clrMapOvr>
    <a:masterClrMapping/>
  </p:clrMapOvr>
  <p:transition spd="med"/>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Master Data Management Solutions Vision and Roadmap | June 2023</a:t>
            </a:r>
          </a:p>
        </p:txBody>
      </p:sp>
    </p:spTree>
    <p:extLst>
      <p:ext uri="{BB962C8B-B14F-4D97-AF65-F5344CB8AC3E}">
        <p14:creationId xmlns:p14="http://schemas.microsoft.com/office/powerpoint/2010/main" val="446679558"/>
      </p:ext>
    </p:extLst>
  </p:cSld>
  <p:clrMapOvr>
    <a:masterClrMapping/>
  </p:clrMapOvr>
  <p:transition spd="med"/>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717749131"/>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a:t>Place imagery here</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Master Data Management Solutions Vision and Roadmap | June 2023</a:t>
            </a:r>
          </a:p>
        </p:txBody>
      </p:sp>
    </p:spTree>
    <p:extLst>
      <p:ext uri="{BB962C8B-B14F-4D97-AF65-F5344CB8AC3E}">
        <p14:creationId xmlns:p14="http://schemas.microsoft.com/office/powerpoint/2010/main" val="2982858769"/>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a:t>Place imagery here</a:t>
            </a:r>
          </a:p>
        </p:txBody>
      </p:sp>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30205705"/>
      </p:ext>
    </p:extLst>
  </p:cSld>
  <p:clrMapOvr>
    <a:masterClrMapping/>
  </p:clrMapOvr>
  <p:transition spd="med"/>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a:t>Place imagery here</a:t>
            </a:r>
          </a:p>
        </p:txBody>
      </p:sp>
    </p:spTree>
    <p:extLst>
      <p:ext uri="{BB962C8B-B14F-4D97-AF65-F5344CB8AC3E}">
        <p14:creationId xmlns:p14="http://schemas.microsoft.com/office/powerpoint/2010/main" val="1217844273"/>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7" name="Picture Placeholder 7" descr="Place bio portrait here">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descr="Place bio portrait here">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descr="Place bio portrait here">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descr="Place bio portrait here">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descr="Place bio portrait here">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descr="Place bio portrait here">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81369306"/>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49528976"/>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Master Data Management Solutions Vision and Roadmap | June 2023</a:t>
            </a:r>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61020445"/>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93365883"/>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Master Data Management Solutions Vision and Roadmap | June 2023</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796958159"/>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261775863"/>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0" y="0"/>
            <a:ext cx="24387175" cy="12001500"/>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6288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8" name="Picture 7">
            <a:extLst>
              <a:ext uri="{FF2B5EF4-FFF2-40B4-BE49-F238E27FC236}">
                <a16:creationId xmlns:a16="http://schemas.microsoft.com/office/drawing/2014/main" id="{418F6040-10C6-A4A5-7C1E-09A9F553C05B}"/>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496998304"/>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23798D-A03E-2BC6-136A-14C1E387E723}"/>
              </a:ext>
            </a:extLst>
          </p:cNvPr>
          <p:cNvSpPr/>
          <p:nvPr userDrawn="1"/>
        </p:nvSpPr>
        <p:spPr bwMode="auto">
          <a:xfrm>
            <a:off x="0" y="0"/>
            <a:ext cx="24387175" cy="12001500"/>
          </a:xfrm>
          <a:prstGeom prst="rect">
            <a:avLst/>
          </a:prstGeom>
          <a:solidFill>
            <a:srgbClr val="E5F6FF"/>
          </a:solidFill>
          <a:ln w="19050">
            <a:solidFill>
              <a:srgbClr val="E5F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6">
            <a:extLst>
              <a:ext uri="{FF2B5EF4-FFF2-40B4-BE49-F238E27FC236}">
                <a16:creationId xmlns:a16="http://schemas.microsoft.com/office/drawing/2014/main" id="{28CADC67-06E4-9D0B-7A49-159C1E99D517}"/>
              </a:ext>
            </a:extLst>
          </p:cNvPr>
          <p:cNvSpPr>
            <a:spLocks noGrp="1"/>
          </p:cNvSpPr>
          <p:nvPr>
            <p:ph type="body" sz="quarter" idx="12"/>
          </p:nvPr>
        </p:nvSpPr>
        <p:spPr>
          <a:xfrm>
            <a:off x="576072" y="12088368"/>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6BAFC6AD-C46B-8438-C789-096006859E45}"/>
              </a:ext>
            </a:extLst>
          </p:cNvPr>
          <p:cNvSpPr>
            <a:spLocks noGrp="1"/>
          </p:cNvSpPr>
          <p:nvPr>
            <p:ph type="body" sz="quarter" idx="13"/>
          </p:nvPr>
        </p:nvSpPr>
        <p:spPr>
          <a:xfrm>
            <a:off x="6671501" y="12084739"/>
            <a:ext cx="4937887" cy="1143000"/>
          </a:xfrm>
        </p:spPr>
        <p:txBody>
          <a:bodyPr anchor="b"/>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a:extLst>
              <a:ext uri="{FF2B5EF4-FFF2-40B4-BE49-F238E27FC236}">
                <a16:creationId xmlns:a16="http://schemas.microsoft.com/office/drawing/2014/main" id="{CCD12723-D775-EE21-95A9-8E6D8BA4DC28}"/>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4046870473"/>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9" cy="4573587"/>
          </a:xfrm>
        </p:spPr>
        <p:txBody>
          <a:bodyPr/>
          <a:lstStyle>
            <a:lvl1pPr>
              <a:lnSpc>
                <a:spcPct val="100000"/>
              </a:lnSpc>
              <a:defRPr sz="8600"/>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D1A09496-D938-6EB1-106C-48C5E423EAB0}"/>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3707041086"/>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ver, plain, business uni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45735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72" y="12463272"/>
            <a:ext cx="11050588"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3" name="Picture 2">
            <a:extLst>
              <a:ext uri="{FF2B5EF4-FFF2-40B4-BE49-F238E27FC236}">
                <a16:creationId xmlns:a16="http://schemas.microsoft.com/office/drawing/2014/main" id="{6C5E26C6-9CEF-2A61-0C64-FAACB68F53D2}"/>
              </a:ext>
            </a:extLst>
          </p:cNvPr>
          <p:cNvPicPr>
            <a:picLocks noChangeAspect="1"/>
          </p:cNvPicPr>
          <p:nvPr userDrawn="1"/>
        </p:nvPicPr>
        <p:blipFill>
          <a:blip r:embed="rId2"/>
          <a:stretch>
            <a:fillRect/>
          </a:stretch>
        </p:blipFill>
        <p:spPr>
          <a:xfrm>
            <a:off x="22279951" y="12526963"/>
            <a:ext cx="1638300" cy="609600"/>
          </a:xfrm>
          <a:prstGeom prst="rect">
            <a:avLst/>
          </a:prstGeom>
        </p:spPr>
      </p:pic>
    </p:spTree>
    <p:extLst>
      <p:ext uri="{BB962C8B-B14F-4D97-AF65-F5344CB8AC3E}">
        <p14:creationId xmlns:p14="http://schemas.microsoft.com/office/powerpoint/2010/main" val="1603640865"/>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384048"/>
            <a:ext cx="10101072" cy="10479087"/>
          </a:xfrm>
        </p:spPr>
        <p:txBody>
          <a:bodyPr/>
          <a:lstStyle>
            <a:lvl1pPr>
              <a:lnSpc>
                <a:spcPct val="100000"/>
              </a:lnSpc>
              <a:defRPr sz="8600">
                <a:solidFill>
                  <a:schemeClr val="tx2"/>
                </a:solidFill>
              </a:defRPr>
            </a:lvl1pPr>
          </a:lstStyle>
          <a:p>
            <a:r>
              <a:rPr lang="en-US"/>
              <a:t>Click to edit Master title style</a:t>
            </a:r>
            <a:endParaRPr lang="en-US" dirty="0"/>
          </a:p>
        </p:txBody>
      </p:sp>
      <p:pic>
        <p:nvPicPr>
          <p:cNvPr id="9" name="Picture 8">
            <a:extLst>
              <a:ext uri="{FF2B5EF4-FFF2-40B4-BE49-F238E27FC236}">
                <a16:creationId xmlns:a16="http://schemas.microsoft.com/office/drawing/2014/main" id="{735CD4FC-3A11-28F6-09EF-9089FE9596BF}"/>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237721727"/>
      </p:ext>
    </p:extLst>
  </p:cSld>
  <p:clrMapOvr>
    <a:masterClrMapping/>
  </p:clrMapOvr>
  <p:transition spd="med"/>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ver, imagery, half, business unit">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72" y="1527048"/>
            <a:ext cx="10099675" cy="9337675"/>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72" y="576072"/>
            <a:ext cx="10099675" cy="571500"/>
          </a:xfrm>
        </p:spPr>
        <p:txBody>
          <a:bodyPr/>
          <a:lstStyle>
            <a:lvl1pPr>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a:t>Click to edit Master text styles</a:t>
            </a:r>
          </a:p>
        </p:txBody>
      </p:sp>
      <p:pic>
        <p:nvPicPr>
          <p:cNvPr id="4" name="Picture 3">
            <a:extLst>
              <a:ext uri="{FF2B5EF4-FFF2-40B4-BE49-F238E27FC236}">
                <a16:creationId xmlns:a16="http://schemas.microsoft.com/office/drawing/2014/main" id="{EEE0A3D1-7815-E46E-77D1-E2DC099B4733}"/>
              </a:ext>
            </a:extLst>
          </p:cNvPr>
          <p:cNvPicPr>
            <a:picLocks noChangeAspect="1"/>
          </p:cNvPicPr>
          <p:nvPr userDrawn="1"/>
        </p:nvPicPr>
        <p:blipFill>
          <a:blip r:embed="rId2"/>
          <a:stretch>
            <a:fillRect/>
          </a:stretch>
        </p:blipFill>
        <p:spPr>
          <a:xfrm>
            <a:off x="577850" y="12526963"/>
            <a:ext cx="1638300" cy="609600"/>
          </a:xfrm>
          <a:prstGeom prst="rect">
            <a:avLst/>
          </a:prstGeom>
        </p:spPr>
      </p:pic>
    </p:spTree>
    <p:extLst>
      <p:ext uri="{BB962C8B-B14F-4D97-AF65-F5344CB8AC3E}">
        <p14:creationId xmlns:p14="http://schemas.microsoft.com/office/powerpoint/2010/main" val="2747306731"/>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4956175" cy="45735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3500" y="569913"/>
            <a:ext cx="4953000"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5" y="569913"/>
            <a:ext cx="4949825" cy="11431587"/>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841012007"/>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11050588" cy="2859087"/>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A4B74093-A800-CB62-8607-A04D569204E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A289B0F8-E9A7-CF76-E87F-8D4302E8DA4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1777733359"/>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4675" y="420624"/>
            <a:ext cx="17141825" cy="8191500"/>
          </a:xfrm>
        </p:spPr>
        <p:txBody>
          <a:bodyPr/>
          <a:lstStyle>
            <a:lvl1pPr>
              <a:defRPr sz="17200" b="0" i="0">
                <a:solidFill>
                  <a:schemeClr val="tx2"/>
                </a:solidFill>
                <a:latin typeface="IBM Plex Sans ExtraLight" panose="020B0303050203000203" pitchFamily="34" charset="0"/>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76697187-0170-8894-23C9-28F80A0C3B2B}"/>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BC591478-AD3F-2EF7-29A4-36A887DC195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441201687"/>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384048"/>
            <a:ext cx="9909175" cy="2859087"/>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67252" y="448056"/>
            <a:ext cx="11042073" cy="8574087"/>
          </a:xfrm>
        </p:spPr>
        <p:txBody>
          <a:bodyPr/>
          <a:lstStyle>
            <a:lvl1pPr>
              <a:lnSpc>
                <a:spcPct val="100000"/>
              </a:lnSpc>
              <a:spcBef>
                <a:spcPts val="0"/>
              </a:spcBef>
              <a:defRPr sz="6400">
                <a:solidFill>
                  <a:schemeClr val="tx2"/>
                </a:solidFill>
              </a:defRPr>
            </a:lvl1pPr>
            <a:lvl2pPr marL="585216" indent="-585216">
              <a:lnSpc>
                <a:spcPct val="100000"/>
              </a:lnSpc>
              <a:spcBef>
                <a:spcPts val="0"/>
              </a:spcBef>
              <a:defRPr sz="6400">
                <a:solidFill>
                  <a:schemeClr val="tx2"/>
                </a:solidFill>
              </a:defRPr>
            </a:lvl2pPr>
            <a:lvl3pPr marL="1097280" indent="-585216">
              <a:lnSpc>
                <a:spcPct val="100000"/>
              </a:lnSpc>
              <a:spcBef>
                <a:spcPts val="0"/>
              </a:spcBef>
              <a:defRPr sz="6400">
                <a:solidFill>
                  <a:schemeClr val="tx2"/>
                </a:solidFill>
              </a:defRPr>
            </a:lvl3pPr>
            <a:lvl4pPr marL="1755648">
              <a:lnSpc>
                <a:spcPct val="100000"/>
              </a:lnSpc>
              <a:spcBef>
                <a:spcPts val="0"/>
              </a:spcBef>
              <a:defRPr sz="6400">
                <a:solidFill>
                  <a:schemeClr val="tx2"/>
                </a:solidFill>
              </a:defRPr>
            </a:lvl4pPr>
            <a:lvl5pPr>
              <a:lnSpc>
                <a:spcPct val="100000"/>
              </a:lnSpc>
              <a:spcBef>
                <a:spcPts val="0"/>
              </a:spcBef>
              <a:defRPr sz="64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C82E6DCD-41A5-9DA3-C061-E8DA39B9905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7BE5947E-6D4A-9E09-E5A6-D31DBCAEE2C6}"/>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4097322830"/>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72" y="420624"/>
            <a:ext cx="14662150" cy="9717087"/>
          </a:xfrm>
        </p:spPr>
        <p:txBody>
          <a:bodyPr/>
          <a:lstStyle>
            <a:lvl1pPr>
              <a:lnSpc>
                <a:spcPct val="100000"/>
              </a:lnSpc>
              <a:defRPr sz="8600">
                <a:solidFill>
                  <a:schemeClr val="tx2"/>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12510822-3D1B-0CFC-3FF0-1E55DA550F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5" name="Footer Placeholder 3">
            <a:extLst>
              <a:ext uri="{FF2B5EF4-FFF2-40B4-BE49-F238E27FC236}">
                <a16:creationId xmlns:a16="http://schemas.microsoft.com/office/drawing/2014/main" id="{1FCFA7EA-8E9F-E01B-AB9C-B7BE7D3D11E9}"/>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714587919"/>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72" y="9299448"/>
            <a:ext cx="11050588"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↗︎00M</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63500" y="9296400"/>
            <a:ext cx="11049000" cy="3543300"/>
          </a:xfrm>
        </p:spPr>
        <p:txBody>
          <a:bodyPr anchor="b"/>
          <a:lstStyle>
            <a:lvl1pPr>
              <a:lnSpc>
                <a:spcPct val="90000"/>
              </a:lnSpc>
              <a:spcBef>
                <a:spcPts val="0"/>
              </a:spcBef>
              <a:defRPr sz="25800" b="0" i="0">
                <a:solidFill>
                  <a:schemeClr val="accent1"/>
                </a:solidFill>
                <a:latin typeface="IBM Plex Sans ExtraLight" panose="020B0303050203000203" pitchFamily="34" charset="0"/>
              </a:defRPr>
            </a:lvl1pPr>
          </a:lstStyle>
          <a:p>
            <a:r>
              <a:rPr lang="en-US" dirty="0"/>
              <a:t>+00%</a:t>
            </a:r>
          </a:p>
        </p:txBody>
      </p: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63500" y="576072"/>
            <a:ext cx="7620000"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72" y="576072"/>
            <a:ext cx="7623175" cy="6288087"/>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9" name="Straight Connector 8">
            <a:extLst>
              <a:ext uri="{FF2B5EF4-FFF2-40B4-BE49-F238E27FC236}">
                <a16:creationId xmlns:a16="http://schemas.microsoft.com/office/drawing/2014/main" id="{1C44518A-7FBB-67DA-E35B-8BC0AAFC6062}"/>
              </a:ext>
            </a:extLst>
          </p:cNvPr>
          <p:cNvCxnSpPr/>
          <p:nvPr userDrawn="1"/>
        </p:nvCxnSpPr>
        <p:spPr bwMode="auto">
          <a:xfrm>
            <a:off x="12193587"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160DC6C8-AF18-F14B-A164-C49B271F59A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8F3E002C-97C5-3260-CB49-7E93DF3397C8}"/>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687863574"/>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68263" y="426481"/>
            <a:ext cx="4949825" cy="1906588"/>
          </a:xfrm>
        </p:spPr>
        <p:txBody>
          <a:bodyPr/>
          <a:lstStyle>
            <a:lvl1pPr>
              <a:lnSpc>
                <a:spcPct val="90000"/>
              </a:lnSpc>
              <a:defRPr sz="13000">
                <a:solidFill>
                  <a:schemeClr val="accent1"/>
                </a:solidFill>
              </a:defRPr>
            </a:lvl1pPr>
          </a:lstStyle>
          <a:p>
            <a:pPr lvl="0"/>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429654"/>
            <a:ext cx="4949825" cy="1903413"/>
          </a:xfrm>
        </p:spPr>
        <p:txBody>
          <a:bodyPr/>
          <a:lstStyle>
            <a:lvl1pPr>
              <a:lnSpc>
                <a:spcPct val="90000"/>
              </a:lnSpc>
              <a:defRPr sz="13000">
                <a:solidFill>
                  <a:schemeClr val="accent1"/>
                </a:solidFill>
              </a:defRPr>
            </a:lvl1pPr>
          </a:lstStyle>
          <a:p>
            <a:pPr lvl="0"/>
            <a:r>
              <a:rPr lang="en-US" dirty="0"/>
              <a:t>00%</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29768"/>
            <a:ext cx="4951413" cy="1907912"/>
          </a:xfrm>
        </p:spPr>
        <p:txBody>
          <a:bodyPr/>
          <a:lstStyle>
            <a:lvl1pPr>
              <a:lnSpc>
                <a:spcPct val="90000"/>
              </a:lnSpc>
              <a:defRPr sz="13000">
                <a:solidFill>
                  <a:schemeClr val="accent1"/>
                </a:solidFill>
              </a:defRPr>
            </a:lvl1pPr>
            <a:lvl2pPr marL="0" indent="0">
              <a:buNone/>
              <a:defRPr/>
            </a:lvl2pPr>
          </a:lstStyle>
          <a:p>
            <a:pPr lvl="0"/>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333068"/>
            <a:ext cx="4951413" cy="967304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2334654"/>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9500" y="2333067"/>
            <a:ext cx="4953000" cy="9666845"/>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85A7B871-06B9-0A3F-4D1D-A14D572C268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15DBF980-9C8F-3F7A-E896-C207BA2781B7}"/>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2112053459"/>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3D81813D-DA09-FCA0-D570-1E2D428C59E9}"/>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4675" y="402336"/>
            <a:ext cx="4949825" cy="5335588"/>
          </a:xfrm>
        </p:spPr>
        <p:txBody>
          <a:bodyPr/>
          <a:lstStyle>
            <a:lvl1pPr>
              <a:lnSpc>
                <a:spcPct val="100000"/>
              </a:lnSpc>
              <a:defRPr sz="86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402336"/>
            <a:ext cx="11049000" cy="5335587"/>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4675" y="6477000"/>
            <a:ext cx="4949825" cy="5334000"/>
          </a:xfrm>
        </p:spPr>
        <p:txBody>
          <a:bodyPr/>
          <a:lstStyle>
            <a:lvl1pPr>
              <a:lnSpc>
                <a:spcPct val="100000"/>
              </a:lnSpc>
              <a:defRPr sz="86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500" y="6477000"/>
            <a:ext cx="11049000" cy="5334000"/>
          </a:xfrm>
        </p:spPr>
        <p:txBody>
          <a:bodyPr/>
          <a:lstStyle>
            <a:lvl1pPr>
              <a:lnSpc>
                <a:spcPct val="100000"/>
              </a:lnSpc>
              <a:spcBef>
                <a:spcPts val="0"/>
              </a:spcBef>
              <a:defRPr sz="8600">
                <a:solidFill>
                  <a:schemeClr val="tx1"/>
                </a:solidFill>
              </a:defRPr>
            </a:lvl1pPr>
            <a:lvl2pPr marL="786384" indent="-786384">
              <a:lnSpc>
                <a:spcPct val="100000"/>
              </a:lnSpc>
              <a:spcBef>
                <a:spcPts val="0"/>
              </a:spcBef>
              <a:defRPr sz="8600">
                <a:solidFill>
                  <a:schemeClr val="tx1"/>
                </a:solidFill>
              </a:defRPr>
            </a:lvl2pPr>
            <a:lvl3pPr marL="1499616" indent="-786384">
              <a:lnSpc>
                <a:spcPct val="100000"/>
              </a:lnSpc>
              <a:spcBef>
                <a:spcPts val="0"/>
              </a:spcBef>
              <a:defRPr sz="8600">
                <a:solidFill>
                  <a:schemeClr val="tx1"/>
                </a:solidFill>
              </a:defRPr>
            </a:lvl3pPr>
            <a:lvl4pPr marL="2286000" indent="-786384">
              <a:lnSpc>
                <a:spcPct val="100000"/>
              </a:lnSpc>
              <a:spcBef>
                <a:spcPts val="0"/>
              </a:spcBef>
              <a:defRPr sz="8600">
                <a:solidFill>
                  <a:schemeClr val="tx1"/>
                </a:solidFill>
              </a:defRPr>
            </a:lvl4pPr>
            <a:lvl5pPr>
              <a:lnSpc>
                <a:spcPct val="100000"/>
              </a:lnSpc>
              <a:spcBef>
                <a:spcPts val="0"/>
              </a:spcBef>
              <a:defRPr sz="8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B3EE9E1A-5619-752E-836B-A127FD2C7D7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0837D060-1DA4-2AC5-AC63-E1AFDD16370F}"/>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29640637"/>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687931BB-B3EF-829C-B354-B048514D5138}"/>
              </a:ext>
            </a:extLst>
          </p:cNvPr>
          <p:cNvCxnSpPr/>
          <p:nvPr userDrawn="1"/>
        </p:nvCxnSpPr>
        <p:spPr bwMode="auto">
          <a:xfrm>
            <a:off x="6667500" y="8191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103109C-6DA9-8F27-B4B1-EE276442E489}"/>
              </a:ext>
            </a:extLst>
          </p:cNvPr>
          <p:cNvCxnSpPr/>
          <p:nvPr userDrawn="1"/>
        </p:nvCxnSpPr>
        <p:spPr bwMode="auto">
          <a:xfrm>
            <a:off x="6667500" y="4000500"/>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411480"/>
            <a:ext cx="4951413" cy="2859087"/>
          </a:xfrm>
        </p:spPr>
        <p:txBody>
          <a:bodyPr/>
          <a:lstStyle>
            <a:lvl1pPr>
              <a:lnSpc>
                <a:spcPct val="90000"/>
              </a:lnSpc>
              <a:defRPr sz="13000">
                <a:solidFill>
                  <a:schemeClr val="accent1"/>
                </a:solidFill>
              </a:defRPr>
            </a:lvl1pPr>
            <a:lvl2pPr marL="0" indent="0">
              <a:buNone/>
              <a:defRPr/>
            </a:lvl2pPr>
          </a:lstStyle>
          <a:p>
            <a:r>
              <a:rPr lang="en-US" dirty="0"/>
              <a:t>00%</a:t>
            </a:r>
          </a:p>
        </p:txBody>
      </p:sp>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28590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42775"/>
            <a:ext cx="4951413" cy="1143000"/>
          </a:xfrm>
        </p:spPr>
        <p:txBody>
          <a:bodyPr anchor="b"/>
          <a:lstStyle>
            <a:lvl1pPr>
              <a:lnSpc>
                <a:spcPct val="120000"/>
              </a:lnSpc>
              <a:spcBef>
                <a:spcPts val="0"/>
              </a:spcBef>
              <a:defRPr sz="1600" b="0" i="0">
                <a:solidFill>
                  <a:schemeClr val="tx1"/>
                </a:solidFill>
                <a:latin typeface="IBM Plex Sans" panose="020B0503050203000203" pitchFamily="34" charset="0"/>
              </a:defRPr>
            </a:lvl1pPr>
            <a:lvl2pPr>
              <a:lnSpc>
                <a:spcPct val="120000"/>
              </a:lnSpc>
              <a:spcBef>
                <a:spcPts val="0"/>
              </a:spcBef>
              <a:defRPr sz="1600" b="0" i="0">
                <a:solidFill>
                  <a:schemeClr val="tx1"/>
                </a:solidFill>
                <a:latin typeface="IBM Plex Sans" panose="020B0503050203000203" pitchFamily="34" charset="0"/>
              </a:defRPr>
            </a:lvl2pPr>
            <a:lvl3pPr>
              <a:lnSpc>
                <a:spcPct val="120000"/>
              </a:lnSpc>
              <a:spcBef>
                <a:spcPts val="0"/>
              </a:spcBef>
              <a:defRPr sz="1600" b="0" i="0">
                <a:solidFill>
                  <a:schemeClr val="tx1"/>
                </a:solidFill>
                <a:latin typeface="IBM Plex Sans" panose="020B0503050203000203" pitchFamily="34" charset="0"/>
              </a:defRPr>
            </a:lvl3pPr>
            <a:lvl4pPr>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72"/>
            <a:ext cx="7620000" cy="2859087"/>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4381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8572500"/>
            <a:ext cx="7620000" cy="2857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4187952"/>
            <a:ext cx="4951413" cy="2857506"/>
          </a:xfrm>
        </p:spPr>
        <p:txBody>
          <a:bodyPr/>
          <a:lstStyle>
            <a:lvl1pPr>
              <a:lnSpc>
                <a:spcPct val="90000"/>
              </a:lnSpc>
              <a:defRPr sz="13000">
                <a:solidFill>
                  <a:schemeClr val="accent1"/>
                </a:solidFill>
              </a:defRPr>
            </a:lvl1pPr>
          </a:lstStyle>
          <a:p>
            <a:r>
              <a:rPr lang="en-US" dirty="0"/>
              <a:t>00%</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8403336"/>
            <a:ext cx="4951411" cy="2857506"/>
          </a:xfrm>
        </p:spPr>
        <p:txBody>
          <a:bodyPr/>
          <a:lstStyle>
            <a:lvl1pPr>
              <a:lnSpc>
                <a:spcPct val="90000"/>
              </a:lnSpc>
              <a:defRPr sz="13000">
                <a:solidFill>
                  <a:schemeClr val="accent1"/>
                </a:solidFill>
              </a:defRPr>
            </a:lvl1pPr>
          </a:lstStyle>
          <a:p>
            <a:r>
              <a:rPr lang="en-US" dirty="0"/>
              <a:t>00%</a:t>
            </a:r>
          </a:p>
        </p:txBody>
      </p:sp>
      <p:sp>
        <p:nvSpPr>
          <p:cNvPr id="6" name="Slide Number">
            <a:extLst>
              <a:ext uri="{FF2B5EF4-FFF2-40B4-BE49-F238E27FC236}">
                <a16:creationId xmlns:a16="http://schemas.microsoft.com/office/drawing/2014/main" id="{022EFDDC-A614-EFF6-CE30-E60F4DB9F755}"/>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5C67502-D618-DC10-9CCC-905693ABB58E}"/>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169988347"/>
      </p:ext>
    </p:extLst>
  </p:cSld>
  <p:clrMapOvr>
    <a:masterClrMapping/>
  </p:clrMapOvr>
  <p:transition spd="med"/>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72" y="3429000"/>
            <a:ext cx="4956175"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a:extLst>
              <a:ext uri="{FF2B5EF4-FFF2-40B4-BE49-F238E27FC236}">
                <a16:creationId xmlns:a16="http://schemas.microsoft.com/office/drawing/2014/main" id="{E78A9E4F-B41B-2A68-ED74-D619432AAB2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FBB77C83-5304-5E09-3590-D4337DA42A40}"/>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2058861224"/>
      </p:ext>
    </p:extLst>
  </p:cSld>
  <p:clrMapOvr>
    <a:masterClrMapping/>
  </p:clrMapOvr>
  <p:transition spd="med"/>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6">
            <a:extLst>
              <a:ext uri="{FF2B5EF4-FFF2-40B4-BE49-F238E27FC236}">
                <a16:creationId xmlns:a16="http://schemas.microsoft.com/office/drawing/2014/main" id="{1239EA8E-6B4C-405F-E7F6-ABB450E07109}"/>
              </a:ext>
            </a:extLst>
          </p:cNvPr>
          <p:cNvSpPr>
            <a:spLocks noGrp="1"/>
          </p:cNvSpPr>
          <p:nvPr>
            <p:ph type="body" sz="quarter" idx="19"/>
          </p:nvPr>
        </p:nvSpPr>
        <p:spPr>
          <a:xfrm>
            <a:off x="579437" y="3429000"/>
            <a:ext cx="4951413"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20" name="Straight Connector 19">
            <a:extLst>
              <a:ext uri="{FF2B5EF4-FFF2-40B4-BE49-F238E27FC236}">
                <a16:creationId xmlns:a16="http://schemas.microsoft.com/office/drawing/2014/main" id="{ABAB2974-AD95-0BF2-C41A-265AEF03B4F7}"/>
              </a:ext>
            </a:extLst>
          </p:cNvPr>
          <p:cNvCxnSpPr>
            <a:cxnSpLocks/>
          </p:cNvCxnSpPr>
          <p:nvPr userDrawn="1"/>
        </p:nvCxnSpPr>
        <p:spPr bwMode="auto">
          <a:xfrm>
            <a:off x="6096000" y="3429000"/>
            <a:ext cx="0" cy="8572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DB8CB8D-C4DB-E357-4948-59CD6A18A9DC}"/>
              </a:ext>
            </a:extLst>
          </p:cNvPr>
          <p:cNvCxnSpPr/>
          <p:nvPr userDrawn="1"/>
        </p:nvCxnSpPr>
        <p:spPr bwMode="auto">
          <a:xfrm>
            <a:off x="12188952"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8B5887E5-28C4-AA99-EBD5-E34B88F46F25}"/>
              </a:ext>
            </a:extLst>
          </p:cNvPr>
          <p:cNvCxnSpPr/>
          <p:nvPr userDrawn="1"/>
        </p:nvCxnSpPr>
        <p:spPr bwMode="auto">
          <a:xfrm>
            <a:off x="18288000" y="3429000"/>
            <a:ext cx="0" cy="8577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DB52D7E1-3828-A1B9-9239-637B1E2A543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769EE7B3-BC6A-6676-8FA2-607F9B08DA3D}"/>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2896344018"/>
      </p:ext>
    </p:extLst>
  </p:cSld>
  <p:clrMapOvr>
    <a:masterClrMapping/>
  </p:clrMapOvr>
  <p:transition spd="med"/>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C6EB28FF-C21F-A83D-2D19-2242B76C6B09}"/>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3D7A0E74-695D-C6F5-07CD-01209D58A70A}"/>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9E1AC9A-B000-435B-E4BC-54B09FB795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B96005D4-0874-989F-217D-8A2592F81D5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3" name="Footer Placeholder 3">
            <a:extLst>
              <a:ext uri="{FF2B5EF4-FFF2-40B4-BE49-F238E27FC236}">
                <a16:creationId xmlns:a16="http://schemas.microsoft.com/office/drawing/2014/main" id="{E3F3A850-F28F-F30E-5505-EA11791B052B}"/>
              </a:ext>
            </a:extLst>
          </p:cNvPr>
          <p:cNvSpPr>
            <a:spLocks noGrp="1"/>
          </p:cNvSpPr>
          <p:nvPr>
            <p:ph type="ftr" sz="quarter" idx="18"/>
          </p:nvPr>
        </p:nvSpPr>
        <p:spPr>
          <a:xfrm>
            <a:off x="568324" y="12804235"/>
            <a:ext cx="4956176" cy="381000"/>
          </a:xfrm>
        </p:spPr>
        <p:txBody>
          <a:body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194061697"/>
      </p:ext>
    </p:extLst>
  </p:cSld>
  <p:clrMapOvr>
    <a:masterClrMapping/>
  </p:clrMapOvr>
  <p:transition spd="med"/>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10000"/>
              </a:lnSpc>
              <a:defRPr sz="24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72" y="3429000"/>
            <a:ext cx="4956175" cy="4000500"/>
          </a:xfrm>
        </p:spPr>
        <p:txBody>
          <a:bodyPr/>
          <a:lstStyle>
            <a:lvl1pPr>
              <a:lnSpc>
                <a:spcPct val="100000"/>
              </a:lnSpc>
              <a:spcBef>
                <a:spcPts val="0"/>
              </a:spcBef>
              <a:defRPr sz="3600">
                <a:solidFill>
                  <a:schemeClr val="tx1"/>
                </a:solidFill>
              </a:defRPr>
            </a:lvl1pPr>
          </a:lstStyle>
          <a:p>
            <a:pPr lvl="0"/>
            <a:r>
              <a:rPr lang="en-US"/>
              <a:t>Click to edit Master text styles</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67500" y="3429000"/>
            <a:ext cx="4951413"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68031" y="3429000"/>
            <a:ext cx="4942120"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59501" y="3429000"/>
            <a:ext cx="4952999" cy="85725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Picture Placeholder 13">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5" name="Picture Placeholder 13">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76353" y="576072"/>
            <a:ext cx="1216152" cy="1216152"/>
          </a:xfrm>
        </p:spPr>
        <p:txBody>
          <a:bodyPr anchor="ctr"/>
          <a:lstStyle>
            <a:lvl1pPr algn="ctr">
              <a:defRPr sz="1600">
                <a:solidFill>
                  <a:schemeClr val="tx1"/>
                </a:solidFill>
              </a:defRPr>
            </a:lvl1pPr>
          </a:lstStyle>
          <a:p>
            <a:r>
              <a:rPr lang="en-US" dirty="0"/>
              <a:t>Pictogram</a:t>
            </a:r>
          </a:p>
        </p:txBody>
      </p:sp>
      <p:sp>
        <p:nvSpPr>
          <p:cNvPr id="16" name="Picture Placeholder 13">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ACE782CF-665F-3C56-698C-16112EB19B2F}"/>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7" name="Straight Connector 16">
            <a:extLst>
              <a:ext uri="{FF2B5EF4-FFF2-40B4-BE49-F238E27FC236}">
                <a16:creationId xmlns:a16="http://schemas.microsoft.com/office/drawing/2014/main" id="{4D695107-5427-4D2D-F88F-89BA74127CB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3B07B4A-5DB5-8126-EA79-502787053E82}"/>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D829559-0A72-8826-E06A-C6CCD39750A4}"/>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Slide Number">
            <a:extLst>
              <a:ext uri="{FF2B5EF4-FFF2-40B4-BE49-F238E27FC236}">
                <a16:creationId xmlns:a16="http://schemas.microsoft.com/office/drawing/2014/main" id="{D2A45AB7-102C-FBDF-94FD-99783B6A5A1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93141607"/>
      </p:ext>
    </p:extLst>
  </p:cSld>
  <p:clrMapOvr>
    <a:masterClrMapping/>
  </p:clrMapOvr>
  <p:transition spd="med"/>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2"/>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3500" y="3429000"/>
            <a:ext cx="10096500"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5976" y="384048"/>
            <a:ext cx="4956175" cy="1141412"/>
          </a:xfrm>
        </p:spPr>
        <p:txBody>
          <a:bodyPr/>
          <a:lstStyle>
            <a:lvl1pPr>
              <a:lnSpc>
                <a:spcPct val="100000"/>
              </a:lnSpc>
              <a:spcBef>
                <a:spcPts val="0"/>
              </a:spcBef>
              <a:defRPr sz="64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a:t>Click to edit Master text styles</a:t>
            </a:r>
          </a:p>
        </p:txBody>
      </p:sp>
      <p:sp>
        <p:nvSpPr>
          <p:cNvPr id="4" name="Footer Placeholder 3">
            <a:extLst>
              <a:ext uri="{FF2B5EF4-FFF2-40B4-BE49-F238E27FC236}">
                <a16:creationId xmlns:a16="http://schemas.microsoft.com/office/drawing/2014/main" id="{BA03B922-FA59-5165-48BF-0B57DFD66348}"/>
              </a:ext>
            </a:extLst>
          </p:cNvPr>
          <p:cNvSpPr>
            <a:spLocks noGrp="1"/>
          </p:cNvSpPr>
          <p:nvPr>
            <p:ph type="ftr" sz="quarter" idx="16"/>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5C3B405E-94D1-4A09-C6BF-A66D9CBEF63D}"/>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3720357"/>
      </p:ext>
    </p:extLst>
  </p:cSld>
  <p:clrMapOvr>
    <a:masterClrMapping/>
  </p:clrMapOvr>
  <p:transition spd="med"/>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576072"/>
            <a:ext cx="7424927" cy="1906588"/>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72" y="3429000"/>
            <a:ext cx="10099675"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63500" y="3429000"/>
            <a:ext cx="10096500" cy="8572500"/>
          </a:xfrm>
        </p:spPr>
        <p:txBody>
          <a:bodyPr/>
          <a:lstStyle>
            <a:lvl1pPr>
              <a:lnSpc>
                <a:spcPct val="110000"/>
              </a:lnSpc>
              <a:spcBef>
                <a:spcPts val="0"/>
              </a:spcBef>
              <a:defRPr>
                <a:solidFill>
                  <a:schemeClr val="tx1"/>
                </a:solidFill>
              </a:defRPr>
            </a:lvl1pPr>
            <a:lvl2pPr>
              <a:lnSpc>
                <a:spcPct val="110000"/>
              </a:lnSpc>
              <a:spcBef>
                <a:spcPts val="0"/>
              </a:spcBef>
              <a:defRPr>
                <a:solidFill>
                  <a:schemeClr val="tx1"/>
                </a:solidFill>
              </a:defRPr>
            </a:lvl2pPr>
            <a:lvl3pPr>
              <a:lnSpc>
                <a:spcPct val="110000"/>
              </a:lnSpc>
              <a:spcBef>
                <a:spcPts val="0"/>
              </a:spcBef>
              <a:defRPr>
                <a:solidFill>
                  <a:schemeClr val="tx1"/>
                </a:solidFill>
              </a:defRPr>
            </a:lvl3pPr>
            <a:lvl4pPr>
              <a:lnSpc>
                <a:spcPct val="11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30261809"/>
      </p:ext>
    </p:extLst>
  </p:cSld>
  <p:clrMapOvr>
    <a:masterClrMapping/>
  </p:clrMapOvr>
  <p:transition spd="med"/>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384048"/>
            <a:ext cx="11045825"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76072"/>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C7A51FE3-0F54-1487-47B4-164B5B802CA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07189517"/>
      </p:ext>
    </p:extLst>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72" y="576072"/>
            <a:ext cx="4953000" cy="4573587"/>
          </a:xfrm>
        </p:spPr>
        <p:txBody>
          <a:bodyPr/>
          <a:lstStyle>
            <a:lvl1pPr>
              <a:lnSpc>
                <a:spcPct val="100000"/>
              </a:lnSpc>
              <a:defRPr sz="36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3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59500" y="569913"/>
            <a:ext cx="4953000" cy="11431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5AA54578-ECD5-347E-35A9-C3F93EB8CDFE}"/>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745FF4F8-7F82-E9C2-8046-C791019E169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74446472"/>
      </p:ext>
    </p:extLst>
  </p:cSld>
  <p:clrMapOvr>
    <a:masterClrMapping/>
  </p:clrMapOvr>
  <p:transition spd="med"/>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384048"/>
            <a:ext cx="11039476"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9BFC0CA6-CE6F-D94C-2967-FBF2240020C4}"/>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113620845"/>
      </p:ext>
    </p:extLst>
  </p:cSld>
  <p:clrMapOvr>
    <a:masterClrMapping/>
  </p:clrMapOvr>
  <p:transition spd="med"/>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72" y="576072"/>
            <a:ext cx="4949826" cy="4573587"/>
          </a:xfrm>
        </p:spPr>
        <p:txBody>
          <a:bodyPr rIns="0"/>
          <a:lstStyle>
            <a:lvl1pPr>
              <a:lnSpc>
                <a:spcPct val="100000"/>
              </a:lnSpc>
              <a:defRPr sz="2800">
                <a:solidFill>
                  <a:schemeClr val="tx2"/>
                </a:solidFill>
              </a:defRPr>
            </a:lvl1pPr>
          </a:lstStyle>
          <a:p>
            <a:r>
              <a:rPr lang="en-US"/>
              <a:t>Click to edit Master title style</a:t>
            </a:r>
            <a:endParaRPr lang="en-US" dirty="0"/>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63500" y="576072"/>
            <a:ext cx="495300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525587"/>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6350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5850" y="3429000"/>
            <a:ext cx="4953000" cy="8572500"/>
          </a:xfrm>
        </p:spPr>
        <p:txBody>
          <a:bodyPr/>
          <a:lstStyle>
            <a:lvl1pPr>
              <a:lnSpc>
                <a:spcPct val="110000"/>
              </a:lnSpc>
              <a:spcBef>
                <a:spcPts val="0"/>
              </a:spcBef>
              <a:defRPr sz="2000" b="0" i="0">
                <a:solidFill>
                  <a:schemeClr val="tx1"/>
                </a:solidFill>
                <a:latin typeface="IBM Plex Sans" panose="020B0503050203000203" pitchFamily="34" charset="0"/>
              </a:defRPr>
            </a:lvl1pPr>
            <a:lvl2pPr marL="182880" indent="-182880">
              <a:lnSpc>
                <a:spcPct val="110000"/>
              </a:lnSpc>
              <a:spcBef>
                <a:spcPts val="0"/>
              </a:spcBef>
              <a:defRPr sz="2000" b="0" i="0">
                <a:solidFill>
                  <a:schemeClr val="tx1"/>
                </a:solidFill>
                <a:latin typeface="IBM Plex Sans" panose="020B0503050203000203" pitchFamily="34" charset="0"/>
              </a:defRPr>
            </a:lvl2pPr>
            <a:lvl3pPr marL="365760" indent="-182880">
              <a:lnSpc>
                <a:spcPct val="110000"/>
              </a:lnSpc>
              <a:spcBef>
                <a:spcPts val="0"/>
              </a:spcBef>
              <a:defRPr sz="2000" b="0" i="0">
                <a:solidFill>
                  <a:schemeClr val="tx1"/>
                </a:solidFill>
                <a:latin typeface="IBM Plex Sans" panose="020B0503050203000203" pitchFamily="34" charset="0"/>
              </a:defRPr>
            </a:lvl3pPr>
            <a:lvl4pPr marL="548640" indent="-182880">
              <a:lnSpc>
                <a:spcPct val="110000"/>
              </a:lnSpc>
              <a:spcBef>
                <a:spcPts val="0"/>
              </a:spcBef>
              <a:defRPr sz="2000" b="0" i="0">
                <a:solidFill>
                  <a:schemeClr val="tx1"/>
                </a:solidFill>
                <a:latin typeface="IBM Plex Sans" panose="020B0503050203000203" pitchFamily="34" charset="0"/>
              </a:defRPr>
            </a:lvl4pPr>
            <a:lvl5pPr>
              <a:lnSpc>
                <a:spcPct val="110000"/>
              </a:lnSpc>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A3AE734E-170F-6CE2-C852-A644ACB8F409}"/>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Slide Number">
            <a:extLst>
              <a:ext uri="{FF2B5EF4-FFF2-40B4-BE49-F238E27FC236}">
                <a16:creationId xmlns:a16="http://schemas.microsoft.com/office/drawing/2014/main" id="{8CF1D655-1791-BEF3-D8AA-E589057E73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2412272"/>
      </p:ext>
    </p:extLst>
  </p:cSld>
  <p:clrMapOvr>
    <a:masterClrMapping/>
  </p:clrMapOvr>
  <p:transition spd="med"/>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384048"/>
            <a:ext cx="4949825" cy="1141413"/>
          </a:xfrm>
        </p:spPr>
        <p:txBody>
          <a:bodyPr/>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429000"/>
            <a:ext cx="4951413" cy="8572500"/>
          </a:xfrm>
        </p:spPr>
        <p:txBody>
          <a:bodyPr/>
          <a:lstStyle>
            <a:lvl1pPr>
              <a:spcBef>
                <a:spcPts val="0"/>
              </a:spcBef>
              <a:defRPr sz="2800" b="0" i="0">
                <a:solidFill>
                  <a:schemeClr val="tx1"/>
                </a:solidFill>
                <a:latin typeface="IBM Plex Sans Light" panose="020B0403050203000203" pitchFamily="34" charset="0"/>
              </a:defRPr>
            </a:lvl1pPr>
            <a:lvl2pPr marL="256032" indent="-256032">
              <a:spcBef>
                <a:spcPts val="0"/>
              </a:spcBef>
              <a:defRPr sz="2800" b="0" i="0">
                <a:solidFill>
                  <a:schemeClr val="tx1"/>
                </a:solidFill>
                <a:latin typeface="IBM Plex Sans Light" panose="020B0403050203000203" pitchFamily="34" charset="0"/>
              </a:defRPr>
            </a:lvl2pPr>
            <a:lvl3pPr marL="512064" indent="-256032">
              <a:spcBef>
                <a:spcPts val="0"/>
              </a:spcBef>
              <a:defRPr sz="2800" b="0" i="0">
                <a:solidFill>
                  <a:schemeClr val="tx1"/>
                </a:solidFill>
                <a:latin typeface="IBM Plex Sans Light" panose="020B0403050203000203" pitchFamily="34" charset="0"/>
              </a:defRPr>
            </a:lvl3pPr>
            <a:lvl4pPr marL="768096" indent="-256032">
              <a:spcBef>
                <a:spcPts val="0"/>
              </a:spcBef>
              <a:defRPr sz="28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7638" y="3429000"/>
            <a:ext cx="495300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3638" y="3429000"/>
            <a:ext cx="4959350" cy="8572500"/>
          </a:xfrm>
        </p:spPr>
        <p:txBody>
          <a:bodyPr/>
          <a:lstStyle>
            <a:lvl1pPr>
              <a:spcBef>
                <a:spcPts val="0"/>
              </a:spcBef>
              <a:defRPr sz="2000" b="0" i="0">
                <a:solidFill>
                  <a:schemeClr val="tx1"/>
                </a:solidFill>
                <a:latin typeface="IBM Plex Sans" panose="020B0503050203000203" pitchFamily="34" charset="0"/>
              </a:defRPr>
            </a:lvl1pPr>
            <a:lvl2pPr marL="182880" indent="-182880">
              <a:spcBef>
                <a:spcPts val="0"/>
              </a:spcBef>
              <a:defRPr sz="2000" b="0" i="0">
                <a:solidFill>
                  <a:schemeClr val="tx1"/>
                </a:solidFill>
                <a:latin typeface="IBM Plex Sans" panose="020B0503050203000203" pitchFamily="34" charset="0"/>
              </a:defRPr>
            </a:lvl2pPr>
            <a:lvl3pPr marL="365760" indent="-182880">
              <a:spcBef>
                <a:spcPts val="0"/>
              </a:spcBef>
              <a:defRPr sz="2000" b="0" i="0">
                <a:solidFill>
                  <a:schemeClr val="tx1"/>
                </a:solidFill>
                <a:latin typeface="IBM Plex Sans" panose="020B0503050203000203" pitchFamily="34" charset="0"/>
              </a:defRPr>
            </a:lvl3pPr>
            <a:lvl4pPr marL="548640" indent="-182880">
              <a:spcBef>
                <a:spcPts val="0"/>
              </a:spcBef>
              <a:defRPr sz="2000" b="0" i="0">
                <a:solidFill>
                  <a:schemeClr val="tx1"/>
                </a:solidFill>
                <a:latin typeface="IBM Plex Sans" panose="020B0503050203000203" pitchFamily="34" charset="0"/>
              </a:defRPr>
            </a:lvl4pPr>
            <a:lvl5pPr>
              <a:spcBef>
                <a:spcPts val="0"/>
              </a:spcBef>
              <a:defRPr sz="2000" b="0" i="0">
                <a:solidFill>
                  <a:schemeClr val="tx1"/>
                </a:solidFill>
                <a:latin typeface="IBM Plex Sans" panose="020B05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384048"/>
            <a:ext cx="4956175" cy="1141412"/>
          </a:xfrm>
        </p:spPr>
        <p:txBody>
          <a:bodyPr/>
          <a:lstStyle>
            <a:lvl1pPr>
              <a:lnSpc>
                <a:spcPct val="100000"/>
              </a:lnSpc>
              <a:spcBef>
                <a:spcPts val="0"/>
              </a:spcBef>
              <a:defRPr sz="64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a:t>Click to edit Master text styles</a:t>
            </a:r>
          </a:p>
        </p:txBody>
      </p:sp>
      <p:sp>
        <p:nvSpPr>
          <p:cNvPr id="5" name="Picture Placeholder 4">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63500" y="576072"/>
            <a:ext cx="1216152" cy="1214462"/>
          </a:xfrm>
        </p:spPr>
        <p:txBody>
          <a:bodyPr anchor="ctr"/>
          <a:lstStyle>
            <a:lvl1pPr algn="ctr">
              <a:defRPr sz="1600">
                <a:solidFill>
                  <a:schemeClr val="tx1"/>
                </a:solidFill>
              </a:defRPr>
            </a:lvl1pPr>
          </a:lstStyle>
          <a:p>
            <a:r>
              <a:rPr lang="en-US" dirty="0"/>
              <a:t>Pictogram</a:t>
            </a:r>
          </a:p>
        </p:txBody>
      </p:sp>
      <p:sp>
        <p:nvSpPr>
          <p:cNvPr id="12" name="Picture Placeholder 11">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4" name="Footer Placeholder 3">
            <a:extLst>
              <a:ext uri="{FF2B5EF4-FFF2-40B4-BE49-F238E27FC236}">
                <a16:creationId xmlns:a16="http://schemas.microsoft.com/office/drawing/2014/main" id="{87B96A2B-2DD4-AEBB-75C4-9215E33D2664}"/>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3" name="Straight Connector 12">
            <a:extLst>
              <a:ext uri="{FF2B5EF4-FFF2-40B4-BE49-F238E27FC236}">
                <a16:creationId xmlns:a16="http://schemas.microsoft.com/office/drawing/2014/main" id="{202744BD-C7A4-D538-2E19-AA279C025A21}"/>
              </a:ext>
            </a:extLst>
          </p:cNvPr>
          <p:cNvCxnSpPr/>
          <p:nvPr userDrawn="1"/>
        </p:nvCxnSpPr>
        <p:spPr bwMode="auto">
          <a:xfrm>
            <a:off x="12188952"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CE883F-3781-7F7E-8236-8BB5CEBAD77C}"/>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Slide Number">
            <a:extLst>
              <a:ext uri="{FF2B5EF4-FFF2-40B4-BE49-F238E27FC236}">
                <a16:creationId xmlns:a16="http://schemas.microsoft.com/office/drawing/2014/main" id="{FE28AB83-26B6-464D-000B-077BBC188616}"/>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182370374"/>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63500" y="24765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5048"/>
            <a:ext cx="6670676"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63501" y="8382000"/>
            <a:ext cx="6667500" cy="3048000"/>
          </a:xfrm>
        </p:spPr>
        <p:txBody>
          <a:bodyPr/>
          <a:lstStyle>
            <a:lvl1pPr>
              <a:lnSpc>
                <a:spcPct val="100000"/>
              </a:lnSpc>
              <a:spcBef>
                <a:spcPts val="0"/>
              </a:spcBef>
              <a:defRPr sz="4400">
                <a:solidFill>
                  <a:schemeClr val="tx1"/>
                </a:solidFill>
              </a:defRPr>
            </a:lvl1pPr>
            <a:lvl2pPr marL="402336" indent="-402336">
              <a:lnSpc>
                <a:spcPct val="100000"/>
              </a:lnSpc>
              <a:spcBef>
                <a:spcPts val="0"/>
              </a:spcBef>
              <a:defRPr sz="4400">
                <a:solidFill>
                  <a:schemeClr val="tx1"/>
                </a:solidFill>
              </a:defRPr>
            </a:lvl2pPr>
            <a:lvl3pPr marL="804672" indent="-402336">
              <a:lnSpc>
                <a:spcPct val="100000"/>
              </a:lnSpc>
              <a:spcBef>
                <a:spcPts val="0"/>
              </a:spcBef>
              <a:defRPr sz="4400">
                <a:solidFill>
                  <a:schemeClr val="tx1"/>
                </a:solidFill>
              </a:defRPr>
            </a:lvl3pPr>
            <a:lvl4pPr marL="1115568" indent="-402336">
              <a:lnSpc>
                <a:spcPct val="100000"/>
              </a:lnSpc>
              <a:spcBef>
                <a:spcPts val="0"/>
              </a:spcBef>
              <a:defRPr sz="4400">
                <a:solidFill>
                  <a:schemeClr val="tx1"/>
                </a:solidFill>
              </a:defRPr>
            </a:lvl4pPr>
            <a:lvl5pPr>
              <a:lnSpc>
                <a:spcPct val="100000"/>
              </a:lnSpc>
              <a:spcBef>
                <a:spcPts val="0"/>
              </a:spcBef>
              <a:defRPr sz="4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12">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15" name="Picture Placeholder 14">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63500" y="576072"/>
            <a:ext cx="1216152" cy="1216152"/>
          </a:xfrm>
        </p:spPr>
        <p:txBody>
          <a:bodyPr anchor="ctr"/>
          <a:lstStyle>
            <a:lvl1pPr algn="ctr">
              <a:defRPr sz="1600"/>
            </a:lvl1pPr>
          </a:lstStyle>
          <a:p>
            <a:r>
              <a:rPr lang="en-US" dirty="0"/>
              <a:t>Pictogram</a:t>
            </a:r>
          </a:p>
        </p:txBody>
      </p:sp>
      <p:sp>
        <p:nvSpPr>
          <p:cNvPr id="17" name="Picture Placeholder 16">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19" name="Picture Placeholder 18">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63500" y="6477000"/>
            <a:ext cx="1216152" cy="1216152"/>
          </a:xfrm>
        </p:spPr>
        <p:txBody>
          <a:bodyPr anchor="ctr"/>
          <a:lstStyle>
            <a:lvl1pPr algn="ctr">
              <a:defRPr sz="1600"/>
            </a:lvl1pPr>
          </a:lstStyle>
          <a:p>
            <a:r>
              <a:rPr lang="en-US" dirty="0"/>
              <a:t>Pictogram</a:t>
            </a:r>
          </a:p>
        </p:txBody>
      </p:sp>
      <p:sp>
        <p:nvSpPr>
          <p:cNvPr id="2" name="Footer Placeholder 1">
            <a:extLst>
              <a:ext uri="{FF2B5EF4-FFF2-40B4-BE49-F238E27FC236}">
                <a16:creationId xmlns:a16="http://schemas.microsoft.com/office/drawing/2014/main" id="{007BB90E-D2B7-D6BA-E8F5-B16C3F57F6F9}"/>
              </a:ext>
            </a:extLst>
          </p:cNvPr>
          <p:cNvSpPr>
            <a:spLocks noGrp="1"/>
          </p:cNvSpPr>
          <p:nvPr>
            <p:ph type="ftr" sz="quarter" idx="19"/>
          </p:nvPr>
        </p:nvSpPr>
        <p:spPr/>
        <p:txBody>
          <a:bodyPr/>
          <a:lstStyle/>
          <a:p>
            <a:r>
              <a:rPr lang="en-US"/>
              <a:t>IBM Master Data Management Solutions Vision and Roadmap | June 2023</a:t>
            </a:r>
            <a:endParaRPr lang="en-US" dirty="0"/>
          </a:p>
        </p:txBody>
      </p:sp>
      <p:cxnSp>
        <p:nvCxnSpPr>
          <p:cNvPr id="14" name="Straight Connector 13">
            <a:extLst>
              <a:ext uri="{FF2B5EF4-FFF2-40B4-BE49-F238E27FC236}">
                <a16:creationId xmlns:a16="http://schemas.microsoft.com/office/drawing/2014/main" id="{00A530A6-2F26-DA70-D0D9-6DD90453CEC1}"/>
              </a:ext>
            </a:extLst>
          </p:cNvPr>
          <p:cNvCxnSpPr/>
          <p:nvPr userDrawn="1"/>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9C5483A0-0E31-72CE-21C3-6248FAEBC09A}"/>
              </a:ext>
            </a:extLst>
          </p:cNvPr>
          <p:cNvCxnSpPr/>
          <p:nvPr userDrawn="1"/>
        </p:nvCxnSpPr>
        <p:spPr bwMode="auto">
          <a:xfrm>
            <a:off x="56832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Slide Number">
            <a:extLst>
              <a:ext uri="{FF2B5EF4-FFF2-40B4-BE49-F238E27FC236}">
                <a16:creationId xmlns:a16="http://schemas.microsoft.com/office/drawing/2014/main" id="{FDDCE3A8-54F6-70FC-38D0-2AF2D8AB71E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43188959"/>
      </p:ext>
    </p:extLst>
  </p:cSld>
  <p:clrMapOvr>
    <a:masterClrMapping/>
  </p:clrMapOvr>
  <p:transition spd="med"/>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682496"/>
            <a:ext cx="5715000" cy="2276856"/>
          </a:xfrm>
        </p:spPr>
        <p:txBody>
          <a:bodyPr/>
          <a:lstStyle>
            <a:lvl1pPr>
              <a:lnSpc>
                <a:spcPct val="110000"/>
              </a:lnSpc>
              <a:defRPr sz="36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5024"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1141412"/>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6CE92126-B67C-8301-95D0-A821B804399E}"/>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80426988"/>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1527048"/>
            <a:ext cx="11044239" cy="2276856"/>
          </a:xfrm>
        </p:spPr>
        <p:txBody>
          <a:bodyPr rIns="457200"/>
          <a:lstStyle>
            <a:lvl1pPr>
              <a:lnSpc>
                <a:spcPct val="110000"/>
              </a:lnSpc>
              <a:defRPr sz="64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69913"/>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69913"/>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AD46B95-CF19-9C3F-1691-68ABF62095BE}"/>
              </a:ext>
            </a:extLst>
          </p:cNvPr>
          <p:cNvSpPr>
            <a:spLocks noGrp="1"/>
          </p:cNvSpPr>
          <p:nvPr>
            <p:ph type="ftr" sz="quarter" idx="20"/>
          </p:nvPr>
        </p:nvSpPr>
        <p:spPr/>
        <p:txBody>
          <a:bodyPr/>
          <a:lstStyle/>
          <a:p>
            <a:r>
              <a:rPr lang="en-US"/>
              <a:t>IBM Master Data Management Solutions Vision and Roadmap | June 2023</a:t>
            </a:r>
            <a:endParaRPr lang="en-US" dirty="0"/>
          </a:p>
        </p:txBody>
      </p:sp>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72" y="576072"/>
            <a:ext cx="4956175" cy="448056"/>
          </a:xfrm>
        </p:spPr>
        <p:txBody>
          <a:bodyPr/>
          <a:lstStyle>
            <a:lvl1pPr>
              <a:defRPr sz="2800">
                <a:solidFill>
                  <a:schemeClr val="tx2"/>
                </a:solidFill>
              </a:defRPr>
            </a:lvl1pPr>
          </a:lstStyle>
          <a:p>
            <a:pPr lvl="0"/>
            <a:r>
              <a:rPr lang="en-US"/>
              <a:t>Click to edit Master text styles</a:t>
            </a:r>
          </a:p>
        </p:txBody>
      </p:sp>
      <p:sp>
        <p:nvSpPr>
          <p:cNvPr id="6" name="Slide Number">
            <a:extLst>
              <a:ext uri="{FF2B5EF4-FFF2-40B4-BE49-F238E27FC236}">
                <a16:creationId xmlns:a16="http://schemas.microsoft.com/office/drawing/2014/main" id="{D8351E8F-C586-866F-37A3-340B3DD347B2}"/>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22442557"/>
      </p:ext>
    </p:extLst>
  </p:cSld>
  <p:clrMapOvr>
    <a:masterClrMapping/>
  </p:clrMapOvr>
  <p:transition spd="med"/>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576072"/>
            <a:ext cx="4956175" cy="4573587"/>
          </a:xfrm>
        </p:spPr>
        <p:txBody>
          <a:bodyPr/>
          <a:lstStyle>
            <a:lvl1pPr>
              <a:lnSpc>
                <a:spcPct val="100000"/>
              </a:lnSpc>
              <a:defRPr sz="2800">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7D0BCD34-4CA7-388C-5244-7DC8F9F36FA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74847774"/>
      </p:ext>
    </p:extLst>
  </p:cSld>
  <p:clrMapOvr>
    <a:masterClrMapping/>
  </p:clrMapOvr>
  <p:transition spd="med"/>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72" y="384048"/>
            <a:ext cx="11050589" cy="4573587"/>
          </a:xfrm>
        </p:spPr>
        <p:txBody>
          <a:bodyPr rIns="457200"/>
          <a:lstStyle>
            <a:lvl1pPr>
              <a:lnSpc>
                <a:spcPct val="100000"/>
              </a:lnSpc>
              <a:defRPr>
                <a:solidFill>
                  <a:schemeClr val="tx2"/>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56832"/>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9591"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67501"/>
            <a:ext cx="4949825" cy="534491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AB76B22-9748-7A34-9D32-D77BB1B498E6}"/>
              </a:ext>
            </a:extLst>
          </p:cNvPr>
          <p:cNvSpPr>
            <a:spLocks noGrp="1"/>
          </p:cNvSpPr>
          <p:nvPr>
            <p:ph type="ftr" sz="quarter" idx="15"/>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238163DF-77AB-875A-C8AC-2F8AEABFB85F}"/>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094019"/>
      </p:ext>
    </p:extLst>
  </p:cSld>
  <p:clrMapOvr>
    <a:masterClrMapping/>
  </p:clrMapOvr>
  <p:transition spd="med"/>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72" y="576072"/>
            <a:ext cx="4949825" cy="4573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500" y="576072"/>
            <a:ext cx="495935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63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59500"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5976" y="576072"/>
            <a:ext cx="4953000" cy="5145087"/>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Text Placeholder 4">
            <a:extLst>
              <a:ext uri="{FF2B5EF4-FFF2-40B4-BE49-F238E27FC236}">
                <a16:creationId xmlns:a16="http://schemas.microsoft.com/office/drawing/2014/main" id="{AB1A268B-43F5-F600-93B7-6248877F5D30}"/>
              </a:ext>
            </a:extLst>
          </p:cNvPr>
          <p:cNvSpPr>
            <a:spLocks noGrp="1"/>
          </p:cNvSpPr>
          <p:nvPr>
            <p:ph type="body" sz="quarter" idx="21"/>
          </p:nvPr>
        </p:nvSpPr>
        <p:spPr>
          <a:xfrm>
            <a:off x="6669151" y="6667500"/>
            <a:ext cx="4953000" cy="4953000"/>
          </a:xfrm>
        </p:spPr>
        <p:txBody>
          <a:bodyPr/>
          <a:lstStyle>
            <a:lvl1pPr>
              <a:lnSpc>
                <a:spcPct val="110000"/>
              </a:lnSpc>
              <a:spcBef>
                <a:spcPts val="0"/>
              </a:spcBef>
              <a:defRPr sz="2800" b="0" i="0">
                <a:solidFill>
                  <a:schemeClr val="tx1"/>
                </a:solidFill>
                <a:latin typeface="IBM Plex Sans Light" panose="020B0403050203000203" pitchFamily="34" charset="0"/>
              </a:defRPr>
            </a:lvl1pPr>
            <a:lvl2pPr marL="256032" indent="-256032">
              <a:lnSpc>
                <a:spcPct val="110000"/>
              </a:lnSpc>
              <a:spcBef>
                <a:spcPts val="0"/>
              </a:spcBef>
              <a:defRPr sz="2800" b="0" i="0">
                <a:solidFill>
                  <a:schemeClr val="tx1"/>
                </a:solidFill>
                <a:latin typeface="IBM Plex Sans Light" panose="020B0403050203000203" pitchFamily="34" charset="0"/>
              </a:defRPr>
            </a:lvl2pPr>
            <a:lvl3pPr marL="512064" indent="-256032">
              <a:lnSpc>
                <a:spcPct val="110000"/>
              </a:lnSpc>
              <a:spcBef>
                <a:spcPts val="0"/>
              </a:spcBef>
              <a:defRPr sz="2800" b="0" i="0">
                <a:solidFill>
                  <a:schemeClr val="tx1"/>
                </a:solidFill>
                <a:latin typeface="IBM Plex Sans Light" panose="020B0403050203000203" pitchFamily="34" charset="0"/>
              </a:defRPr>
            </a:lvl3pPr>
            <a:lvl4pPr marL="768096" indent="-256032">
              <a:lnSpc>
                <a:spcPct val="110000"/>
              </a:lnSpc>
              <a:spcBef>
                <a:spcPts val="0"/>
              </a:spcBef>
              <a:defRPr sz="28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01A4BD59-9F51-7E32-8659-A763D0799EB2}"/>
              </a:ext>
            </a:extLst>
          </p:cNvPr>
          <p:cNvSpPr>
            <a:spLocks noGrp="1"/>
          </p:cNvSpPr>
          <p:nvPr>
            <p:ph type="ftr" sz="quarter" idx="22"/>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180E7AB4-F0E4-7C09-7FE7-9F182217FE0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28101799"/>
      </p:ext>
    </p:extLst>
  </p:cSld>
  <p:clrMapOvr>
    <a:masterClrMapping/>
  </p:clrMapOvr>
  <p:transition spd="med"/>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72" y="576072"/>
            <a:ext cx="4949825" cy="28590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500" y="1333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63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333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500" y="7429500"/>
            <a:ext cx="4951413"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63501" y="7429500"/>
            <a:ext cx="4951413" cy="3792682"/>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429500"/>
            <a:ext cx="4953000" cy="3810000"/>
          </a:xfrm>
        </p:spPr>
        <p:txBody>
          <a:bodyPr/>
          <a:lstStyle>
            <a:lvl1pPr>
              <a:lnSpc>
                <a:spcPct val="110000"/>
              </a:lnSpc>
              <a:spcBef>
                <a:spcPts val="0"/>
              </a:spcBef>
              <a:defRPr sz="2400">
                <a:solidFill>
                  <a:schemeClr val="tx1"/>
                </a:solidFill>
              </a:defRPr>
            </a:lvl1pPr>
            <a:lvl2pPr marL="219456" indent="-219456">
              <a:lnSpc>
                <a:spcPct val="110000"/>
              </a:lnSpc>
              <a:spcBef>
                <a:spcPts val="0"/>
              </a:spcBef>
              <a:defRPr sz="2400">
                <a:solidFill>
                  <a:schemeClr val="tx1"/>
                </a:solidFill>
              </a:defRPr>
            </a:lvl2pPr>
            <a:lvl3pPr marL="438912" indent="-219456">
              <a:lnSpc>
                <a:spcPct val="110000"/>
              </a:lnSpc>
              <a:spcBef>
                <a:spcPts val="0"/>
              </a:spcBef>
              <a:defRPr sz="2400">
                <a:solidFill>
                  <a:schemeClr val="tx1"/>
                </a:solidFill>
              </a:defRPr>
            </a:lvl3pPr>
            <a:lvl4pPr marL="658368" indent="-219456">
              <a:lnSpc>
                <a:spcPct val="110000"/>
              </a:lnSpc>
              <a:spcBef>
                <a:spcPts val="0"/>
              </a:spcBef>
              <a:defRPr sz="2400">
                <a:solidFill>
                  <a:schemeClr val="tx1"/>
                </a:solidFill>
              </a:defRPr>
            </a:lvl4pPr>
            <a:lvl5pPr>
              <a:lnSpc>
                <a:spcPct val="110000"/>
              </a:lnSpc>
              <a:spcBef>
                <a:spcPts val="0"/>
              </a:spcBef>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Picture Placeholder 15">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17" name="Picture Placeholder 15">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63501" y="576072"/>
            <a:ext cx="402336" cy="403225"/>
          </a:xfrm>
        </p:spPr>
        <p:txBody>
          <a:bodyPr/>
          <a:lstStyle>
            <a:lvl1pPr>
              <a:defRPr sz="1400">
                <a:solidFill>
                  <a:schemeClr val="tx1"/>
                </a:solidFill>
              </a:defRPr>
            </a:lvl1pPr>
          </a:lstStyle>
          <a:p>
            <a:r>
              <a:rPr lang="en-US" dirty="0"/>
              <a:t>Icon</a:t>
            </a:r>
          </a:p>
        </p:txBody>
      </p:sp>
      <p:sp>
        <p:nvSpPr>
          <p:cNvPr id="18" name="Picture Placeholder 15">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19" name="Picture Placeholder 15">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20" name="Picture Placeholder 15">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63501" y="6694631"/>
            <a:ext cx="402336" cy="403225"/>
          </a:xfrm>
        </p:spPr>
        <p:txBody>
          <a:bodyPr/>
          <a:lstStyle>
            <a:lvl1pPr>
              <a:defRPr sz="1400">
                <a:solidFill>
                  <a:schemeClr val="tx1"/>
                </a:solidFill>
              </a:defRPr>
            </a:lvl1pPr>
          </a:lstStyle>
          <a:p>
            <a:r>
              <a:rPr lang="en-US" dirty="0"/>
              <a:t>Icon</a:t>
            </a:r>
          </a:p>
        </p:txBody>
      </p:sp>
      <p:sp>
        <p:nvSpPr>
          <p:cNvPr id="21" name="Picture Placeholder 15">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4" name="Footer Placeholder 3">
            <a:extLst>
              <a:ext uri="{FF2B5EF4-FFF2-40B4-BE49-F238E27FC236}">
                <a16:creationId xmlns:a16="http://schemas.microsoft.com/office/drawing/2014/main" id="{09A430D6-E733-E611-E1EF-A795D0B0362A}"/>
              </a:ext>
            </a:extLst>
          </p:cNvPr>
          <p:cNvSpPr>
            <a:spLocks noGrp="1"/>
          </p:cNvSpPr>
          <p:nvPr>
            <p:ph type="ftr" sz="quarter" idx="23"/>
          </p:nvPr>
        </p:nvSpPr>
        <p:spPr/>
        <p:txBody>
          <a:bodyPr/>
          <a:lstStyle/>
          <a:p>
            <a:r>
              <a:rPr lang="en-US"/>
              <a:t>IBM Master Data Management Solutions Vision and Roadmap | June 2023</a:t>
            </a:r>
            <a:endParaRPr lang="en-US" dirty="0"/>
          </a:p>
        </p:txBody>
      </p:sp>
      <p:cxnSp>
        <p:nvCxnSpPr>
          <p:cNvPr id="23" name="Straight Connector 22">
            <a:extLst>
              <a:ext uri="{FF2B5EF4-FFF2-40B4-BE49-F238E27FC236}">
                <a16:creationId xmlns:a16="http://schemas.microsoft.com/office/drawing/2014/main" id="{252CDB94-BA57-B58F-95F0-D406FE34BB4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5CBE6E3-0E18-8A57-578D-D314948AF14F}"/>
              </a:ext>
            </a:extLst>
          </p:cNvPr>
          <p:cNvCxnSpPr/>
          <p:nvPr userDrawn="1"/>
        </p:nvCxnSpPr>
        <p:spPr bwMode="auto">
          <a:xfrm>
            <a:off x="6096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7200B05-7E36-4E03-3739-0BA983764616}"/>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52FF3B59-8BBA-8C99-9D4D-743723E434FC}"/>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 name="Slide Number">
            <a:extLst>
              <a:ext uri="{FF2B5EF4-FFF2-40B4-BE49-F238E27FC236}">
                <a16:creationId xmlns:a16="http://schemas.microsoft.com/office/drawing/2014/main" id="{A0B46D22-64E6-4222-F4E2-B807A7A15287}"/>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08891255"/>
      </p:ext>
    </p:extLst>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384048"/>
            <a:ext cx="11039475" cy="3413126"/>
          </a:xfrm>
        </p:spPr>
        <p:txBody>
          <a:bodyPr rIns="457200"/>
          <a:lstStyle>
            <a:lvl1pPr>
              <a:lnSpc>
                <a:spcPct val="100000"/>
              </a:lnSpc>
              <a:defRPr sz="64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76072" y="6665976"/>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25C7A71B-E65D-0A5D-606D-9F95D5AC6BE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03561640"/>
      </p:ext>
    </p:extLst>
  </p:cSld>
  <p:clrMapOvr>
    <a:masterClrMapping/>
  </p:clrMapOvr>
  <p:transition spd="med"/>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72" y="576072"/>
            <a:ext cx="4949825" cy="3413126"/>
          </a:xfrm>
        </p:spPr>
        <p:txBody>
          <a:bodyPr rIns="0"/>
          <a:lstStyle>
            <a:lvl1pPr>
              <a:lnSpc>
                <a:spcPct val="110000"/>
              </a:lnSpc>
              <a:defRPr sz="3600">
                <a:solidFill>
                  <a:schemeClr val="tx2"/>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63500"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2675" y="576072"/>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6">
            <a:extLst>
              <a:ext uri="{FF2B5EF4-FFF2-40B4-BE49-F238E27FC236}">
                <a16:creationId xmlns:a16="http://schemas.microsoft.com/office/drawing/2014/main" id="{9258F0BD-A5CC-CECC-5230-86FB175FD67E}"/>
              </a:ext>
            </a:extLst>
          </p:cNvPr>
          <p:cNvSpPr>
            <a:spLocks noGrp="1"/>
          </p:cNvSpPr>
          <p:nvPr>
            <p:ph type="body" sz="quarter" idx="14"/>
          </p:nvPr>
        </p:nvSpPr>
        <p:spPr>
          <a:xfrm>
            <a:off x="12763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Text Placeholder 6">
            <a:extLst>
              <a:ext uri="{FF2B5EF4-FFF2-40B4-BE49-F238E27FC236}">
                <a16:creationId xmlns:a16="http://schemas.microsoft.com/office/drawing/2014/main" id="{D9573D61-18CF-FC91-A019-041D3206DAEC}"/>
              </a:ext>
            </a:extLst>
          </p:cNvPr>
          <p:cNvSpPr>
            <a:spLocks noGrp="1"/>
          </p:cNvSpPr>
          <p:nvPr>
            <p:ph type="body" sz="quarter" idx="15"/>
          </p:nvPr>
        </p:nvSpPr>
        <p:spPr>
          <a:xfrm>
            <a:off x="18862675"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ext Placeholder 6">
            <a:extLst>
              <a:ext uri="{FF2B5EF4-FFF2-40B4-BE49-F238E27FC236}">
                <a16:creationId xmlns:a16="http://schemas.microsoft.com/office/drawing/2014/main" id="{75681CC4-265E-A18C-1C70-60E527BC6249}"/>
              </a:ext>
            </a:extLst>
          </p:cNvPr>
          <p:cNvSpPr>
            <a:spLocks noGrp="1"/>
          </p:cNvSpPr>
          <p:nvPr>
            <p:ph type="body" sz="quarter" idx="16"/>
          </p:nvPr>
        </p:nvSpPr>
        <p:spPr>
          <a:xfrm>
            <a:off x="58016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6">
            <a:extLst>
              <a:ext uri="{FF2B5EF4-FFF2-40B4-BE49-F238E27FC236}">
                <a16:creationId xmlns:a16="http://schemas.microsoft.com/office/drawing/2014/main" id="{8D234ED4-217E-BF9B-FDEE-0BE07F831EDD}"/>
              </a:ext>
            </a:extLst>
          </p:cNvPr>
          <p:cNvSpPr>
            <a:spLocks noGrp="1"/>
          </p:cNvSpPr>
          <p:nvPr>
            <p:ph type="body" sz="quarter" idx="17"/>
          </p:nvPr>
        </p:nvSpPr>
        <p:spPr>
          <a:xfrm>
            <a:off x="6667500" y="6667500"/>
            <a:ext cx="4953000" cy="4954587"/>
          </a:xfrm>
        </p:spPr>
        <p:txBody>
          <a:bodyPr/>
          <a:lstStyle>
            <a:lvl1pPr>
              <a:spcBef>
                <a:spcPts val="0"/>
              </a:spcBef>
              <a:defRPr sz="2800">
                <a:solidFill>
                  <a:schemeClr val="tx1"/>
                </a:solidFill>
              </a:defRPr>
            </a:lvl1pPr>
            <a:lvl2pPr marL="256032" indent="-256032">
              <a:spcBef>
                <a:spcPts val="0"/>
              </a:spcBef>
              <a:defRPr sz="2800">
                <a:solidFill>
                  <a:schemeClr val="tx1"/>
                </a:solidFill>
              </a:defRPr>
            </a:lvl2pPr>
            <a:lvl3pPr marL="512064" indent="-256032">
              <a:spcBef>
                <a:spcPts val="0"/>
              </a:spcBef>
              <a:defRPr sz="2800">
                <a:solidFill>
                  <a:schemeClr val="tx1"/>
                </a:solidFill>
              </a:defRPr>
            </a:lvl3pPr>
            <a:lvl4pPr marL="768096" indent="-256032">
              <a:spcBef>
                <a:spcPts val="0"/>
              </a:spcBef>
              <a:defRPr sz="2800">
                <a:solidFill>
                  <a:schemeClr val="tx1"/>
                </a:solidFill>
              </a:defRPr>
            </a:lvl4pPr>
            <a:lvl5pPr>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BDA5ACE3-ACF8-D072-E98D-B30BD47D0818}"/>
              </a:ext>
            </a:extLst>
          </p:cNvPr>
          <p:cNvSpPr>
            <a:spLocks noGrp="1"/>
          </p:cNvSpPr>
          <p:nvPr>
            <p:ph type="ftr" sz="quarter" idx="18"/>
          </p:nvPr>
        </p:nvSpPr>
        <p:spPr/>
        <p:txBody>
          <a:bodyPr/>
          <a:lstStyle/>
          <a:p>
            <a:r>
              <a:rPr lang="en-US"/>
              <a:t>IBM Master Data Management Solutions Vision and Roadmap | June 2023</a:t>
            </a:r>
            <a:endParaRPr lang="en-US" dirty="0"/>
          </a:p>
        </p:txBody>
      </p:sp>
      <p:cxnSp>
        <p:nvCxnSpPr>
          <p:cNvPr id="16" name="Straight Connector 15">
            <a:extLst>
              <a:ext uri="{FF2B5EF4-FFF2-40B4-BE49-F238E27FC236}">
                <a16:creationId xmlns:a16="http://schemas.microsoft.com/office/drawing/2014/main" id="{4F455E69-0B51-1D31-E569-651079398D33}"/>
              </a:ext>
            </a:extLst>
          </p:cNvPr>
          <p:cNvCxnSpPr>
            <a:cxnSpLocks/>
          </p:cNvCxnSpPr>
          <p:nvPr userDrawn="1"/>
        </p:nvCxnSpPr>
        <p:spPr bwMode="auto">
          <a:xfrm>
            <a:off x="574675" y="6096000"/>
            <a:ext cx="23244175"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4C560F4-CB2D-6B04-588B-57BB4D4E6DC3}"/>
              </a:ext>
            </a:extLst>
          </p:cNvPr>
          <p:cNvCxnSpPr>
            <a:cxnSpLocks/>
          </p:cNvCxnSpPr>
          <p:nvPr userDrawn="1"/>
        </p:nvCxnSpPr>
        <p:spPr bwMode="auto">
          <a:xfrm>
            <a:off x="6096000" y="6096000"/>
            <a:ext cx="0" cy="590550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87B78A1-A315-98D3-1692-18AAAF4C6002}"/>
              </a:ext>
            </a:extLst>
          </p:cNvPr>
          <p:cNvCxnSpPr/>
          <p:nvPr userDrawn="1"/>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764036E-86AB-0893-B72B-200B84A6BCFD}"/>
              </a:ext>
            </a:extLst>
          </p:cNvPr>
          <p:cNvCxnSpPr/>
          <p:nvPr userDrawn="1"/>
        </p:nvCxnSpPr>
        <p:spPr bwMode="auto">
          <a:xfrm>
            <a:off x="12188952" y="566928"/>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 name="Slide Number">
            <a:extLst>
              <a:ext uri="{FF2B5EF4-FFF2-40B4-BE49-F238E27FC236}">
                <a16:creationId xmlns:a16="http://schemas.microsoft.com/office/drawing/2014/main" id="{78DA00F4-B5C9-B0CB-71F8-ED123EAA68CC}"/>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50672544"/>
      </p:ext>
    </p:extLst>
  </p:cSld>
  <p:clrMapOvr>
    <a:masterClrMapping/>
  </p:clrMapOvr>
  <p:transition spd="med"/>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67500" y="3429000"/>
            <a:ext cx="4951413"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C977F84A-1700-568D-FF6C-C74EAF713E1A}"/>
              </a:ext>
            </a:extLst>
          </p:cNvPr>
          <p:cNvSpPr>
            <a:spLocks noGrp="1"/>
          </p:cNvSpPr>
          <p:nvPr>
            <p:ph type="ftr" sz="quarter" idx="14"/>
          </p:nvPr>
        </p:nvSpPr>
        <p:spPr/>
        <p:txBody>
          <a:bodyPr/>
          <a:lstStyle/>
          <a:p>
            <a:r>
              <a:rPr lang="en-US"/>
              <a:t>IBM Master Data Management Solutions Vision and Roadmap | June 2023</a:t>
            </a:r>
            <a:endParaRPr lang="en-US" dirty="0"/>
          </a:p>
        </p:txBody>
      </p:sp>
      <p:sp>
        <p:nvSpPr>
          <p:cNvPr id="5" name="Picture Placeholder 10">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69913"/>
            <a:ext cx="11049000" cy="12574587"/>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2200227620"/>
      </p:ext>
    </p:extLst>
  </p:cSld>
  <p:clrMapOvr>
    <a:masterClrMapping/>
  </p:clrMapOvr>
  <p:transition spd="med"/>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Picture Placeholder 11">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827948302"/>
      </p:ext>
    </p:extLst>
  </p:cSld>
  <p:clrMapOvr>
    <a:masterClrMapping/>
  </p:clrMapOvr>
  <p:transition spd="med"/>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5075B039-5865-7356-B725-0FF3C8F73E3C}"/>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72" y="3429000"/>
            <a:ext cx="4956175" cy="8572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378C6A11-84D9-C1BA-F3C9-2E9D1A288B25}"/>
              </a:ext>
            </a:extLst>
          </p:cNvPr>
          <p:cNvSpPr>
            <a:spLocks noGrp="1"/>
          </p:cNvSpPr>
          <p:nvPr>
            <p:ph type="ftr" sz="quarter" idx="13"/>
          </p:nvPr>
        </p:nvSpPr>
        <p:spPr/>
        <p:txBody>
          <a:bodyPr/>
          <a:lstStyle/>
          <a:p>
            <a:r>
              <a:rPr lang="en-US"/>
              <a:t>IBM Master Data Management Solutions Vision and Roadmap | June 2023</a:t>
            </a:r>
            <a:endParaRPr lang="en-US" dirty="0"/>
          </a:p>
        </p:txBody>
      </p:sp>
      <p:sp>
        <p:nvSpPr>
          <p:cNvPr id="7" name="Picture Placeholder 6">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65151"/>
            <a:ext cx="17151350"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1245626483"/>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18477278"/>
      </p:ext>
    </p:extLst>
  </p:cSld>
  <p:clrMapOvr>
    <a:masterClrMapping/>
  </p:clrMapOvr>
  <p:transition spd="med"/>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C9F466-AC9D-B311-5655-93E326ED59B1}"/>
              </a:ext>
            </a:extLst>
          </p:cNvPr>
          <p:cNvSpPr>
            <a:spLocks noGrp="1"/>
          </p:cNvSpPr>
          <p:nvPr>
            <p:ph type="sldNum" sz="quarter" idx="10"/>
          </p:nvPr>
        </p:nvSpPr>
        <p:spPr>
          <a:xfrm>
            <a:off x="23555959" y="12896848"/>
            <a:ext cx="256541" cy="254001"/>
          </a:xfrm>
          <a:prstGeom prst="rect">
            <a:avLst/>
          </a:prstGeom>
        </p:spPr>
        <p:txBody>
          <a:bodyPr/>
          <a:lstStyle/>
          <a:p>
            <a:fld id="{86CB4B4D-7CA3-9044-876B-883B54F8677D}" type="slidenum">
              <a:rPr lang="en-US" smtClean="0"/>
              <a:t>‹#›</a:t>
            </a:fld>
            <a:endParaRPr lang="en-US" dirty="0"/>
          </a:p>
        </p:txBody>
      </p:sp>
      <p:sp>
        <p:nvSpPr>
          <p:cNvPr id="4" name="Picture Placeholder 3">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68325" y="569913"/>
            <a:ext cx="23244175" cy="12580936"/>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44225712"/>
      </p:ext>
    </p:extLst>
  </p:cSld>
  <p:clrMapOvr>
    <a:masterClrMapping/>
  </p:clrMapOvr>
  <p:transition spd="med"/>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558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AB8510EE-4140-AEDB-B7AB-EF1D4B72D2AD}"/>
              </a:ext>
            </a:extLst>
          </p:cNvPr>
          <p:cNvSpPr>
            <a:spLocks noGrp="1"/>
          </p:cNvSpPr>
          <p:nvPr>
            <p:ph type="pic" sz="quarter" idx="11" hasCustomPrompt="1"/>
          </p:nvPr>
        </p:nvSpPr>
        <p:spPr>
          <a:xfrm>
            <a:off x="576072"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7">
            <a:extLst>
              <a:ext uri="{FF2B5EF4-FFF2-40B4-BE49-F238E27FC236}">
                <a16:creationId xmlns:a16="http://schemas.microsoft.com/office/drawing/2014/main" id="{3F048335-9A0B-2C1F-47A6-67051F20075E}"/>
              </a:ext>
            </a:extLst>
          </p:cNvPr>
          <p:cNvSpPr>
            <a:spLocks noGrp="1"/>
          </p:cNvSpPr>
          <p:nvPr>
            <p:ph type="pic" sz="quarter" idx="13" hasCustomPrompt="1"/>
          </p:nvPr>
        </p:nvSpPr>
        <p:spPr>
          <a:xfrm>
            <a:off x="576072"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Footer Placeholder 3">
            <a:extLst>
              <a:ext uri="{FF2B5EF4-FFF2-40B4-BE49-F238E27FC236}">
                <a16:creationId xmlns:a16="http://schemas.microsoft.com/office/drawing/2014/main" id="{85D83A84-CCD3-C297-7314-225B96D47D6A}"/>
              </a:ext>
            </a:extLst>
          </p:cNvPr>
          <p:cNvSpPr>
            <a:spLocks noGrp="1"/>
          </p:cNvSpPr>
          <p:nvPr>
            <p:ph type="ftr" sz="quarter" idx="19"/>
          </p:nvPr>
        </p:nvSpPr>
        <p:spPr/>
        <p:txBody>
          <a:bodyPr/>
          <a:lstStyle/>
          <a:p>
            <a:r>
              <a:rPr lang="en-US"/>
              <a:t>IBM Master Data Management Solutions Vision and Roadmap | June 2023</a:t>
            </a:r>
            <a:endParaRPr lang="en-US" dirty="0"/>
          </a:p>
        </p:txBody>
      </p:sp>
      <p:sp>
        <p:nvSpPr>
          <p:cNvPr id="17" name="Picture Placeholder 7">
            <a:extLst>
              <a:ext uri="{FF2B5EF4-FFF2-40B4-BE49-F238E27FC236}">
                <a16:creationId xmlns:a16="http://schemas.microsoft.com/office/drawing/2014/main" id="{E889D859-F4A1-3E97-F05E-8D134A25B9F2}"/>
              </a:ext>
            </a:extLst>
          </p:cNvPr>
          <p:cNvSpPr>
            <a:spLocks noGrp="1"/>
          </p:cNvSpPr>
          <p:nvPr>
            <p:ph type="pic" sz="quarter" idx="20" hasCustomPrompt="1"/>
          </p:nvPr>
        </p:nvSpPr>
        <p:spPr>
          <a:xfrm>
            <a:off x="576072" y="2667000"/>
            <a:ext cx="2473325"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7">
            <a:extLst>
              <a:ext uri="{FF2B5EF4-FFF2-40B4-BE49-F238E27FC236}">
                <a16:creationId xmlns:a16="http://schemas.microsoft.com/office/drawing/2014/main" id="{A33F8C74-1D30-FEA9-4F3C-636531C86142}"/>
              </a:ext>
            </a:extLst>
          </p:cNvPr>
          <p:cNvSpPr>
            <a:spLocks noGrp="1"/>
          </p:cNvSpPr>
          <p:nvPr>
            <p:ph type="pic" sz="quarter" idx="22" hasCustomPrompt="1"/>
          </p:nvPr>
        </p:nvSpPr>
        <p:spPr>
          <a:xfrm>
            <a:off x="12757150" y="61214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1214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7">
            <a:extLst>
              <a:ext uri="{FF2B5EF4-FFF2-40B4-BE49-F238E27FC236}">
                <a16:creationId xmlns:a16="http://schemas.microsoft.com/office/drawing/2014/main" id="{2E690121-61A1-708E-E5B8-5B65A668E628}"/>
              </a:ext>
            </a:extLst>
          </p:cNvPr>
          <p:cNvSpPr>
            <a:spLocks noGrp="1"/>
          </p:cNvSpPr>
          <p:nvPr>
            <p:ph type="pic" sz="quarter" idx="24" hasCustomPrompt="1"/>
          </p:nvPr>
        </p:nvSpPr>
        <p:spPr>
          <a:xfrm>
            <a:off x="12757150" y="9525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525001"/>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7">
            <a:extLst>
              <a:ext uri="{FF2B5EF4-FFF2-40B4-BE49-F238E27FC236}">
                <a16:creationId xmlns:a16="http://schemas.microsoft.com/office/drawing/2014/main" id="{F94AC7E0-2DC4-5DEB-8E1E-2F27996F98E6}"/>
              </a:ext>
            </a:extLst>
          </p:cNvPr>
          <p:cNvSpPr>
            <a:spLocks noGrp="1"/>
          </p:cNvSpPr>
          <p:nvPr>
            <p:ph type="pic" sz="quarter" idx="26" hasCustomPrompt="1"/>
          </p:nvPr>
        </p:nvSpPr>
        <p:spPr>
          <a:xfrm>
            <a:off x="12757150" y="2667000"/>
            <a:ext cx="2473325"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2667000"/>
            <a:ext cx="5708650" cy="2476500"/>
          </a:xfrm>
        </p:spPr>
        <p:txBody>
          <a:bodyPr/>
          <a:lstStyle>
            <a:lvl1pPr>
              <a:lnSpc>
                <a:spcPct val="110000"/>
              </a:lnSpc>
              <a:spcBef>
                <a:spcPts val="0"/>
              </a:spcBef>
              <a:defRPr sz="2800">
                <a:solidFill>
                  <a:schemeClr val="tx1"/>
                </a:solidFill>
              </a:defRPr>
            </a:lvl1pPr>
            <a:lvl2pPr marL="256032" indent="-256032">
              <a:lnSpc>
                <a:spcPct val="110000"/>
              </a:lnSpc>
              <a:spcBef>
                <a:spcPts val="0"/>
              </a:spcBef>
              <a:defRPr sz="2800">
                <a:solidFill>
                  <a:schemeClr val="tx1"/>
                </a:solidFill>
              </a:defRPr>
            </a:lvl2pPr>
            <a:lvl3pPr marL="512064" indent="-256032">
              <a:lnSpc>
                <a:spcPct val="110000"/>
              </a:lnSpc>
              <a:spcBef>
                <a:spcPts val="0"/>
              </a:spcBef>
              <a:defRPr sz="2800">
                <a:solidFill>
                  <a:schemeClr val="tx1"/>
                </a:solidFill>
              </a:defRPr>
            </a:lvl3pPr>
            <a:lvl4pPr marL="768096" indent="-256032">
              <a:lnSpc>
                <a:spcPct val="110000"/>
              </a:lnSpc>
              <a:spcBef>
                <a:spcPts val="0"/>
              </a:spcBef>
              <a:defRPr sz="2800">
                <a:solidFill>
                  <a:schemeClr val="tx1"/>
                </a:solidFill>
              </a:defRPr>
            </a:lvl4pPr>
            <a:lvl5pPr>
              <a:lnSpc>
                <a:spcPct val="110000"/>
              </a:lnSpc>
              <a:spcBef>
                <a:spcPts val="0"/>
              </a:spcBef>
              <a:defRPr sz="2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Slide Number">
            <a:extLst>
              <a:ext uri="{FF2B5EF4-FFF2-40B4-BE49-F238E27FC236}">
                <a16:creationId xmlns:a16="http://schemas.microsoft.com/office/drawing/2014/main" id="{74870601-E9CA-9D0E-804F-2A7353CE534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32073129"/>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4573587"/>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69913"/>
            <a:ext cx="17145000" cy="11431587"/>
          </a:xfrm>
        </p:spPr>
        <p:txBody>
          <a:bodyPr anchor="ctr"/>
          <a:lstStyle>
            <a:lvl1pPr algn="ctr">
              <a:defRPr>
                <a:solidFill>
                  <a:schemeClr val="tx1"/>
                </a:solidFill>
              </a:defRPr>
            </a:lvl1pPr>
          </a:lstStyle>
          <a:p>
            <a:r>
              <a:rPr lang="en-US"/>
              <a:t>Click icon to add table</a:t>
            </a:r>
          </a:p>
        </p:txBody>
      </p:sp>
      <p:sp>
        <p:nvSpPr>
          <p:cNvPr id="4" name="Footer Placeholder 3">
            <a:extLst>
              <a:ext uri="{FF2B5EF4-FFF2-40B4-BE49-F238E27FC236}">
                <a16:creationId xmlns:a16="http://schemas.microsoft.com/office/drawing/2014/main" id="{B48A8EE3-1224-3A4B-8A9E-611D8DCF629F}"/>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7989FA07-F7B7-BE4B-581F-7BE47BBA6051}"/>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323393342"/>
      </p:ext>
    </p:extLst>
  </p:cSld>
  <p:clrMapOvr>
    <a:masterClrMapping/>
  </p:clrMapOvr>
  <p:transition spd="med"/>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p:txBody>
          <a:bodyPr/>
          <a:lstStyle/>
          <a:p>
            <a:r>
              <a:rPr lang="en-US"/>
              <a:t>IBM Master Data Management Solutions Vision and Roadmap | June 2023</a:t>
            </a:r>
            <a:endParaRPr lang="en-US" dirty="0"/>
          </a:p>
        </p:txBody>
      </p:sp>
      <p:sp>
        <p:nvSpPr>
          <p:cNvPr id="6" name="Slide Number">
            <a:extLst>
              <a:ext uri="{FF2B5EF4-FFF2-40B4-BE49-F238E27FC236}">
                <a16:creationId xmlns:a16="http://schemas.microsoft.com/office/drawing/2014/main" id="{80270476-9FE1-F85E-6F9B-322B184D8FC9}"/>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34565173"/>
      </p:ext>
    </p:extLst>
  </p:cSld>
  <p:clrMapOvr>
    <a:masterClrMapping/>
  </p:clrMapOvr>
  <p:transition spd="med"/>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72" y="576072"/>
            <a:ext cx="4949825" cy="1527048"/>
          </a:xfrm>
        </p:spPr>
        <p:txBody>
          <a:bodyPr/>
          <a:lstStyle>
            <a:lvl1pPr>
              <a:lnSpc>
                <a:spcPct val="110000"/>
              </a:lnSpc>
              <a:defRPr sz="280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p:txBody>
          <a:bodyPr/>
          <a:lstStyle/>
          <a:p>
            <a:r>
              <a:rPr lang="en-US"/>
              <a:t>IBM Master Data Management Solutions Vision and Roadmap | June 2023</a:t>
            </a:r>
            <a:endParaRPr lang="en-US" dirty="0"/>
          </a:p>
        </p:txBody>
      </p:sp>
      <p:sp>
        <p:nvSpPr>
          <p:cNvPr id="5" name="Slide Number">
            <a:extLst>
              <a:ext uri="{FF2B5EF4-FFF2-40B4-BE49-F238E27FC236}">
                <a16:creationId xmlns:a16="http://schemas.microsoft.com/office/drawing/2014/main" id="{BAFC9C6E-79FD-9BB8-F74D-EAA013319C68}"/>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04577872"/>
      </p:ext>
    </p:extLst>
  </p:cSld>
  <p:clrMapOvr>
    <a:masterClrMapping/>
  </p:clrMapOvr>
  <p:transition spd="med"/>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72" y="384048"/>
            <a:ext cx="4956175" cy="2859087"/>
          </a:xfrm>
        </p:spPr>
        <p:txBody>
          <a:bodyPr/>
          <a:lstStyle>
            <a:lvl1pPr>
              <a:lnSpc>
                <a:spcPct val="90000"/>
              </a:lnSpc>
              <a:spcBef>
                <a:spcPts val="0"/>
              </a:spcBef>
              <a:defRPr sz="64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81024" y="12804775"/>
            <a:ext cx="4956176" cy="381000"/>
          </a:xfrm>
        </p:spPr>
        <p:txBody>
          <a:bodyPr/>
          <a:lstStyle/>
          <a:p>
            <a:r>
              <a:rPr lang="en-US"/>
              <a:t>IBM Master Data Management Solutions Vision and Roadmap | June 2023</a:t>
            </a:r>
            <a:endParaRPr lang="en-US" dirty="0"/>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63500" y="569913"/>
            <a:ext cx="4953000" cy="11431587"/>
          </a:xfrm>
        </p:spPr>
        <p:txBody>
          <a:bodyPr/>
          <a:lstStyle>
            <a:lvl1pPr>
              <a:lnSpc>
                <a:spcPct val="120000"/>
              </a:lnSpc>
              <a:spcBef>
                <a:spcPts val="0"/>
              </a:spcBef>
              <a:defRPr sz="1600" b="0" i="0">
                <a:solidFill>
                  <a:schemeClr val="tx1"/>
                </a:solidFill>
                <a:latin typeface="IBM Plex Sans" panose="020B0503050203000203" pitchFamily="34" charset="0"/>
              </a:defRPr>
            </a:lvl1pPr>
            <a:lvl2pPr marL="146304" indent="-146304">
              <a:lnSpc>
                <a:spcPct val="120000"/>
              </a:lnSpc>
              <a:spcBef>
                <a:spcPts val="0"/>
              </a:spcBef>
              <a:defRPr sz="1600" b="0" i="0">
                <a:solidFill>
                  <a:schemeClr val="tx1"/>
                </a:solidFill>
                <a:latin typeface="IBM Plex Sans" panose="020B0503050203000203" pitchFamily="34" charset="0"/>
              </a:defRPr>
            </a:lvl2pPr>
            <a:lvl3pPr marL="292608" indent="-146304">
              <a:lnSpc>
                <a:spcPct val="120000"/>
              </a:lnSpc>
              <a:spcBef>
                <a:spcPts val="0"/>
              </a:spcBef>
              <a:defRPr sz="1600" b="0" i="0">
                <a:solidFill>
                  <a:schemeClr val="tx1"/>
                </a:solidFill>
                <a:latin typeface="IBM Plex Sans" panose="020B0503050203000203" pitchFamily="34" charset="0"/>
              </a:defRPr>
            </a:lvl3pPr>
            <a:lvl4pPr marL="438912" indent="-146304">
              <a:lnSpc>
                <a:spcPct val="120000"/>
              </a:lnSpc>
              <a:spcBef>
                <a:spcPts val="0"/>
              </a:spcBef>
              <a:defRPr sz="1600" b="0" i="0">
                <a:solidFill>
                  <a:schemeClr val="tx1"/>
                </a:solidFill>
                <a:latin typeface="IBM Plex Sans" panose="020B0503050203000203" pitchFamily="34" charset="0"/>
              </a:defRPr>
            </a:lvl4pPr>
            <a:lvl5pPr>
              <a:lnSpc>
                <a:spcPct val="120000"/>
              </a:lnSpc>
              <a:spcBef>
                <a:spcPts val="0"/>
              </a:spcBef>
              <a:defRPr sz="1600" b="0" i="0">
                <a:solidFill>
                  <a:schemeClr val="tx1"/>
                </a:solidFill>
                <a:latin typeface="IBM Plex Sans"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5" name="Slide Number">
            <a:extLst>
              <a:ext uri="{FF2B5EF4-FFF2-40B4-BE49-F238E27FC236}">
                <a16:creationId xmlns:a16="http://schemas.microsoft.com/office/drawing/2014/main" id="{CAD686F0-BF95-1E62-61EC-967907338873}"/>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14974486"/>
      </p:ext>
    </p:extLst>
  </p:cSld>
  <p:clrMapOvr>
    <a:masterClrMapping/>
  </p:clrMapOvr>
  <p:transition spd="med"/>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3817798547"/>
      </p:ext>
    </p:extLst>
  </p:cSld>
  <p:clrMapOvr>
    <a:masterClrMapping/>
  </p:clrMapOvr>
  <p:transition spd="med"/>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585292" y="3316224"/>
            <a:ext cx="4901822"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6682086" y="3316224"/>
            <a:ext cx="4901822"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12778880" y="3316224"/>
            <a:ext cx="4901822"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18875674" y="3316224"/>
            <a:ext cx="4901822"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Master Data Management Solutions Vision and Roadmap | June 2023</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97875981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585292" y="3316224"/>
            <a:ext cx="4901822"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6706473" y="3316224"/>
            <a:ext cx="17071023"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Master Data Management Solutions Vision and Roadmap | June 2023</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23104126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585292" y="3316224"/>
            <a:ext cx="10998616"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12778885" y="3316224"/>
            <a:ext cx="10998435"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Master Data Management Solutions Vision and Roadmap | June 2023</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3659255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560905" y="3243072"/>
            <a:ext cx="11047390" cy="8745728"/>
          </a:xfrm>
        </p:spPr>
        <p:txBody>
          <a:bodyPr/>
          <a:lstStyle>
            <a:lvl1pPr>
              <a:defRPr sz="6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12778880" y="3316224"/>
            <a:ext cx="10998616" cy="867257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Master Data Management Solutions Vision and Roadmap | June 2023</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04935898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560905" y="536448"/>
            <a:ext cx="11047390" cy="214579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pPr marL="0" marR="0" lvl="0" indent="0" algn="l" defTabSz="182937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rPr>
              <a:t>IBM Master Data Management Solutions Vision and Roadmap | June 2023</a:t>
            </a:r>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endParaRPr>
          </a:p>
        </p:txBody>
      </p:sp>
      <p:sp>
        <p:nvSpPr>
          <p:cNvPr id="4" name="Slide Number Placeholder"/>
          <p:cNvSpPr>
            <a:spLocks noGrp="1"/>
          </p:cNvSpPr>
          <p:nvPr>
            <p:ph type="sldNum" sz="quarter" idx="11"/>
          </p:nvPr>
        </p:nvSpPr>
        <p:spPr/>
        <p:txBody>
          <a:bodyPr/>
          <a:lstStyle>
            <a:lvl1pPr>
              <a:defRPr>
                <a:solidFill>
                  <a:schemeClr val="tx1"/>
                </a:solidFill>
              </a:defRPr>
            </a:lvl1pPr>
          </a:lstStyle>
          <a:p>
            <a:pPr marL="0" marR="0" lvl="0" indent="0" algn="r" defTabSz="1829379" rtl="0" eaLnBrk="1" fontAlgn="auto" latinLnBrk="0" hangingPunct="1">
              <a:lnSpc>
                <a:spcPct val="100000"/>
              </a:lnSpc>
              <a:spcBef>
                <a:spcPts val="0"/>
              </a:spcBef>
              <a:spcAft>
                <a:spcPts val="0"/>
              </a:spcAft>
              <a:buClrTx/>
              <a:buSzTx/>
              <a:buFontTx/>
              <a:buNone/>
              <a:tabLst/>
              <a:defRPr/>
            </a:pPr>
            <a:fld id="{59395FB3-9C97-154F-86B2-7E381B951268}"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0000"/>
              </a:solidFill>
              <a:effectLst/>
              <a:uLnTx/>
              <a:uFillTx/>
              <a:latin typeface="IBM Plex Sans" panose="020B0503050203000203" pitchFamily="34" charset="0"/>
              <a:ea typeface="+mn-ea"/>
              <a:cs typeface="+mn-cs"/>
              <a:sym typeface="IBM Plex Sans"/>
            </a:endParaRPr>
          </a:p>
        </p:txBody>
      </p:sp>
    </p:spTree>
    <p:extLst>
      <p:ext uri="{BB962C8B-B14F-4D97-AF65-F5344CB8AC3E}">
        <p14:creationId xmlns:p14="http://schemas.microsoft.com/office/powerpoint/2010/main" val="25895073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theme" Target="../theme/theme2.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26" Type="http://schemas.openxmlformats.org/officeDocument/2006/relationships/slideLayout" Target="../slideLayouts/slideLayout120.xml"/><Relationship Id="rId39" Type="http://schemas.openxmlformats.org/officeDocument/2006/relationships/slideLayout" Target="../slideLayouts/slideLayout133.xml"/><Relationship Id="rId21" Type="http://schemas.openxmlformats.org/officeDocument/2006/relationships/slideLayout" Target="../slideLayouts/slideLayout115.xml"/><Relationship Id="rId34" Type="http://schemas.openxmlformats.org/officeDocument/2006/relationships/slideLayout" Target="../slideLayouts/slideLayout128.xml"/><Relationship Id="rId42" Type="http://schemas.openxmlformats.org/officeDocument/2006/relationships/slideLayout" Target="../slideLayouts/slideLayout136.xml"/><Relationship Id="rId47" Type="http://schemas.openxmlformats.org/officeDocument/2006/relationships/slideLayout" Target="../slideLayouts/slideLayout141.xml"/><Relationship Id="rId50" Type="http://schemas.openxmlformats.org/officeDocument/2006/relationships/slideLayout" Target="../slideLayouts/slideLayout144.xml"/><Relationship Id="rId7" Type="http://schemas.openxmlformats.org/officeDocument/2006/relationships/slideLayout" Target="../slideLayouts/slideLayout10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9" Type="http://schemas.openxmlformats.org/officeDocument/2006/relationships/slideLayout" Target="../slideLayouts/slideLayout123.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37" Type="http://schemas.openxmlformats.org/officeDocument/2006/relationships/slideLayout" Target="../slideLayouts/slideLayout131.xml"/><Relationship Id="rId40" Type="http://schemas.openxmlformats.org/officeDocument/2006/relationships/slideLayout" Target="../slideLayouts/slideLayout134.xml"/><Relationship Id="rId45" Type="http://schemas.openxmlformats.org/officeDocument/2006/relationships/slideLayout" Target="../slideLayouts/slideLayout139.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36" Type="http://schemas.openxmlformats.org/officeDocument/2006/relationships/slideLayout" Target="../slideLayouts/slideLayout130.xml"/><Relationship Id="rId49" Type="http://schemas.openxmlformats.org/officeDocument/2006/relationships/slideLayout" Target="../slideLayouts/slideLayout143.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31" Type="http://schemas.openxmlformats.org/officeDocument/2006/relationships/slideLayout" Target="../slideLayouts/slideLayout125.xml"/><Relationship Id="rId44" Type="http://schemas.openxmlformats.org/officeDocument/2006/relationships/slideLayout" Target="../slideLayouts/slideLayout138.xml"/><Relationship Id="rId52" Type="http://schemas.openxmlformats.org/officeDocument/2006/relationships/theme" Target="../theme/theme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35" Type="http://schemas.openxmlformats.org/officeDocument/2006/relationships/slideLayout" Target="../slideLayouts/slideLayout129.xml"/><Relationship Id="rId43" Type="http://schemas.openxmlformats.org/officeDocument/2006/relationships/slideLayout" Target="../slideLayouts/slideLayout137.xml"/><Relationship Id="rId48" Type="http://schemas.openxmlformats.org/officeDocument/2006/relationships/slideLayout" Target="../slideLayouts/slideLayout142.xml"/><Relationship Id="rId8" Type="http://schemas.openxmlformats.org/officeDocument/2006/relationships/slideLayout" Target="../slideLayouts/slideLayout102.xml"/><Relationship Id="rId51" Type="http://schemas.openxmlformats.org/officeDocument/2006/relationships/slideLayout" Target="../slideLayouts/slideLayout145.xml"/><Relationship Id="rId3" Type="http://schemas.openxmlformats.org/officeDocument/2006/relationships/slideLayout" Target="../slideLayouts/slideLayout97.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slideLayout" Target="../slideLayouts/slideLayout127.xml"/><Relationship Id="rId38" Type="http://schemas.openxmlformats.org/officeDocument/2006/relationships/slideLayout" Target="../slideLayouts/slideLayout132.xml"/><Relationship Id="rId46" Type="http://schemas.openxmlformats.org/officeDocument/2006/relationships/slideLayout" Target="../slideLayouts/slideLayout140.xml"/><Relationship Id="rId20" Type="http://schemas.openxmlformats.org/officeDocument/2006/relationships/slideLayout" Target="../slideLayouts/slideLayout114.xml"/><Relationship Id="rId41" Type="http://schemas.openxmlformats.org/officeDocument/2006/relationships/slideLayout" Target="../slideLayouts/slideLayout135.xml"/><Relationship Id="rId1" Type="http://schemas.openxmlformats.org/officeDocument/2006/relationships/slideLayout" Target="../slideLayouts/slideLayout95.xml"/><Relationship Id="rId6"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53"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40" r:id="rId43"/>
    <p:sldLayoutId id="2147483943" r:id="rId44"/>
    <p:sldLayoutId id="2147483960" r:id="rId45"/>
    <p:sldLayoutId id="2147483941" r:id="rId46"/>
    <p:sldLayoutId id="2147483965" r:id="rId47"/>
    <p:sldLayoutId id="2147484641" r:id="rId48"/>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userDrawn="1">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Master Data Management Solutions Vision and Roadmap | June 2023</a:t>
            </a:r>
          </a:p>
        </p:txBody>
      </p:sp>
    </p:spTree>
    <p:extLst>
      <p:ext uri="{BB962C8B-B14F-4D97-AF65-F5344CB8AC3E}">
        <p14:creationId xmlns:p14="http://schemas.microsoft.com/office/powerpoint/2010/main" val="1813616624"/>
      </p:ext>
    </p:extLst>
  </p:cSld>
  <p:clrMap bg1="dk1" tx1="lt1" bg2="dk2" tx2="lt2" accent1="accent1" accent2="accent2" accent3="accent3" accent4="accent4" accent5="accent5" accent6="accent6" hlink="hlink" folHlink="folHlink"/>
  <p:sldLayoutIdLst>
    <p:sldLayoutId id="2147484595" r:id="rId1"/>
    <p:sldLayoutId id="2147484596" r:id="rId2"/>
    <p:sldLayoutId id="2147484597" r:id="rId3"/>
    <p:sldLayoutId id="2147484598" r:id="rId4"/>
    <p:sldLayoutId id="2147484599" r:id="rId5"/>
    <p:sldLayoutId id="2147484600" r:id="rId6"/>
    <p:sldLayoutId id="2147484601" r:id="rId7"/>
    <p:sldLayoutId id="2147484602" r:id="rId8"/>
    <p:sldLayoutId id="2147484603" r:id="rId9"/>
    <p:sldLayoutId id="2147484604" r:id="rId10"/>
    <p:sldLayoutId id="2147484605" r:id="rId11"/>
    <p:sldLayoutId id="2147484606" r:id="rId12"/>
    <p:sldLayoutId id="2147484607" r:id="rId13"/>
    <p:sldLayoutId id="2147484608" r:id="rId14"/>
    <p:sldLayoutId id="2147484609" r:id="rId15"/>
    <p:sldLayoutId id="2147484610" r:id="rId16"/>
    <p:sldLayoutId id="2147484611" r:id="rId17"/>
    <p:sldLayoutId id="2147484612" r:id="rId18"/>
    <p:sldLayoutId id="2147484613" r:id="rId19"/>
    <p:sldLayoutId id="2147484614" r:id="rId20"/>
    <p:sldLayoutId id="2147484615" r:id="rId21"/>
    <p:sldLayoutId id="2147484616" r:id="rId22"/>
    <p:sldLayoutId id="2147484617" r:id="rId23"/>
    <p:sldLayoutId id="2147484618" r:id="rId24"/>
    <p:sldLayoutId id="2147484619" r:id="rId25"/>
    <p:sldLayoutId id="2147484620" r:id="rId26"/>
    <p:sldLayoutId id="2147484621" r:id="rId27"/>
    <p:sldLayoutId id="2147484622" r:id="rId28"/>
    <p:sldLayoutId id="2147484623" r:id="rId29"/>
    <p:sldLayoutId id="2147484624" r:id="rId30"/>
    <p:sldLayoutId id="2147484625" r:id="rId31"/>
    <p:sldLayoutId id="2147484626" r:id="rId32"/>
    <p:sldLayoutId id="2147484627" r:id="rId33"/>
    <p:sldLayoutId id="2147484628" r:id="rId34"/>
    <p:sldLayoutId id="2147484629" r:id="rId35"/>
    <p:sldLayoutId id="2147484630" r:id="rId36"/>
    <p:sldLayoutId id="2147484631" r:id="rId37"/>
    <p:sldLayoutId id="2147484632" r:id="rId38"/>
    <p:sldLayoutId id="2147484633" r:id="rId39"/>
    <p:sldLayoutId id="2147484634" r:id="rId40"/>
    <p:sldLayoutId id="2147484635" r:id="rId41"/>
    <p:sldLayoutId id="2147484636" r:id="rId42"/>
    <p:sldLayoutId id="2147484637" r:id="rId43"/>
    <p:sldLayoutId id="2147484638" r:id="rId44"/>
    <p:sldLayoutId id="2147484639" r:id="rId45"/>
    <p:sldLayoutId id="2147484640" r:id="rId46"/>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390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panose="020B0503050203000203" pitchFamily="34" charset="0"/>
                <a:ea typeface="+mn-ea"/>
                <a:cs typeface="+mn-cs"/>
                <a:sym typeface="IBM Plex Sans"/>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651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6693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68324" y="12804235"/>
            <a:ext cx="4956176" cy="381000"/>
          </a:xfrm>
          <a:prstGeom prst="rect">
            <a:avLst/>
          </a:prstGeom>
        </p:spPr>
        <p:txBody>
          <a:bodyPr vert="horz" lIns="0" tIns="0" rIns="0" bIns="0" rtlCol="0" anchor="b"/>
          <a:lstStyle>
            <a:lvl1pPr algn="l">
              <a:defRPr sz="1600" b="0" i="0">
                <a:solidFill>
                  <a:schemeClr val="tx1"/>
                </a:solidFill>
                <a:latin typeface="IBM Plex Sans" panose="020B0503050203000203" pitchFamily="34" charset="0"/>
              </a:defRPr>
            </a:lvl1pPr>
          </a:lstStyle>
          <a:p>
            <a:r>
              <a:rPr lang="en-US"/>
              <a:t>IBM Master Data Management Solutions Vision and Roadmap | June 2023</a:t>
            </a:r>
            <a:endParaRPr lang="en-US" dirty="0"/>
          </a:p>
        </p:txBody>
      </p:sp>
    </p:spTree>
    <p:extLst>
      <p:ext uri="{BB962C8B-B14F-4D97-AF65-F5344CB8AC3E}">
        <p14:creationId xmlns:p14="http://schemas.microsoft.com/office/powerpoint/2010/main" val="680906312"/>
      </p:ext>
    </p:extLst>
  </p:cSld>
  <p:clrMap bg1="dk1" tx1="lt1" bg2="dk2" tx2="lt2" accent1="accent1" accent2="accent2" accent3="accent3" accent4="accent4" accent5="accent5" accent6="accent6" hlink="hlink" folHlink="folHlink"/>
  <p:sldLayoutIdLst>
    <p:sldLayoutId id="2147484304" r:id="rId1"/>
    <p:sldLayoutId id="2147484305" r:id="rId2"/>
    <p:sldLayoutId id="2147484306" r:id="rId3"/>
    <p:sldLayoutId id="2147484307" r:id="rId4"/>
    <p:sldLayoutId id="2147484308" r:id="rId5"/>
    <p:sldLayoutId id="2147484309" r:id="rId6"/>
    <p:sldLayoutId id="2147484310" r:id="rId7"/>
    <p:sldLayoutId id="2147484311" r:id="rId8"/>
    <p:sldLayoutId id="2147484312" r:id="rId9"/>
    <p:sldLayoutId id="2147484313" r:id="rId10"/>
    <p:sldLayoutId id="2147484314" r:id="rId11"/>
    <p:sldLayoutId id="2147484315" r:id="rId12"/>
    <p:sldLayoutId id="2147484316" r:id="rId13"/>
    <p:sldLayoutId id="2147484317" r:id="rId14"/>
    <p:sldLayoutId id="2147484318" r:id="rId15"/>
    <p:sldLayoutId id="2147484319" r:id="rId16"/>
    <p:sldLayoutId id="2147484320" r:id="rId17"/>
    <p:sldLayoutId id="2147484321" r:id="rId18"/>
    <p:sldLayoutId id="2147484322" r:id="rId19"/>
    <p:sldLayoutId id="2147484323" r:id="rId20"/>
    <p:sldLayoutId id="2147484324" r:id="rId21"/>
    <p:sldLayoutId id="2147484325" r:id="rId22"/>
    <p:sldLayoutId id="2147484326" r:id="rId23"/>
    <p:sldLayoutId id="2147484327" r:id="rId24"/>
    <p:sldLayoutId id="2147484328" r:id="rId25"/>
    <p:sldLayoutId id="2147484329" r:id="rId26"/>
    <p:sldLayoutId id="2147484330" r:id="rId27"/>
    <p:sldLayoutId id="2147484331" r:id="rId28"/>
    <p:sldLayoutId id="2147484332" r:id="rId29"/>
    <p:sldLayoutId id="2147484333" r:id="rId30"/>
    <p:sldLayoutId id="2147484334" r:id="rId31"/>
    <p:sldLayoutId id="2147484335" r:id="rId32"/>
    <p:sldLayoutId id="2147484336" r:id="rId33"/>
    <p:sldLayoutId id="2147484337" r:id="rId34"/>
    <p:sldLayoutId id="2147484338" r:id="rId35"/>
    <p:sldLayoutId id="2147484339" r:id="rId36"/>
    <p:sldLayoutId id="2147484340" r:id="rId37"/>
    <p:sldLayoutId id="2147484341" r:id="rId38"/>
    <p:sldLayoutId id="2147484342" r:id="rId39"/>
    <p:sldLayoutId id="2147484343" r:id="rId40"/>
    <p:sldLayoutId id="2147484344" r:id="rId41"/>
    <p:sldLayoutId id="2147484345" r:id="rId42"/>
    <p:sldLayoutId id="2147484346" r:id="rId43"/>
    <p:sldLayoutId id="2147484347" r:id="rId44"/>
    <p:sldLayoutId id="2147484348" r:id="rId45"/>
    <p:sldLayoutId id="2147484349" r:id="rId46"/>
    <p:sldLayoutId id="2147484352" r:id="rId47"/>
    <p:sldLayoutId id="2147484353" r:id="rId48"/>
    <p:sldLayoutId id="2147484354" r:id="rId49"/>
    <p:sldLayoutId id="2147484355" r:id="rId50"/>
    <p:sldLayoutId id="2147484356" r:id="rId51"/>
  </p:sldLayoutIdLst>
  <p:transition spd="med"/>
  <p:hf hdr="0" dt="0"/>
  <p:txStyles>
    <p:title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mj-lt"/>
          <a:ea typeface="+mj-ea"/>
          <a:cs typeface="+mj-cs"/>
          <a:sym typeface="IBM Plex Sans Light"/>
        </a:defRPr>
      </a:lvl1pPr>
      <a:lvl2pPr marL="329184"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2pPr>
      <a:lvl3pPr marL="658368"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3pPr>
      <a:lvl4pPr marL="987552" marR="0" indent="-329184" algn="l" defTabSz="2438400" rtl="0" eaLnBrk="1" latinLnBrk="0" hangingPunct="1">
        <a:lnSpc>
          <a:spcPct val="110000"/>
        </a:lnSpc>
        <a:spcBef>
          <a:spcPts val="0"/>
        </a:spcBef>
        <a:spcAft>
          <a:spcPts val="0"/>
        </a:spcAft>
        <a:buClrTx/>
        <a:buSzPct val="100000"/>
        <a:buFontTx/>
        <a:buChar char="–"/>
        <a:tabLst/>
        <a:defRPr sz="36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Arial" panose="020B0604020202020204" pitchFamily="34" charset="0"/>
        <a:buChar char="•"/>
        <a:tabLst/>
        <a:defRPr sz="3600" b="0" i="0" u="none" strike="noStrike" cap="none" spc="0" baseline="0">
          <a:solidFill>
            <a:srgbClr val="000000"/>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IBM Plex Sans"/>
        </a:defRPr>
      </a:lvl9pPr>
    </p:otherStyle>
  </p:txStyles>
  <p:extLst>
    <p:ext uri="{27BBF7A9-308A-43DC-89C8-2F10F3537804}">
      <p15:sldGuideLst xmlns:p15="http://schemas.microsoft.com/office/powerpoint/2012/main">
        <p15:guide id="1" orient="horz" pos="4320">
          <p15:clr>
            <a:srgbClr val="0F62FE"/>
          </p15:clr>
        </p15:guide>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7" orient="horz" pos="2160">
          <p15:clr>
            <a:srgbClr val="0F62FE"/>
          </p15:clr>
        </p15:guide>
        <p15:guide id="19" orient="horz" pos="3240">
          <p15:clr>
            <a:srgbClr val="EE5396"/>
          </p15:clr>
        </p15:guide>
        <p15:guide id="20" orient="horz" pos="1080">
          <p15:clr>
            <a:srgbClr val="EE5396"/>
          </p15:clr>
        </p15:guide>
        <p15:guide id="21" orient="horz" pos="364">
          <p15:clr>
            <a:srgbClr val="EE5396"/>
          </p15:clr>
        </p15:guide>
        <p15:guide id="22" orient="horz" pos="5400">
          <p15:clr>
            <a:srgbClr val="EE5396"/>
          </p15:clr>
        </p15:guide>
        <p15:guide id="24" orient="horz" pos="7557">
          <p15:clr>
            <a:srgbClr val="EE5396"/>
          </p15:clr>
        </p15:guide>
        <p15:guide id="25" orient="horz" pos="8273">
          <p15:clr>
            <a:srgbClr val="EE5396"/>
          </p15:clr>
        </p15:guide>
        <p15:guide id="26" pos="7680">
          <p15:clr>
            <a:srgbClr val="0F62FE"/>
          </p15:clr>
        </p15:guide>
        <p15:guide id="27" pos="11520">
          <p15:clr>
            <a:srgbClr val="0F62FE"/>
          </p15:clr>
        </p15:guide>
        <p15:guide id="28" orient="horz" pos="6480">
          <p15:clr>
            <a:srgbClr val="0F62FE"/>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738CC-3118-1EAD-4DE6-F54AC9BF84E5}"/>
              </a:ext>
            </a:extLst>
          </p:cNvPr>
          <p:cNvSpPr>
            <a:spLocks noGrp="1"/>
          </p:cNvSpPr>
          <p:nvPr>
            <p:ph type="title"/>
          </p:nvPr>
        </p:nvSpPr>
        <p:spPr>
          <a:xfrm>
            <a:off x="576072" y="384048"/>
            <a:ext cx="12854178" cy="4573587"/>
          </a:xfrm>
        </p:spPr>
        <p:txBody>
          <a:bodyPr/>
          <a:lstStyle/>
          <a:p>
            <a:r>
              <a:rPr lang="en-US" dirty="0"/>
              <a:t>IBM Master Data Management Solutions</a:t>
            </a:r>
            <a:br>
              <a:rPr lang="en-US" dirty="0"/>
            </a:br>
            <a:r>
              <a:rPr lang="en-US" i="1" dirty="0"/>
              <a:t>Vision and Roadmap</a:t>
            </a:r>
            <a:br>
              <a:rPr lang="en-US" dirty="0"/>
            </a:br>
            <a:endParaRPr lang="en-US" dirty="0"/>
          </a:p>
        </p:txBody>
      </p:sp>
      <p:pic>
        <p:nvPicPr>
          <p:cNvPr id="4" name="Picture 3">
            <a:extLst>
              <a:ext uri="{FF2B5EF4-FFF2-40B4-BE49-F238E27FC236}">
                <a16:creationId xmlns:a16="http://schemas.microsoft.com/office/drawing/2014/main" id="{F7155794-0856-5379-42F2-8D9AEA75DA31}"/>
              </a:ext>
            </a:extLst>
          </p:cNvPr>
          <p:cNvPicPr>
            <a:picLocks noChangeAspect="1"/>
          </p:cNvPicPr>
          <p:nvPr/>
        </p:nvPicPr>
        <p:blipFill>
          <a:blip r:embed="rId3"/>
          <a:stretch>
            <a:fillRect/>
          </a:stretch>
        </p:blipFill>
        <p:spPr>
          <a:xfrm>
            <a:off x="12498386" y="609599"/>
            <a:ext cx="7123113" cy="6871709"/>
          </a:xfrm>
          <a:prstGeom prst="rect">
            <a:avLst/>
          </a:prstGeom>
        </p:spPr>
      </p:pic>
      <p:pic>
        <p:nvPicPr>
          <p:cNvPr id="3" name="Picture 2">
            <a:extLst>
              <a:ext uri="{FF2B5EF4-FFF2-40B4-BE49-F238E27FC236}">
                <a16:creationId xmlns:a16="http://schemas.microsoft.com/office/drawing/2014/main" id="{4FA34F7D-6DF9-2627-25AD-36FC23E975A9}"/>
              </a:ext>
            </a:extLst>
          </p:cNvPr>
          <p:cNvPicPr>
            <a:picLocks noChangeAspect="1"/>
          </p:cNvPicPr>
          <p:nvPr/>
        </p:nvPicPr>
        <p:blipFill rotWithShape="1">
          <a:blip r:embed="rId4"/>
          <a:srcRect l="1347" t="6628"/>
          <a:stretch/>
        </p:blipFill>
        <p:spPr>
          <a:xfrm>
            <a:off x="17091448" y="6553200"/>
            <a:ext cx="7123113" cy="4562566"/>
          </a:xfrm>
          <a:prstGeom prst="rect">
            <a:avLst/>
          </a:prstGeom>
        </p:spPr>
      </p:pic>
    </p:spTree>
    <p:extLst>
      <p:ext uri="{BB962C8B-B14F-4D97-AF65-F5344CB8AC3E}">
        <p14:creationId xmlns:p14="http://schemas.microsoft.com/office/powerpoint/2010/main" val="323315734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E557B-4778-558E-214E-2CA96173ABFB}"/>
              </a:ext>
            </a:extLst>
          </p:cNvPr>
          <p:cNvSpPr>
            <a:spLocks noGrp="1"/>
          </p:cNvSpPr>
          <p:nvPr>
            <p:ph type="title"/>
          </p:nvPr>
        </p:nvSpPr>
        <p:spPr>
          <a:xfrm>
            <a:off x="577587" y="576892"/>
            <a:ext cx="15980437" cy="1526851"/>
          </a:xfrm>
        </p:spPr>
        <p:txBody>
          <a:bodyPr/>
          <a:lstStyle/>
          <a:p>
            <a:r>
              <a:rPr lang="en-US" sz="4400" dirty="0">
                <a:latin typeface="+mn-lt"/>
              </a:rPr>
              <a:t>Disclaimer</a:t>
            </a:r>
            <a:br>
              <a:rPr lang="en-US" sz="4400" dirty="0">
                <a:latin typeface="+mn-lt"/>
              </a:rPr>
            </a:br>
            <a:br>
              <a:rPr lang="en-US" sz="4400" dirty="0">
                <a:latin typeface="+mn-lt"/>
              </a:rPr>
            </a:br>
            <a:endParaRPr lang="en-US" dirty="0">
              <a:latin typeface="+mn-lt"/>
            </a:endParaRPr>
          </a:p>
        </p:txBody>
      </p:sp>
      <p:sp>
        <p:nvSpPr>
          <p:cNvPr id="4" name="Footer Placeholder 3">
            <a:extLst>
              <a:ext uri="{FF2B5EF4-FFF2-40B4-BE49-F238E27FC236}">
                <a16:creationId xmlns:a16="http://schemas.microsoft.com/office/drawing/2014/main" id="{6833E0BC-472C-8D4D-5EEF-7483ED0BCA78}"/>
              </a:ext>
            </a:extLst>
          </p:cNvPr>
          <p:cNvSpPr>
            <a:spLocks noGrp="1"/>
          </p:cNvSpPr>
          <p:nvPr>
            <p:ph type="ftr" sz="quarter" idx="12"/>
          </p:nvPr>
        </p:nvSpPr>
        <p:spPr>
          <a:xfrm>
            <a:off x="577587" y="12800827"/>
            <a:ext cx="4955531" cy="380949"/>
          </a:xfrm>
        </p:spPr>
        <p:txBody>
          <a:bodyPr/>
          <a:lstStyle/>
          <a:p>
            <a:r>
              <a:rPr lang="en-US" sz="2133" dirty="0">
                <a:solidFill>
                  <a:schemeClr val="bg1"/>
                </a:solidFill>
              </a:rPr>
              <a:t> </a:t>
            </a:r>
          </a:p>
        </p:txBody>
      </p:sp>
      <p:sp>
        <p:nvSpPr>
          <p:cNvPr id="5" name="TextBox 4">
            <a:extLst>
              <a:ext uri="{FF2B5EF4-FFF2-40B4-BE49-F238E27FC236}">
                <a16:creationId xmlns:a16="http://schemas.microsoft.com/office/drawing/2014/main" id="{83ADA013-D9B6-0C48-2022-11E048201CA5}"/>
              </a:ext>
            </a:extLst>
          </p:cNvPr>
          <p:cNvSpPr txBox="1"/>
          <p:nvPr/>
        </p:nvSpPr>
        <p:spPr>
          <a:xfrm>
            <a:off x="856243" y="3002117"/>
            <a:ext cx="13018565" cy="66583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marL="444382" indent="-446667" defTabSz="2437942">
              <a:spcBef>
                <a:spcPts val="2901"/>
              </a:spcBef>
              <a:buSzPct val="100000"/>
              <a:buFontTx/>
              <a:buChar char="–"/>
            </a:pPr>
            <a:r>
              <a:rPr lang="en-US" sz="2400" dirty="0"/>
              <a:t>IBM’s statements regarding its plans, directions, and intent are subject to change or withdrawal without notice at IBM’s sole discretion.</a:t>
            </a:r>
          </a:p>
          <a:p>
            <a:pPr marL="444382" indent="-446667" defTabSz="2437942">
              <a:spcBef>
                <a:spcPts val="2901"/>
              </a:spcBef>
              <a:buSzPct val="100000"/>
              <a:buFontTx/>
              <a:buChar char="–"/>
            </a:pPr>
            <a:r>
              <a:rPr lang="en-US" sz="2400" dirty="0"/>
              <a:t>Information regarding potential future products is intended to outline our general product direction and it should not be relied on in making a purchasing decision. </a:t>
            </a:r>
          </a:p>
          <a:p>
            <a:pPr marL="444382" indent="-446667" defTabSz="2437942">
              <a:spcBef>
                <a:spcPts val="2901"/>
              </a:spcBef>
              <a:buSzPct val="100000"/>
              <a:buFontTx/>
              <a:buChar char="–"/>
            </a:pPr>
            <a:r>
              <a:rPr lang="en-US" sz="2400" dirty="0"/>
              <a:t>The information mentioned regarding potential future products is not a commitment, promise, or legal obligation to deliver any material, code or functionality. Information about potential future products may not be incorporated into any contract. </a:t>
            </a:r>
          </a:p>
          <a:p>
            <a:pPr marL="444382" indent="-446667" defTabSz="2437942">
              <a:spcBef>
                <a:spcPts val="2901"/>
              </a:spcBef>
              <a:buSzPct val="100000"/>
              <a:buFontTx/>
              <a:buChar char="–"/>
            </a:pPr>
            <a:r>
              <a:rPr lang="en-US" sz="2400" dirty="0"/>
              <a:t>The development, release, and timing of any future features or functionality described for our products remains at our sole discretion.</a:t>
            </a:r>
          </a:p>
          <a:p>
            <a:pPr marL="444382" indent="-446667" defTabSz="2437942">
              <a:spcBef>
                <a:spcPts val="2901"/>
              </a:spcBef>
              <a:buSzPct val="100000"/>
              <a:buFontTx/>
              <a:buChar char="–"/>
            </a:pPr>
            <a:r>
              <a:rPr lang="en-US" sz="2400" dirty="0"/>
              <a:t>Performance is based on measurements and projections using standard IBM benchmarks in a controlled environment. The actual throughput or performance that any user will experience will vary depending upon many factors, including considerations such as the amount of multiprogramming in the user’s job stream, the I/O configuration, the storage configuration, and the workload processed. Therefore, no assurance can be given that an individual user will achieve results similar to those stated here.</a:t>
            </a:r>
            <a:endParaRPr lang="en-US" sz="2400" dirty="0">
              <a:ea typeface="+mj-ea"/>
              <a:cs typeface="+mj-cs"/>
              <a:sym typeface="IBM Plex Sans Light"/>
            </a:endParaRPr>
          </a:p>
        </p:txBody>
      </p:sp>
      <p:sp>
        <p:nvSpPr>
          <p:cNvPr id="6" name="Slide Number Placeholder 5">
            <a:extLst>
              <a:ext uri="{FF2B5EF4-FFF2-40B4-BE49-F238E27FC236}">
                <a16:creationId xmlns:a16="http://schemas.microsoft.com/office/drawing/2014/main" id="{9DF08DEB-9969-EDA9-641A-32AA6296841D}"/>
              </a:ext>
            </a:extLst>
          </p:cNvPr>
          <p:cNvSpPr>
            <a:spLocks noGrp="1"/>
          </p:cNvSpPr>
          <p:nvPr>
            <p:ph type="sldNum" sz="quarter" idx="4"/>
          </p:nvPr>
        </p:nvSpPr>
        <p:spPr>
          <a:xfrm>
            <a:off x="23687023" y="12938842"/>
            <a:ext cx="123965" cy="246221"/>
          </a:xfrm>
        </p:spPr>
        <p:txBody>
          <a:bodyPr/>
          <a:lstStyle/>
          <a:p>
            <a:fld id="{86CB4B4D-7CA3-9044-876B-883B54F8677D}" type="slidenum">
              <a:rPr lang="en-US" smtClean="0"/>
              <a:pPr/>
              <a:t>2</a:t>
            </a:fld>
            <a:endParaRPr lang="en-US" dirty="0"/>
          </a:p>
        </p:txBody>
      </p:sp>
    </p:spTree>
    <p:extLst>
      <p:ext uri="{BB962C8B-B14F-4D97-AF65-F5344CB8AC3E}">
        <p14:creationId xmlns:p14="http://schemas.microsoft.com/office/powerpoint/2010/main" val="351532540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0C4BB9B-DCD4-FABD-A19F-20CF2441E169}"/>
              </a:ext>
            </a:extLst>
          </p:cNvPr>
          <p:cNvSpPr/>
          <p:nvPr/>
        </p:nvSpPr>
        <p:spPr bwMode="auto">
          <a:xfrm>
            <a:off x="6662737" y="7255566"/>
            <a:ext cx="4956176" cy="2286000"/>
          </a:xfrm>
          <a:prstGeom prst="rect">
            <a:avLst/>
          </a:prstGeom>
          <a:solidFill>
            <a:srgbClr val="E5F6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itle 1">
            <a:extLst>
              <a:ext uri="{FF2B5EF4-FFF2-40B4-BE49-F238E27FC236}">
                <a16:creationId xmlns:a16="http://schemas.microsoft.com/office/drawing/2014/main" id="{063BD195-AC4A-F90F-3021-CB33CA2E4C90}"/>
              </a:ext>
            </a:extLst>
          </p:cNvPr>
          <p:cNvSpPr>
            <a:spLocks noGrp="1"/>
          </p:cNvSpPr>
          <p:nvPr>
            <p:ph type="title"/>
          </p:nvPr>
        </p:nvSpPr>
        <p:spPr/>
        <p:txBody>
          <a:bodyPr/>
          <a:lstStyle/>
          <a:p>
            <a:r>
              <a:rPr lang="en-US" sz="5400" i="1" dirty="0">
                <a:solidFill>
                  <a:schemeClr val="accent1"/>
                </a:solidFill>
              </a:rPr>
              <a:t>Problems in today’s </a:t>
            </a:r>
            <a:br>
              <a:rPr lang="en-US" sz="5400" i="1" dirty="0">
                <a:solidFill>
                  <a:schemeClr val="accent1"/>
                </a:solidFill>
              </a:rPr>
            </a:br>
            <a:r>
              <a:rPr lang="en-US" sz="5400" i="1" dirty="0">
                <a:solidFill>
                  <a:schemeClr val="accent1"/>
                </a:solidFill>
              </a:rPr>
              <a:t>master data management programs</a:t>
            </a:r>
            <a:br>
              <a:rPr lang="en-US" sz="4800" i="1" dirty="0"/>
            </a:br>
            <a:br>
              <a:rPr lang="en-US" sz="4800" i="1" dirty="0"/>
            </a:br>
            <a:r>
              <a:rPr lang="en-US" dirty="0"/>
              <a:t>IBM’s Point of View for Master Data Management (MDM)</a:t>
            </a:r>
            <a:br>
              <a:rPr lang="en-US" dirty="0"/>
            </a:br>
            <a:br>
              <a:rPr lang="en-US" dirty="0"/>
            </a:br>
            <a:endParaRPr lang="en-US" sz="4800" i="1" dirty="0">
              <a:solidFill>
                <a:schemeClr val="accent6"/>
              </a:solidFill>
            </a:endParaRPr>
          </a:p>
        </p:txBody>
      </p:sp>
      <p:sp>
        <p:nvSpPr>
          <p:cNvPr id="3" name="Text Placeholder 2">
            <a:extLst>
              <a:ext uri="{FF2B5EF4-FFF2-40B4-BE49-F238E27FC236}">
                <a16:creationId xmlns:a16="http://schemas.microsoft.com/office/drawing/2014/main" id="{6B036110-7B29-6CD5-338D-62A40D14F802}"/>
              </a:ext>
            </a:extLst>
          </p:cNvPr>
          <p:cNvSpPr>
            <a:spLocks noGrp="1"/>
          </p:cNvSpPr>
          <p:nvPr>
            <p:ph type="body" sz="quarter" idx="12"/>
          </p:nvPr>
        </p:nvSpPr>
        <p:spPr>
          <a:xfrm>
            <a:off x="6667500" y="3429000"/>
            <a:ext cx="4951413" cy="3657600"/>
          </a:xfrm>
        </p:spPr>
        <p:txBody>
          <a:bodyPr/>
          <a:lstStyle/>
          <a:p>
            <a:pPr defTabSz="1826972" fontAlgn="base">
              <a:spcBef>
                <a:spcPct val="0"/>
              </a:spcBef>
              <a:spcAft>
                <a:spcPts val="800"/>
              </a:spcAft>
            </a:pPr>
            <a:r>
              <a:rPr lang="en-US" sz="2000" b="1" dirty="0">
                <a:solidFill>
                  <a:schemeClr val="tx1"/>
                </a:solidFill>
                <a:latin typeface="+mn-lt"/>
              </a:rPr>
              <a:t>Facing pressure in…</a:t>
            </a:r>
            <a:endParaRPr lang="en-US" sz="2000" dirty="0">
              <a:solidFill>
                <a:schemeClr val="tx1"/>
              </a:solidFill>
              <a:latin typeface="+mn-lt"/>
            </a:endParaRP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Modernizing MDM without breaking operational systems</a:t>
            </a: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Future-proofing architecture for hybrid cloud</a:t>
            </a:r>
          </a:p>
          <a:p>
            <a:pPr marL="571500" indent="-571500" defTabSz="1826972" fontAlgn="base">
              <a:spcBef>
                <a:spcPct val="0"/>
              </a:spcBef>
              <a:spcAft>
                <a:spcPts val="800"/>
              </a:spcAft>
              <a:buFont typeface="Wingdings" pitchFamily="2" charset="2"/>
              <a:buChar char="q"/>
            </a:pPr>
            <a:r>
              <a:rPr lang="en-US" sz="2000">
                <a:solidFill>
                  <a:schemeClr val="tx1"/>
                </a:solidFill>
                <a:latin typeface="+mn-lt"/>
              </a:rPr>
              <a:t>Accelerating </a:t>
            </a:r>
            <a:r>
              <a:rPr lang="en-US" sz="2000" dirty="0">
                <a:solidFill>
                  <a:schemeClr val="tx1"/>
                </a:solidFill>
                <a:latin typeface="+mn-lt"/>
              </a:rPr>
              <a:t>innovation</a:t>
            </a:r>
            <a:endParaRPr lang="en-US" dirty="0">
              <a:latin typeface="+mn-lt"/>
            </a:endParaRPr>
          </a:p>
          <a:p>
            <a:pPr defTabSz="1826972" fontAlgn="base">
              <a:spcBef>
                <a:spcPct val="0"/>
              </a:spcBef>
              <a:spcAft>
                <a:spcPts val="800"/>
              </a:spcAft>
            </a:pPr>
            <a:br>
              <a:rPr lang="en-US" sz="2000" dirty="0">
                <a:solidFill>
                  <a:schemeClr val="tx1"/>
                </a:solidFill>
                <a:latin typeface="+mn-lt"/>
              </a:rPr>
            </a:br>
            <a:endParaRPr lang="en-US" sz="2000" dirty="0">
              <a:solidFill>
                <a:schemeClr val="tx1"/>
              </a:solidFill>
              <a:latin typeface="+mn-lt"/>
            </a:endParaRPr>
          </a:p>
          <a:p>
            <a:pPr defTabSz="1826972" fontAlgn="base">
              <a:lnSpc>
                <a:spcPct val="100000"/>
              </a:lnSpc>
              <a:spcBef>
                <a:spcPct val="0"/>
              </a:spcBef>
              <a:spcAft>
                <a:spcPts val="800"/>
              </a:spcAft>
            </a:pPr>
            <a:r>
              <a:rPr lang="en-US" b="1" dirty="0">
                <a:latin typeface="+mn-lt"/>
              </a:rPr>
              <a:t>IBM helps solve with…</a:t>
            </a:r>
          </a:p>
          <a:p>
            <a:pPr marL="342900" indent="-342900" defTabSz="1826972" fontAlgn="base">
              <a:spcBef>
                <a:spcPct val="0"/>
              </a:spcBef>
              <a:spcAft>
                <a:spcPts val="800"/>
              </a:spcAft>
              <a:buFont typeface="Arial" panose="020B0604020202020204" pitchFamily="34" charset="0"/>
              <a:buChar char="•"/>
            </a:pPr>
            <a:endParaRPr lang="en-US" sz="2000" dirty="0">
              <a:solidFill>
                <a:schemeClr val="tx1"/>
              </a:solidFill>
              <a:latin typeface="+mn-lt"/>
            </a:endParaRPr>
          </a:p>
          <a:p>
            <a:pPr defTabSz="1826972" fontAlgn="base">
              <a:spcBef>
                <a:spcPct val="0"/>
              </a:spcBef>
              <a:spcAft>
                <a:spcPts val="800"/>
              </a:spcAft>
            </a:pPr>
            <a:endParaRPr lang="en-US" sz="2000" dirty="0">
              <a:solidFill>
                <a:schemeClr val="tx1"/>
              </a:solidFill>
              <a:latin typeface="+mn-lt"/>
            </a:endParaRPr>
          </a:p>
          <a:p>
            <a:endParaRPr lang="en-US" dirty="0">
              <a:latin typeface="+mn-lt"/>
            </a:endParaRPr>
          </a:p>
        </p:txBody>
      </p:sp>
      <p:sp>
        <p:nvSpPr>
          <p:cNvPr id="4" name="Text Placeholder 3">
            <a:extLst>
              <a:ext uri="{FF2B5EF4-FFF2-40B4-BE49-F238E27FC236}">
                <a16:creationId xmlns:a16="http://schemas.microsoft.com/office/drawing/2014/main" id="{782A2952-DC2A-4AE0-FEC2-5DAF245FC7C8}"/>
              </a:ext>
            </a:extLst>
          </p:cNvPr>
          <p:cNvSpPr>
            <a:spLocks noGrp="1"/>
          </p:cNvSpPr>
          <p:nvPr>
            <p:ph type="body" sz="quarter" idx="13"/>
          </p:nvPr>
        </p:nvSpPr>
        <p:spPr/>
        <p:txBody>
          <a:bodyPr/>
          <a:lstStyle/>
          <a:p>
            <a:pPr defTabSz="1826972" fontAlgn="base">
              <a:spcBef>
                <a:spcPct val="0"/>
              </a:spcBef>
              <a:spcAft>
                <a:spcPts val="800"/>
              </a:spcAft>
            </a:pPr>
            <a:r>
              <a:rPr lang="en-US" sz="2000" b="1" dirty="0">
                <a:solidFill>
                  <a:schemeClr val="tx1"/>
                </a:solidFill>
                <a:latin typeface="+mn-lt"/>
              </a:rPr>
              <a:t>Facing pressure in…</a:t>
            </a:r>
            <a:endParaRPr lang="en-US" sz="2000" dirty="0">
              <a:solidFill>
                <a:schemeClr val="tx1"/>
              </a:solidFill>
              <a:latin typeface="+mn-lt"/>
            </a:endParaRP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Meeting SLAs for mission-critical workloads</a:t>
            </a: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Meeting CISO/BISO requirements</a:t>
            </a: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Managing upgrades and product lifecycle</a:t>
            </a:r>
          </a:p>
          <a:p>
            <a:pPr defTabSz="1826972" fontAlgn="base">
              <a:spcBef>
                <a:spcPct val="0"/>
              </a:spcBef>
              <a:spcAft>
                <a:spcPts val="800"/>
              </a:spcAft>
            </a:pPr>
            <a:endParaRPr lang="en-US" dirty="0">
              <a:latin typeface="+mn-lt"/>
            </a:endParaRPr>
          </a:p>
          <a:p>
            <a:pPr defTabSz="1826972" fontAlgn="base">
              <a:spcBef>
                <a:spcPct val="0"/>
              </a:spcBef>
              <a:spcAft>
                <a:spcPts val="800"/>
              </a:spcAft>
            </a:pPr>
            <a:endParaRPr lang="en-US" sz="2000" dirty="0">
              <a:solidFill>
                <a:schemeClr val="tx1"/>
              </a:solidFill>
              <a:latin typeface="+mn-lt"/>
            </a:endParaRPr>
          </a:p>
          <a:p>
            <a:pPr defTabSz="1826972" fontAlgn="base">
              <a:lnSpc>
                <a:spcPct val="100000"/>
              </a:lnSpc>
              <a:spcBef>
                <a:spcPct val="0"/>
              </a:spcBef>
              <a:spcAft>
                <a:spcPts val="800"/>
              </a:spcAft>
            </a:pPr>
            <a:r>
              <a:rPr lang="en-US" b="1" dirty="0">
                <a:latin typeface="+mn-lt"/>
              </a:rPr>
              <a:t>IBM helps solve with…</a:t>
            </a:r>
          </a:p>
          <a:p>
            <a:pPr defTabSz="1826972" fontAlgn="base">
              <a:lnSpc>
                <a:spcPct val="100000"/>
              </a:lnSpc>
              <a:spcBef>
                <a:spcPct val="0"/>
              </a:spcBef>
              <a:spcAft>
                <a:spcPts val="800"/>
              </a:spcAft>
            </a:pPr>
            <a:endParaRPr lang="en-US" b="1" dirty="0">
              <a:latin typeface="+mn-lt"/>
            </a:endParaRPr>
          </a:p>
          <a:p>
            <a:pPr defTabSz="1826972" fontAlgn="base">
              <a:lnSpc>
                <a:spcPct val="100000"/>
              </a:lnSpc>
              <a:spcBef>
                <a:spcPct val="0"/>
              </a:spcBef>
              <a:spcAft>
                <a:spcPts val="800"/>
              </a:spcAft>
            </a:pPr>
            <a:r>
              <a:rPr lang="en-US" sz="2000" b="1" dirty="0">
                <a:solidFill>
                  <a:schemeClr val="tx1"/>
                </a:solidFill>
                <a:latin typeface="+mn-lt"/>
              </a:rPr>
              <a:t>Complete Stack Refresh &amp; Improved Support</a:t>
            </a:r>
            <a:endParaRPr lang="en-US" sz="2000" dirty="0">
              <a:solidFill>
                <a:schemeClr val="tx1"/>
              </a:solidFill>
              <a:latin typeface="+mn-lt"/>
            </a:endParaRPr>
          </a:p>
          <a:p>
            <a:pPr defTabSz="1826972" fontAlgn="base">
              <a:lnSpc>
                <a:spcPct val="100000"/>
              </a:lnSpc>
              <a:spcBef>
                <a:spcPct val="0"/>
              </a:spcBef>
              <a:spcAft>
                <a:spcPts val="800"/>
              </a:spcAft>
            </a:pPr>
            <a:r>
              <a:rPr lang="en-US" sz="2000" dirty="0">
                <a:solidFill>
                  <a:schemeClr val="tx1"/>
                </a:solidFill>
                <a:latin typeface="+mn-lt"/>
              </a:rPr>
              <a:t>Improving the efficiency, security, and maintainability of the overall IBM MDM software ecosystem.</a:t>
            </a:r>
          </a:p>
          <a:p>
            <a:pPr defTabSz="1826972" fontAlgn="base">
              <a:spcBef>
                <a:spcPct val="0"/>
              </a:spcBef>
              <a:spcAft>
                <a:spcPts val="800"/>
              </a:spcAft>
            </a:pPr>
            <a:endParaRPr lang="en-US" sz="2000" dirty="0">
              <a:solidFill>
                <a:schemeClr val="tx1"/>
              </a:solidFill>
              <a:latin typeface="+mn-lt"/>
            </a:endParaRPr>
          </a:p>
          <a:p>
            <a:endParaRPr lang="en-US" dirty="0">
              <a:latin typeface="+mn-lt"/>
            </a:endParaRPr>
          </a:p>
        </p:txBody>
      </p:sp>
      <p:sp>
        <p:nvSpPr>
          <p:cNvPr id="5" name="Text Placeholder 4">
            <a:extLst>
              <a:ext uri="{FF2B5EF4-FFF2-40B4-BE49-F238E27FC236}">
                <a16:creationId xmlns:a16="http://schemas.microsoft.com/office/drawing/2014/main" id="{7AECDCF7-2A0B-A773-51BC-BA7A5C20C807}"/>
              </a:ext>
            </a:extLst>
          </p:cNvPr>
          <p:cNvSpPr>
            <a:spLocks noGrp="1"/>
          </p:cNvSpPr>
          <p:nvPr>
            <p:ph type="body" sz="quarter" idx="14"/>
          </p:nvPr>
        </p:nvSpPr>
        <p:spPr/>
        <p:txBody>
          <a:bodyPr/>
          <a:lstStyle/>
          <a:p>
            <a:pPr defTabSz="1826972" fontAlgn="base">
              <a:spcBef>
                <a:spcPct val="0"/>
              </a:spcBef>
              <a:spcAft>
                <a:spcPts val="800"/>
              </a:spcAft>
            </a:pPr>
            <a:r>
              <a:rPr lang="en-US" sz="2000" b="1" dirty="0">
                <a:solidFill>
                  <a:schemeClr val="tx1"/>
                </a:solidFill>
                <a:latin typeface="+mn-lt"/>
              </a:rPr>
              <a:t>Facing pressure in…</a:t>
            </a:r>
            <a:endParaRPr lang="en-US" sz="2000" dirty="0">
              <a:solidFill>
                <a:schemeClr val="tx1"/>
              </a:solidFill>
              <a:latin typeface="+mn-lt"/>
            </a:endParaRP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Increasing data producer and consumer productivity</a:t>
            </a:r>
          </a:p>
          <a:p>
            <a:pPr marL="571500" indent="-571500" defTabSz="1826972" fontAlgn="base">
              <a:spcBef>
                <a:spcPct val="0"/>
              </a:spcBef>
              <a:spcAft>
                <a:spcPts val="800"/>
              </a:spcAft>
              <a:buFont typeface="Wingdings" pitchFamily="2" charset="2"/>
              <a:buChar char="q"/>
            </a:pPr>
            <a:r>
              <a:rPr lang="en-US" sz="2000" dirty="0">
                <a:solidFill>
                  <a:schemeClr val="tx1"/>
                </a:solidFill>
                <a:latin typeface="+mn-lt"/>
              </a:rPr>
              <a:t>Monetizing master data</a:t>
            </a:r>
          </a:p>
          <a:p>
            <a:pPr marL="571500" indent="-571500" defTabSz="1826972" fontAlgn="base">
              <a:spcBef>
                <a:spcPct val="0"/>
              </a:spcBef>
              <a:spcAft>
                <a:spcPts val="800"/>
              </a:spcAft>
              <a:buFont typeface="Wingdings" pitchFamily="2" charset="2"/>
              <a:buChar char="q"/>
            </a:pPr>
            <a:r>
              <a:rPr lang="en-US" sz="2000" dirty="0">
                <a:latin typeface="+mn-lt"/>
              </a:rPr>
              <a:t>Democratizing use</a:t>
            </a:r>
            <a:endParaRPr lang="en-US" dirty="0">
              <a:latin typeface="+mn-lt"/>
            </a:endParaRPr>
          </a:p>
          <a:p>
            <a:pPr marL="571500" indent="-571500" defTabSz="1826972" fontAlgn="base">
              <a:spcBef>
                <a:spcPct val="0"/>
              </a:spcBef>
              <a:spcAft>
                <a:spcPts val="800"/>
              </a:spcAft>
              <a:buFont typeface="Wingdings" pitchFamily="2" charset="2"/>
              <a:buChar char="q"/>
            </a:pPr>
            <a:endParaRPr lang="en-US" dirty="0">
              <a:latin typeface="+mn-lt"/>
            </a:endParaRPr>
          </a:p>
          <a:p>
            <a:pPr marL="571500" indent="-571500" defTabSz="1826972" fontAlgn="base">
              <a:spcBef>
                <a:spcPct val="0"/>
              </a:spcBef>
              <a:spcAft>
                <a:spcPts val="800"/>
              </a:spcAft>
              <a:buFont typeface="Wingdings" pitchFamily="2" charset="2"/>
              <a:buChar char="q"/>
            </a:pPr>
            <a:endParaRPr lang="en-US" dirty="0">
              <a:latin typeface="+mn-lt"/>
            </a:endParaRPr>
          </a:p>
          <a:p>
            <a:endParaRPr lang="en-US" dirty="0">
              <a:latin typeface="+mn-lt"/>
            </a:endParaRPr>
          </a:p>
          <a:p>
            <a:r>
              <a:rPr lang="en-US" b="1" dirty="0">
                <a:latin typeface="+mn-lt"/>
              </a:rPr>
              <a:t>IBM helps solve with…</a:t>
            </a:r>
          </a:p>
          <a:p>
            <a:endParaRPr lang="en-US" sz="2000" b="1" dirty="0">
              <a:solidFill>
                <a:schemeClr val="tx1"/>
              </a:solidFill>
              <a:latin typeface="+mn-lt"/>
            </a:endParaRPr>
          </a:p>
          <a:p>
            <a:r>
              <a:rPr lang="en-US" sz="2000" b="1" dirty="0">
                <a:solidFill>
                  <a:schemeClr val="tx1"/>
                </a:solidFill>
                <a:latin typeface="+mn-lt"/>
              </a:rPr>
              <a:t>Better Ways of Working</a:t>
            </a:r>
            <a:endParaRPr lang="en-US" sz="2000" dirty="0">
              <a:solidFill>
                <a:schemeClr val="tx1"/>
              </a:solidFill>
              <a:latin typeface="+mn-lt"/>
            </a:endParaRPr>
          </a:p>
          <a:p>
            <a:pPr defTabSz="1826972" fontAlgn="base">
              <a:spcBef>
                <a:spcPct val="0"/>
              </a:spcBef>
              <a:spcAft>
                <a:spcPts val="800"/>
              </a:spcAft>
            </a:pPr>
            <a:r>
              <a:rPr lang="en-US" sz="2000" dirty="0">
                <a:solidFill>
                  <a:schemeClr val="tx1"/>
                </a:solidFill>
                <a:latin typeface="+mn-lt"/>
              </a:rPr>
              <a:t>Enabling and augmenting new and better ways of working with master data assets.</a:t>
            </a:r>
          </a:p>
          <a:p>
            <a:endParaRPr lang="en-US" b="1" dirty="0">
              <a:latin typeface="+mn-lt"/>
            </a:endParaRPr>
          </a:p>
          <a:p>
            <a:endParaRPr lang="en-US" dirty="0">
              <a:latin typeface="+mn-lt"/>
            </a:endParaRPr>
          </a:p>
        </p:txBody>
      </p:sp>
      <p:sp>
        <p:nvSpPr>
          <p:cNvPr id="6" name="Text Placeholder 5">
            <a:extLst>
              <a:ext uri="{FF2B5EF4-FFF2-40B4-BE49-F238E27FC236}">
                <a16:creationId xmlns:a16="http://schemas.microsoft.com/office/drawing/2014/main" id="{085449EB-25F9-4BA9-3276-FBAB7BB408A9}"/>
              </a:ext>
            </a:extLst>
          </p:cNvPr>
          <p:cNvSpPr>
            <a:spLocks noGrp="1"/>
          </p:cNvSpPr>
          <p:nvPr>
            <p:ph type="body" sz="quarter" idx="15"/>
          </p:nvPr>
        </p:nvSpPr>
        <p:spPr/>
        <p:txBody>
          <a:bodyPr/>
          <a:lstStyle/>
          <a:p>
            <a:r>
              <a:rPr lang="en-US" sz="4000" dirty="0">
                <a:latin typeface="+mn-lt"/>
                <a:ea typeface="IBM Plex Sans" charset="0"/>
                <a:cs typeface="IBM Plex Sans" charset="0"/>
              </a:rPr>
              <a:t>Modernizing </a:t>
            </a:r>
            <a:br>
              <a:rPr lang="en-US" sz="4000" dirty="0">
                <a:latin typeface="+mn-lt"/>
                <a:ea typeface="IBM Plex Sans" charset="0"/>
                <a:cs typeface="IBM Plex Sans" charset="0"/>
              </a:rPr>
            </a:br>
            <a:r>
              <a:rPr lang="en-US" sz="4000" dirty="0">
                <a:latin typeface="+mn-lt"/>
                <a:ea typeface="IBM Plex Sans" charset="0"/>
                <a:cs typeface="IBM Plex Sans" charset="0"/>
              </a:rPr>
              <a:t>MDM Applications</a:t>
            </a:r>
          </a:p>
          <a:p>
            <a:endParaRPr lang="en-US" sz="4000" dirty="0">
              <a:latin typeface="+mn-lt"/>
            </a:endParaRPr>
          </a:p>
        </p:txBody>
      </p:sp>
      <p:sp>
        <p:nvSpPr>
          <p:cNvPr id="7" name="Text Placeholder 6">
            <a:extLst>
              <a:ext uri="{FF2B5EF4-FFF2-40B4-BE49-F238E27FC236}">
                <a16:creationId xmlns:a16="http://schemas.microsoft.com/office/drawing/2014/main" id="{D2F62E21-0E9C-9B5B-8FE8-CC150D8E165C}"/>
              </a:ext>
            </a:extLst>
          </p:cNvPr>
          <p:cNvSpPr>
            <a:spLocks noGrp="1"/>
          </p:cNvSpPr>
          <p:nvPr>
            <p:ph type="body" sz="quarter" idx="16"/>
          </p:nvPr>
        </p:nvSpPr>
        <p:spPr/>
        <p:txBody>
          <a:bodyPr/>
          <a:lstStyle/>
          <a:p>
            <a:r>
              <a:rPr lang="en-US" sz="4000" dirty="0">
                <a:latin typeface="+mn-lt"/>
                <a:ea typeface="IBM Plex Sans" charset="0"/>
                <a:cs typeface="IBM Plex Sans" charset="0"/>
              </a:rPr>
              <a:t>Maintaining Existing </a:t>
            </a:r>
            <a:br>
              <a:rPr lang="en-US" sz="4000" dirty="0">
                <a:latin typeface="+mn-lt"/>
                <a:ea typeface="IBM Plex Sans" charset="0"/>
                <a:cs typeface="IBM Plex Sans" charset="0"/>
              </a:rPr>
            </a:br>
            <a:r>
              <a:rPr lang="en-US" sz="4000" dirty="0">
                <a:latin typeface="+mn-lt"/>
                <a:ea typeface="IBM Plex Sans" charset="0"/>
                <a:cs typeface="IBM Plex Sans" charset="0"/>
              </a:rPr>
              <a:t>MDM Applications</a:t>
            </a:r>
          </a:p>
          <a:p>
            <a:endParaRPr lang="en-US" sz="4000" dirty="0">
              <a:latin typeface="+mn-lt"/>
            </a:endParaRPr>
          </a:p>
        </p:txBody>
      </p:sp>
      <p:sp>
        <p:nvSpPr>
          <p:cNvPr id="8" name="Text Placeholder 7">
            <a:extLst>
              <a:ext uri="{FF2B5EF4-FFF2-40B4-BE49-F238E27FC236}">
                <a16:creationId xmlns:a16="http://schemas.microsoft.com/office/drawing/2014/main" id="{8ABB31B5-1B1D-02A9-3357-A6FA5084D59B}"/>
              </a:ext>
            </a:extLst>
          </p:cNvPr>
          <p:cNvSpPr>
            <a:spLocks noGrp="1"/>
          </p:cNvSpPr>
          <p:nvPr>
            <p:ph type="body" sz="quarter" idx="17"/>
          </p:nvPr>
        </p:nvSpPr>
        <p:spPr/>
        <p:txBody>
          <a:bodyPr/>
          <a:lstStyle/>
          <a:p>
            <a:r>
              <a:rPr lang="en-US" sz="4000" dirty="0">
                <a:latin typeface="+mn-lt"/>
                <a:ea typeface="IBM Plex Sans" charset="0"/>
                <a:cs typeface="IBM Plex Sans" charset="0"/>
              </a:rPr>
              <a:t>Increasing </a:t>
            </a:r>
            <a:br>
              <a:rPr lang="en-US" sz="4000" dirty="0">
                <a:latin typeface="+mn-lt"/>
                <a:ea typeface="IBM Plex Sans" charset="0"/>
                <a:cs typeface="IBM Plex Sans" charset="0"/>
              </a:rPr>
            </a:br>
            <a:r>
              <a:rPr lang="en-US" sz="4000" dirty="0">
                <a:latin typeface="+mn-lt"/>
                <a:ea typeface="IBM Plex Sans" charset="0"/>
                <a:cs typeface="IBM Plex Sans" charset="0"/>
              </a:rPr>
              <a:t>Return on </a:t>
            </a:r>
            <a:br>
              <a:rPr lang="en-US" sz="4000" dirty="0">
                <a:latin typeface="+mn-lt"/>
                <a:ea typeface="IBM Plex Sans" charset="0"/>
                <a:cs typeface="IBM Plex Sans" charset="0"/>
              </a:rPr>
            </a:br>
            <a:r>
              <a:rPr lang="en-US" sz="4000" dirty="0">
                <a:latin typeface="+mn-lt"/>
                <a:ea typeface="IBM Plex Sans" charset="0"/>
                <a:cs typeface="IBM Plex Sans" charset="0"/>
              </a:rPr>
              <a:t>MDM Investments</a:t>
            </a:r>
          </a:p>
          <a:p>
            <a:endParaRPr lang="en-US" sz="4000" dirty="0">
              <a:latin typeface="+mn-lt"/>
            </a:endParaRPr>
          </a:p>
        </p:txBody>
      </p:sp>
      <p:sp>
        <p:nvSpPr>
          <p:cNvPr id="9" name="Slide Number Placeholder 8">
            <a:extLst>
              <a:ext uri="{FF2B5EF4-FFF2-40B4-BE49-F238E27FC236}">
                <a16:creationId xmlns:a16="http://schemas.microsoft.com/office/drawing/2014/main" id="{A7AC4F98-0F88-D161-E97A-56B401377921}"/>
              </a:ext>
            </a:extLst>
          </p:cNvPr>
          <p:cNvSpPr>
            <a:spLocks noGrp="1"/>
          </p:cNvSpPr>
          <p:nvPr>
            <p:ph type="sldNum" sz="quarter" idx="4"/>
          </p:nvPr>
        </p:nvSpPr>
        <p:spPr/>
        <p:txBody>
          <a:bodyPr/>
          <a:lstStyle/>
          <a:p>
            <a:fld id="{86CB4B4D-7CA3-9044-876B-883B54F8677D}" type="slidenum">
              <a:rPr lang="en-US" smtClean="0"/>
              <a:pPr/>
              <a:t>3</a:t>
            </a:fld>
            <a:endParaRPr lang="en-US" dirty="0"/>
          </a:p>
        </p:txBody>
      </p:sp>
      <p:sp>
        <p:nvSpPr>
          <p:cNvPr id="13" name="Rectangle 12">
            <a:extLst>
              <a:ext uri="{FF2B5EF4-FFF2-40B4-BE49-F238E27FC236}">
                <a16:creationId xmlns:a16="http://schemas.microsoft.com/office/drawing/2014/main" id="{CD217511-9AA8-F0CC-E307-00CEB4F72E2F}"/>
              </a:ext>
            </a:extLst>
          </p:cNvPr>
          <p:cNvSpPr/>
          <p:nvPr/>
        </p:nvSpPr>
        <p:spPr bwMode="auto">
          <a:xfrm>
            <a:off x="12763500" y="7255566"/>
            <a:ext cx="4953000" cy="2286000"/>
          </a:xfrm>
          <a:prstGeom prst="rect">
            <a:avLst/>
          </a:prstGeom>
          <a:solidFill>
            <a:srgbClr val="BAE6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4" name="Rectangle 13">
            <a:extLst>
              <a:ext uri="{FF2B5EF4-FFF2-40B4-BE49-F238E27FC236}">
                <a16:creationId xmlns:a16="http://schemas.microsoft.com/office/drawing/2014/main" id="{DEDA1921-CF7E-3BC9-67DA-979CF3E1D5C2}"/>
              </a:ext>
            </a:extLst>
          </p:cNvPr>
          <p:cNvSpPr/>
          <p:nvPr/>
        </p:nvSpPr>
        <p:spPr bwMode="auto">
          <a:xfrm>
            <a:off x="18859500" y="7255566"/>
            <a:ext cx="4953000" cy="2286000"/>
          </a:xfrm>
          <a:prstGeom prst="rect">
            <a:avLst/>
          </a:prstGeom>
          <a:solidFill>
            <a:srgbClr val="82CF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6" name="Text Placeholder 2">
            <a:extLst>
              <a:ext uri="{FF2B5EF4-FFF2-40B4-BE49-F238E27FC236}">
                <a16:creationId xmlns:a16="http://schemas.microsoft.com/office/drawing/2014/main" id="{13C01098-54A5-7FCB-8202-5DD5629CE230}"/>
              </a:ext>
            </a:extLst>
          </p:cNvPr>
          <p:cNvSpPr txBox="1">
            <a:spLocks/>
          </p:cNvSpPr>
          <p:nvPr/>
        </p:nvSpPr>
        <p:spPr>
          <a:xfrm>
            <a:off x="6902450" y="7124700"/>
            <a:ext cx="4476750" cy="857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6972" fontAlgn="base">
              <a:lnSpc>
                <a:spcPct val="100000"/>
              </a:lnSpc>
              <a:spcBef>
                <a:spcPct val="0"/>
              </a:spcBef>
              <a:spcAft>
                <a:spcPts val="800"/>
              </a:spcAft>
            </a:pPr>
            <a:endParaRPr lang="en-US" b="1" kern="0" dirty="0">
              <a:latin typeface="+mn-lt"/>
            </a:endParaRPr>
          </a:p>
          <a:p>
            <a:pPr defTabSz="1826972" fontAlgn="base">
              <a:lnSpc>
                <a:spcPct val="100000"/>
              </a:lnSpc>
              <a:spcBef>
                <a:spcPct val="0"/>
              </a:spcBef>
              <a:spcAft>
                <a:spcPts val="800"/>
              </a:spcAft>
            </a:pPr>
            <a:r>
              <a:rPr lang="en-US" b="1" kern="0" dirty="0">
                <a:latin typeface="+mn-lt"/>
              </a:rPr>
              <a:t>Red Hat OpenShift Option</a:t>
            </a:r>
            <a:endParaRPr lang="en-US" kern="0" dirty="0">
              <a:latin typeface="+mn-lt"/>
            </a:endParaRPr>
          </a:p>
          <a:p>
            <a:pPr defTabSz="1826972" fontAlgn="base">
              <a:lnSpc>
                <a:spcPct val="100000"/>
              </a:lnSpc>
              <a:spcBef>
                <a:spcPct val="0"/>
              </a:spcBef>
              <a:spcAft>
                <a:spcPts val="800"/>
              </a:spcAft>
            </a:pPr>
            <a:r>
              <a:rPr lang="en-US" kern="0" dirty="0">
                <a:latin typeface="+mn-lt"/>
              </a:rPr>
              <a:t>Enhancing and making available additional containerized deployment options that provide scalability, flexibility, and manageability.</a:t>
            </a:r>
          </a:p>
          <a:p>
            <a:pPr marL="342900" indent="-342900" defTabSz="1826972" fontAlgn="base">
              <a:spcBef>
                <a:spcPct val="0"/>
              </a:spcBef>
              <a:spcAft>
                <a:spcPts val="800"/>
              </a:spcAft>
              <a:buFont typeface="Arial" panose="020B0604020202020204" pitchFamily="34" charset="0"/>
              <a:buChar char="•"/>
            </a:pPr>
            <a:endParaRPr lang="en-US" kern="0" dirty="0">
              <a:latin typeface="+mn-lt"/>
            </a:endParaRPr>
          </a:p>
          <a:p>
            <a:pPr defTabSz="1826972" fontAlgn="base">
              <a:spcBef>
                <a:spcPct val="0"/>
              </a:spcBef>
              <a:spcAft>
                <a:spcPts val="800"/>
              </a:spcAft>
            </a:pPr>
            <a:endParaRPr lang="en-US" kern="0" dirty="0">
              <a:latin typeface="+mn-lt"/>
            </a:endParaRPr>
          </a:p>
          <a:p>
            <a:endParaRPr lang="en-US" kern="0" dirty="0">
              <a:latin typeface="+mn-lt"/>
            </a:endParaRPr>
          </a:p>
        </p:txBody>
      </p:sp>
      <p:sp>
        <p:nvSpPr>
          <p:cNvPr id="17" name="Text Placeholder 2">
            <a:extLst>
              <a:ext uri="{FF2B5EF4-FFF2-40B4-BE49-F238E27FC236}">
                <a16:creationId xmlns:a16="http://schemas.microsoft.com/office/drawing/2014/main" id="{EBD03D60-B677-81EB-E200-3E11A494C933}"/>
              </a:ext>
            </a:extLst>
          </p:cNvPr>
          <p:cNvSpPr txBox="1">
            <a:spLocks/>
          </p:cNvSpPr>
          <p:nvPr/>
        </p:nvSpPr>
        <p:spPr>
          <a:xfrm>
            <a:off x="13003213" y="7124700"/>
            <a:ext cx="4476750" cy="26479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6972" fontAlgn="base">
              <a:lnSpc>
                <a:spcPct val="100000"/>
              </a:lnSpc>
              <a:spcBef>
                <a:spcPct val="0"/>
              </a:spcBef>
              <a:spcAft>
                <a:spcPts val="800"/>
              </a:spcAft>
            </a:pPr>
            <a:endParaRPr lang="en-US" b="1" kern="0" dirty="0">
              <a:latin typeface="+mn-lt"/>
            </a:endParaRPr>
          </a:p>
          <a:p>
            <a:pPr defTabSz="1826972" fontAlgn="base">
              <a:spcBef>
                <a:spcPct val="0"/>
              </a:spcBef>
              <a:spcAft>
                <a:spcPts val="800"/>
              </a:spcAft>
            </a:pPr>
            <a:r>
              <a:rPr lang="en-US" sz="2000" b="1" dirty="0">
                <a:solidFill>
                  <a:schemeClr val="tx1"/>
                </a:solidFill>
                <a:latin typeface="+mn-lt"/>
              </a:rPr>
              <a:t>Complete Stack Refresh &amp; </a:t>
            </a:r>
            <a:br>
              <a:rPr lang="en-US" sz="2000" b="1" dirty="0">
                <a:solidFill>
                  <a:schemeClr val="tx1"/>
                </a:solidFill>
                <a:latin typeface="+mn-lt"/>
              </a:rPr>
            </a:br>
            <a:r>
              <a:rPr lang="en-US" sz="2000" b="1" dirty="0">
                <a:solidFill>
                  <a:schemeClr val="tx1"/>
                </a:solidFill>
                <a:latin typeface="+mn-lt"/>
              </a:rPr>
              <a:t>Improved Support</a:t>
            </a:r>
          </a:p>
          <a:p>
            <a:pPr defTabSz="1826972" fontAlgn="base">
              <a:spcBef>
                <a:spcPct val="0"/>
              </a:spcBef>
              <a:spcAft>
                <a:spcPts val="800"/>
              </a:spcAft>
            </a:pPr>
            <a:r>
              <a:rPr lang="en-US" sz="2000" dirty="0">
                <a:solidFill>
                  <a:schemeClr val="tx1"/>
                </a:solidFill>
                <a:latin typeface="+mn-lt"/>
              </a:rPr>
              <a:t>Improving the efficiency, security, and maintainability of the overall IBM MDM software ecosystem.</a:t>
            </a:r>
          </a:p>
          <a:p>
            <a:pPr marL="342900" indent="-342900" defTabSz="1826972" fontAlgn="base">
              <a:spcBef>
                <a:spcPct val="0"/>
              </a:spcBef>
              <a:spcAft>
                <a:spcPts val="800"/>
              </a:spcAft>
              <a:buFont typeface="Arial" panose="020B0604020202020204" pitchFamily="34" charset="0"/>
              <a:buChar char="•"/>
            </a:pPr>
            <a:endParaRPr lang="en-US" kern="0" dirty="0">
              <a:latin typeface="+mn-lt"/>
            </a:endParaRPr>
          </a:p>
          <a:p>
            <a:pPr defTabSz="1826972" fontAlgn="base">
              <a:spcBef>
                <a:spcPct val="0"/>
              </a:spcBef>
              <a:spcAft>
                <a:spcPts val="800"/>
              </a:spcAft>
            </a:pPr>
            <a:endParaRPr lang="en-US" kern="0" dirty="0">
              <a:latin typeface="+mn-lt"/>
            </a:endParaRPr>
          </a:p>
          <a:p>
            <a:endParaRPr lang="en-US" kern="0" dirty="0">
              <a:latin typeface="+mn-lt"/>
            </a:endParaRPr>
          </a:p>
        </p:txBody>
      </p:sp>
      <p:sp>
        <p:nvSpPr>
          <p:cNvPr id="18" name="Text Placeholder 2">
            <a:extLst>
              <a:ext uri="{FF2B5EF4-FFF2-40B4-BE49-F238E27FC236}">
                <a16:creationId xmlns:a16="http://schemas.microsoft.com/office/drawing/2014/main" id="{538DB776-BFB6-67F5-CF80-0CAE135AD126}"/>
              </a:ext>
            </a:extLst>
          </p:cNvPr>
          <p:cNvSpPr txBox="1">
            <a:spLocks/>
          </p:cNvSpPr>
          <p:nvPr/>
        </p:nvSpPr>
        <p:spPr>
          <a:xfrm>
            <a:off x="19097625" y="7141266"/>
            <a:ext cx="4476750" cy="26479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defTabSz="1826972" fontAlgn="base">
              <a:lnSpc>
                <a:spcPct val="100000"/>
              </a:lnSpc>
              <a:spcBef>
                <a:spcPct val="0"/>
              </a:spcBef>
              <a:spcAft>
                <a:spcPts val="800"/>
              </a:spcAft>
            </a:pPr>
            <a:endParaRPr lang="en-US" b="1" kern="0" dirty="0">
              <a:latin typeface="+mn-lt"/>
            </a:endParaRPr>
          </a:p>
          <a:p>
            <a:pPr defTabSz="1826972" fontAlgn="base">
              <a:spcBef>
                <a:spcPct val="0"/>
              </a:spcBef>
              <a:spcAft>
                <a:spcPts val="800"/>
              </a:spcAft>
            </a:pPr>
            <a:r>
              <a:rPr lang="en-US" sz="2000" b="1" dirty="0">
                <a:solidFill>
                  <a:schemeClr val="tx1"/>
                </a:solidFill>
                <a:latin typeface="+mn-lt"/>
              </a:rPr>
              <a:t>Better Ways of Working</a:t>
            </a:r>
            <a:endParaRPr lang="en-US" sz="2000" dirty="0">
              <a:solidFill>
                <a:schemeClr val="tx1"/>
              </a:solidFill>
              <a:latin typeface="+mn-lt"/>
            </a:endParaRPr>
          </a:p>
          <a:p>
            <a:pPr defTabSz="1826972" fontAlgn="base">
              <a:spcBef>
                <a:spcPct val="0"/>
              </a:spcBef>
              <a:spcAft>
                <a:spcPts val="800"/>
              </a:spcAft>
            </a:pPr>
            <a:r>
              <a:rPr lang="en-US" sz="2000" dirty="0">
                <a:solidFill>
                  <a:schemeClr val="tx1"/>
                </a:solidFill>
                <a:latin typeface="+mn-lt"/>
              </a:rPr>
              <a:t>Enabling and augmenting new and better ways of working with master data assets.</a:t>
            </a:r>
          </a:p>
          <a:p>
            <a:pPr marL="342900" indent="-342900" defTabSz="1826972" fontAlgn="base">
              <a:spcBef>
                <a:spcPct val="0"/>
              </a:spcBef>
              <a:spcAft>
                <a:spcPts val="800"/>
              </a:spcAft>
              <a:buFont typeface="Arial" panose="020B0604020202020204" pitchFamily="34" charset="0"/>
              <a:buChar char="•"/>
            </a:pPr>
            <a:endParaRPr lang="en-US" kern="0" dirty="0">
              <a:latin typeface="+mn-lt"/>
            </a:endParaRPr>
          </a:p>
          <a:p>
            <a:pPr defTabSz="1826972" fontAlgn="base">
              <a:spcBef>
                <a:spcPct val="0"/>
              </a:spcBef>
              <a:spcAft>
                <a:spcPts val="800"/>
              </a:spcAft>
            </a:pPr>
            <a:endParaRPr lang="en-US" kern="0" dirty="0">
              <a:latin typeface="+mn-lt"/>
            </a:endParaRPr>
          </a:p>
          <a:p>
            <a:endParaRPr lang="en-US" kern="0" dirty="0">
              <a:latin typeface="+mn-lt"/>
            </a:endParaRPr>
          </a:p>
        </p:txBody>
      </p:sp>
    </p:spTree>
    <p:extLst>
      <p:ext uri="{BB962C8B-B14F-4D97-AF65-F5344CB8AC3E}">
        <p14:creationId xmlns:p14="http://schemas.microsoft.com/office/powerpoint/2010/main" val="336415981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063C4E9-BAC6-D154-E3AD-5B14ABC647ED}"/>
              </a:ext>
            </a:extLst>
          </p:cNvPr>
          <p:cNvSpPr/>
          <p:nvPr/>
        </p:nvSpPr>
        <p:spPr bwMode="auto">
          <a:xfrm>
            <a:off x="12763500" y="0"/>
            <a:ext cx="11623675"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5" name="Slide Number Placeholder 4">
            <a:extLst>
              <a:ext uri="{FF2B5EF4-FFF2-40B4-BE49-F238E27FC236}">
                <a16:creationId xmlns:a16="http://schemas.microsoft.com/office/drawing/2014/main" id="{6F78318A-1599-A8B0-E194-2FDF9D9C1FC3}"/>
              </a:ext>
            </a:extLst>
          </p:cNvPr>
          <p:cNvSpPr>
            <a:spLocks noGrp="1"/>
          </p:cNvSpPr>
          <p:nvPr>
            <p:ph type="sldNum" sz="quarter" idx="4"/>
          </p:nvPr>
        </p:nvSpPr>
        <p:spPr/>
        <p:txBody>
          <a:bodyPr/>
          <a:lstStyle/>
          <a:p>
            <a:fld id="{86CB4B4D-7CA3-9044-876B-883B54F8677D}" type="slidenum">
              <a:rPr lang="en-US" smtClean="0"/>
              <a:pPr/>
              <a:t>4</a:t>
            </a:fld>
            <a:endParaRPr lang="en-US" dirty="0"/>
          </a:p>
        </p:txBody>
      </p:sp>
      <p:sp>
        <p:nvSpPr>
          <p:cNvPr id="7" name="Title 1">
            <a:extLst>
              <a:ext uri="{FF2B5EF4-FFF2-40B4-BE49-F238E27FC236}">
                <a16:creationId xmlns:a16="http://schemas.microsoft.com/office/drawing/2014/main" id="{5ABCC391-FA7C-44E6-1432-389918FFFFF4}"/>
              </a:ext>
            </a:extLst>
          </p:cNvPr>
          <p:cNvSpPr>
            <a:spLocks noGrp="1"/>
          </p:cNvSpPr>
          <p:nvPr>
            <p:ph type="title"/>
          </p:nvPr>
        </p:nvSpPr>
        <p:spPr>
          <a:xfrm>
            <a:off x="576072" y="384048"/>
            <a:ext cx="11963875" cy="3413126"/>
          </a:xfrm>
        </p:spPr>
        <p:txBody>
          <a:bodyPr/>
          <a:lstStyle/>
          <a:p>
            <a:pPr defTabSz="1826972" fontAlgn="base">
              <a:spcBef>
                <a:spcPct val="0"/>
              </a:spcBef>
              <a:spcAft>
                <a:spcPts val="800"/>
              </a:spcAft>
            </a:pPr>
            <a:r>
              <a:rPr lang="en-US" sz="6600" dirty="0">
                <a:latin typeface="+mn-lt"/>
                <a:ea typeface="IBM Plex Sans" charset="0"/>
                <a:cs typeface="IBM Plex Sans" charset="0"/>
              </a:rPr>
              <a:t>Modernizing MDM Applications</a:t>
            </a:r>
            <a:br>
              <a:rPr lang="en-US" sz="6600" b="1" dirty="0">
                <a:solidFill>
                  <a:schemeClr val="tx1"/>
                </a:solidFill>
                <a:latin typeface="+mn-lt"/>
              </a:rPr>
            </a:br>
            <a:r>
              <a:rPr lang="en-US" sz="4000" dirty="0">
                <a:solidFill>
                  <a:schemeClr val="tx1"/>
                </a:solidFill>
                <a:latin typeface="+mn-lt"/>
              </a:rPr>
              <a:t>with Red Hat OpenShift Option</a:t>
            </a:r>
            <a:br>
              <a:rPr lang="en-US" sz="44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5400" dirty="0">
                <a:solidFill>
                  <a:schemeClr val="tx1"/>
                </a:solidFill>
                <a:latin typeface="+mn-lt"/>
              </a:rPr>
            </a:br>
            <a:br>
              <a:rPr lang="en-US" sz="5400" dirty="0">
                <a:solidFill>
                  <a:schemeClr val="tx1"/>
                </a:solidFill>
                <a:latin typeface="+mn-lt"/>
              </a:rPr>
            </a:br>
            <a:endParaRPr lang="en-US" sz="6598" dirty="0">
              <a:solidFill>
                <a:schemeClr val="accent1"/>
              </a:solidFill>
            </a:endParaRPr>
          </a:p>
        </p:txBody>
      </p:sp>
      <p:sp>
        <p:nvSpPr>
          <p:cNvPr id="8" name="Title 1">
            <a:extLst>
              <a:ext uri="{FF2B5EF4-FFF2-40B4-BE49-F238E27FC236}">
                <a16:creationId xmlns:a16="http://schemas.microsoft.com/office/drawing/2014/main" id="{E4076176-AFF4-3C28-0AE2-8FF4E1D384D9}"/>
              </a:ext>
            </a:extLst>
          </p:cNvPr>
          <p:cNvSpPr txBox="1">
            <a:spLocks/>
          </p:cNvSpPr>
          <p:nvPr/>
        </p:nvSpPr>
        <p:spPr>
          <a:xfrm>
            <a:off x="13127745" y="613688"/>
            <a:ext cx="8888046" cy="33806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829242">
              <a:defRPr/>
            </a:pPr>
            <a:r>
              <a:rPr lang="en-US" sz="2400" b="1" dirty="0">
                <a:solidFill>
                  <a:srgbClr val="000000"/>
                </a:solidFill>
                <a:latin typeface="+mn-lt"/>
              </a:rPr>
              <a:t>Supporting hybrid usage and consumption patterns </a:t>
            </a:r>
          </a:p>
        </p:txBody>
      </p:sp>
      <p:sp>
        <p:nvSpPr>
          <p:cNvPr id="10" name="Rectangle 9">
            <a:extLst>
              <a:ext uri="{FF2B5EF4-FFF2-40B4-BE49-F238E27FC236}">
                <a16:creationId xmlns:a16="http://schemas.microsoft.com/office/drawing/2014/main" id="{E5F29828-B603-7F6D-DD5A-052E2349AB8A}"/>
              </a:ext>
            </a:extLst>
          </p:cNvPr>
          <p:cNvSpPr/>
          <p:nvPr/>
        </p:nvSpPr>
        <p:spPr bwMode="auto">
          <a:xfrm>
            <a:off x="13090457" y="1286643"/>
            <a:ext cx="3598158" cy="1201762"/>
          </a:xfrm>
          <a:prstGeom prst="rect">
            <a:avLst/>
          </a:prstGeom>
          <a:solidFill>
            <a:srgbClr val="E5F6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t" anchorCtr="0" compatLnSpc="1">
            <a:prstTxWarp prst="textNoShape">
              <a:avLst/>
            </a:prstTxWarp>
          </a:bodyPr>
          <a:lstStyle/>
          <a:p>
            <a:pPr defTabSz="1828800" fontAlgn="base">
              <a:lnSpc>
                <a:spcPct val="90000"/>
              </a:lnSpc>
              <a:spcBef>
                <a:spcPct val="0"/>
              </a:spcBef>
              <a:spcAft>
                <a:spcPct val="0"/>
              </a:spcAft>
            </a:pPr>
            <a:r>
              <a:rPr lang="en-US" sz="2000" b="1" dirty="0">
                <a:solidFill>
                  <a:schemeClr val="tx1"/>
                </a:solidFill>
              </a:rPr>
              <a:t>Traditional MDM (non-containerized)</a:t>
            </a:r>
          </a:p>
          <a:p>
            <a:pPr defTabSz="1828800" fontAlgn="base">
              <a:lnSpc>
                <a:spcPct val="90000"/>
              </a:lnSpc>
              <a:spcBef>
                <a:spcPct val="0"/>
              </a:spcBef>
              <a:spcAft>
                <a:spcPct val="0"/>
              </a:spcAft>
            </a:pPr>
            <a:r>
              <a:rPr lang="en-US" sz="2000" i="1" dirty="0">
                <a:solidFill>
                  <a:schemeClr val="tx1"/>
                </a:solidFill>
              </a:rPr>
              <a:t>Physical or virtual infrastructure</a:t>
            </a:r>
          </a:p>
        </p:txBody>
      </p:sp>
      <p:sp>
        <p:nvSpPr>
          <p:cNvPr id="11" name="TextBox 10">
            <a:extLst>
              <a:ext uri="{FF2B5EF4-FFF2-40B4-BE49-F238E27FC236}">
                <a16:creationId xmlns:a16="http://schemas.microsoft.com/office/drawing/2014/main" id="{4D4D45DC-A753-5868-4168-64C8625FEC7B}"/>
              </a:ext>
            </a:extLst>
          </p:cNvPr>
          <p:cNvSpPr txBox="1"/>
          <p:nvPr/>
        </p:nvSpPr>
        <p:spPr>
          <a:xfrm>
            <a:off x="13134334" y="2641809"/>
            <a:ext cx="3216600" cy="1631216"/>
          </a:xfrm>
          <a:prstGeom prst="rect">
            <a:avLst/>
          </a:prstGeom>
          <a:noFill/>
        </p:spPr>
        <p:txBody>
          <a:bodyPr wrap="square" rtlCol="0">
            <a:spAutoFit/>
          </a:bodyPr>
          <a:lstStyle/>
          <a:p>
            <a:r>
              <a:rPr lang="en-US" sz="2000" dirty="0">
                <a:ea typeface="IBM Plex Sans" charset="0"/>
                <a:cs typeface="IBM Plex Sans" charset="0"/>
              </a:rPr>
              <a:t>Traditional MDM (non-containerized) deployed </a:t>
            </a:r>
            <a:r>
              <a:rPr lang="en-US" sz="2000" b="1" dirty="0">
                <a:ea typeface="IBM Plex Sans" charset="0"/>
                <a:cs typeface="IBM Plex Sans" charset="0"/>
              </a:rPr>
              <a:t>on-premises or public cloud</a:t>
            </a:r>
            <a:r>
              <a:rPr lang="en-US" sz="2000" dirty="0">
                <a:ea typeface="IBM Plex Sans" charset="0"/>
                <a:cs typeface="IBM Plex Sans" charset="0"/>
              </a:rPr>
              <a:t>, on physical or virtual infrastructure</a:t>
            </a:r>
          </a:p>
        </p:txBody>
      </p:sp>
      <p:sp>
        <p:nvSpPr>
          <p:cNvPr id="12" name="TextBox 11">
            <a:extLst>
              <a:ext uri="{FF2B5EF4-FFF2-40B4-BE49-F238E27FC236}">
                <a16:creationId xmlns:a16="http://schemas.microsoft.com/office/drawing/2014/main" id="{CA1A7237-B271-B2F8-1496-88DCD51EB676}"/>
              </a:ext>
            </a:extLst>
          </p:cNvPr>
          <p:cNvSpPr txBox="1"/>
          <p:nvPr/>
        </p:nvSpPr>
        <p:spPr>
          <a:xfrm>
            <a:off x="11830050" y="209550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6" name="TextBox 15">
            <a:extLst>
              <a:ext uri="{FF2B5EF4-FFF2-40B4-BE49-F238E27FC236}">
                <a16:creationId xmlns:a16="http://schemas.microsoft.com/office/drawing/2014/main" id="{D62821E2-853A-B87A-5C84-FCE54126E8EE}"/>
              </a:ext>
            </a:extLst>
          </p:cNvPr>
          <p:cNvSpPr txBox="1"/>
          <p:nvPr/>
        </p:nvSpPr>
        <p:spPr>
          <a:xfrm>
            <a:off x="17882183" y="2539229"/>
            <a:ext cx="2928993" cy="707886"/>
          </a:xfrm>
          <a:prstGeom prst="rect">
            <a:avLst/>
          </a:prstGeom>
          <a:solidFill>
            <a:schemeClr val="bg1"/>
          </a:solidFill>
          <a:ln>
            <a:solidFill>
              <a:schemeClr val="accent1"/>
            </a:solidFill>
          </a:ln>
        </p:spPr>
        <p:txBody>
          <a:bodyPr wrap="square" rtlCol="0">
            <a:spAutoFit/>
          </a:bodyPr>
          <a:lstStyle/>
          <a:p>
            <a:r>
              <a:rPr lang="en-US" sz="2000" dirty="0">
                <a:ea typeface="IBM Plex Sans" charset="0"/>
                <a:cs typeface="IBM Plex Sans" charset="0"/>
              </a:rPr>
              <a:t>Red Hat OpenShift Service on AWS (ROSA</a:t>
            </a:r>
            <a:r>
              <a:rPr lang="en-US" sz="2000" baseline="30000" dirty="0">
                <a:ea typeface="IBM Plex Sans" charset="0"/>
                <a:cs typeface="IBM Plex Sans" charset="0"/>
              </a:rPr>
              <a:t>1</a:t>
            </a:r>
            <a:r>
              <a:rPr lang="en-US" sz="2000" dirty="0">
                <a:ea typeface="IBM Plex Sans" charset="0"/>
                <a:cs typeface="IBM Plex Sans" charset="0"/>
              </a:rPr>
              <a:t>)</a:t>
            </a:r>
          </a:p>
        </p:txBody>
      </p:sp>
      <p:sp>
        <p:nvSpPr>
          <p:cNvPr id="18" name="TextBox 17">
            <a:extLst>
              <a:ext uri="{FF2B5EF4-FFF2-40B4-BE49-F238E27FC236}">
                <a16:creationId xmlns:a16="http://schemas.microsoft.com/office/drawing/2014/main" id="{94C8935B-BE50-7CE3-BDDE-6E17284C59C4}"/>
              </a:ext>
            </a:extLst>
          </p:cNvPr>
          <p:cNvSpPr txBox="1"/>
          <p:nvPr/>
        </p:nvSpPr>
        <p:spPr>
          <a:xfrm>
            <a:off x="17882183" y="3368814"/>
            <a:ext cx="2928992" cy="707886"/>
          </a:xfrm>
          <a:prstGeom prst="rect">
            <a:avLst/>
          </a:prstGeom>
          <a:solidFill>
            <a:schemeClr val="bg1"/>
          </a:solidFill>
          <a:ln>
            <a:solidFill>
              <a:schemeClr val="accent1"/>
            </a:solidFill>
          </a:ln>
        </p:spPr>
        <p:txBody>
          <a:bodyPr wrap="square" rtlCol="0">
            <a:spAutoFit/>
          </a:bodyPr>
          <a:lstStyle/>
          <a:p>
            <a:r>
              <a:rPr lang="en-US" sz="2000" dirty="0">
                <a:ea typeface="IBM Plex Sans" charset="0"/>
                <a:cs typeface="IBM Plex Sans" charset="0"/>
              </a:rPr>
              <a:t>Azure Red Hat OpenShift (ARO</a:t>
            </a:r>
            <a:r>
              <a:rPr lang="en-US" sz="2000" baseline="30000" dirty="0">
                <a:ea typeface="IBM Plex Sans" charset="0"/>
                <a:cs typeface="IBM Plex Sans" charset="0"/>
              </a:rPr>
              <a:t>2</a:t>
            </a:r>
            <a:r>
              <a:rPr lang="en-US" sz="2000" dirty="0">
                <a:ea typeface="IBM Plex Sans" charset="0"/>
                <a:cs typeface="IBM Plex Sans" charset="0"/>
              </a:rPr>
              <a:t>)</a:t>
            </a:r>
          </a:p>
        </p:txBody>
      </p:sp>
      <p:sp>
        <p:nvSpPr>
          <p:cNvPr id="20" name="TextBox 19">
            <a:extLst>
              <a:ext uri="{FF2B5EF4-FFF2-40B4-BE49-F238E27FC236}">
                <a16:creationId xmlns:a16="http://schemas.microsoft.com/office/drawing/2014/main" id="{F00A52D5-E362-C667-2FD8-9203E99B535B}"/>
              </a:ext>
            </a:extLst>
          </p:cNvPr>
          <p:cNvSpPr txBox="1"/>
          <p:nvPr/>
        </p:nvSpPr>
        <p:spPr>
          <a:xfrm>
            <a:off x="17882182" y="4198399"/>
            <a:ext cx="2928991" cy="707886"/>
          </a:xfrm>
          <a:prstGeom prst="rect">
            <a:avLst/>
          </a:prstGeom>
          <a:solidFill>
            <a:schemeClr val="bg1"/>
          </a:solidFill>
          <a:ln>
            <a:solidFill>
              <a:schemeClr val="accent1"/>
            </a:solidFill>
          </a:ln>
        </p:spPr>
        <p:txBody>
          <a:bodyPr wrap="square" rtlCol="0">
            <a:spAutoFit/>
          </a:bodyPr>
          <a:lstStyle/>
          <a:p>
            <a:r>
              <a:rPr lang="en-US" sz="2000" dirty="0">
                <a:ea typeface="IBM Plex Sans" charset="0"/>
                <a:cs typeface="IBM Plex Sans" charset="0"/>
              </a:rPr>
              <a:t>Red Hat OpenShift on IBM Cloud (ROKS)</a:t>
            </a:r>
          </a:p>
        </p:txBody>
      </p:sp>
      <p:sp>
        <p:nvSpPr>
          <p:cNvPr id="22" name="TextBox 21">
            <a:extLst>
              <a:ext uri="{FF2B5EF4-FFF2-40B4-BE49-F238E27FC236}">
                <a16:creationId xmlns:a16="http://schemas.microsoft.com/office/drawing/2014/main" id="{11982267-A676-E537-5046-D530882EC2AC}"/>
              </a:ext>
            </a:extLst>
          </p:cNvPr>
          <p:cNvSpPr txBox="1"/>
          <p:nvPr/>
        </p:nvSpPr>
        <p:spPr>
          <a:xfrm>
            <a:off x="20947022" y="2610172"/>
            <a:ext cx="3216600" cy="1015663"/>
          </a:xfrm>
          <a:prstGeom prst="rect">
            <a:avLst/>
          </a:prstGeom>
          <a:noFill/>
        </p:spPr>
        <p:txBody>
          <a:bodyPr wrap="square" rtlCol="0">
            <a:spAutoFit/>
          </a:bodyPr>
          <a:lstStyle/>
          <a:p>
            <a:r>
              <a:rPr lang="en-US" sz="2000" dirty="0">
                <a:ea typeface="IBM Plex Sans" charset="0"/>
                <a:cs typeface="IBM Plex Sans" charset="0"/>
              </a:rPr>
              <a:t>On </a:t>
            </a:r>
            <a:r>
              <a:rPr lang="en-US" sz="2000" b="1" dirty="0">
                <a:ea typeface="IBM Plex Sans" charset="0"/>
                <a:cs typeface="IBM Plex Sans" charset="0"/>
              </a:rPr>
              <a:t>public cloud  or on-premises</a:t>
            </a:r>
            <a:r>
              <a:rPr lang="en-US" sz="2000" dirty="0">
                <a:ea typeface="IBM Plex Sans" charset="0"/>
                <a:cs typeface="IBM Plex Sans" charset="0"/>
              </a:rPr>
              <a:t>, on physical or virtual infrastructure</a:t>
            </a:r>
          </a:p>
        </p:txBody>
      </p:sp>
      <p:sp>
        <p:nvSpPr>
          <p:cNvPr id="23" name="TextBox 22">
            <a:extLst>
              <a:ext uri="{FF2B5EF4-FFF2-40B4-BE49-F238E27FC236}">
                <a16:creationId xmlns:a16="http://schemas.microsoft.com/office/drawing/2014/main" id="{7A4809EF-EF63-FF99-87F0-5875BB4BCD37}"/>
              </a:ext>
            </a:extLst>
          </p:cNvPr>
          <p:cNvSpPr txBox="1"/>
          <p:nvPr/>
        </p:nvSpPr>
        <p:spPr>
          <a:xfrm>
            <a:off x="12814073" y="16264612"/>
            <a:ext cx="7410996" cy="738664"/>
          </a:xfrm>
          <a:prstGeom prst="rect">
            <a:avLst/>
          </a:prstGeom>
          <a:noFill/>
        </p:spPr>
        <p:txBody>
          <a:bodyPr wrap="square" rtlCol="0">
            <a:spAutoFit/>
          </a:bodyPr>
          <a:lstStyle/>
          <a:p>
            <a:pPr algn="r"/>
            <a:r>
              <a:rPr lang="en-US" sz="2100" baseline="30000" dirty="0">
                <a:latin typeface="IBM Plex Sans" charset="0"/>
                <a:ea typeface="IBM Plex Sans" charset="0"/>
                <a:cs typeface="IBM Plex Sans" charset="0"/>
              </a:rPr>
              <a:t>1</a:t>
            </a:r>
            <a:r>
              <a:rPr lang="en-US" sz="2100" dirty="0">
                <a:latin typeface="IBM Plex Sans" charset="0"/>
                <a:ea typeface="IBM Plex Sans" charset="0"/>
                <a:cs typeface="IBM Plex Sans" charset="0"/>
              </a:rPr>
              <a:t> Product roadmap targeting Q2 2023</a:t>
            </a:r>
          </a:p>
          <a:p>
            <a:pPr algn="r"/>
            <a:r>
              <a:rPr lang="en-US" sz="2100" baseline="30000" dirty="0">
                <a:latin typeface="IBM Plex Sans" charset="0"/>
                <a:ea typeface="IBM Plex Sans" charset="0"/>
                <a:cs typeface="IBM Plex Sans" charset="0"/>
              </a:rPr>
              <a:t>2 </a:t>
            </a:r>
            <a:r>
              <a:rPr lang="en-US" sz="2100" dirty="0">
                <a:latin typeface="IBM Plex Sans" charset="0"/>
                <a:ea typeface="IBM Plex Sans" charset="0"/>
                <a:cs typeface="IBM Plex Sans" charset="0"/>
              </a:rPr>
              <a:t>Product roadmap targeting Q3 2023 </a:t>
            </a:r>
          </a:p>
        </p:txBody>
      </p:sp>
      <p:sp>
        <p:nvSpPr>
          <p:cNvPr id="24" name="Rectangle 23">
            <a:extLst>
              <a:ext uri="{FF2B5EF4-FFF2-40B4-BE49-F238E27FC236}">
                <a16:creationId xmlns:a16="http://schemas.microsoft.com/office/drawing/2014/main" id="{AFF2AAC8-3854-2F40-D768-CAAB9EBC35E3}"/>
              </a:ext>
            </a:extLst>
          </p:cNvPr>
          <p:cNvSpPr/>
          <p:nvPr/>
        </p:nvSpPr>
        <p:spPr bwMode="auto">
          <a:xfrm>
            <a:off x="17536054" y="1293788"/>
            <a:ext cx="3275119" cy="1201762"/>
          </a:xfrm>
          <a:prstGeom prst="rect">
            <a:avLst/>
          </a:prstGeom>
          <a:solidFill>
            <a:srgbClr val="EDF5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t" anchorCtr="0" compatLnSpc="1">
            <a:prstTxWarp prst="textNoShape">
              <a:avLst/>
            </a:prstTxWarp>
          </a:bodyPr>
          <a:lstStyle/>
          <a:p>
            <a:pPr defTabSz="1828800" fontAlgn="base">
              <a:lnSpc>
                <a:spcPct val="90000"/>
              </a:lnSpc>
              <a:spcBef>
                <a:spcPct val="0"/>
              </a:spcBef>
              <a:spcAft>
                <a:spcPct val="0"/>
              </a:spcAft>
            </a:pPr>
            <a:r>
              <a:rPr lang="en-US" sz="2000" b="1" u="sng" dirty="0">
                <a:solidFill>
                  <a:schemeClr val="tx1"/>
                </a:solidFill>
              </a:rPr>
              <a:t>Managed</a:t>
            </a:r>
            <a:r>
              <a:rPr lang="en-US" sz="2000" b="1" dirty="0">
                <a:solidFill>
                  <a:schemeClr val="tx1"/>
                </a:solidFill>
              </a:rPr>
              <a:t> Red Hat OpenShift</a:t>
            </a:r>
          </a:p>
          <a:p>
            <a:pPr defTabSz="1828800" fontAlgn="base">
              <a:lnSpc>
                <a:spcPct val="90000"/>
              </a:lnSpc>
              <a:spcBef>
                <a:spcPct val="0"/>
              </a:spcBef>
              <a:spcAft>
                <a:spcPct val="0"/>
              </a:spcAft>
            </a:pPr>
            <a:r>
              <a:rPr lang="en-US" sz="2000" i="1" dirty="0">
                <a:solidFill>
                  <a:schemeClr val="tx1"/>
                </a:solidFill>
              </a:rPr>
              <a:t>Cloud managed, start quickly</a:t>
            </a:r>
          </a:p>
        </p:txBody>
      </p:sp>
      <p:sp>
        <p:nvSpPr>
          <p:cNvPr id="25" name="Rectangle 24">
            <a:extLst>
              <a:ext uri="{FF2B5EF4-FFF2-40B4-BE49-F238E27FC236}">
                <a16:creationId xmlns:a16="http://schemas.microsoft.com/office/drawing/2014/main" id="{4D19CD51-F5E4-8B22-944C-1801CC3FB38E}"/>
              </a:ext>
            </a:extLst>
          </p:cNvPr>
          <p:cNvSpPr/>
          <p:nvPr/>
        </p:nvSpPr>
        <p:spPr bwMode="auto">
          <a:xfrm>
            <a:off x="20903996" y="1293788"/>
            <a:ext cx="3275119" cy="1201762"/>
          </a:xfrm>
          <a:prstGeom prst="rect">
            <a:avLst/>
          </a:prstGeom>
          <a:solidFill>
            <a:srgbClr val="EDF5FF"/>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72000" tIns="72000" rIns="72000" bIns="72000" numCol="1" rtlCol="0" anchor="t" anchorCtr="0" compatLnSpc="1">
            <a:prstTxWarp prst="textNoShape">
              <a:avLst/>
            </a:prstTxWarp>
          </a:bodyPr>
          <a:lstStyle/>
          <a:p>
            <a:pPr defTabSz="1828800" fontAlgn="base">
              <a:lnSpc>
                <a:spcPct val="90000"/>
              </a:lnSpc>
              <a:spcBef>
                <a:spcPct val="0"/>
              </a:spcBef>
              <a:spcAft>
                <a:spcPct val="0"/>
              </a:spcAft>
            </a:pPr>
            <a:r>
              <a:rPr lang="en-US" sz="2000" b="1" dirty="0">
                <a:solidFill>
                  <a:schemeClr val="tx1"/>
                </a:solidFill>
              </a:rPr>
              <a:t>Red Hat OpenShift</a:t>
            </a:r>
          </a:p>
          <a:p>
            <a:pPr defTabSz="1828800" fontAlgn="base">
              <a:lnSpc>
                <a:spcPct val="90000"/>
              </a:lnSpc>
              <a:spcBef>
                <a:spcPct val="0"/>
              </a:spcBef>
              <a:spcAft>
                <a:spcPct val="0"/>
              </a:spcAft>
            </a:pPr>
            <a:r>
              <a:rPr lang="en-US" sz="2000" i="1" u="sng" dirty="0">
                <a:solidFill>
                  <a:schemeClr val="tx1"/>
                </a:solidFill>
              </a:rPr>
              <a:t>Customer managed</a:t>
            </a:r>
            <a:r>
              <a:rPr lang="en-US" sz="2000" i="1" dirty="0">
                <a:solidFill>
                  <a:schemeClr val="tx1"/>
                </a:solidFill>
              </a:rPr>
              <a:t>, maximum flexibility</a:t>
            </a:r>
          </a:p>
        </p:txBody>
      </p:sp>
      <p:cxnSp>
        <p:nvCxnSpPr>
          <p:cNvPr id="28" name="Straight Connector 27">
            <a:extLst>
              <a:ext uri="{FF2B5EF4-FFF2-40B4-BE49-F238E27FC236}">
                <a16:creationId xmlns:a16="http://schemas.microsoft.com/office/drawing/2014/main" id="{44679672-F5BE-2837-6B24-E4113C34FEBE}"/>
              </a:ext>
            </a:extLst>
          </p:cNvPr>
          <p:cNvCxnSpPr>
            <a:cxnSpLocks/>
          </p:cNvCxnSpPr>
          <p:nvPr/>
        </p:nvCxnSpPr>
        <p:spPr bwMode="auto">
          <a:xfrm>
            <a:off x="17537836" y="2458366"/>
            <a:ext cx="0" cy="2064491"/>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9BF9AAB-48D3-0739-97AA-608323C584B2}"/>
              </a:ext>
            </a:extLst>
          </p:cNvPr>
          <p:cNvCxnSpPr>
            <a:cxnSpLocks/>
          </p:cNvCxnSpPr>
          <p:nvPr/>
        </p:nvCxnSpPr>
        <p:spPr bwMode="auto">
          <a:xfrm flipH="1">
            <a:off x="17537836" y="2877466"/>
            <a:ext cx="3429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4345EA5-5D4C-E0E0-4835-78F9135DA529}"/>
              </a:ext>
            </a:extLst>
          </p:cNvPr>
          <p:cNvCxnSpPr>
            <a:cxnSpLocks/>
          </p:cNvCxnSpPr>
          <p:nvPr/>
        </p:nvCxnSpPr>
        <p:spPr bwMode="auto">
          <a:xfrm flipH="1">
            <a:off x="17537836" y="3722757"/>
            <a:ext cx="3429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371B093-409A-45AD-46C9-DDC088F7EF4E}"/>
              </a:ext>
            </a:extLst>
          </p:cNvPr>
          <p:cNvCxnSpPr>
            <a:cxnSpLocks/>
          </p:cNvCxnSpPr>
          <p:nvPr/>
        </p:nvCxnSpPr>
        <p:spPr bwMode="auto">
          <a:xfrm flipH="1">
            <a:off x="17537836" y="4522857"/>
            <a:ext cx="342900"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C8F6BB5-17BB-5766-8610-D6651B4D13FD}"/>
              </a:ext>
            </a:extLst>
          </p:cNvPr>
          <p:cNvCxnSpPr/>
          <p:nvPr/>
        </p:nvCxnSpPr>
        <p:spPr bwMode="auto">
          <a:xfrm>
            <a:off x="16878300" y="1866900"/>
            <a:ext cx="438150" cy="0"/>
          </a:xfrm>
          <a:prstGeom prst="straightConnector1">
            <a:avLst/>
          </a:prstGeom>
          <a:ln w="38100">
            <a:solidFill>
              <a:schemeClr val="accent1"/>
            </a:solidFill>
            <a:headEnd type="triangle"/>
            <a:tailEnd type="triangle"/>
          </a:ln>
          <a:effectLst/>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C3B29EB-4FA3-E8C5-368C-1AA9B1A402C2}"/>
              </a:ext>
            </a:extLst>
          </p:cNvPr>
          <p:cNvCxnSpPr>
            <a:cxnSpLocks/>
          </p:cNvCxnSpPr>
          <p:nvPr/>
        </p:nvCxnSpPr>
        <p:spPr bwMode="auto">
          <a:xfrm flipH="1">
            <a:off x="13291262" y="5644666"/>
            <a:ext cx="1067363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1" name="Title 1">
            <a:extLst>
              <a:ext uri="{FF2B5EF4-FFF2-40B4-BE49-F238E27FC236}">
                <a16:creationId xmlns:a16="http://schemas.microsoft.com/office/drawing/2014/main" id="{3FAA276B-B6A7-420C-BC4F-896DCD70420B}"/>
              </a:ext>
            </a:extLst>
          </p:cNvPr>
          <p:cNvSpPr txBox="1">
            <a:spLocks/>
          </p:cNvSpPr>
          <p:nvPr/>
        </p:nvSpPr>
        <p:spPr>
          <a:xfrm>
            <a:off x="13144902" y="5971191"/>
            <a:ext cx="10115147" cy="33806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829242">
              <a:defRPr/>
            </a:pPr>
            <a:r>
              <a:rPr lang="en-US" sz="2400" b="1" dirty="0">
                <a:solidFill>
                  <a:schemeClr val="tx1"/>
                </a:solidFill>
                <a:latin typeface="+mn-lt"/>
              </a:rPr>
              <a:t>Improving SLAs, optimizing infrastructure use and lowering </a:t>
            </a:r>
            <a:r>
              <a:rPr lang="en-US" sz="2400" b="1" dirty="0">
                <a:solidFill>
                  <a:srgbClr val="000000"/>
                </a:solidFill>
                <a:latin typeface="+mn-lt"/>
              </a:rPr>
              <a:t>costs and ongoing expenses</a:t>
            </a:r>
          </a:p>
        </p:txBody>
      </p:sp>
      <p:sp>
        <p:nvSpPr>
          <p:cNvPr id="45" name="TextBox 44">
            <a:extLst>
              <a:ext uri="{FF2B5EF4-FFF2-40B4-BE49-F238E27FC236}">
                <a16:creationId xmlns:a16="http://schemas.microsoft.com/office/drawing/2014/main" id="{CA53508F-087F-AC50-1846-8B5E67C69772}"/>
              </a:ext>
            </a:extLst>
          </p:cNvPr>
          <p:cNvSpPr txBox="1"/>
          <p:nvPr/>
        </p:nvSpPr>
        <p:spPr>
          <a:xfrm>
            <a:off x="13216244" y="7153863"/>
            <a:ext cx="2390647" cy="948339"/>
          </a:xfrm>
          <a:prstGeom prst="rect">
            <a:avLst/>
          </a:prstGeom>
          <a:solidFill>
            <a:srgbClr val="E5F6FF"/>
          </a:solidFill>
          <a:ln w="12700">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kern="0" dirty="0">
                <a:solidFill>
                  <a:srgbClr val="000000"/>
                </a:solidFill>
                <a:ea typeface="+mj-ea"/>
                <a:cs typeface="+mj-cs"/>
                <a:sym typeface="IBM Plex Sans Light"/>
              </a:rPr>
              <a:t>Improving </a:t>
            </a:r>
            <a:r>
              <a:rPr lang="en-US" sz="2000" b="0" dirty="0">
                <a:solidFill>
                  <a:schemeClr val="tx1"/>
                </a:solidFill>
              </a:rPr>
              <a:t>Responsiveness and Downtime</a:t>
            </a:r>
          </a:p>
        </p:txBody>
      </p:sp>
      <p:sp>
        <p:nvSpPr>
          <p:cNvPr id="48" name="TextBox 47">
            <a:extLst>
              <a:ext uri="{FF2B5EF4-FFF2-40B4-BE49-F238E27FC236}">
                <a16:creationId xmlns:a16="http://schemas.microsoft.com/office/drawing/2014/main" id="{C9D63670-B6FB-A553-8666-1B3E502BEB0F}"/>
              </a:ext>
            </a:extLst>
          </p:cNvPr>
          <p:cNvSpPr txBox="1"/>
          <p:nvPr/>
        </p:nvSpPr>
        <p:spPr>
          <a:xfrm>
            <a:off x="15834140" y="7312998"/>
            <a:ext cx="7653158"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indent="-171450" algn="l">
              <a:buFont typeface="Arial" panose="020B0604020202020204" pitchFamily="34" charset="0"/>
              <a:buChar char="•"/>
            </a:pPr>
            <a:r>
              <a:rPr lang="en-US" sz="1600" b="0" dirty="0">
                <a:solidFill>
                  <a:schemeClr val="tx1"/>
                </a:solidFill>
              </a:rPr>
              <a:t>Improves response times of more than 80% of features</a:t>
            </a:r>
          </a:p>
          <a:p>
            <a:pPr marL="171450" indent="-171450" algn="l">
              <a:buFont typeface="Arial" panose="020B0604020202020204" pitchFamily="34" charset="0"/>
              <a:buChar char="•"/>
            </a:pPr>
            <a:r>
              <a:rPr lang="en-US" sz="1600" b="0" dirty="0">
                <a:solidFill>
                  <a:schemeClr val="tx1"/>
                </a:solidFill>
              </a:rPr>
              <a:t>Reduces downtime due to rolling updates and continuous delivery</a:t>
            </a:r>
            <a:endParaRPr lang="en-US" sz="1600" kern="0" dirty="0">
              <a:solidFill>
                <a:srgbClr val="000000"/>
              </a:solidFill>
              <a:ea typeface="+mj-ea"/>
              <a:cs typeface="+mj-cs"/>
              <a:sym typeface="IBM Plex Sans Light"/>
            </a:endParaRPr>
          </a:p>
        </p:txBody>
      </p:sp>
      <p:sp>
        <p:nvSpPr>
          <p:cNvPr id="49" name="TextBox 48">
            <a:extLst>
              <a:ext uri="{FF2B5EF4-FFF2-40B4-BE49-F238E27FC236}">
                <a16:creationId xmlns:a16="http://schemas.microsoft.com/office/drawing/2014/main" id="{3F67D22B-07B0-EAD6-4E85-078C02868F75}"/>
              </a:ext>
            </a:extLst>
          </p:cNvPr>
          <p:cNvSpPr txBox="1"/>
          <p:nvPr/>
        </p:nvSpPr>
        <p:spPr>
          <a:xfrm>
            <a:off x="13200932" y="8659968"/>
            <a:ext cx="2438999" cy="1390650"/>
          </a:xfrm>
          <a:prstGeom prst="rect">
            <a:avLst/>
          </a:prstGeom>
          <a:solidFill>
            <a:srgbClr val="E5F6FF"/>
          </a:solidFill>
          <a:ln w="12700">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2000" kern="0" dirty="0">
                <a:ea typeface="+mj-ea"/>
                <a:cs typeface="+mj-cs"/>
                <a:sym typeface="IBM Plex Sans Light"/>
              </a:rPr>
              <a:t>Optimizing infrastructure use</a:t>
            </a:r>
            <a:endParaRPr lang="en-US" sz="2000" b="0" dirty="0"/>
          </a:p>
          <a:p>
            <a:pPr algn="l" defTabSz="2438400">
              <a:spcBef>
                <a:spcPts val="2900"/>
              </a:spcBef>
              <a:buSzPct val="100000"/>
            </a:pPr>
            <a:endParaRPr lang="en-US" sz="2000" kern="0" dirty="0">
              <a:ea typeface="+mj-ea"/>
              <a:cs typeface="+mj-cs"/>
              <a:sym typeface="IBM Plex Sans Light"/>
            </a:endParaRPr>
          </a:p>
        </p:txBody>
      </p:sp>
      <p:sp>
        <p:nvSpPr>
          <p:cNvPr id="50" name="TextBox 49">
            <a:extLst>
              <a:ext uri="{FF2B5EF4-FFF2-40B4-BE49-F238E27FC236}">
                <a16:creationId xmlns:a16="http://schemas.microsoft.com/office/drawing/2014/main" id="{9F116802-EC1B-EAC5-0A24-74DEDC705ACC}"/>
              </a:ext>
            </a:extLst>
          </p:cNvPr>
          <p:cNvSpPr txBox="1"/>
          <p:nvPr/>
        </p:nvSpPr>
        <p:spPr>
          <a:xfrm>
            <a:off x="17604764" y="8648997"/>
            <a:ext cx="6887841"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indent="-171450" algn="l">
              <a:buFont typeface="Arial" panose="020B0604020202020204" pitchFamily="34" charset="0"/>
              <a:buChar char="•"/>
            </a:pPr>
            <a:r>
              <a:rPr lang="en-US" sz="1600" b="0" dirty="0">
                <a:solidFill>
                  <a:schemeClr val="tx1"/>
                </a:solidFill>
              </a:rPr>
              <a:t>Optimized CPU and memory</a:t>
            </a:r>
          </a:p>
          <a:p>
            <a:pPr marL="171450" indent="-171450" algn="l">
              <a:buFont typeface="Arial" panose="020B0604020202020204" pitchFamily="34" charset="0"/>
              <a:buChar char="•"/>
            </a:pPr>
            <a:r>
              <a:rPr lang="en-US" sz="1600" b="0" dirty="0">
                <a:solidFill>
                  <a:schemeClr val="tx1"/>
                </a:solidFill>
              </a:rPr>
              <a:t>Infrastructure sharing across applications for improved utilization</a:t>
            </a:r>
          </a:p>
          <a:p>
            <a:pPr marL="171450" indent="-171450" algn="l">
              <a:buFont typeface="Arial" panose="020B0604020202020204" pitchFamily="34" charset="0"/>
              <a:buChar char="•"/>
            </a:pPr>
            <a:r>
              <a:rPr lang="en-US" sz="1600" kern="0" dirty="0">
                <a:ea typeface="+mj-ea"/>
                <a:cs typeface="+mj-cs"/>
                <a:sym typeface="IBM Plex Sans Light"/>
              </a:rPr>
              <a:t>Dynamic scaling within cluster</a:t>
            </a:r>
            <a:endParaRPr lang="en-US" sz="1600" kern="0" dirty="0">
              <a:solidFill>
                <a:srgbClr val="000000"/>
              </a:solidFill>
              <a:ea typeface="+mj-ea"/>
              <a:cs typeface="+mj-cs"/>
              <a:sym typeface="IBM Plex Sans Light"/>
            </a:endParaRPr>
          </a:p>
        </p:txBody>
      </p:sp>
      <p:sp>
        <p:nvSpPr>
          <p:cNvPr id="52" name="Rectangle 51">
            <a:extLst>
              <a:ext uri="{FF2B5EF4-FFF2-40B4-BE49-F238E27FC236}">
                <a16:creationId xmlns:a16="http://schemas.microsoft.com/office/drawing/2014/main" id="{478FCFF3-F021-7B1B-23E0-70C4126A44DB}"/>
              </a:ext>
            </a:extLst>
          </p:cNvPr>
          <p:cNvSpPr/>
          <p:nvPr/>
        </p:nvSpPr>
        <p:spPr bwMode="auto">
          <a:xfrm>
            <a:off x="15852393" y="8664567"/>
            <a:ext cx="1390650" cy="701644"/>
          </a:xfrm>
          <a:prstGeom prst="rect">
            <a:avLst/>
          </a:prstGeom>
          <a:solidFill>
            <a:schemeClr val="bg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400" b="0" i="0" u="none" strike="noStrike" cap="none" normalizeH="0" baseline="0" dirty="0">
                <a:ln>
                  <a:noFill/>
                </a:ln>
                <a:solidFill>
                  <a:schemeClr val="tx1"/>
                </a:solidFill>
                <a:effectLst/>
                <a:latin typeface="+mn-lt"/>
              </a:rPr>
              <a:t>App layer</a:t>
            </a:r>
          </a:p>
        </p:txBody>
      </p:sp>
      <p:sp>
        <p:nvSpPr>
          <p:cNvPr id="53" name="Rectangle 52">
            <a:extLst>
              <a:ext uri="{FF2B5EF4-FFF2-40B4-BE49-F238E27FC236}">
                <a16:creationId xmlns:a16="http://schemas.microsoft.com/office/drawing/2014/main" id="{E62588C2-5191-9B5A-ED95-1F6005C00DE1}"/>
              </a:ext>
            </a:extLst>
          </p:cNvPr>
          <p:cNvSpPr/>
          <p:nvPr/>
        </p:nvSpPr>
        <p:spPr bwMode="auto">
          <a:xfrm>
            <a:off x="15863085" y="9630493"/>
            <a:ext cx="1390650" cy="400495"/>
          </a:xfrm>
          <a:prstGeom prst="rect">
            <a:avLst/>
          </a:prstGeom>
          <a:solidFill>
            <a:schemeClr val="bg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400" dirty="0">
                <a:solidFill>
                  <a:schemeClr val="tx1"/>
                </a:solidFill>
              </a:rPr>
              <a:t>Platform</a:t>
            </a:r>
            <a:r>
              <a:rPr kumimoji="0" lang="en-US" sz="1400" b="0" i="0" u="none" strike="noStrike" cap="none" normalizeH="0" baseline="0" dirty="0">
                <a:ln>
                  <a:noFill/>
                </a:ln>
                <a:solidFill>
                  <a:schemeClr val="tx1"/>
                </a:solidFill>
                <a:effectLst/>
                <a:latin typeface="+mn-lt"/>
              </a:rPr>
              <a:t> layer</a:t>
            </a:r>
          </a:p>
        </p:txBody>
      </p:sp>
      <p:sp>
        <p:nvSpPr>
          <p:cNvPr id="54" name="TextBox 53">
            <a:extLst>
              <a:ext uri="{FF2B5EF4-FFF2-40B4-BE49-F238E27FC236}">
                <a16:creationId xmlns:a16="http://schemas.microsoft.com/office/drawing/2014/main" id="{C378B17B-7589-0BD1-CD5B-ED23DED508B2}"/>
              </a:ext>
            </a:extLst>
          </p:cNvPr>
          <p:cNvSpPr txBox="1"/>
          <p:nvPr/>
        </p:nvSpPr>
        <p:spPr>
          <a:xfrm>
            <a:off x="17586510" y="9659327"/>
            <a:ext cx="6887841"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indent="-171450" algn="l">
              <a:buFont typeface="Arial" panose="020B0604020202020204" pitchFamily="34" charset="0"/>
              <a:buChar char="•"/>
            </a:pPr>
            <a:r>
              <a:rPr lang="en-US" sz="1600" b="0" dirty="0">
                <a:solidFill>
                  <a:schemeClr val="tx1"/>
                </a:solidFill>
              </a:rPr>
              <a:t>OpenShift enables consolidation to 22% fewer VMs</a:t>
            </a:r>
          </a:p>
        </p:txBody>
      </p:sp>
      <p:sp>
        <p:nvSpPr>
          <p:cNvPr id="55" name="TextBox 54">
            <a:extLst>
              <a:ext uri="{FF2B5EF4-FFF2-40B4-BE49-F238E27FC236}">
                <a16:creationId xmlns:a16="http://schemas.microsoft.com/office/drawing/2014/main" id="{6D5B1483-DA7F-3F23-4CD3-1654F091431F}"/>
              </a:ext>
            </a:extLst>
          </p:cNvPr>
          <p:cNvSpPr txBox="1"/>
          <p:nvPr/>
        </p:nvSpPr>
        <p:spPr>
          <a:xfrm>
            <a:off x="13216244" y="10650814"/>
            <a:ext cx="2438999" cy="2684186"/>
          </a:xfrm>
          <a:prstGeom prst="rect">
            <a:avLst/>
          </a:prstGeom>
          <a:solidFill>
            <a:srgbClr val="E5F6FF"/>
          </a:solidFill>
          <a:ln w="12700">
            <a:solidFill>
              <a:schemeClr val="accent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chor="t">
            <a:noAutofit/>
          </a:bodyPr>
          <a:lstStyle/>
          <a:p>
            <a:pPr defTabSz="2438400">
              <a:spcBef>
                <a:spcPts val="2900"/>
              </a:spcBef>
              <a:buSzPct val="100000"/>
            </a:pPr>
            <a:r>
              <a:rPr lang="en-US" sz="2000" kern="0" dirty="0">
                <a:solidFill>
                  <a:srgbClr val="000000"/>
                </a:solidFill>
                <a:ea typeface="+mj-ea"/>
                <a:cs typeface="+mj-cs"/>
                <a:sym typeface="IBM Plex Sans Light"/>
              </a:rPr>
              <a:t>Lowering costs and improving efficiency</a:t>
            </a:r>
            <a:br>
              <a:rPr lang="en-US" sz="2000" kern="0" dirty="0">
                <a:solidFill>
                  <a:srgbClr val="000000"/>
                </a:solidFill>
                <a:ea typeface="+mj-ea"/>
                <a:cs typeface="+mj-cs"/>
              </a:rPr>
            </a:br>
            <a:endParaRPr lang="en-US" sz="2000" b="0" kern="0" dirty="0">
              <a:solidFill>
                <a:schemeClr val="tx1"/>
              </a:solidFill>
            </a:endParaRPr>
          </a:p>
          <a:p>
            <a:pPr algn="l" defTabSz="2438400">
              <a:spcBef>
                <a:spcPts val="2900"/>
              </a:spcBef>
              <a:buSzPct val="100000"/>
            </a:pPr>
            <a:endParaRPr lang="en-US" sz="2000" kern="0" dirty="0">
              <a:solidFill>
                <a:srgbClr val="000000"/>
              </a:solidFill>
              <a:ea typeface="+mj-ea"/>
              <a:cs typeface="+mj-cs"/>
              <a:sym typeface="IBM Plex Sans Light"/>
            </a:endParaRPr>
          </a:p>
        </p:txBody>
      </p:sp>
      <p:sp>
        <p:nvSpPr>
          <p:cNvPr id="56" name="Rectangle 55">
            <a:extLst>
              <a:ext uri="{FF2B5EF4-FFF2-40B4-BE49-F238E27FC236}">
                <a16:creationId xmlns:a16="http://schemas.microsoft.com/office/drawing/2014/main" id="{2364A0F3-D9DE-D170-6241-C1E62DC01B5B}"/>
              </a:ext>
            </a:extLst>
          </p:cNvPr>
          <p:cNvSpPr/>
          <p:nvPr/>
        </p:nvSpPr>
        <p:spPr bwMode="auto">
          <a:xfrm>
            <a:off x="15863085" y="10673002"/>
            <a:ext cx="1390650" cy="632292"/>
          </a:xfrm>
          <a:prstGeom prst="rect">
            <a:avLst/>
          </a:prstGeom>
          <a:solidFill>
            <a:schemeClr val="bg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400" b="0" i="0" u="none" strike="noStrike" cap="none" normalizeH="0" baseline="0" dirty="0">
                <a:ln>
                  <a:noFill/>
                </a:ln>
                <a:solidFill>
                  <a:schemeClr val="tx1"/>
                </a:solidFill>
                <a:effectLst/>
                <a:latin typeface="+mn-lt"/>
              </a:rPr>
              <a:t>Application development</a:t>
            </a:r>
          </a:p>
        </p:txBody>
      </p:sp>
      <p:sp>
        <p:nvSpPr>
          <p:cNvPr id="57" name="Rectangle 56">
            <a:extLst>
              <a:ext uri="{FF2B5EF4-FFF2-40B4-BE49-F238E27FC236}">
                <a16:creationId xmlns:a16="http://schemas.microsoft.com/office/drawing/2014/main" id="{A6653F01-151D-8500-B08D-B85BBD7ED740}"/>
              </a:ext>
            </a:extLst>
          </p:cNvPr>
          <p:cNvSpPr/>
          <p:nvPr/>
        </p:nvSpPr>
        <p:spPr bwMode="auto">
          <a:xfrm>
            <a:off x="15863085" y="11613673"/>
            <a:ext cx="1390650" cy="414379"/>
          </a:xfrm>
          <a:prstGeom prst="rect">
            <a:avLst/>
          </a:prstGeom>
          <a:solidFill>
            <a:schemeClr val="bg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1400" b="0" i="0" u="none" strike="noStrike" cap="none" normalizeH="0" baseline="0" dirty="0">
                <a:ln>
                  <a:noFill/>
                </a:ln>
                <a:solidFill>
                  <a:schemeClr val="tx1"/>
                </a:solidFill>
                <a:effectLst/>
                <a:latin typeface="+mn-lt"/>
              </a:rPr>
              <a:t>IT Operations</a:t>
            </a:r>
          </a:p>
        </p:txBody>
      </p:sp>
      <p:sp>
        <p:nvSpPr>
          <p:cNvPr id="58" name="Rectangle 57">
            <a:extLst>
              <a:ext uri="{FF2B5EF4-FFF2-40B4-BE49-F238E27FC236}">
                <a16:creationId xmlns:a16="http://schemas.microsoft.com/office/drawing/2014/main" id="{5821BF7D-B40A-C68F-4254-1610FC517734}"/>
              </a:ext>
            </a:extLst>
          </p:cNvPr>
          <p:cNvSpPr/>
          <p:nvPr/>
        </p:nvSpPr>
        <p:spPr bwMode="auto">
          <a:xfrm>
            <a:off x="15868650" y="12336431"/>
            <a:ext cx="1390650" cy="998569"/>
          </a:xfrm>
          <a:prstGeom prst="rect">
            <a:avLst/>
          </a:prstGeom>
          <a:solidFill>
            <a:schemeClr val="bg1"/>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1400" dirty="0">
                <a:solidFill>
                  <a:schemeClr val="tx1"/>
                </a:solidFill>
              </a:rPr>
              <a:t>Managed Red Hat OpenShift Cloud Services </a:t>
            </a:r>
            <a:endParaRPr kumimoji="0" lang="en-US" sz="1400" b="0" i="0" u="none" strike="noStrike" cap="none" normalizeH="0" baseline="0" dirty="0">
              <a:ln>
                <a:noFill/>
              </a:ln>
              <a:solidFill>
                <a:schemeClr val="tx1"/>
              </a:solidFill>
              <a:effectLst/>
              <a:latin typeface="+mn-lt"/>
            </a:endParaRPr>
          </a:p>
        </p:txBody>
      </p:sp>
      <p:sp>
        <p:nvSpPr>
          <p:cNvPr id="59" name="TextBox 58">
            <a:extLst>
              <a:ext uri="{FF2B5EF4-FFF2-40B4-BE49-F238E27FC236}">
                <a16:creationId xmlns:a16="http://schemas.microsoft.com/office/drawing/2014/main" id="{CD6FC5E7-1F9A-35D3-B3C4-E07E02A76FC1}"/>
              </a:ext>
            </a:extLst>
          </p:cNvPr>
          <p:cNvSpPr txBox="1"/>
          <p:nvPr/>
        </p:nvSpPr>
        <p:spPr>
          <a:xfrm>
            <a:off x="17603255" y="10637402"/>
            <a:ext cx="6887841"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marR="0" lvl="0" indent="-171450" algn="l" defTabSz="96682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solidFill>
                  <a:schemeClr val="tx1"/>
                </a:solidFill>
              </a:rPr>
              <a:t>Container deployment automation for less dependency on IT Ops</a:t>
            </a:r>
          </a:p>
          <a:p>
            <a:pPr marL="171450" marR="0" lvl="0" indent="-171450" algn="l" defTabSz="966828"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dirty="0">
                <a:solidFill>
                  <a:schemeClr val="tx1"/>
                </a:solidFill>
              </a:rPr>
              <a:t>29% faster application development lifecycles</a:t>
            </a:r>
          </a:p>
          <a:p>
            <a:pPr marL="171450" indent="-171450" algn="l">
              <a:buFont typeface="Arial" panose="020B0604020202020204" pitchFamily="34" charset="0"/>
              <a:buChar char="•"/>
            </a:pPr>
            <a:r>
              <a:rPr lang="en-US" sz="1600" b="0" dirty="0">
                <a:solidFill>
                  <a:schemeClr val="tx1"/>
                </a:solidFill>
              </a:rPr>
              <a:t>Release almost 3X more new features </a:t>
            </a:r>
            <a:endParaRPr lang="en-US" sz="1600" b="0" dirty="0">
              <a:solidFill>
                <a:schemeClr val="accent6"/>
              </a:solidFill>
            </a:endParaRPr>
          </a:p>
        </p:txBody>
      </p:sp>
      <p:sp>
        <p:nvSpPr>
          <p:cNvPr id="60" name="TextBox 59">
            <a:extLst>
              <a:ext uri="{FF2B5EF4-FFF2-40B4-BE49-F238E27FC236}">
                <a16:creationId xmlns:a16="http://schemas.microsoft.com/office/drawing/2014/main" id="{78C95C54-EC95-3950-E2F3-096EAA0B5DB9}"/>
              </a:ext>
            </a:extLst>
          </p:cNvPr>
          <p:cNvSpPr txBox="1"/>
          <p:nvPr/>
        </p:nvSpPr>
        <p:spPr>
          <a:xfrm>
            <a:off x="17603255" y="11735902"/>
            <a:ext cx="6887841"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indent="-171450" algn="l">
              <a:buFont typeface="Arial" panose="020B0604020202020204" pitchFamily="34" charset="0"/>
              <a:buChar char="•"/>
            </a:pPr>
            <a:r>
              <a:rPr lang="en-US" sz="1600" dirty="0">
                <a:solidFill>
                  <a:schemeClr val="tx1"/>
                </a:solidFill>
              </a:rPr>
              <a:t>OpenShift enables IT infrastructure teams to be 21% more efficient</a:t>
            </a:r>
          </a:p>
        </p:txBody>
      </p:sp>
      <p:sp>
        <p:nvSpPr>
          <p:cNvPr id="61" name="TextBox 60">
            <a:extLst>
              <a:ext uri="{FF2B5EF4-FFF2-40B4-BE49-F238E27FC236}">
                <a16:creationId xmlns:a16="http://schemas.microsoft.com/office/drawing/2014/main" id="{FAD62690-989E-1421-7F14-FE0013C7472F}"/>
              </a:ext>
            </a:extLst>
          </p:cNvPr>
          <p:cNvSpPr txBox="1"/>
          <p:nvPr/>
        </p:nvSpPr>
        <p:spPr>
          <a:xfrm>
            <a:off x="17603254" y="12347190"/>
            <a:ext cx="6783921" cy="13906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marL="171450" indent="-171450" algn="l">
              <a:buFont typeface="Arial" panose="020B0604020202020204" pitchFamily="34" charset="0"/>
              <a:buChar char="•"/>
            </a:pPr>
            <a:r>
              <a:rPr lang="en-US" sz="1600" dirty="0">
                <a:solidFill>
                  <a:schemeClr val="tx1"/>
                </a:solidFill>
              </a:rPr>
              <a:t>Reduces average development time per application up to 70%</a:t>
            </a:r>
          </a:p>
          <a:p>
            <a:pPr marL="171450" indent="-171450" algn="l">
              <a:buFont typeface="Arial" panose="020B0604020202020204" pitchFamily="34" charset="0"/>
              <a:buChar char="•"/>
            </a:pPr>
            <a:r>
              <a:rPr lang="en-US" sz="1600" dirty="0">
                <a:solidFill>
                  <a:schemeClr val="tx1"/>
                </a:solidFill>
              </a:rPr>
              <a:t>Recoups 20% of developer time from elimination of previous infrastructure maintenance work</a:t>
            </a:r>
          </a:p>
          <a:p>
            <a:pPr marL="171450" indent="-171450" algn="l">
              <a:buFont typeface="Arial" panose="020B0604020202020204" pitchFamily="34" charset="0"/>
              <a:buChar char="•"/>
            </a:pPr>
            <a:r>
              <a:rPr lang="en-US" sz="1600" dirty="0">
                <a:solidFill>
                  <a:schemeClr val="tx1"/>
                </a:solidFill>
              </a:rPr>
              <a:t>Increases operational efficiency by up to 50%</a:t>
            </a:r>
          </a:p>
        </p:txBody>
      </p:sp>
      <p:sp>
        <p:nvSpPr>
          <p:cNvPr id="63" name="TextBox 62">
            <a:extLst>
              <a:ext uri="{FF2B5EF4-FFF2-40B4-BE49-F238E27FC236}">
                <a16:creationId xmlns:a16="http://schemas.microsoft.com/office/drawing/2014/main" id="{C6E7742B-0018-9BF7-13DA-70F7C9AC5D35}"/>
              </a:ext>
            </a:extLst>
          </p:cNvPr>
          <p:cNvSpPr txBox="1"/>
          <p:nvPr/>
        </p:nvSpPr>
        <p:spPr>
          <a:xfrm>
            <a:off x="16752626" y="5184220"/>
            <a:ext cx="7410996" cy="430887"/>
          </a:xfrm>
          <a:prstGeom prst="rect">
            <a:avLst/>
          </a:prstGeom>
          <a:noFill/>
        </p:spPr>
        <p:txBody>
          <a:bodyPr wrap="square" rtlCol="0">
            <a:spAutoFit/>
          </a:bodyPr>
          <a:lstStyle/>
          <a:p>
            <a:pPr algn="r"/>
            <a:r>
              <a:rPr lang="en-US" sz="1100" baseline="30000" dirty="0">
                <a:latin typeface="IBM Plex Sans" charset="0"/>
                <a:ea typeface="IBM Plex Sans" charset="0"/>
                <a:cs typeface="IBM Plex Sans" charset="0"/>
              </a:rPr>
              <a:t>1</a:t>
            </a:r>
            <a:r>
              <a:rPr lang="en-US" sz="1100" dirty="0">
                <a:latin typeface="IBM Plex Sans" charset="0"/>
                <a:ea typeface="IBM Plex Sans" charset="0"/>
                <a:cs typeface="IBM Plex Sans" charset="0"/>
              </a:rPr>
              <a:t> Product roadmap targeting Q2 2023</a:t>
            </a:r>
          </a:p>
          <a:p>
            <a:pPr algn="r"/>
            <a:r>
              <a:rPr lang="en-US" sz="1100" baseline="30000" dirty="0">
                <a:latin typeface="IBM Plex Sans" charset="0"/>
                <a:ea typeface="IBM Plex Sans" charset="0"/>
                <a:cs typeface="IBM Plex Sans" charset="0"/>
              </a:rPr>
              <a:t>2 </a:t>
            </a:r>
            <a:r>
              <a:rPr lang="en-US" sz="1100" dirty="0">
                <a:latin typeface="IBM Plex Sans" charset="0"/>
                <a:ea typeface="IBM Plex Sans" charset="0"/>
                <a:cs typeface="IBM Plex Sans" charset="0"/>
              </a:rPr>
              <a:t>Product roadmap targeting Q3 2023 </a:t>
            </a:r>
          </a:p>
        </p:txBody>
      </p:sp>
      <p:sp>
        <p:nvSpPr>
          <p:cNvPr id="14" name="Rectangle 13">
            <a:extLst>
              <a:ext uri="{FF2B5EF4-FFF2-40B4-BE49-F238E27FC236}">
                <a16:creationId xmlns:a16="http://schemas.microsoft.com/office/drawing/2014/main" id="{BFDE71B1-C1B3-21B4-97C1-55F3E254450D}"/>
              </a:ext>
            </a:extLst>
          </p:cNvPr>
          <p:cNvSpPr/>
          <p:nvPr/>
        </p:nvSpPr>
        <p:spPr bwMode="auto">
          <a:xfrm flipH="1">
            <a:off x="-537" y="-10840"/>
            <a:ext cx="101600" cy="2436647"/>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7" name="Title 1">
            <a:extLst>
              <a:ext uri="{FF2B5EF4-FFF2-40B4-BE49-F238E27FC236}">
                <a16:creationId xmlns:a16="http://schemas.microsoft.com/office/drawing/2014/main" id="{50682379-F34A-8354-3530-A04EDF6762C6}"/>
              </a:ext>
            </a:extLst>
          </p:cNvPr>
          <p:cNvSpPr txBox="1">
            <a:spLocks/>
          </p:cNvSpPr>
          <p:nvPr/>
        </p:nvSpPr>
        <p:spPr>
          <a:xfrm>
            <a:off x="580835" y="6217639"/>
            <a:ext cx="10115147" cy="33806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829242">
              <a:defRPr/>
            </a:pPr>
            <a:r>
              <a:rPr lang="en-US" sz="3600" b="1" dirty="0">
                <a:solidFill>
                  <a:schemeClr val="tx1"/>
                </a:solidFill>
                <a:latin typeface="+mn-lt"/>
              </a:rPr>
              <a:t>Key Roadmap Releases</a:t>
            </a:r>
            <a:endParaRPr lang="en-US" sz="4400" b="1" dirty="0">
              <a:solidFill>
                <a:schemeClr val="tx1"/>
              </a:solidFill>
              <a:latin typeface="+mn-lt"/>
            </a:endParaRPr>
          </a:p>
          <a:p>
            <a:pPr marL="457200" indent="-457200" defTabSz="1829242">
              <a:buFont typeface="Arial" panose="020B0604020202020204" pitchFamily="34" charset="0"/>
              <a:buChar char="•"/>
              <a:defRPr/>
            </a:pPr>
            <a:r>
              <a:rPr lang="en-US" sz="3200" dirty="0">
                <a:solidFill>
                  <a:schemeClr val="tx1"/>
                </a:solidFill>
                <a:latin typeface="+mn-lt"/>
              </a:rPr>
              <a:t>IBM </a:t>
            </a:r>
            <a:r>
              <a:rPr lang="en-US" sz="3200" dirty="0">
                <a:solidFill>
                  <a:srgbClr val="000000"/>
                </a:solidFill>
                <a:latin typeface="+mn-lt"/>
              </a:rPr>
              <a:t>Master Data Management Advanced Edition/Standard Edition (MDM AE/SE) AWS ROSA support in Q2 2023</a:t>
            </a:r>
          </a:p>
          <a:p>
            <a:pPr marL="457200" indent="-457200" defTabSz="1829242">
              <a:buFont typeface="Arial" panose="020B0604020202020204" pitchFamily="34" charset="0"/>
              <a:buChar char="•"/>
              <a:defRPr/>
            </a:pPr>
            <a:r>
              <a:rPr lang="en-CA" sz="3200" dirty="0">
                <a:solidFill>
                  <a:srgbClr val="000000"/>
                </a:solidFill>
                <a:latin typeface="+mn-lt"/>
              </a:rPr>
              <a:t>MDM SE Microsoft ARO support Q1 2024</a:t>
            </a:r>
          </a:p>
          <a:p>
            <a:pPr marL="457200" indent="-457200" defTabSz="1829242">
              <a:buFont typeface="Arial" panose="020B0604020202020204" pitchFamily="34" charset="0"/>
              <a:buChar char="•"/>
              <a:defRPr/>
            </a:pPr>
            <a:r>
              <a:rPr lang="en-CA" sz="3200" dirty="0">
                <a:solidFill>
                  <a:srgbClr val="000000"/>
                </a:solidFill>
                <a:latin typeface="+mn-lt"/>
              </a:rPr>
              <a:t>MDM AE Microsoft ARO support Q2 2024</a:t>
            </a:r>
            <a:br>
              <a:rPr lang="en-CA" sz="2400" dirty="0">
                <a:solidFill>
                  <a:srgbClr val="000000"/>
                </a:solidFill>
              </a:rPr>
            </a:br>
            <a:endParaRPr lang="en-US" sz="2400" b="1" dirty="0">
              <a:solidFill>
                <a:srgbClr val="000000"/>
              </a:solidFill>
              <a:latin typeface="+mn-lt"/>
            </a:endParaRPr>
          </a:p>
        </p:txBody>
      </p:sp>
    </p:spTree>
    <p:extLst>
      <p:ext uri="{BB962C8B-B14F-4D97-AF65-F5344CB8AC3E}">
        <p14:creationId xmlns:p14="http://schemas.microsoft.com/office/powerpoint/2010/main" val="65106458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85722A7-BCD0-0EF9-763D-FC94CCC491A5}"/>
              </a:ext>
            </a:extLst>
          </p:cNvPr>
          <p:cNvSpPr>
            <a:spLocks noGrp="1"/>
          </p:cNvSpPr>
          <p:nvPr>
            <p:ph type="sldNum" sz="quarter" idx="4"/>
          </p:nvPr>
        </p:nvSpPr>
        <p:spPr/>
        <p:txBody>
          <a:bodyPr/>
          <a:lstStyle/>
          <a:p>
            <a:fld id="{86CB4B4D-7CA3-9044-876B-883B54F8677D}" type="slidenum">
              <a:rPr lang="en-US" smtClean="0"/>
              <a:pPr/>
              <a:t>5</a:t>
            </a:fld>
            <a:endParaRPr lang="en-US" dirty="0"/>
          </a:p>
        </p:txBody>
      </p:sp>
      <p:sp>
        <p:nvSpPr>
          <p:cNvPr id="7" name="Title 1">
            <a:extLst>
              <a:ext uri="{FF2B5EF4-FFF2-40B4-BE49-F238E27FC236}">
                <a16:creationId xmlns:a16="http://schemas.microsoft.com/office/drawing/2014/main" id="{12449346-C8AA-AFC2-3340-56F2BE27B385}"/>
              </a:ext>
            </a:extLst>
          </p:cNvPr>
          <p:cNvSpPr txBox="1">
            <a:spLocks/>
          </p:cNvSpPr>
          <p:nvPr/>
        </p:nvSpPr>
        <p:spPr>
          <a:xfrm>
            <a:off x="638435" y="431832"/>
            <a:ext cx="11623675" cy="40096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1218956" rtl="0" eaLnBrk="1" latinLnBrk="0" hangingPunct="1">
              <a:lnSpc>
                <a:spcPct val="100000"/>
              </a:lnSpc>
              <a:spcBef>
                <a:spcPts val="0"/>
              </a:spcBef>
              <a:spcAft>
                <a:spcPts val="0"/>
              </a:spcAft>
              <a:buClrTx/>
              <a:buSzTx/>
              <a:buFontTx/>
              <a:buNone/>
              <a:tabLst/>
              <a:defRPr sz="3199" b="0" i="0" u="none" strike="noStrike" cap="none" spc="0" baseline="0">
                <a:solidFill>
                  <a:schemeClr val="tx2"/>
                </a:solidFill>
                <a:uFillTx/>
                <a:latin typeface="+mj-lt"/>
                <a:ea typeface="+mj-ea"/>
                <a:cs typeface="+mj-cs"/>
                <a:sym typeface="IBM Plex Sans Light"/>
              </a:defRPr>
            </a:lvl1pPr>
            <a:lvl2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2pPr>
            <a:lvl3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3pPr>
            <a:lvl4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4pPr>
            <a:lvl5pPr marL="0" marR="0" indent="0"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5pPr>
            <a:lvl6pPr marL="0" marR="0" indent="181248"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6pPr>
            <a:lvl7pPr marL="0" marR="0" indent="362497"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7pPr>
            <a:lvl8pPr marL="0" marR="0" indent="543744"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8pPr>
            <a:lvl9pPr marL="0" marR="0" indent="724993" algn="l" defTabSz="1218956" rtl="0" eaLnBrk="1" latinLnBrk="0" hangingPunct="1">
              <a:lnSpc>
                <a:spcPct val="90000"/>
              </a:lnSpc>
              <a:spcBef>
                <a:spcPts val="0"/>
              </a:spcBef>
              <a:spcAft>
                <a:spcPts val="0"/>
              </a:spcAft>
              <a:buClrTx/>
              <a:buSzTx/>
              <a:buFontTx/>
              <a:buNone/>
              <a:tabLst/>
              <a:defRPr sz="3199" b="0" i="0" u="none" strike="noStrike" cap="none" spc="0" baseline="0">
                <a:solidFill>
                  <a:srgbClr val="000000"/>
                </a:solidFill>
                <a:uFillTx/>
                <a:latin typeface="+mj-lt"/>
                <a:ea typeface="+mj-ea"/>
                <a:cs typeface="+mj-cs"/>
                <a:sym typeface="IBM Plex Sans Light"/>
              </a:defRPr>
            </a:lvl9pPr>
          </a:lstStyle>
          <a:p>
            <a:pPr defTabSz="1826972" fontAlgn="base">
              <a:spcBef>
                <a:spcPct val="0"/>
              </a:spcBef>
              <a:spcAft>
                <a:spcPts val="800"/>
              </a:spcAft>
            </a:pPr>
            <a:r>
              <a:rPr lang="en-US" sz="6600" dirty="0">
                <a:latin typeface="+mn-lt"/>
                <a:ea typeface="IBM Plex Sans" charset="0"/>
                <a:cs typeface="IBM Plex Sans" charset="0"/>
              </a:rPr>
              <a:t>Maintaining Existing </a:t>
            </a:r>
            <a:br>
              <a:rPr lang="en-US" sz="6600" dirty="0">
                <a:latin typeface="+mn-lt"/>
                <a:ea typeface="IBM Plex Sans" charset="0"/>
                <a:cs typeface="IBM Plex Sans" charset="0"/>
              </a:rPr>
            </a:br>
            <a:r>
              <a:rPr lang="en-US" sz="6600" dirty="0">
                <a:latin typeface="+mn-lt"/>
                <a:ea typeface="IBM Plex Sans" charset="0"/>
                <a:cs typeface="IBM Plex Sans" charset="0"/>
              </a:rPr>
              <a:t>MDM Applications</a:t>
            </a:r>
            <a:endParaRPr lang="en-US" sz="6600" dirty="0">
              <a:solidFill>
                <a:srgbClr val="000000"/>
              </a:solidFill>
              <a:latin typeface="+mn-lt"/>
            </a:endParaRPr>
          </a:p>
          <a:p>
            <a:pPr defTabSz="1826972" fontAlgn="base">
              <a:spcBef>
                <a:spcPct val="0"/>
              </a:spcBef>
              <a:spcAft>
                <a:spcPts val="800"/>
              </a:spcAft>
            </a:pPr>
            <a:r>
              <a:rPr lang="en-US" sz="3600" dirty="0">
                <a:solidFill>
                  <a:schemeClr val="tx1"/>
                </a:solidFill>
                <a:latin typeface="+mn-lt"/>
              </a:rPr>
              <a:t>with Complete Stack Refresh &amp; Improved Support</a:t>
            </a:r>
          </a:p>
          <a:p>
            <a:pPr defTabSz="1826972" fontAlgn="base">
              <a:spcBef>
                <a:spcPct val="0"/>
              </a:spcBef>
              <a:spcAft>
                <a:spcPts val="800"/>
              </a:spcAft>
            </a:pPr>
            <a:endParaRPr lang="en-US" sz="6000" dirty="0">
              <a:solidFill>
                <a:schemeClr val="tx1"/>
              </a:solidFill>
              <a:latin typeface="+mn-lt"/>
            </a:endParaRPr>
          </a:p>
          <a:p>
            <a:pPr defTabSz="1826972" fontAlgn="base">
              <a:spcBef>
                <a:spcPct val="0"/>
              </a:spcBef>
              <a:spcAft>
                <a:spcPts val="800"/>
              </a:spcAft>
            </a:pPr>
            <a:endParaRPr lang="en-US" sz="6000" dirty="0">
              <a:solidFill>
                <a:schemeClr val="tx1"/>
              </a:solidFill>
              <a:latin typeface="+mn-lt"/>
            </a:endParaRPr>
          </a:p>
          <a:p>
            <a:pPr defTabSz="1826972" fontAlgn="base">
              <a:spcBef>
                <a:spcPct val="0"/>
              </a:spcBef>
              <a:spcAft>
                <a:spcPts val="800"/>
              </a:spcAft>
            </a:pPr>
            <a:endParaRPr lang="en-US" sz="6000" dirty="0">
              <a:solidFill>
                <a:schemeClr val="tx1"/>
              </a:solidFill>
              <a:latin typeface="+mn-lt"/>
            </a:endParaRPr>
          </a:p>
          <a:p>
            <a:pPr defTabSz="2437912"/>
            <a:endParaRPr lang="en-US" sz="6598" kern="0" dirty="0">
              <a:solidFill>
                <a:srgbClr val="0F62FE"/>
              </a:solidFill>
              <a:latin typeface="IBM Plex Sans Light"/>
            </a:endParaRPr>
          </a:p>
        </p:txBody>
      </p:sp>
      <p:sp>
        <p:nvSpPr>
          <p:cNvPr id="8" name="Rectangle 7">
            <a:extLst>
              <a:ext uri="{FF2B5EF4-FFF2-40B4-BE49-F238E27FC236}">
                <a16:creationId xmlns:a16="http://schemas.microsoft.com/office/drawing/2014/main" id="{5D822845-5E40-9FD2-D3AC-7CC75C912CE1}"/>
              </a:ext>
            </a:extLst>
          </p:cNvPr>
          <p:cNvSpPr/>
          <p:nvPr/>
        </p:nvSpPr>
        <p:spPr bwMode="auto">
          <a:xfrm flipH="1">
            <a:off x="-537" y="-10840"/>
            <a:ext cx="101600" cy="2436647"/>
          </a:xfrm>
          <a:prstGeom prst="rect">
            <a:avLst/>
          </a:prstGeom>
          <a:solidFill>
            <a:srgbClr val="BAE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0" name="Rectangle 9">
            <a:extLst>
              <a:ext uri="{FF2B5EF4-FFF2-40B4-BE49-F238E27FC236}">
                <a16:creationId xmlns:a16="http://schemas.microsoft.com/office/drawing/2014/main" id="{5AB58C07-22DD-797A-A694-FC0751AD4E55}"/>
              </a:ext>
            </a:extLst>
          </p:cNvPr>
          <p:cNvSpPr/>
          <p:nvPr/>
        </p:nvSpPr>
        <p:spPr bwMode="auto">
          <a:xfrm>
            <a:off x="12733292" y="0"/>
            <a:ext cx="11623675"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grpSp>
        <p:nvGrpSpPr>
          <p:cNvPr id="2" name="Group 1">
            <a:extLst>
              <a:ext uri="{FF2B5EF4-FFF2-40B4-BE49-F238E27FC236}">
                <a16:creationId xmlns:a16="http://schemas.microsoft.com/office/drawing/2014/main" id="{74B7943C-F8C4-C5D9-E7AC-F559C70BDED1}"/>
              </a:ext>
            </a:extLst>
          </p:cNvPr>
          <p:cNvGrpSpPr/>
          <p:nvPr/>
        </p:nvGrpSpPr>
        <p:grpSpPr>
          <a:xfrm>
            <a:off x="14856027" y="3795194"/>
            <a:ext cx="9272110" cy="5203525"/>
            <a:chOff x="7509804" y="-710246"/>
            <a:chExt cx="4626261" cy="3119776"/>
          </a:xfrm>
        </p:grpSpPr>
        <p:sp>
          <p:nvSpPr>
            <p:cNvPr id="13" name="Freeform 12">
              <a:extLst>
                <a:ext uri="{FF2B5EF4-FFF2-40B4-BE49-F238E27FC236}">
                  <a16:creationId xmlns:a16="http://schemas.microsoft.com/office/drawing/2014/main" id="{5CF8FF7A-F01E-BD33-EBF0-74C8E93665C1}"/>
                </a:ext>
              </a:extLst>
            </p:cNvPr>
            <p:cNvSpPr/>
            <p:nvPr/>
          </p:nvSpPr>
          <p:spPr>
            <a:xfrm>
              <a:off x="7509804" y="-710246"/>
              <a:ext cx="4626261" cy="604715"/>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US" sz="2400" dirty="0">
                  <a:solidFill>
                    <a:schemeClr val="tx1"/>
                  </a:solidFill>
                </a:rPr>
                <a:t>Complete </a:t>
              </a:r>
              <a:br>
                <a:rPr lang="en-US" sz="2400" dirty="0">
                  <a:solidFill>
                    <a:schemeClr val="tx1"/>
                  </a:solidFill>
                </a:rPr>
              </a:br>
              <a:r>
                <a:rPr lang="en-US" sz="2400" dirty="0">
                  <a:solidFill>
                    <a:schemeClr val="tx1"/>
                  </a:solidFill>
                </a:rPr>
                <a:t>Stack Refresh</a:t>
              </a:r>
              <a:r>
                <a:rPr lang="en-US" sz="2400" baseline="30000" dirty="0">
                  <a:solidFill>
                    <a:schemeClr val="tx1"/>
                  </a:solidFill>
                </a:rPr>
                <a:t>1</a:t>
              </a:r>
            </a:p>
          </p:txBody>
        </p:sp>
        <p:sp>
          <p:nvSpPr>
            <p:cNvPr id="15" name="Freeform 14">
              <a:extLst>
                <a:ext uri="{FF2B5EF4-FFF2-40B4-BE49-F238E27FC236}">
                  <a16:creationId xmlns:a16="http://schemas.microsoft.com/office/drawing/2014/main" id="{30A9BB3B-E611-E254-C8D5-A74B4EABA8CC}"/>
                </a:ext>
              </a:extLst>
            </p:cNvPr>
            <p:cNvSpPr/>
            <p:nvPr/>
          </p:nvSpPr>
          <p:spPr>
            <a:xfrm>
              <a:off x="7509804" y="18564"/>
              <a:ext cx="1181745" cy="647573"/>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US" sz="2400" dirty="0">
                  <a:solidFill>
                    <a:schemeClr val="tx1"/>
                  </a:solidFill>
                </a:rPr>
                <a:t>Platform Updates</a:t>
              </a:r>
              <a:endParaRPr lang="en-US" sz="2400" b="1" dirty="0">
                <a:solidFill>
                  <a:schemeClr val="tx1"/>
                </a:solidFill>
              </a:endParaRPr>
            </a:p>
          </p:txBody>
        </p:sp>
        <p:sp>
          <p:nvSpPr>
            <p:cNvPr id="17" name="Freeform 16">
              <a:extLst>
                <a:ext uri="{FF2B5EF4-FFF2-40B4-BE49-F238E27FC236}">
                  <a16:creationId xmlns:a16="http://schemas.microsoft.com/office/drawing/2014/main" id="{114CB25D-A445-A35C-22ED-B35287282571}"/>
                </a:ext>
              </a:extLst>
            </p:cNvPr>
            <p:cNvSpPr/>
            <p:nvPr/>
          </p:nvSpPr>
          <p:spPr>
            <a:xfrm>
              <a:off x="7509804" y="782556"/>
              <a:ext cx="1181745" cy="1619298"/>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6000" tIns="216000" rIns="144000" bIns="216000" numCol="1" spcCol="1270" anchor="t" anchorCtr="0">
              <a:noAutofit/>
            </a:bodyPr>
            <a:lstStyle/>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OS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Hypervisors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Containers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Databases</a:t>
              </a:r>
            </a:p>
          </p:txBody>
        </p:sp>
        <p:sp>
          <p:nvSpPr>
            <p:cNvPr id="19" name="Freeform 18">
              <a:extLst>
                <a:ext uri="{FF2B5EF4-FFF2-40B4-BE49-F238E27FC236}">
                  <a16:creationId xmlns:a16="http://schemas.microsoft.com/office/drawing/2014/main" id="{3461352F-8396-9BFC-9242-A3B32E5D3DC7}"/>
                </a:ext>
              </a:extLst>
            </p:cNvPr>
            <p:cNvSpPr/>
            <p:nvPr/>
          </p:nvSpPr>
          <p:spPr>
            <a:xfrm>
              <a:off x="8746609" y="18564"/>
              <a:ext cx="1090117" cy="647573"/>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US" sz="2400" dirty="0">
                  <a:solidFill>
                    <a:schemeClr val="tx1"/>
                  </a:solidFill>
                </a:rPr>
                <a:t>Supporting Program  Updates</a:t>
              </a:r>
              <a:endParaRPr lang="en-US" sz="2400" b="1" dirty="0">
                <a:solidFill>
                  <a:schemeClr val="tx1"/>
                </a:solidFill>
              </a:endParaRPr>
            </a:p>
          </p:txBody>
        </p:sp>
        <p:sp>
          <p:nvSpPr>
            <p:cNvPr id="21" name="Freeform 20">
              <a:extLst>
                <a:ext uri="{FF2B5EF4-FFF2-40B4-BE49-F238E27FC236}">
                  <a16:creationId xmlns:a16="http://schemas.microsoft.com/office/drawing/2014/main" id="{76D4619D-11FF-F9FA-7DDB-EEAC9F46C1C4}"/>
                </a:ext>
              </a:extLst>
            </p:cNvPr>
            <p:cNvSpPr/>
            <p:nvPr/>
          </p:nvSpPr>
          <p:spPr>
            <a:xfrm>
              <a:off x="8746609" y="782556"/>
              <a:ext cx="1090117" cy="1619298"/>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6000" tIns="216000" rIns="144000" bIns="216000" numCol="1" spcCol="1270" anchor="t" anchorCtr="0">
              <a:noAutofit/>
            </a:bodyPr>
            <a:lstStyle/>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MQ</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BPM</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WAS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And many more</a:t>
              </a:r>
            </a:p>
          </p:txBody>
        </p:sp>
        <p:sp>
          <p:nvSpPr>
            <p:cNvPr id="23" name="Freeform 22">
              <a:extLst>
                <a:ext uri="{FF2B5EF4-FFF2-40B4-BE49-F238E27FC236}">
                  <a16:creationId xmlns:a16="http://schemas.microsoft.com/office/drawing/2014/main" id="{B13279BA-8766-ACE2-FFC3-227AE2566433}"/>
                </a:ext>
              </a:extLst>
            </p:cNvPr>
            <p:cNvSpPr/>
            <p:nvPr/>
          </p:nvSpPr>
          <p:spPr>
            <a:xfrm>
              <a:off x="9901031" y="18564"/>
              <a:ext cx="1090117" cy="647573"/>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2">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US" sz="2400" dirty="0">
                  <a:solidFill>
                    <a:schemeClr val="tx1"/>
                  </a:solidFill>
                </a:rPr>
                <a:t>Security Enhancements</a:t>
              </a:r>
              <a:endParaRPr lang="en-US" sz="2400" b="1" dirty="0">
                <a:solidFill>
                  <a:schemeClr val="tx1"/>
                </a:solidFill>
              </a:endParaRPr>
            </a:p>
          </p:txBody>
        </p:sp>
        <p:sp>
          <p:nvSpPr>
            <p:cNvPr id="25" name="Freeform 24">
              <a:extLst>
                <a:ext uri="{FF2B5EF4-FFF2-40B4-BE49-F238E27FC236}">
                  <a16:creationId xmlns:a16="http://schemas.microsoft.com/office/drawing/2014/main" id="{69AA4778-29B4-ABE3-1A04-41E2ABF6FB23}"/>
                </a:ext>
              </a:extLst>
            </p:cNvPr>
            <p:cNvSpPr/>
            <p:nvPr/>
          </p:nvSpPr>
          <p:spPr>
            <a:xfrm>
              <a:off x="9901031" y="790232"/>
              <a:ext cx="1090117" cy="1619298"/>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2">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6000" tIns="216000" rIns="144000" bIns="216000" numCol="1" spcCol="1270" anchor="t" anchorCtr="0">
              <a:noAutofit/>
            </a:bodyPr>
            <a:lstStyle/>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Full stack</a:t>
              </a:r>
            </a:p>
          </p:txBody>
        </p:sp>
        <p:sp>
          <p:nvSpPr>
            <p:cNvPr id="27" name="Freeform 26">
              <a:extLst>
                <a:ext uri="{FF2B5EF4-FFF2-40B4-BE49-F238E27FC236}">
                  <a16:creationId xmlns:a16="http://schemas.microsoft.com/office/drawing/2014/main" id="{6BF9C077-93BF-8639-1B0A-9F57E3DAC9F1}"/>
                </a:ext>
              </a:extLst>
            </p:cNvPr>
            <p:cNvSpPr/>
            <p:nvPr/>
          </p:nvSpPr>
          <p:spPr>
            <a:xfrm>
              <a:off x="11045948" y="18564"/>
              <a:ext cx="1090117" cy="647573"/>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US" sz="2400" dirty="0">
                  <a:solidFill>
                    <a:schemeClr val="tx1"/>
                  </a:solidFill>
                </a:rPr>
                <a:t>Higher Value </a:t>
              </a:r>
              <a:br>
                <a:rPr lang="en-US" sz="2400" dirty="0">
                  <a:solidFill>
                    <a:schemeClr val="tx1"/>
                  </a:solidFill>
                </a:rPr>
              </a:br>
              <a:r>
                <a:rPr lang="en-US" sz="2400" dirty="0">
                  <a:solidFill>
                    <a:schemeClr val="tx1"/>
                  </a:solidFill>
                </a:rPr>
                <a:t>Licenses</a:t>
              </a:r>
              <a:endParaRPr lang="en-US" sz="2400" b="1" dirty="0">
                <a:solidFill>
                  <a:schemeClr val="tx1"/>
                </a:solidFill>
              </a:endParaRPr>
            </a:p>
          </p:txBody>
        </p:sp>
        <p:sp>
          <p:nvSpPr>
            <p:cNvPr id="29" name="Freeform 28">
              <a:extLst>
                <a:ext uri="{FF2B5EF4-FFF2-40B4-BE49-F238E27FC236}">
                  <a16:creationId xmlns:a16="http://schemas.microsoft.com/office/drawing/2014/main" id="{AFC4B571-6628-4B60-F028-652A5B2F1155}"/>
                </a:ext>
              </a:extLst>
            </p:cNvPr>
            <p:cNvSpPr/>
            <p:nvPr/>
          </p:nvSpPr>
          <p:spPr>
            <a:xfrm>
              <a:off x="11045948" y="790232"/>
              <a:ext cx="1090117" cy="1619298"/>
            </a:xfrm>
            <a:custGeom>
              <a:avLst/>
              <a:gdLst>
                <a:gd name="connsiteX0" fmla="*/ 0 w 1588223"/>
                <a:gd name="connsiteY0" fmla="*/ 0 h 1058815"/>
                <a:gd name="connsiteX1" fmla="*/ 1588223 w 1588223"/>
                <a:gd name="connsiteY1" fmla="*/ 0 h 1058815"/>
                <a:gd name="connsiteX2" fmla="*/ 1588223 w 1588223"/>
                <a:gd name="connsiteY2" fmla="*/ 1058815 h 1058815"/>
                <a:gd name="connsiteX3" fmla="*/ 0 w 1588223"/>
                <a:gd name="connsiteY3" fmla="*/ 1058815 h 1058815"/>
                <a:gd name="connsiteX4" fmla="*/ 0 w 1588223"/>
                <a:gd name="connsiteY4" fmla="*/ 0 h 1058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8223" h="1058815">
                  <a:moveTo>
                    <a:pt x="0" y="0"/>
                  </a:moveTo>
                  <a:lnTo>
                    <a:pt x="1588223" y="0"/>
                  </a:lnTo>
                  <a:lnTo>
                    <a:pt x="1588223" y="1058815"/>
                  </a:lnTo>
                  <a:lnTo>
                    <a:pt x="0" y="1058815"/>
                  </a:lnTo>
                  <a:lnTo>
                    <a:pt x="0" y="0"/>
                  </a:lnTo>
                  <a:close/>
                </a:path>
              </a:pathLst>
            </a:custGeom>
            <a:solidFill>
              <a:schemeClr val="bg1"/>
            </a:solidFill>
            <a:ln>
              <a:solidFill>
                <a:schemeClr val="accent4"/>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6000" tIns="216000" rIns="144000" bIns="216000" numCol="1" spcCol="1270" anchor="t" anchorCtr="0">
              <a:noAutofit/>
            </a:bodyPr>
            <a:lstStyle/>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Bundled Programs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Supporting Programs</a:t>
              </a:r>
            </a:p>
            <a:p>
              <a:pPr marL="342900" indent="-342900" defTabSz="800100">
                <a:lnSpc>
                  <a:spcPct val="90000"/>
                </a:lnSpc>
                <a:spcBef>
                  <a:spcPct val="0"/>
                </a:spcBef>
                <a:spcAft>
                  <a:spcPct val="35000"/>
                </a:spcAft>
                <a:buFont typeface="Arial" panose="020B0604020202020204" pitchFamily="34" charset="0"/>
                <a:buChar char="•"/>
              </a:pPr>
              <a:r>
                <a:rPr lang="en-US" sz="2400" dirty="0">
                  <a:solidFill>
                    <a:schemeClr val="tx1"/>
                  </a:solidFill>
                </a:rPr>
                <a:t>Red Hat OCP</a:t>
              </a:r>
            </a:p>
            <a:p>
              <a:pPr marL="342900" indent="-342900" defTabSz="800100">
                <a:lnSpc>
                  <a:spcPct val="90000"/>
                </a:lnSpc>
                <a:spcBef>
                  <a:spcPct val="0"/>
                </a:spcBef>
                <a:spcAft>
                  <a:spcPct val="35000"/>
                </a:spcAft>
                <a:buFont typeface="Arial" panose="020B0604020202020204" pitchFamily="34" charset="0"/>
                <a:buChar char="•"/>
              </a:pPr>
              <a:endParaRPr lang="en-US" sz="2400" dirty="0">
                <a:solidFill>
                  <a:schemeClr val="tx1"/>
                </a:solidFill>
              </a:endParaRPr>
            </a:p>
          </p:txBody>
        </p:sp>
      </p:grpSp>
      <p:sp>
        <p:nvSpPr>
          <p:cNvPr id="30" name="Rectangle 29">
            <a:extLst>
              <a:ext uri="{FF2B5EF4-FFF2-40B4-BE49-F238E27FC236}">
                <a16:creationId xmlns:a16="http://schemas.microsoft.com/office/drawing/2014/main" id="{462CAE73-30D5-F644-F136-B4200486623E}"/>
              </a:ext>
            </a:extLst>
          </p:cNvPr>
          <p:cNvSpPr/>
          <p:nvPr/>
        </p:nvSpPr>
        <p:spPr bwMode="auto">
          <a:xfrm>
            <a:off x="12915589" y="5097822"/>
            <a:ext cx="1722455" cy="906030"/>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ctr" anchorCtr="0" compatLnSpc="1">
            <a:prstTxWarp prst="textNoShape">
              <a:avLst/>
            </a:prstTxWarp>
            <a:noAutofit/>
          </a:bodyPr>
          <a:lstStyle/>
          <a:p>
            <a:pPr marL="0" marR="0" lvl="0" indent="0" algn="ctr" defTabSz="2438400" rtl="0" eaLnBrk="1" fontAlgn="auto" latinLnBrk="0" hangingPunct="1">
              <a:lnSpc>
                <a:spcPct val="110000"/>
              </a:lnSpc>
              <a:spcBef>
                <a:spcPts val="0"/>
              </a:spcBef>
              <a:spcAft>
                <a:spcPts val="0"/>
              </a:spcAft>
              <a:buClrTx/>
              <a:buSzPct val="100000"/>
              <a:buFontTx/>
              <a:buNone/>
              <a:tabLst/>
              <a:defRPr/>
            </a:pPr>
            <a:r>
              <a:rPr kumimoji="0" lang="en-US" sz="16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Latest innovations</a:t>
            </a:r>
          </a:p>
        </p:txBody>
      </p:sp>
      <p:sp>
        <p:nvSpPr>
          <p:cNvPr id="31" name="Rectangle 30">
            <a:extLst>
              <a:ext uri="{FF2B5EF4-FFF2-40B4-BE49-F238E27FC236}">
                <a16:creationId xmlns:a16="http://schemas.microsoft.com/office/drawing/2014/main" id="{029D9FC8-6DCE-9CEE-2E3C-88823574610D}"/>
              </a:ext>
            </a:extLst>
          </p:cNvPr>
          <p:cNvSpPr/>
          <p:nvPr/>
        </p:nvSpPr>
        <p:spPr bwMode="auto">
          <a:xfrm>
            <a:off x="12915589" y="7207151"/>
            <a:ext cx="1700759" cy="906030"/>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ctr" anchorCtr="0" compatLnSpc="1">
            <a:prstTxWarp prst="textNoShape">
              <a:avLst/>
            </a:prstTxWarp>
          </a:bodyPr>
          <a:lstStyle/>
          <a:p>
            <a:pPr marL="0" marR="0" lvl="0" indent="0" algn="ctr" defTabSz="2438400" rtl="0" eaLnBrk="1" fontAlgn="auto" latinLnBrk="0" hangingPunct="1">
              <a:lnSpc>
                <a:spcPct val="110000"/>
              </a:lnSpc>
              <a:spcBef>
                <a:spcPts val="0"/>
              </a:spcBef>
              <a:spcAft>
                <a:spcPts val="0"/>
              </a:spcAft>
              <a:buClrTx/>
              <a:buSzPct val="100000"/>
              <a:buFontTx/>
              <a:buNone/>
              <a:tabLst/>
              <a:defRPr/>
            </a:pPr>
            <a:r>
              <a:rPr kumimoji="0" lang="en-US" sz="16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Latest versions</a:t>
            </a:r>
          </a:p>
        </p:txBody>
      </p:sp>
      <p:sp>
        <p:nvSpPr>
          <p:cNvPr id="37" name="Title 1">
            <a:extLst>
              <a:ext uri="{FF2B5EF4-FFF2-40B4-BE49-F238E27FC236}">
                <a16:creationId xmlns:a16="http://schemas.microsoft.com/office/drawing/2014/main" id="{9F785943-37EE-410F-8070-3AECF9DEA4A2}"/>
              </a:ext>
            </a:extLst>
          </p:cNvPr>
          <p:cNvSpPr txBox="1">
            <a:spLocks/>
          </p:cNvSpPr>
          <p:nvPr/>
        </p:nvSpPr>
        <p:spPr>
          <a:xfrm>
            <a:off x="12915589" y="3128229"/>
            <a:ext cx="10413847" cy="33806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defTabSz="1826972" fontAlgn="base">
              <a:spcBef>
                <a:spcPct val="0"/>
              </a:spcBef>
              <a:spcAft>
                <a:spcPts val="800"/>
              </a:spcAft>
            </a:pPr>
            <a:r>
              <a:rPr lang="en-US" sz="2400" b="1" dirty="0">
                <a:solidFill>
                  <a:srgbClr val="2A0A18"/>
                </a:solidFill>
                <a:latin typeface="+mn-lt"/>
              </a:rPr>
              <a:t>Benefit from over 1 Million Person-Hours of Development Enhancements</a:t>
            </a:r>
          </a:p>
        </p:txBody>
      </p:sp>
      <p:sp>
        <p:nvSpPr>
          <p:cNvPr id="39" name="TextBox 38">
            <a:extLst>
              <a:ext uri="{FF2B5EF4-FFF2-40B4-BE49-F238E27FC236}">
                <a16:creationId xmlns:a16="http://schemas.microsoft.com/office/drawing/2014/main" id="{54DB602E-6A56-76D5-8E4D-C96104CA8749}"/>
              </a:ext>
            </a:extLst>
          </p:cNvPr>
          <p:cNvSpPr txBox="1"/>
          <p:nvPr/>
        </p:nvSpPr>
        <p:spPr>
          <a:xfrm>
            <a:off x="16717141" y="9158640"/>
            <a:ext cx="7410996" cy="276999"/>
          </a:xfrm>
          <a:prstGeom prst="rect">
            <a:avLst/>
          </a:prstGeom>
          <a:noFill/>
        </p:spPr>
        <p:txBody>
          <a:bodyPr wrap="square" rtlCol="0">
            <a:spAutoFit/>
          </a:bodyPr>
          <a:lstStyle/>
          <a:p>
            <a:pPr algn="r"/>
            <a:r>
              <a:rPr lang="en-US" sz="1200" baseline="30000" dirty="0">
                <a:latin typeface="IBM Plex Sans" charset="0"/>
                <a:ea typeface="IBM Plex Sans" charset="0"/>
                <a:cs typeface="IBM Plex Sans" charset="0"/>
              </a:rPr>
              <a:t>1</a:t>
            </a:r>
            <a:r>
              <a:rPr lang="en-US" sz="1200" dirty="0">
                <a:latin typeface="IBM Plex Sans" charset="0"/>
                <a:ea typeface="IBM Plex Sans" charset="0"/>
                <a:cs typeface="IBM Plex Sans" charset="0"/>
              </a:rPr>
              <a:t> Product roadmap for next major release (v14)</a:t>
            </a:r>
          </a:p>
        </p:txBody>
      </p:sp>
      <p:sp>
        <p:nvSpPr>
          <p:cNvPr id="40" name="Title 1">
            <a:extLst>
              <a:ext uri="{FF2B5EF4-FFF2-40B4-BE49-F238E27FC236}">
                <a16:creationId xmlns:a16="http://schemas.microsoft.com/office/drawing/2014/main" id="{33B24EA2-E762-0661-2FC5-1F87269417EA}"/>
              </a:ext>
            </a:extLst>
          </p:cNvPr>
          <p:cNvSpPr txBox="1">
            <a:spLocks/>
          </p:cNvSpPr>
          <p:nvPr/>
        </p:nvSpPr>
        <p:spPr>
          <a:xfrm>
            <a:off x="808517" y="6247601"/>
            <a:ext cx="10115147" cy="33806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3600" b="1" dirty="0">
                <a:solidFill>
                  <a:schemeClr val="tx1"/>
                </a:solidFill>
                <a:latin typeface="+mn-lt"/>
              </a:rPr>
              <a:t>Key Roadmap Releases:</a:t>
            </a:r>
            <a:br>
              <a:rPr lang="en-US" sz="5400" dirty="0">
                <a:solidFill>
                  <a:schemeClr val="tx1"/>
                </a:solidFill>
                <a:latin typeface="+mn-lt"/>
              </a:rPr>
            </a:br>
            <a:r>
              <a:rPr lang="en-US" sz="3200" kern="0" dirty="0">
                <a:solidFill>
                  <a:schemeClr val="accent1"/>
                </a:solidFill>
                <a:latin typeface="+mn-lt"/>
              </a:rPr>
              <a:t>New Major Release (v14) in 1H 2024</a:t>
            </a:r>
          </a:p>
          <a:p>
            <a:pPr marL="685800" indent="-685800">
              <a:buFont typeface="Arial" panose="020B0604020202020204" pitchFamily="34" charset="0"/>
              <a:buChar char="•"/>
            </a:pPr>
            <a:r>
              <a:rPr lang="en-US" sz="3200" kern="0" dirty="0">
                <a:solidFill>
                  <a:schemeClr val="tx1"/>
                </a:solidFill>
                <a:latin typeface="+mn-lt"/>
                <a:ea typeface="IBM Plex Sans" charset="0"/>
                <a:cs typeface="IBM Plex Sans" charset="0"/>
              </a:rPr>
              <a:t>Resets support lifecycle maintenance clock</a:t>
            </a:r>
          </a:p>
          <a:p>
            <a:endParaRPr lang="en-US" sz="3200" kern="0" dirty="0">
              <a:solidFill>
                <a:schemeClr val="tx1"/>
              </a:solidFill>
              <a:latin typeface="+mn-lt"/>
            </a:endParaRPr>
          </a:p>
          <a:p>
            <a:r>
              <a:rPr lang="en-US" sz="3200" kern="0" dirty="0">
                <a:solidFill>
                  <a:schemeClr val="accent1"/>
                </a:solidFill>
                <a:latin typeface="+mn-lt"/>
              </a:rPr>
              <a:t>New Extended Support offering in Q3 2023</a:t>
            </a:r>
          </a:p>
          <a:p>
            <a:pPr marL="571500" indent="-571500">
              <a:buFont typeface="Arial" panose="020B0604020202020204" pitchFamily="34" charset="0"/>
              <a:buChar char="•"/>
            </a:pPr>
            <a:r>
              <a:rPr lang="en-US" sz="3200" kern="0" dirty="0">
                <a:solidFill>
                  <a:schemeClr val="tx1"/>
                </a:solidFill>
                <a:latin typeface="+mn-lt"/>
                <a:ea typeface="IBM Plex Sans" charset="0"/>
                <a:cs typeface="IBM Plex Sans" charset="0"/>
              </a:rPr>
              <a:t>Optional additional 4 years of support (+1+3)</a:t>
            </a:r>
          </a:p>
          <a:p>
            <a:endParaRPr lang="en-US" sz="3200" kern="0" dirty="0">
              <a:solidFill>
                <a:schemeClr val="tx1"/>
              </a:solidFill>
              <a:latin typeface="+mn-lt"/>
            </a:endParaRPr>
          </a:p>
          <a:p>
            <a:r>
              <a:rPr lang="en-US" sz="3200" kern="0" dirty="0">
                <a:solidFill>
                  <a:schemeClr val="accent1"/>
                </a:solidFill>
                <a:latin typeface="+mn-lt"/>
              </a:rPr>
              <a:t>New Advanced Support offering in Q3 2023</a:t>
            </a:r>
          </a:p>
          <a:p>
            <a:pPr marL="571500" indent="-571500">
              <a:buFont typeface="Arial" panose="020B0604020202020204" pitchFamily="34" charset="0"/>
              <a:buChar char="•"/>
            </a:pPr>
            <a:r>
              <a:rPr lang="en-US" sz="3200" kern="0" dirty="0">
                <a:solidFill>
                  <a:schemeClr val="tx1"/>
                </a:solidFill>
                <a:latin typeface="+mn-lt"/>
                <a:ea typeface="IBM Plex Sans" charset="0"/>
                <a:cs typeface="IBM Plex Sans" charset="0"/>
              </a:rPr>
              <a:t>Priority care support beyond standard S&amp;S</a:t>
            </a:r>
          </a:p>
          <a:p>
            <a:pPr marL="571500" indent="-571500">
              <a:buFont typeface="Arial" panose="020B0604020202020204" pitchFamily="34" charset="0"/>
              <a:buChar char="•"/>
            </a:pPr>
            <a:r>
              <a:rPr lang="en-US" sz="3200" kern="0" dirty="0">
                <a:solidFill>
                  <a:schemeClr val="tx1"/>
                </a:solidFill>
                <a:latin typeface="+mn-lt"/>
                <a:ea typeface="IBM Plex Sans" charset="0"/>
                <a:cs typeface="IBM Plex Sans" charset="0"/>
              </a:rPr>
              <a:t>Higher case prioritization and target responsiveness</a:t>
            </a:r>
          </a:p>
          <a:p>
            <a:pPr marL="571500" indent="-571500">
              <a:buFont typeface="Arial" panose="020B0604020202020204" pitchFamily="34" charset="0"/>
              <a:buChar char="•"/>
            </a:pPr>
            <a:r>
              <a:rPr lang="en-US" sz="3200" kern="0" dirty="0">
                <a:solidFill>
                  <a:schemeClr val="tx1"/>
                </a:solidFill>
                <a:latin typeface="+mn-lt"/>
                <a:ea typeface="IBM Plex Sans" charset="0"/>
                <a:cs typeface="IBM Plex Sans" charset="0"/>
              </a:rPr>
              <a:t>Advanced Support Focal (ASF)</a:t>
            </a:r>
          </a:p>
        </p:txBody>
      </p:sp>
    </p:spTree>
    <p:extLst>
      <p:ext uri="{BB962C8B-B14F-4D97-AF65-F5344CB8AC3E}">
        <p14:creationId xmlns:p14="http://schemas.microsoft.com/office/powerpoint/2010/main" val="388218109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6B8D5BD-1315-1ED4-54AE-6B0CC9916348}"/>
              </a:ext>
            </a:extLst>
          </p:cNvPr>
          <p:cNvSpPr>
            <a:spLocks noGrp="1"/>
          </p:cNvSpPr>
          <p:nvPr>
            <p:ph type="sldNum" sz="quarter" idx="4"/>
          </p:nvPr>
        </p:nvSpPr>
        <p:spPr/>
        <p:txBody>
          <a:bodyPr/>
          <a:lstStyle/>
          <a:p>
            <a:fld id="{86CB4B4D-7CA3-9044-876B-883B54F8677D}" type="slidenum">
              <a:rPr lang="en-US" smtClean="0"/>
              <a:pPr/>
              <a:t>6</a:t>
            </a:fld>
            <a:endParaRPr lang="en-US" dirty="0"/>
          </a:p>
        </p:txBody>
      </p:sp>
      <p:sp>
        <p:nvSpPr>
          <p:cNvPr id="7" name="Title 1">
            <a:extLst>
              <a:ext uri="{FF2B5EF4-FFF2-40B4-BE49-F238E27FC236}">
                <a16:creationId xmlns:a16="http://schemas.microsoft.com/office/drawing/2014/main" id="{366ECA33-775D-BF8C-4B85-79F3827FB745}"/>
              </a:ext>
            </a:extLst>
          </p:cNvPr>
          <p:cNvSpPr>
            <a:spLocks noGrp="1"/>
          </p:cNvSpPr>
          <p:nvPr>
            <p:ph type="title"/>
          </p:nvPr>
        </p:nvSpPr>
        <p:spPr>
          <a:xfrm>
            <a:off x="576072" y="384047"/>
            <a:ext cx="11039475" cy="4134225"/>
          </a:xfrm>
        </p:spPr>
        <p:txBody>
          <a:bodyPr lIns="0" tIns="0" rIns="457200" bIns="0" anchor="t"/>
          <a:lstStyle/>
          <a:p>
            <a:pPr defTabSz="1829242">
              <a:spcBef>
                <a:spcPts val="600"/>
              </a:spcBef>
            </a:pPr>
            <a:r>
              <a:rPr lang="en-US" sz="6600" dirty="0">
                <a:latin typeface="+mn-lt"/>
                <a:ea typeface="IBM Plex Sans" charset="0"/>
                <a:cs typeface="IBM Plex Sans" charset="0"/>
              </a:rPr>
              <a:t>Increasing Return on </a:t>
            </a:r>
            <a:br>
              <a:rPr lang="en-US" sz="6600" dirty="0">
                <a:latin typeface="+mn-lt"/>
                <a:ea typeface="IBM Plex Sans" charset="0"/>
                <a:cs typeface="IBM Plex Sans" charset="0"/>
              </a:rPr>
            </a:br>
            <a:r>
              <a:rPr lang="en-US" sz="6600" dirty="0">
                <a:latin typeface="+mn-lt"/>
                <a:ea typeface="IBM Plex Sans" charset="0"/>
                <a:cs typeface="IBM Plex Sans" charset="0"/>
              </a:rPr>
              <a:t>MDM Investments</a:t>
            </a:r>
            <a:br>
              <a:rPr lang="en-US" sz="6600" dirty="0">
                <a:latin typeface="+mn-lt"/>
                <a:ea typeface="IBM Plex Sans" charset="0"/>
                <a:cs typeface="IBM Plex Sans" charset="0"/>
              </a:rPr>
            </a:br>
            <a:r>
              <a:rPr lang="en-US" sz="3600" dirty="0">
                <a:solidFill>
                  <a:schemeClr val="tx1"/>
                </a:solidFill>
                <a:latin typeface="+mn-lt"/>
              </a:rPr>
              <a:t>with Better Ways of Working</a:t>
            </a:r>
            <a:br>
              <a:rPr lang="en-US" sz="54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chemeClr val="tx1"/>
                </a:solidFill>
                <a:latin typeface="+mn-lt"/>
              </a:rPr>
            </a:br>
            <a:br>
              <a:rPr lang="en-US" sz="4800" dirty="0">
                <a:solidFill>
                  <a:srgbClr val="000000"/>
                </a:solidFill>
              </a:rPr>
            </a:br>
            <a:br>
              <a:rPr lang="en-US" sz="6600" dirty="0">
                <a:solidFill>
                  <a:schemeClr val="tx1"/>
                </a:solidFill>
                <a:latin typeface="+mn-lt"/>
              </a:rPr>
            </a:br>
            <a:endParaRPr lang="en-US" sz="6550" dirty="0">
              <a:solidFill>
                <a:schemeClr val="accent1"/>
              </a:solidFill>
              <a:latin typeface="IBM Plex Sans Light"/>
            </a:endParaRPr>
          </a:p>
        </p:txBody>
      </p:sp>
      <p:sp>
        <p:nvSpPr>
          <p:cNvPr id="8" name="Rectangle 7">
            <a:extLst>
              <a:ext uri="{FF2B5EF4-FFF2-40B4-BE49-F238E27FC236}">
                <a16:creationId xmlns:a16="http://schemas.microsoft.com/office/drawing/2014/main" id="{737A4B56-F0B7-8F65-C9A9-06AE38136A33}"/>
              </a:ext>
            </a:extLst>
          </p:cNvPr>
          <p:cNvSpPr/>
          <p:nvPr/>
        </p:nvSpPr>
        <p:spPr bwMode="auto">
          <a:xfrm>
            <a:off x="0" y="0"/>
            <a:ext cx="75826" cy="2323966"/>
          </a:xfrm>
          <a:prstGeom prst="rect">
            <a:avLst/>
          </a:prstGeom>
          <a:solidFill>
            <a:srgbClr val="82CF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9" name="Rectangle 8">
            <a:extLst>
              <a:ext uri="{FF2B5EF4-FFF2-40B4-BE49-F238E27FC236}">
                <a16:creationId xmlns:a16="http://schemas.microsoft.com/office/drawing/2014/main" id="{CB4FE3E4-6068-D884-B18E-7C92A7AB763E}"/>
              </a:ext>
            </a:extLst>
          </p:cNvPr>
          <p:cNvSpPr/>
          <p:nvPr/>
        </p:nvSpPr>
        <p:spPr bwMode="auto">
          <a:xfrm>
            <a:off x="12771629" y="0"/>
            <a:ext cx="11623675" cy="13716000"/>
          </a:xfrm>
          <a:prstGeom prst="rect">
            <a:avLst/>
          </a:prstGeom>
          <a:solidFill>
            <a:srgbClr val="F4F4F4"/>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2" name="TextBox 1">
            <a:extLst>
              <a:ext uri="{FF2B5EF4-FFF2-40B4-BE49-F238E27FC236}">
                <a16:creationId xmlns:a16="http://schemas.microsoft.com/office/drawing/2014/main" id="{0E6ED99F-1115-DACA-3090-461D7F4DDE1B}"/>
              </a:ext>
            </a:extLst>
          </p:cNvPr>
          <p:cNvSpPr txBox="1"/>
          <p:nvPr/>
        </p:nvSpPr>
        <p:spPr>
          <a:xfrm>
            <a:off x="12772371" y="7388941"/>
            <a:ext cx="10309430" cy="738664"/>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43865" defTabSz="2438400">
              <a:spcBef>
                <a:spcPts val="2900"/>
              </a:spcBef>
              <a:buSzPct val="100000"/>
              <a:buFontTx/>
            </a:pPr>
            <a:r>
              <a:rPr lang="en-US" sz="2400" b="1" dirty="0">
                <a:latin typeface="IBM Plex Sans Light"/>
              </a:rPr>
              <a:t>Increasing return on data investments </a:t>
            </a:r>
            <a:r>
              <a:rPr lang="en-US" sz="2400" b="1" dirty="0"/>
              <a:t>through accelerating productivity and monetization, while democratizing master data use</a:t>
            </a:r>
          </a:p>
        </p:txBody>
      </p:sp>
      <p:sp>
        <p:nvSpPr>
          <p:cNvPr id="3" name="TextBox 2">
            <a:extLst>
              <a:ext uri="{FF2B5EF4-FFF2-40B4-BE49-F238E27FC236}">
                <a16:creationId xmlns:a16="http://schemas.microsoft.com/office/drawing/2014/main" id="{6E211DF2-22C6-4CEF-822F-D751ED067C82}"/>
              </a:ext>
            </a:extLst>
          </p:cNvPr>
          <p:cNvSpPr txBox="1"/>
          <p:nvPr/>
        </p:nvSpPr>
        <p:spPr>
          <a:xfrm>
            <a:off x="13374092" y="8823724"/>
            <a:ext cx="3197953" cy="7511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1600" b="1" kern="0" dirty="0">
                <a:solidFill>
                  <a:srgbClr val="000000"/>
                </a:solidFill>
                <a:ea typeface="+mj-ea"/>
                <a:cs typeface="+mj-cs"/>
                <a:sym typeface="IBM Plex Sans Light"/>
              </a:rPr>
              <a:t>               </a:t>
            </a:r>
            <a:r>
              <a:rPr lang="en-US" sz="2000" b="1" kern="0" dirty="0">
                <a:solidFill>
                  <a:srgbClr val="000000"/>
                </a:solidFill>
                <a:ea typeface="+mj-ea"/>
                <a:cs typeface="+mj-cs"/>
                <a:sym typeface="IBM Plex Sans Light"/>
              </a:rPr>
              <a:t>Productivity</a:t>
            </a:r>
          </a:p>
          <a:p>
            <a:pPr defTabSz="2438400">
              <a:spcBef>
                <a:spcPts val="2900"/>
              </a:spcBef>
              <a:buSzPct val="100000"/>
            </a:pPr>
            <a:r>
              <a:rPr lang="en-US" sz="1600" b="1" kern="0" dirty="0">
                <a:solidFill>
                  <a:schemeClr val="accent1"/>
                </a:solidFill>
              </a:rPr>
              <a:t>Automate </a:t>
            </a:r>
            <a:r>
              <a:rPr lang="en-US" sz="1600" kern="0" dirty="0"/>
              <a:t>master data product creation through pipeline orchestration </a:t>
            </a:r>
          </a:p>
          <a:p>
            <a:pPr algn="l" defTabSz="2438400">
              <a:spcBef>
                <a:spcPts val="2900"/>
              </a:spcBef>
              <a:buSzPct val="100000"/>
            </a:pPr>
            <a:r>
              <a:rPr lang="en-US" sz="1600" dirty="0"/>
              <a:t>R</a:t>
            </a:r>
            <a:r>
              <a:rPr lang="en-US" sz="1600" kern="1200" dirty="0">
                <a:ea typeface="+mn-ea"/>
                <a:cs typeface="+mn-cs"/>
              </a:rPr>
              <a:t>olling, </a:t>
            </a:r>
            <a:r>
              <a:rPr lang="en-US" sz="1600" b="1" kern="1200" dirty="0">
                <a:solidFill>
                  <a:schemeClr val="accent1"/>
                </a:solidFill>
                <a:ea typeface="+mn-ea"/>
                <a:cs typeface="+mn-cs"/>
              </a:rPr>
              <a:t>non-disruptive updates </a:t>
            </a:r>
            <a:r>
              <a:rPr lang="en-US" sz="1600" kern="1200" dirty="0">
                <a:ea typeface="+mn-ea"/>
                <a:cs typeface="+mn-cs"/>
              </a:rPr>
              <a:t>with </a:t>
            </a:r>
            <a:r>
              <a:rPr lang="en-US" sz="1600" dirty="0"/>
              <a:t>b</a:t>
            </a:r>
            <a:r>
              <a:rPr lang="en-US" sz="1600" kern="1200" dirty="0">
                <a:ea typeface="+mn-ea"/>
                <a:cs typeface="+mn-cs"/>
              </a:rPr>
              <a:t>ack-up and recovery</a:t>
            </a:r>
          </a:p>
          <a:p>
            <a:endParaRPr lang="en-US" sz="1600" dirty="0">
              <a:solidFill>
                <a:schemeClr val="tx1"/>
              </a:solidFill>
            </a:endParaRPr>
          </a:p>
          <a:p>
            <a:r>
              <a:rPr lang="en-US" sz="1600" b="1" dirty="0">
                <a:solidFill>
                  <a:schemeClr val="accent1"/>
                </a:solidFill>
              </a:rPr>
              <a:t>Stream real-time </a:t>
            </a:r>
            <a:r>
              <a:rPr lang="en-US" sz="1600" dirty="0">
                <a:solidFill>
                  <a:schemeClr val="tx1"/>
                </a:solidFill>
              </a:rPr>
              <a:t>entity data, enabling easy and consistent downstream consumption</a:t>
            </a:r>
          </a:p>
          <a:p>
            <a:endParaRPr lang="en-US" sz="1600" dirty="0"/>
          </a:p>
          <a:p>
            <a:r>
              <a:rPr lang="en-US" sz="1600" b="1" dirty="0">
                <a:solidFill>
                  <a:schemeClr val="accent1"/>
                </a:solidFill>
              </a:rPr>
              <a:t>Seamlessly enforce governance </a:t>
            </a:r>
            <a:r>
              <a:rPr lang="en-US" sz="1600" dirty="0"/>
              <a:t>and data protection through rules and policies</a:t>
            </a:r>
            <a:endParaRPr lang="en-US" sz="1600" dirty="0">
              <a:solidFill>
                <a:schemeClr val="tx1"/>
              </a:solidFill>
            </a:endParaRPr>
          </a:p>
          <a:p>
            <a:pPr defTabSz="2438400">
              <a:spcBef>
                <a:spcPts val="2900"/>
              </a:spcBef>
              <a:buSzPct val="100000"/>
            </a:pPr>
            <a:endParaRPr lang="en-US" sz="1600" kern="1200" dirty="0">
              <a:solidFill>
                <a:srgbClr val="00B050"/>
              </a:solidFill>
              <a:ea typeface="+mn-ea"/>
              <a:cs typeface="+mn-cs"/>
            </a:endParaRPr>
          </a:p>
          <a:p>
            <a:pPr marL="444465" indent="-446749" algn="l" defTabSz="2438400">
              <a:spcBef>
                <a:spcPts val="2900"/>
              </a:spcBef>
              <a:buSzPct val="100000"/>
              <a:buFontTx/>
              <a:buChar char="–"/>
            </a:pPr>
            <a:endParaRPr lang="en-US" sz="1600" kern="0" dirty="0">
              <a:solidFill>
                <a:srgbClr val="000000"/>
              </a:solidFill>
              <a:ea typeface="+mj-ea"/>
              <a:cs typeface="+mj-cs"/>
              <a:sym typeface="IBM Plex Sans Light"/>
            </a:endParaRPr>
          </a:p>
          <a:p>
            <a:pPr algn="l" defTabSz="2438400">
              <a:spcBef>
                <a:spcPts val="2900"/>
              </a:spcBef>
              <a:buSzPct val="100000"/>
            </a:pPr>
            <a:endParaRPr lang="en-US" sz="1600" kern="0" dirty="0">
              <a:solidFill>
                <a:srgbClr val="000000"/>
              </a:solidFill>
              <a:ea typeface="+mj-ea"/>
              <a:cs typeface="+mj-cs"/>
              <a:sym typeface="IBM Plex Sans Light"/>
            </a:endParaRPr>
          </a:p>
          <a:p>
            <a:pPr algn="l" defTabSz="2438400">
              <a:spcBef>
                <a:spcPts val="2900"/>
              </a:spcBef>
              <a:buSzPct val="100000"/>
            </a:pPr>
            <a:endParaRPr lang="en-US" sz="1600" kern="0" dirty="0">
              <a:solidFill>
                <a:srgbClr val="000000"/>
              </a:solidFill>
              <a:ea typeface="+mj-ea"/>
              <a:cs typeface="+mj-cs"/>
              <a:sym typeface="IBM Plex Sans Light"/>
            </a:endParaRPr>
          </a:p>
        </p:txBody>
      </p:sp>
      <p:sp>
        <p:nvSpPr>
          <p:cNvPr id="4" name="TextBox 3">
            <a:extLst>
              <a:ext uri="{FF2B5EF4-FFF2-40B4-BE49-F238E27FC236}">
                <a16:creationId xmlns:a16="http://schemas.microsoft.com/office/drawing/2014/main" id="{FA9A0AF2-6956-DCC9-FEFA-51E72FA911C2}"/>
              </a:ext>
            </a:extLst>
          </p:cNvPr>
          <p:cNvSpPr txBox="1"/>
          <p:nvPr/>
        </p:nvSpPr>
        <p:spPr>
          <a:xfrm>
            <a:off x="17148659" y="8830472"/>
            <a:ext cx="2863152" cy="7511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1600" b="1" kern="0" dirty="0">
                <a:solidFill>
                  <a:srgbClr val="000000"/>
                </a:solidFill>
                <a:ea typeface="+mj-ea"/>
                <a:cs typeface="+mj-cs"/>
                <a:sym typeface="IBM Plex Sans Light"/>
              </a:rPr>
              <a:t>               </a:t>
            </a:r>
            <a:r>
              <a:rPr lang="en-US" sz="2000" b="1" kern="0" dirty="0">
                <a:solidFill>
                  <a:srgbClr val="000000"/>
                </a:solidFill>
                <a:ea typeface="+mj-ea"/>
                <a:cs typeface="+mj-cs"/>
                <a:sym typeface="IBM Plex Sans Light"/>
              </a:rPr>
              <a:t>Monetization</a:t>
            </a:r>
          </a:p>
          <a:p>
            <a:pPr algn="l" defTabSz="2438400">
              <a:spcBef>
                <a:spcPts val="2900"/>
              </a:spcBef>
              <a:buSzPct val="100000"/>
            </a:pPr>
            <a:r>
              <a:rPr lang="en-US" sz="1600" b="1" kern="0" dirty="0">
                <a:solidFill>
                  <a:schemeClr val="accent1"/>
                </a:solidFill>
              </a:rPr>
              <a:t>Publish and Sync </a:t>
            </a:r>
            <a:r>
              <a:rPr lang="en-US" sz="1600" kern="0" dirty="0"/>
              <a:t>assets with </a:t>
            </a:r>
            <a:r>
              <a:rPr lang="en-US" sz="1600" b="1" kern="0" dirty="0"/>
              <a:t>IBM MDM Publisher </a:t>
            </a:r>
            <a:r>
              <a:rPr lang="en-US" sz="1600" kern="0" dirty="0"/>
              <a:t>from </a:t>
            </a:r>
            <a:r>
              <a:rPr lang="en-US" sz="1600" dirty="0">
                <a:latin typeface="IBM Plex Sans" panose="020B0503050203000203" pitchFamily="34" charset="0"/>
              </a:rPr>
              <a:t>MDM AE/SE </a:t>
            </a:r>
            <a:r>
              <a:rPr lang="en-US" sz="1600" kern="0" dirty="0"/>
              <a:t>with Cloud Pak for Data without costly and cumbersome data replication and integration jobs</a:t>
            </a:r>
          </a:p>
          <a:p>
            <a:endParaRPr lang="en-US" sz="1600" kern="0" dirty="0"/>
          </a:p>
          <a:p>
            <a:r>
              <a:rPr lang="en-US" sz="1600" b="1" kern="0" dirty="0">
                <a:solidFill>
                  <a:schemeClr val="accent1"/>
                </a:solidFill>
              </a:rPr>
              <a:t>Consume and Integrate </a:t>
            </a:r>
            <a:r>
              <a:rPr lang="en-US" sz="1600" kern="0" dirty="0"/>
              <a:t>synced assets along with new master data assets using modern REST APIs</a:t>
            </a:r>
            <a:endParaRPr lang="en-US" sz="1600" b="1" dirty="0"/>
          </a:p>
          <a:p>
            <a:pPr algn="l" defTabSz="2438400">
              <a:spcBef>
                <a:spcPts val="2900"/>
              </a:spcBef>
              <a:buSzPct val="100000"/>
            </a:pPr>
            <a:endParaRPr lang="en-US" sz="1600" b="1" kern="0" dirty="0">
              <a:solidFill>
                <a:srgbClr val="000000"/>
              </a:solidFill>
              <a:ea typeface="+mj-ea"/>
              <a:cs typeface="+mj-cs"/>
              <a:sym typeface="IBM Plex Sans Light"/>
            </a:endParaRPr>
          </a:p>
        </p:txBody>
      </p:sp>
      <p:sp>
        <p:nvSpPr>
          <p:cNvPr id="10" name="TextBox 9">
            <a:extLst>
              <a:ext uri="{FF2B5EF4-FFF2-40B4-BE49-F238E27FC236}">
                <a16:creationId xmlns:a16="http://schemas.microsoft.com/office/drawing/2014/main" id="{281999D4-EB88-96E1-FB09-BC7415747C69}"/>
              </a:ext>
            </a:extLst>
          </p:cNvPr>
          <p:cNvSpPr txBox="1"/>
          <p:nvPr/>
        </p:nvSpPr>
        <p:spPr>
          <a:xfrm>
            <a:off x="20613150" y="8823724"/>
            <a:ext cx="3197953" cy="75111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r>
              <a:rPr lang="en-US" sz="1600" b="1" kern="0" dirty="0">
                <a:solidFill>
                  <a:srgbClr val="000000"/>
                </a:solidFill>
                <a:ea typeface="+mj-ea"/>
                <a:cs typeface="+mj-cs"/>
                <a:sym typeface="IBM Plex Sans Light"/>
              </a:rPr>
              <a:t>                 </a:t>
            </a:r>
            <a:r>
              <a:rPr lang="en-US" sz="2000" b="1" kern="0" dirty="0">
                <a:solidFill>
                  <a:srgbClr val="000000"/>
                </a:solidFill>
                <a:ea typeface="+mj-ea"/>
                <a:cs typeface="+mj-cs"/>
                <a:sym typeface="IBM Plex Sans Light"/>
              </a:rPr>
              <a:t>Democratization</a:t>
            </a:r>
          </a:p>
          <a:p>
            <a:pPr algn="l" defTabSz="2438400">
              <a:spcBef>
                <a:spcPts val="2900"/>
              </a:spcBef>
              <a:buSzPct val="100000"/>
            </a:pPr>
            <a:r>
              <a:rPr lang="en-US" sz="1600" kern="0" dirty="0">
                <a:solidFill>
                  <a:srgbClr val="000000"/>
                </a:solidFill>
                <a:ea typeface="+mj-ea"/>
                <a:cs typeface="+mj-cs"/>
                <a:sym typeface="IBM Plex Sans Light"/>
              </a:rPr>
              <a:t>Provide </a:t>
            </a:r>
            <a:r>
              <a:rPr lang="en-US" sz="1600" b="1" kern="0" dirty="0">
                <a:solidFill>
                  <a:schemeClr val="accent1"/>
                </a:solidFill>
                <a:ea typeface="+mj-ea"/>
                <a:cs typeface="+mj-cs"/>
                <a:sym typeface="IBM Plex Sans Light"/>
              </a:rPr>
              <a:t>stewardship and data quality </a:t>
            </a:r>
            <a:r>
              <a:rPr lang="en-US" sz="1600" b="1" dirty="0">
                <a:solidFill>
                  <a:srgbClr val="000000"/>
                </a:solidFill>
                <a:effectLst/>
              </a:rPr>
              <a:t>with reasoning</a:t>
            </a:r>
            <a:r>
              <a:rPr lang="en-US" sz="1600" dirty="0">
                <a:solidFill>
                  <a:srgbClr val="000000"/>
                </a:solidFill>
                <a:effectLst/>
              </a:rPr>
              <a:t> for why entities were matched, and remediate and review issues through automated workflows</a:t>
            </a:r>
            <a:endParaRPr lang="en-US" sz="1600" kern="0" dirty="0">
              <a:solidFill>
                <a:srgbClr val="000000"/>
              </a:solidFill>
              <a:ea typeface="+mj-ea"/>
              <a:cs typeface="+mj-cs"/>
              <a:sym typeface="IBM Plex Sans Light"/>
            </a:endParaRPr>
          </a:p>
          <a:p>
            <a:pPr algn="l" defTabSz="2438400">
              <a:spcBef>
                <a:spcPts val="2900"/>
              </a:spcBef>
              <a:buSzPct val="100000"/>
            </a:pPr>
            <a:r>
              <a:rPr lang="en-US" sz="1600" b="1" kern="0" dirty="0">
                <a:solidFill>
                  <a:schemeClr val="accent1"/>
                </a:solidFill>
                <a:ea typeface="+mj-ea"/>
                <a:cs typeface="+mj-cs"/>
                <a:sym typeface="IBM Plex Sans Light"/>
              </a:rPr>
              <a:t>Customize and tune </a:t>
            </a:r>
            <a:r>
              <a:rPr lang="en-US" sz="1600" kern="0" dirty="0">
                <a:solidFill>
                  <a:srgbClr val="000000"/>
                </a:solidFill>
                <a:ea typeface="+mj-ea"/>
                <a:cs typeface="+mj-cs"/>
                <a:sym typeface="IBM Plex Sans Light"/>
              </a:rPr>
              <a:t>the algorithm and entity views to meet unique use cases</a:t>
            </a:r>
          </a:p>
          <a:p>
            <a:pPr defTabSz="2438400">
              <a:spcBef>
                <a:spcPts val="2900"/>
              </a:spcBef>
              <a:buSzPct val="100000"/>
            </a:pPr>
            <a:r>
              <a:rPr lang="en-US" sz="1600" dirty="0">
                <a:solidFill>
                  <a:srgbClr val="1D1D1D"/>
                </a:solidFill>
                <a:effectLst/>
              </a:rPr>
              <a:t>An </a:t>
            </a:r>
            <a:r>
              <a:rPr lang="en-US" sz="1600" b="1" dirty="0">
                <a:solidFill>
                  <a:schemeClr val="accent1"/>
                </a:solidFill>
                <a:effectLst/>
              </a:rPr>
              <a:t>easy-to-use experience </a:t>
            </a:r>
            <a:r>
              <a:rPr lang="en-US" sz="1600" dirty="0">
                <a:solidFill>
                  <a:srgbClr val="1D1D1D"/>
                </a:solidFill>
                <a:effectLst/>
              </a:rPr>
              <a:t>to get users the data they need, at the right time</a:t>
            </a:r>
          </a:p>
          <a:p>
            <a:pPr algn="l" defTabSz="2438400">
              <a:spcBef>
                <a:spcPts val="2900"/>
              </a:spcBef>
              <a:buSzPct val="100000"/>
            </a:pPr>
            <a:endParaRPr lang="en-US" sz="1600" kern="0" dirty="0">
              <a:solidFill>
                <a:srgbClr val="000000"/>
              </a:solidFill>
              <a:ea typeface="+mj-ea"/>
              <a:cs typeface="+mj-cs"/>
              <a:sym typeface="IBM Plex Sans Light"/>
            </a:endParaRPr>
          </a:p>
          <a:p>
            <a:pPr algn="l" defTabSz="2438400">
              <a:spcBef>
                <a:spcPts val="2900"/>
              </a:spcBef>
              <a:buSzPct val="100000"/>
            </a:pPr>
            <a:endParaRPr lang="en-US" sz="1600" kern="0" dirty="0">
              <a:solidFill>
                <a:srgbClr val="000000"/>
              </a:solidFill>
              <a:ea typeface="+mj-ea"/>
              <a:cs typeface="+mj-cs"/>
              <a:sym typeface="IBM Plex Sans Light"/>
            </a:endParaRPr>
          </a:p>
        </p:txBody>
      </p:sp>
      <p:pic>
        <p:nvPicPr>
          <p:cNvPr id="11" name="Picture 10">
            <a:extLst>
              <a:ext uri="{FF2B5EF4-FFF2-40B4-BE49-F238E27FC236}">
                <a16:creationId xmlns:a16="http://schemas.microsoft.com/office/drawing/2014/main" id="{E337A894-6B5D-40F2-5619-68EBE91231ED}"/>
              </a:ext>
            </a:extLst>
          </p:cNvPr>
          <p:cNvPicPr>
            <a:picLocks noChangeAspect="1"/>
          </p:cNvPicPr>
          <p:nvPr/>
        </p:nvPicPr>
        <p:blipFill>
          <a:blip r:embed="rId2"/>
          <a:srcRect/>
          <a:stretch/>
        </p:blipFill>
        <p:spPr>
          <a:xfrm>
            <a:off x="13355987" y="8611809"/>
            <a:ext cx="673290" cy="623565"/>
          </a:xfrm>
          <a:prstGeom prst="rect">
            <a:avLst/>
          </a:prstGeom>
        </p:spPr>
      </p:pic>
      <p:pic>
        <p:nvPicPr>
          <p:cNvPr id="12" name="Picture 11">
            <a:extLst>
              <a:ext uri="{FF2B5EF4-FFF2-40B4-BE49-F238E27FC236}">
                <a16:creationId xmlns:a16="http://schemas.microsoft.com/office/drawing/2014/main" id="{FAF647A7-7A12-11DC-7018-33AE2FC58748}"/>
              </a:ext>
            </a:extLst>
          </p:cNvPr>
          <p:cNvPicPr>
            <a:picLocks noChangeAspect="1"/>
          </p:cNvPicPr>
          <p:nvPr/>
        </p:nvPicPr>
        <p:blipFill>
          <a:blip r:embed="rId3"/>
          <a:srcRect/>
          <a:stretch/>
        </p:blipFill>
        <p:spPr>
          <a:xfrm>
            <a:off x="17148659" y="8677715"/>
            <a:ext cx="673290" cy="623565"/>
          </a:xfrm>
          <a:prstGeom prst="rect">
            <a:avLst/>
          </a:prstGeom>
        </p:spPr>
      </p:pic>
      <p:pic>
        <p:nvPicPr>
          <p:cNvPr id="13" name="Picture 12">
            <a:extLst>
              <a:ext uri="{FF2B5EF4-FFF2-40B4-BE49-F238E27FC236}">
                <a16:creationId xmlns:a16="http://schemas.microsoft.com/office/drawing/2014/main" id="{DA0DE212-237A-E9D3-DE54-6716F2A6557A}"/>
              </a:ext>
            </a:extLst>
          </p:cNvPr>
          <p:cNvPicPr>
            <a:picLocks noChangeAspect="1"/>
          </p:cNvPicPr>
          <p:nvPr/>
        </p:nvPicPr>
        <p:blipFill>
          <a:blip r:embed="rId4"/>
          <a:srcRect/>
          <a:stretch/>
        </p:blipFill>
        <p:spPr>
          <a:xfrm>
            <a:off x="20660372" y="8677715"/>
            <a:ext cx="673290" cy="623565"/>
          </a:xfrm>
          <a:prstGeom prst="rect">
            <a:avLst/>
          </a:prstGeom>
        </p:spPr>
      </p:pic>
      <p:cxnSp>
        <p:nvCxnSpPr>
          <p:cNvPr id="14" name="Straight Connector 13">
            <a:extLst>
              <a:ext uri="{FF2B5EF4-FFF2-40B4-BE49-F238E27FC236}">
                <a16:creationId xmlns:a16="http://schemas.microsoft.com/office/drawing/2014/main" id="{45AA591C-3577-6C1F-DEFC-CCEF335517A7}"/>
              </a:ext>
            </a:extLst>
          </p:cNvPr>
          <p:cNvCxnSpPr>
            <a:cxnSpLocks/>
          </p:cNvCxnSpPr>
          <p:nvPr/>
        </p:nvCxnSpPr>
        <p:spPr bwMode="auto">
          <a:xfrm flipH="1">
            <a:off x="13197099" y="7115656"/>
            <a:ext cx="1067363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02C1850C-96C7-AE40-231F-B692DAA9A753}"/>
              </a:ext>
            </a:extLst>
          </p:cNvPr>
          <p:cNvSpPr txBox="1"/>
          <p:nvPr/>
        </p:nvSpPr>
        <p:spPr>
          <a:xfrm>
            <a:off x="13138862" y="323155"/>
            <a:ext cx="9944336" cy="83099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en-US" sz="2400" b="1" dirty="0">
                <a:ea typeface="IBM Plex Sans" charset="0"/>
                <a:cs typeface="IBM Plex Sans" charset="0"/>
              </a:rPr>
              <a:t>Providing </a:t>
            </a:r>
            <a:r>
              <a:rPr lang="en-US" sz="2400" b="1" dirty="0">
                <a:solidFill>
                  <a:srgbClr val="000000"/>
                </a:solidFill>
                <a:ea typeface="IBM Plex Sans" charset="0"/>
                <a:cs typeface="IBM Plex Sans" charset="0"/>
              </a:rPr>
              <a:t>k</a:t>
            </a:r>
            <a:r>
              <a:rPr lang="en-US" sz="2400" b="1" dirty="0">
                <a:solidFill>
                  <a:srgbClr val="000000"/>
                </a:solidFill>
              </a:rPr>
              <a:t>ey functionality and master data products for Data Fabric and AI use cases</a:t>
            </a:r>
            <a:endParaRPr lang="en-US" sz="2400" b="1" dirty="0"/>
          </a:p>
        </p:txBody>
      </p:sp>
      <p:sp>
        <p:nvSpPr>
          <p:cNvPr id="16" name="Rectangle 15">
            <a:extLst>
              <a:ext uri="{FF2B5EF4-FFF2-40B4-BE49-F238E27FC236}">
                <a16:creationId xmlns:a16="http://schemas.microsoft.com/office/drawing/2014/main" id="{9BE7D4DF-FD0B-C96C-CB87-022810D5D457}"/>
              </a:ext>
            </a:extLst>
          </p:cNvPr>
          <p:cNvSpPr/>
          <p:nvPr/>
        </p:nvSpPr>
        <p:spPr bwMode="auto">
          <a:xfrm>
            <a:off x="13247759" y="4670822"/>
            <a:ext cx="2824089" cy="1023805"/>
          </a:xfrm>
          <a:prstGeom prst="rect">
            <a:avLst/>
          </a:prstGeom>
          <a:solidFill>
            <a:schemeClr val="accent1">
              <a:lumMod val="60000"/>
              <a:lumOff val="4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b="1" dirty="0">
                <a:solidFill>
                  <a:schemeClr val="tx1"/>
                </a:solidFill>
                <a:ea typeface="IBM Plex Sans" charset="0"/>
                <a:cs typeface="IBM Plex Sans" charset="0"/>
              </a:rPr>
              <a:t>Future Proof</a:t>
            </a:r>
          </a:p>
        </p:txBody>
      </p:sp>
      <p:sp>
        <p:nvSpPr>
          <p:cNvPr id="17" name="Rectangle 16">
            <a:extLst>
              <a:ext uri="{FF2B5EF4-FFF2-40B4-BE49-F238E27FC236}">
                <a16:creationId xmlns:a16="http://schemas.microsoft.com/office/drawing/2014/main" id="{780A9C6C-0F6B-B9D9-7276-EB288C807D6D}"/>
              </a:ext>
            </a:extLst>
          </p:cNvPr>
          <p:cNvSpPr/>
          <p:nvPr/>
        </p:nvSpPr>
        <p:spPr bwMode="auto">
          <a:xfrm>
            <a:off x="13250610" y="3551986"/>
            <a:ext cx="2824089" cy="1023805"/>
          </a:xfrm>
          <a:prstGeom prst="rect">
            <a:avLst/>
          </a:prstGeom>
          <a:solidFill>
            <a:schemeClr val="accent1">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b="1" dirty="0">
                <a:solidFill>
                  <a:schemeClr val="tx1"/>
                </a:solidFill>
                <a:ea typeface="IBM Plex Sans" charset="0"/>
                <a:cs typeface="IBM Plex Sans" charset="0"/>
              </a:rPr>
              <a:t>Built-in Governance</a:t>
            </a:r>
          </a:p>
        </p:txBody>
      </p:sp>
      <p:sp>
        <p:nvSpPr>
          <p:cNvPr id="18" name="Rectangle 17">
            <a:extLst>
              <a:ext uri="{FF2B5EF4-FFF2-40B4-BE49-F238E27FC236}">
                <a16:creationId xmlns:a16="http://schemas.microsoft.com/office/drawing/2014/main" id="{3DC38CC1-79CD-5E51-38CE-A276BF22B15D}"/>
              </a:ext>
            </a:extLst>
          </p:cNvPr>
          <p:cNvSpPr/>
          <p:nvPr/>
        </p:nvSpPr>
        <p:spPr bwMode="auto">
          <a:xfrm>
            <a:off x="13250614" y="1300161"/>
            <a:ext cx="2824089" cy="1023805"/>
          </a:xfrm>
          <a:prstGeom prst="rect">
            <a:avLst/>
          </a:prstGeom>
          <a:solidFill>
            <a:srgbClr val="E5F6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b="1" dirty="0">
                <a:solidFill>
                  <a:schemeClr val="tx1"/>
                </a:solidFill>
                <a:ea typeface="IBM Plex Sans" charset="0"/>
                <a:cs typeface="IBM Plex Sans" charset="0"/>
              </a:rPr>
              <a:t>Self-Service</a:t>
            </a:r>
          </a:p>
        </p:txBody>
      </p:sp>
      <p:sp>
        <p:nvSpPr>
          <p:cNvPr id="19" name="Rectangle 18">
            <a:extLst>
              <a:ext uri="{FF2B5EF4-FFF2-40B4-BE49-F238E27FC236}">
                <a16:creationId xmlns:a16="http://schemas.microsoft.com/office/drawing/2014/main" id="{F2A1716B-9483-2670-46DD-F19011544ADD}"/>
              </a:ext>
            </a:extLst>
          </p:cNvPr>
          <p:cNvSpPr/>
          <p:nvPr/>
        </p:nvSpPr>
        <p:spPr bwMode="auto">
          <a:xfrm>
            <a:off x="13250610" y="2433460"/>
            <a:ext cx="2824089" cy="1023805"/>
          </a:xfrm>
          <a:prstGeom prst="rect">
            <a:avLst/>
          </a:prstGeom>
          <a:solidFill>
            <a:schemeClr val="accent1">
              <a:lumMod val="20000"/>
              <a:lumOff val="8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b="1" dirty="0">
                <a:solidFill>
                  <a:schemeClr val="tx1"/>
                </a:solidFill>
                <a:ea typeface="IBM Plex Sans" charset="0"/>
                <a:cs typeface="IBM Plex Sans" charset="0"/>
              </a:rPr>
              <a:t>Time-to-Value</a:t>
            </a:r>
          </a:p>
        </p:txBody>
      </p:sp>
      <p:sp>
        <p:nvSpPr>
          <p:cNvPr id="20" name="Rectangle 19">
            <a:extLst>
              <a:ext uri="{FF2B5EF4-FFF2-40B4-BE49-F238E27FC236}">
                <a16:creationId xmlns:a16="http://schemas.microsoft.com/office/drawing/2014/main" id="{B08ED903-1C86-86EE-23F8-6538F4E8C2CC}"/>
              </a:ext>
            </a:extLst>
          </p:cNvPr>
          <p:cNvSpPr/>
          <p:nvPr/>
        </p:nvSpPr>
        <p:spPr bwMode="auto">
          <a:xfrm>
            <a:off x="16200783" y="2433460"/>
            <a:ext cx="4744106" cy="1023805"/>
          </a:xfrm>
          <a:prstGeom prst="rect">
            <a:avLst/>
          </a:prstGeom>
          <a:solidFill>
            <a:schemeClr val="accent1">
              <a:lumMod val="20000"/>
              <a:lumOff val="8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Configure – don’t code</a:t>
            </a:r>
          </a:p>
        </p:txBody>
      </p:sp>
      <p:sp>
        <p:nvSpPr>
          <p:cNvPr id="21" name="Rectangle 20">
            <a:extLst>
              <a:ext uri="{FF2B5EF4-FFF2-40B4-BE49-F238E27FC236}">
                <a16:creationId xmlns:a16="http://schemas.microsoft.com/office/drawing/2014/main" id="{6D4A07B2-854F-8229-A557-B1E696B659EF}"/>
              </a:ext>
            </a:extLst>
          </p:cNvPr>
          <p:cNvSpPr/>
          <p:nvPr/>
        </p:nvSpPr>
        <p:spPr bwMode="auto">
          <a:xfrm>
            <a:off x="16200783" y="1300161"/>
            <a:ext cx="4744106" cy="1023805"/>
          </a:xfrm>
          <a:prstGeom prst="rect">
            <a:avLst/>
          </a:prstGeom>
          <a:solidFill>
            <a:srgbClr val="E5F6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Expose self-service matching to LOB users</a:t>
            </a:r>
          </a:p>
        </p:txBody>
      </p:sp>
      <p:sp>
        <p:nvSpPr>
          <p:cNvPr id="22" name="Rectangle 21">
            <a:extLst>
              <a:ext uri="{FF2B5EF4-FFF2-40B4-BE49-F238E27FC236}">
                <a16:creationId xmlns:a16="http://schemas.microsoft.com/office/drawing/2014/main" id="{2E35FB88-1B3F-5167-183E-E2BB4AC80149}"/>
              </a:ext>
            </a:extLst>
          </p:cNvPr>
          <p:cNvSpPr/>
          <p:nvPr/>
        </p:nvSpPr>
        <p:spPr bwMode="auto">
          <a:xfrm>
            <a:off x="16209579" y="3551986"/>
            <a:ext cx="4744106" cy="1023805"/>
          </a:xfrm>
          <a:prstGeom prst="rect">
            <a:avLst/>
          </a:prstGeom>
          <a:solidFill>
            <a:schemeClr val="accent1">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Data quality, privacy &amp; protection happens automatically</a:t>
            </a:r>
          </a:p>
        </p:txBody>
      </p:sp>
      <p:sp>
        <p:nvSpPr>
          <p:cNvPr id="23" name="Rectangle 22">
            <a:extLst>
              <a:ext uri="{FF2B5EF4-FFF2-40B4-BE49-F238E27FC236}">
                <a16:creationId xmlns:a16="http://schemas.microsoft.com/office/drawing/2014/main" id="{7575C0FD-0268-3E2F-1017-0ACC6920E2A3}"/>
              </a:ext>
            </a:extLst>
          </p:cNvPr>
          <p:cNvSpPr/>
          <p:nvPr/>
        </p:nvSpPr>
        <p:spPr bwMode="auto">
          <a:xfrm>
            <a:off x="16189597" y="5802948"/>
            <a:ext cx="4744106" cy="1023805"/>
          </a:xfrm>
          <a:prstGeom prst="rect">
            <a:avLst/>
          </a:prstGeom>
          <a:solidFill>
            <a:schemeClr val="accent3">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Same skills as other capabilities on </a:t>
            </a:r>
            <a:br>
              <a:rPr lang="en-CA" sz="1800" dirty="0">
                <a:solidFill>
                  <a:schemeClr val="tx1"/>
                </a:solidFill>
                <a:ea typeface="IBM Plex Sans" charset="0"/>
                <a:cs typeface="IBM Plex Sans" charset="0"/>
              </a:rPr>
            </a:br>
            <a:r>
              <a:rPr lang="en-CA" sz="1800" dirty="0">
                <a:solidFill>
                  <a:schemeClr val="tx1"/>
                </a:solidFill>
                <a:ea typeface="IBM Plex Sans" charset="0"/>
                <a:cs typeface="IBM Plex Sans" charset="0"/>
              </a:rPr>
              <a:t>Cloud Pak for Data</a:t>
            </a:r>
          </a:p>
        </p:txBody>
      </p:sp>
      <p:sp>
        <p:nvSpPr>
          <p:cNvPr id="24" name="Rectangle 23">
            <a:extLst>
              <a:ext uri="{FF2B5EF4-FFF2-40B4-BE49-F238E27FC236}">
                <a16:creationId xmlns:a16="http://schemas.microsoft.com/office/drawing/2014/main" id="{62967DBE-CA1A-E5E0-9904-8549858CEAC7}"/>
              </a:ext>
            </a:extLst>
          </p:cNvPr>
          <p:cNvSpPr/>
          <p:nvPr/>
        </p:nvSpPr>
        <p:spPr bwMode="auto">
          <a:xfrm>
            <a:off x="13247759" y="5806959"/>
            <a:ext cx="2824089" cy="1023805"/>
          </a:xfrm>
          <a:prstGeom prst="rect">
            <a:avLst/>
          </a:prstGeom>
          <a:solidFill>
            <a:schemeClr val="accent3">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b="1" dirty="0">
                <a:solidFill>
                  <a:schemeClr val="tx1"/>
                </a:solidFill>
                <a:ea typeface="IBM Plex Sans" charset="0"/>
                <a:cs typeface="IBM Plex Sans" charset="0"/>
              </a:rPr>
              <a:t>Lower TCO</a:t>
            </a:r>
          </a:p>
        </p:txBody>
      </p:sp>
      <p:sp>
        <p:nvSpPr>
          <p:cNvPr id="25" name="Rectangle 24">
            <a:extLst>
              <a:ext uri="{FF2B5EF4-FFF2-40B4-BE49-F238E27FC236}">
                <a16:creationId xmlns:a16="http://schemas.microsoft.com/office/drawing/2014/main" id="{7C1B76BD-6D59-7C42-1835-4EB5A4FCB0CA}"/>
              </a:ext>
            </a:extLst>
          </p:cNvPr>
          <p:cNvSpPr/>
          <p:nvPr/>
        </p:nvSpPr>
        <p:spPr bwMode="auto">
          <a:xfrm>
            <a:off x="16197932" y="4685838"/>
            <a:ext cx="4744106" cy="1023805"/>
          </a:xfrm>
          <a:prstGeom prst="rect">
            <a:avLst/>
          </a:prstGeom>
          <a:solidFill>
            <a:schemeClr val="accent1">
              <a:lumMod val="60000"/>
              <a:lumOff val="4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Run anywhere</a:t>
            </a:r>
          </a:p>
        </p:txBody>
      </p:sp>
      <p:sp>
        <p:nvSpPr>
          <p:cNvPr id="26" name="Rectangle 25">
            <a:extLst>
              <a:ext uri="{FF2B5EF4-FFF2-40B4-BE49-F238E27FC236}">
                <a16:creationId xmlns:a16="http://schemas.microsoft.com/office/drawing/2014/main" id="{2C75EA06-437A-2B01-2F12-EADD90EAF8AF}"/>
              </a:ext>
            </a:extLst>
          </p:cNvPr>
          <p:cNvSpPr/>
          <p:nvPr/>
        </p:nvSpPr>
        <p:spPr bwMode="auto">
          <a:xfrm>
            <a:off x="21068116" y="4671461"/>
            <a:ext cx="2824089" cy="1023805"/>
          </a:xfrm>
          <a:prstGeom prst="rect">
            <a:avLst/>
          </a:prstGeom>
          <a:solidFill>
            <a:schemeClr val="accent1">
              <a:lumMod val="60000"/>
              <a:lumOff val="4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Microservices, containers</a:t>
            </a:r>
          </a:p>
        </p:txBody>
      </p:sp>
      <p:sp>
        <p:nvSpPr>
          <p:cNvPr id="27" name="Rectangle 26">
            <a:extLst>
              <a:ext uri="{FF2B5EF4-FFF2-40B4-BE49-F238E27FC236}">
                <a16:creationId xmlns:a16="http://schemas.microsoft.com/office/drawing/2014/main" id="{77B22BA0-539F-04F2-1EAC-9663153B8021}"/>
              </a:ext>
            </a:extLst>
          </p:cNvPr>
          <p:cNvSpPr/>
          <p:nvPr/>
        </p:nvSpPr>
        <p:spPr bwMode="auto">
          <a:xfrm>
            <a:off x="21070965" y="3544535"/>
            <a:ext cx="2824089" cy="1023805"/>
          </a:xfrm>
          <a:prstGeom prst="rect">
            <a:avLst/>
          </a:prstGeom>
          <a:solidFill>
            <a:schemeClr val="accent1">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Policy-driven enforcement</a:t>
            </a:r>
          </a:p>
        </p:txBody>
      </p:sp>
      <p:sp>
        <p:nvSpPr>
          <p:cNvPr id="28" name="Rectangle 27">
            <a:extLst>
              <a:ext uri="{FF2B5EF4-FFF2-40B4-BE49-F238E27FC236}">
                <a16:creationId xmlns:a16="http://schemas.microsoft.com/office/drawing/2014/main" id="{53273107-9D29-0376-D0EF-3661081DE65A}"/>
              </a:ext>
            </a:extLst>
          </p:cNvPr>
          <p:cNvSpPr/>
          <p:nvPr/>
        </p:nvSpPr>
        <p:spPr bwMode="auto">
          <a:xfrm>
            <a:off x="21070969" y="1292710"/>
            <a:ext cx="2824089" cy="1023805"/>
          </a:xfrm>
          <a:prstGeom prst="rect">
            <a:avLst/>
          </a:prstGeom>
          <a:solidFill>
            <a:srgbClr val="E5F6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AI-infused </a:t>
            </a:r>
          </a:p>
          <a:p>
            <a:pPr defTabSz="1829242">
              <a:defRPr/>
            </a:pPr>
            <a:r>
              <a:rPr lang="en-CA" sz="1800" dirty="0">
                <a:solidFill>
                  <a:schemeClr val="tx1"/>
                </a:solidFill>
                <a:ea typeface="IBM Plex Sans" charset="0"/>
                <a:cs typeface="IBM Plex Sans" charset="0"/>
              </a:rPr>
              <a:t>(stewardship, engine tuning, …)</a:t>
            </a:r>
          </a:p>
        </p:txBody>
      </p:sp>
      <p:sp>
        <p:nvSpPr>
          <p:cNvPr id="29" name="Rectangle 28">
            <a:extLst>
              <a:ext uri="{FF2B5EF4-FFF2-40B4-BE49-F238E27FC236}">
                <a16:creationId xmlns:a16="http://schemas.microsoft.com/office/drawing/2014/main" id="{35AFE416-DF2F-D971-E3B9-3F9077F41F57}"/>
              </a:ext>
            </a:extLst>
          </p:cNvPr>
          <p:cNvSpPr/>
          <p:nvPr/>
        </p:nvSpPr>
        <p:spPr bwMode="auto">
          <a:xfrm>
            <a:off x="21070967" y="2426009"/>
            <a:ext cx="2824089" cy="1023805"/>
          </a:xfrm>
          <a:prstGeom prst="rect">
            <a:avLst/>
          </a:prstGeom>
          <a:solidFill>
            <a:schemeClr val="accent1">
              <a:lumMod val="20000"/>
              <a:lumOff val="8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Model-driven configuration using JSON API / Graph Database</a:t>
            </a:r>
          </a:p>
        </p:txBody>
      </p:sp>
      <p:sp>
        <p:nvSpPr>
          <p:cNvPr id="30" name="Rectangle 29">
            <a:extLst>
              <a:ext uri="{FF2B5EF4-FFF2-40B4-BE49-F238E27FC236}">
                <a16:creationId xmlns:a16="http://schemas.microsoft.com/office/drawing/2014/main" id="{7622A024-FA49-3F20-92B2-648453718302}"/>
              </a:ext>
            </a:extLst>
          </p:cNvPr>
          <p:cNvSpPr/>
          <p:nvPr/>
        </p:nvSpPr>
        <p:spPr bwMode="auto">
          <a:xfrm>
            <a:off x="21051453" y="5791913"/>
            <a:ext cx="2824089" cy="1023805"/>
          </a:xfrm>
          <a:prstGeom prst="rect">
            <a:avLst/>
          </a:prstGeom>
          <a:solidFill>
            <a:schemeClr val="accent3">
              <a:lumMod val="40000"/>
              <a:lumOff val="60000"/>
            </a:schemeClr>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6000" tIns="96000" rIns="96000" bIns="96000" numCol="1" rtlCol="0" anchor="ctr" anchorCtr="0" compatLnSpc="1">
            <a:prstTxWarp prst="textNoShape">
              <a:avLst/>
            </a:prstTxWarp>
          </a:bodyPr>
          <a:lstStyle/>
          <a:p>
            <a:pPr defTabSz="1829242">
              <a:defRPr/>
            </a:pPr>
            <a:r>
              <a:rPr lang="en-CA" sz="1800" dirty="0">
                <a:solidFill>
                  <a:schemeClr val="tx1"/>
                </a:solidFill>
                <a:ea typeface="IBM Plex Sans" charset="0"/>
                <a:cs typeface="IBM Plex Sans" charset="0"/>
              </a:rPr>
              <a:t>Cross-product same install, upgrade, backup &amp; restore, etc.</a:t>
            </a:r>
          </a:p>
        </p:txBody>
      </p:sp>
      <p:sp>
        <p:nvSpPr>
          <p:cNvPr id="31" name="Title 1">
            <a:extLst>
              <a:ext uri="{FF2B5EF4-FFF2-40B4-BE49-F238E27FC236}">
                <a16:creationId xmlns:a16="http://schemas.microsoft.com/office/drawing/2014/main" id="{ADBC4EBD-CB57-CFDF-6E29-367A54E93EEA}"/>
              </a:ext>
            </a:extLst>
          </p:cNvPr>
          <p:cNvSpPr txBox="1">
            <a:spLocks/>
          </p:cNvSpPr>
          <p:nvPr/>
        </p:nvSpPr>
        <p:spPr>
          <a:xfrm>
            <a:off x="511633" y="6314850"/>
            <a:ext cx="11623675" cy="56615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457140" bIns="0"/>
          <a:lstStyle>
            <a:lvl1pPr marL="0" marR="0" indent="0" algn="l" defTabSz="2438400" rtl="0" eaLnBrk="1" latinLnBrk="0" hangingPunct="1">
              <a:lnSpc>
                <a:spcPct val="100000"/>
              </a:lnSpc>
              <a:spcBef>
                <a:spcPts val="0"/>
              </a:spcBef>
              <a:spcAft>
                <a:spcPts val="0"/>
              </a:spcAft>
              <a:buClrTx/>
              <a:buSzTx/>
              <a:buFontTx/>
              <a:buNone/>
              <a:tabLst/>
              <a:defRPr sz="64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r>
              <a:rPr lang="en-US" sz="4000" b="1" dirty="0">
                <a:solidFill>
                  <a:schemeClr val="tx1"/>
                </a:solidFill>
                <a:latin typeface="+mn-lt"/>
              </a:rPr>
              <a:t>Key Roadmap Releases – Match 360</a:t>
            </a:r>
            <a:endParaRPr lang="en-US" sz="6000" b="1" dirty="0">
              <a:solidFill>
                <a:schemeClr val="tx1"/>
              </a:solidFill>
              <a:latin typeface="+mn-lt"/>
            </a:endParaRP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3600" dirty="0">
                <a:solidFill>
                  <a:srgbClr val="000000"/>
                </a:solidFill>
              </a:rPr>
              <a:t>Snapshot enhancements; asset mapping and advanced composite view in Q1 2024</a:t>
            </a:r>
          </a:p>
          <a:p>
            <a:pPr marL="342900" indent="-342900" defTabSz="1450242">
              <a:spcBef>
                <a:spcPts val="600"/>
              </a:spcBef>
              <a:buClr>
                <a:srgbClr val="000000"/>
              </a:buClr>
              <a:buFont typeface="Arial" panose="020B0604020202020204" pitchFamily="34" charset="0"/>
              <a:buChar char="•"/>
              <a:defRPr/>
            </a:pPr>
            <a:r>
              <a:rPr lang="en-GB" sz="3600" dirty="0">
                <a:solidFill>
                  <a:srgbClr val="000000"/>
                </a:solidFill>
                <a:ea typeface="+mn-lt"/>
                <a:cs typeface="+mn-lt"/>
              </a:rPr>
              <a:t>Source-level threshold support in Q1 2024</a:t>
            </a:r>
          </a:p>
          <a:p>
            <a:pPr marL="342900" indent="-342900" defTabSz="1450242">
              <a:spcBef>
                <a:spcPts val="600"/>
              </a:spcBef>
              <a:buClr>
                <a:srgbClr val="000000"/>
              </a:buClr>
              <a:buFont typeface="Arial" panose="020B0604020202020204" pitchFamily="34" charset="0"/>
              <a:buChar char="•"/>
              <a:defRPr/>
            </a:pPr>
            <a:r>
              <a:rPr lang="en-GB" sz="3600" dirty="0">
                <a:solidFill>
                  <a:srgbClr val="000000"/>
                </a:solidFill>
                <a:ea typeface="+mn-lt"/>
                <a:cs typeface="+mn-lt"/>
              </a:rPr>
              <a:t>Match Statistics view enhancements in Q2 2024</a:t>
            </a:r>
          </a:p>
          <a:p>
            <a:pPr marL="342900" indent="-342900" defTabSz="1450242">
              <a:spcBef>
                <a:spcPts val="600"/>
              </a:spcBef>
              <a:buClr>
                <a:srgbClr val="000000"/>
              </a:buClr>
              <a:buFont typeface="Arial" panose="020B0604020202020204" pitchFamily="34" charset="0"/>
              <a:buChar char="•"/>
              <a:defRPr/>
            </a:pPr>
            <a:r>
              <a:rPr lang="en-GB" sz="3600" dirty="0">
                <a:solidFill>
                  <a:srgbClr val="000000"/>
                </a:solidFill>
                <a:ea typeface="+mn-lt"/>
                <a:cs typeface="+mn-lt"/>
              </a:rPr>
              <a:t>After-failure controls and configurations in Q2 2024</a:t>
            </a:r>
          </a:p>
          <a:p>
            <a:pPr marL="342900" indent="-342900" defTabSz="1450242">
              <a:spcBef>
                <a:spcPts val="600"/>
              </a:spcBef>
              <a:buClr>
                <a:srgbClr val="000000"/>
              </a:buClr>
              <a:buFont typeface="Arial" panose="020B0604020202020204" pitchFamily="34" charset="0"/>
              <a:buChar char="•"/>
              <a:defRPr/>
            </a:pPr>
            <a:endParaRPr lang="en-GB" sz="3600" dirty="0">
              <a:solidFill>
                <a:srgbClr val="000000"/>
              </a:solidFill>
            </a:endParaRP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US" sz="3600" dirty="0">
              <a:solidFill>
                <a:srgbClr val="000000"/>
              </a:solidFill>
            </a:endParaRPr>
          </a:p>
        </p:txBody>
      </p:sp>
    </p:spTree>
    <p:extLst>
      <p:ext uri="{BB962C8B-B14F-4D97-AF65-F5344CB8AC3E}">
        <p14:creationId xmlns:p14="http://schemas.microsoft.com/office/powerpoint/2010/main" val="88187501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93CAD1E-5CEE-4317-9E8C-392B75304311}"/>
              </a:ext>
            </a:extLst>
          </p:cNvPr>
          <p:cNvSpPr/>
          <p:nvPr/>
        </p:nvSpPr>
        <p:spPr bwMode="auto">
          <a:xfrm>
            <a:off x="357880" y="8282554"/>
            <a:ext cx="23731869" cy="4554308"/>
          </a:xfrm>
          <a:prstGeom prst="rect">
            <a:avLst/>
          </a:prstGeom>
          <a:solidFill>
            <a:srgbClr val="82CFFF">
              <a:alpha val="33036"/>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chemeClr val="bg1"/>
              </a:solidFill>
            </a:endParaRPr>
          </a:p>
        </p:txBody>
      </p:sp>
      <p:sp>
        <p:nvSpPr>
          <p:cNvPr id="6" name="Slide Number Placeholder 5">
            <a:extLst>
              <a:ext uri="{FF2B5EF4-FFF2-40B4-BE49-F238E27FC236}">
                <a16:creationId xmlns:a16="http://schemas.microsoft.com/office/drawing/2014/main" id="{C8BF2DA1-9B74-C052-A9A9-3D40FE795834}"/>
              </a:ext>
            </a:extLst>
          </p:cNvPr>
          <p:cNvSpPr>
            <a:spLocks noGrp="1"/>
          </p:cNvSpPr>
          <p:nvPr>
            <p:ph type="sldNum" sz="quarter" idx="11"/>
          </p:nvPr>
        </p:nvSpPr>
        <p:spPr/>
        <p:txBody>
          <a:bodyPr/>
          <a:lstStyle/>
          <a:p>
            <a:fld id="{59395FB3-9C97-154F-86B2-7E381B951268}" type="slidenum">
              <a:rPr lang="en-US" smtClean="0"/>
              <a:pPr/>
              <a:t>7</a:t>
            </a:fld>
            <a:endParaRPr lang="en-US" dirty="0"/>
          </a:p>
        </p:txBody>
      </p:sp>
      <p:sp>
        <p:nvSpPr>
          <p:cNvPr id="7" name="Rectangle 6">
            <a:extLst>
              <a:ext uri="{FF2B5EF4-FFF2-40B4-BE49-F238E27FC236}">
                <a16:creationId xmlns:a16="http://schemas.microsoft.com/office/drawing/2014/main" id="{A97503B3-87BC-508B-8103-6EB6E8431A4D}"/>
              </a:ext>
            </a:extLst>
          </p:cNvPr>
          <p:cNvSpPr/>
          <p:nvPr/>
        </p:nvSpPr>
        <p:spPr bwMode="auto">
          <a:xfrm>
            <a:off x="345906" y="3126337"/>
            <a:ext cx="23731869" cy="2111767"/>
          </a:xfrm>
          <a:prstGeom prst="rect">
            <a:avLst/>
          </a:prstGeom>
          <a:solidFill>
            <a:srgbClr val="E5F6FF">
              <a:alpha val="33036"/>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3200" dirty="0">
              <a:solidFill>
                <a:schemeClr val="bg1"/>
              </a:solidFill>
            </a:endParaRPr>
          </a:p>
        </p:txBody>
      </p:sp>
      <p:sp>
        <p:nvSpPr>
          <p:cNvPr id="8" name="Rectangle 7">
            <a:extLst>
              <a:ext uri="{FF2B5EF4-FFF2-40B4-BE49-F238E27FC236}">
                <a16:creationId xmlns:a16="http://schemas.microsoft.com/office/drawing/2014/main" id="{A81AAB61-5854-E487-170F-5D8426958D8C}"/>
              </a:ext>
            </a:extLst>
          </p:cNvPr>
          <p:cNvSpPr/>
          <p:nvPr/>
        </p:nvSpPr>
        <p:spPr>
          <a:xfrm>
            <a:off x="357880" y="3459762"/>
            <a:ext cx="3095846" cy="1569660"/>
          </a:xfrm>
          <a:prstGeom prst="rect">
            <a:avLst/>
          </a:prstGeom>
        </p:spPr>
        <p:txBody>
          <a:bodyPr wrap="square">
            <a:spAutoFit/>
          </a:bodyPr>
          <a:lstStyle/>
          <a:p>
            <a:pPr defTabSz="1829242">
              <a:defRPr/>
            </a:pPr>
            <a:r>
              <a:rPr lang="en-US" sz="3200" dirty="0"/>
              <a:t>Red Hat OpenShift Option</a:t>
            </a:r>
            <a:endParaRPr lang="en-US" sz="3200" i="1" dirty="0">
              <a:latin typeface="IBM Plex Sans" panose="020B0503050203000203" pitchFamily="34" charset="0"/>
            </a:endParaRPr>
          </a:p>
        </p:txBody>
      </p:sp>
      <p:sp>
        <p:nvSpPr>
          <p:cNvPr id="9" name="Rectangle 8">
            <a:extLst>
              <a:ext uri="{FF2B5EF4-FFF2-40B4-BE49-F238E27FC236}">
                <a16:creationId xmlns:a16="http://schemas.microsoft.com/office/drawing/2014/main" id="{C3B259BB-7A09-3424-D9E5-A040BC67AB83}"/>
              </a:ext>
            </a:extLst>
          </p:cNvPr>
          <p:cNvSpPr/>
          <p:nvPr/>
        </p:nvSpPr>
        <p:spPr bwMode="auto">
          <a:xfrm>
            <a:off x="336779" y="5443908"/>
            <a:ext cx="23731869" cy="2620610"/>
          </a:xfrm>
          <a:prstGeom prst="rect">
            <a:avLst/>
          </a:prstGeom>
          <a:solidFill>
            <a:srgbClr val="BAE6FF">
              <a:alpha val="33036"/>
            </a:srgb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1828800" fontAlgn="base">
              <a:spcBef>
                <a:spcPct val="0"/>
              </a:spcBef>
              <a:spcAft>
                <a:spcPct val="0"/>
              </a:spcAft>
            </a:pPr>
            <a:endParaRPr lang="en-US" sz="2800" dirty="0">
              <a:solidFill>
                <a:schemeClr val="bg1"/>
              </a:solidFill>
            </a:endParaRPr>
          </a:p>
        </p:txBody>
      </p:sp>
      <p:sp>
        <p:nvSpPr>
          <p:cNvPr id="10" name="Rectangle 9">
            <a:extLst>
              <a:ext uri="{FF2B5EF4-FFF2-40B4-BE49-F238E27FC236}">
                <a16:creationId xmlns:a16="http://schemas.microsoft.com/office/drawing/2014/main" id="{F7C954AB-69E9-EF76-1E0E-DA286859ED43}"/>
              </a:ext>
            </a:extLst>
          </p:cNvPr>
          <p:cNvSpPr/>
          <p:nvPr/>
        </p:nvSpPr>
        <p:spPr>
          <a:xfrm>
            <a:off x="366798" y="9052087"/>
            <a:ext cx="2217406" cy="1569660"/>
          </a:xfrm>
          <a:prstGeom prst="rect">
            <a:avLst/>
          </a:prstGeom>
        </p:spPr>
        <p:txBody>
          <a:bodyPr wrap="square">
            <a:spAutoFit/>
          </a:bodyPr>
          <a:lstStyle/>
          <a:p>
            <a:pPr defTabSz="1829242">
              <a:defRPr/>
            </a:pPr>
            <a:r>
              <a:rPr lang="en-US" sz="3200" dirty="0"/>
              <a:t>Better ways of working</a:t>
            </a:r>
          </a:p>
        </p:txBody>
      </p:sp>
      <p:sp>
        <p:nvSpPr>
          <p:cNvPr id="12" name="Rectangle 11">
            <a:extLst>
              <a:ext uri="{FF2B5EF4-FFF2-40B4-BE49-F238E27FC236}">
                <a16:creationId xmlns:a16="http://schemas.microsoft.com/office/drawing/2014/main" id="{5F27CE43-7AC6-B165-7B21-5F4AE6DEDC69}"/>
              </a:ext>
            </a:extLst>
          </p:cNvPr>
          <p:cNvSpPr/>
          <p:nvPr/>
        </p:nvSpPr>
        <p:spPr>
          <a:xfrm>
            <a:off x="357880" y="5727361"/>
            <a:ext cx="2889591" cy="2062103"/>
          </a:xfrm>
          <a:prstGeom prst="rect">
            <a:avLst/>
          </a:prstGeom>
        </p:spPr>
        <p:txBody>
          <a:bodyPr wrap="square">
            <a:spAutoFit/>
          </a:bodyPr>
          <a:lstStyle/>
          <a:p>
            <a:pPr defTabSz="1829242">
              <a:defRPr/>
            </a:pPr>
            <a:r>
              <a:rPr lang="en-US" sz="3200" dirty="0"/>
              <a:t>Complete Stack Refresh and Improved Support</a:t>
            </a:r>
            <a:endParaRPr lang="en-US" sz="3200" i="1" dirty="0">
              <a:latin typeface="IBM Plex Sans" panose="020B0503050203000203" pitchFamily="34" charset="0"/>
            </a:endParaRPr>
          </a:p>
        </p:txBody>
      </p:sp>
      <p:sp>
        <p:nvSpPr>
          <p:cNvPr id="13" name="Title 1">
            <a:extLst>
              <a:ext uri="{FF2B5EF4-FFF2-40B4-BE49-F238E27FC236}">
                <a16:creationId xmlns:a16="http://schemas.microsoft.com/office/drawing/2014/main" id="{55CFE353-8AB9-F69A-E5D6-24C9CFDC1FE9}"/>
              </a:ext>
            </a:extLst>
          </p:cNvPr>
          <p:cNvSpPr>
            <a:spLocks noGrp="1"/>
          </p:cNvSpPr>
          <p:nvPr>
            <p:ph type="title"/>
          </p:nvPr>
        </p:nvSpPr>
        <p:spPr>
          <a:xfrm>
            <a:off x="562417" y="536448"/>
            <a:ext cx="22955152" cy="2133600"/>
          </a:xfrm>
        </p:spPr>
        <p:txBody>
          <a:bodyPr/>
          <a:lstStyle/>
          <a:p>
            <a:pPr defTabSz="1829242"/>
            <a:r>
              <a:rPr lang="en-US" dirty="0"/>
              <a:t>IBM MDM Roadmap Timeline</a:t>
            </a:r>
          </a:p>
        </p:txBody>
      </p:sp>
      <p:sp>
        <p:nvSpPr>
          <p:cNvPr id="14" name="Rectangle 13">
            <a:extLst>
              <a:ext uri="{FF2B5EF4-FFF2-40B4-BE49-F238E27FC236}">
                <a16:creationId xmlns:a16="http://schemas.microsoft.com/office/drawing/2014/main" id="{82A02B04-9D2D-AA12-3485-E875ACC5F311}"/>
              </a:ext>
            </a:extLst>
          </p:cNvPr>
          <p:cNvSpPr/>
          <p:nvPr/>
        </p:nvSpPr>
        <p:spPr>
          <a:xfrm>
            <a:off x="514880" y="1433718"/>
            <a:ext cx="23209340" cy="646331"/>
          </a:xfrm>
          <a:prstGeom prst="rect">
            <a:avLst/>
          </a:prstGeom>
        </p:spPr>
        <p:txBody>
          <a:bodyPr wrap="square">
            <a:spAutoFit/>
          </a:bodyPr>
          <a:lstStyle/>
          <a:p>
            <a:pPr defTabSz="1829242">
              <a:defRPr/>
            </a:pPr>
            <a:r>
              <a:rPr lang="en-US" i="1" dirty="0">
                <a:latin typeface="IBM Plex Sans" panose="020B0503050203000203" pitchFamily="34" charset="0"/>
              </a:rPr>
              <a:t>IBM MDM AE/SE and Match 360</a:t>
            </a:r>
          </a:p>
        </p:txBody>
      </p:sp>
      <p:sp>
        <p:nvSpPr>
          <p:cNvPr id="21" name="TextBox 20">
            <a:extLst>
              <a:ext uri="{FF2B5EF4-FFF2-40B4-BE49-F238E27FC236}">
                <a16:creationId xmlns:a16="http://schemas.microsoft.com/office/drawing/2014/main" id="{250E69B3-86CB-F108-0706-0CC2D8E91F3D}"/>
              </a:ext>
            </a:extLst>
          </p:cNvPr>
          <p:cNvSpPr txBox="1"/>
          <p:nvPr/>
        </p:nvSpPr>
        <p:spPr>
          <a:xfrm>
            <a:off x="12195380" y="2970354"/>
            <a:ext cx="4419492" cy="1723549"/>
          </a:xfrm>
          <a:prstGeom prst="rect">
            <a:avLst/>
          </a:prstGeom>
          <a:noFill/>
        </p:spPr>
        <p:txBody>
          <a:bodyPr wrap="square" lIns="91440" tIns="45720" rIns="91440" bIns="45720" rtlCol="0" anchor="t">
            <a:spAutoFit/>
          </a:bodyPr>
          <a:lstStyle/>
          <a:p>
            <a:pPr marL="342900" indent="-342900" algn="ctr" defTabSz="1829196">
              <a:buFont typeface="Arial" panose="020B0604020202020204" pitchFamily="34" charset="0"/>
              <a:buChar char="•"/>
              <a:defRPr/>
            </a:pPr>
            <a:endParaRPr lang="en-US" sz="2400" b="1" dirty="0">
              <a:solidFill>
                <a:srgbClr val="000000"/>
              </a:solidFill>
              <a:ea typeface="IBM Plex Sans" charset="0"/>
              <a:cs typeface="IBM Plex Sans" charset="0"/>
            </a:endParaRPr>
          </a:p>
          <a:p>
            <a:pPr marL="342900" indent="-342900" defTabSz="1829242">
              <a:spcBef>
                <a:spcPts val="600"/>
              </a:spcBef>
              <a:buFont typeface="Arial" panose="020B0604020202020204" pitchFamily="34" charset="0"/>
              <a:buChar char="•"/>
            </a:pPr>
            <a:r>
              <a:rPr lang="en-CA" sz="2400" dirty="0">
                <a:solidFill>
                  <a:srgbClr val="000000"/>
                </a:solidFill>
              </a:rPr>
              <a:t>MDM AE Microsoft ARO support</a:t>
            </a:r>
          </a:p>
          <a:p>
            <a:pPr marL="342900" indent="-342900" defTabSz="1829242">
              <a:spcBef>
                <a:spcPts val="600"/>
              </a:spcBef>
              <a:buFont typeface="Arial" panose="020B0604020202020204" pitchFamily="34" charset="0"/>
              <a:buChar char="•"/>
            </a:pPr>
            <a:endParaRPr lang="en-US" sz="2400" dirty="0">
              <a:solidFill>
                <a:srgbClr val="000000"/>
              </a:solidFill>
            </a:endParaRPr>
          </a:p>
        </p:txBody>
      </p:sp>
      <p:sp>
        <p:nvSpPr>
          <p:cNvPr id="24" name="TextBox 23">
            <a:extLst>
              <a:ext uri="{FF2B5EF4-FFF2-40B4-BE49-F238E27FC236}">
                <a16:creationId xmlns:a16="http://schemas.microsoft.com/office/drawing/2014/main" id="{29CD4E8F-D315-80AD-9FC0-AE47667DBD8C}"/>
              </a:ext>
            </a:extLst>
          </p:cNvPr>
          <p:cNvSpPr txBox="1"/>
          <p:nvPr/>
        </p:nvSpPr>
        <p:spPr>
          <a:xfrm>
            <a:off x="16819539" y="8042464"/>
            <a:ext cx="7317097" cy="5601533"/>
          </a:xfrm>
          <a:prstGeom prst="rect">
            <a:avLst/>
          </a:prstGeom>
          <a:noFill/>
        </p:spPr>
        <p:txBody>
          <a:bodyPr wrap="square" lIns="91440" tIns="45720" rIns="91440" bIns="45720" rtlCol="0" anchor="t">
            <a:spAutoFit/>
          </a:bodyPr>
          <a:lstStyle/>
          <a:p>
            <a:pPr marL="342900" indent="-342900" algn="ctr" defTabSz="1829196">
              <a:buFont typeface="Arial" panose="020B0604020202020204" pitchFamily="34" charset="0"/>
              <a:buChar char="•"/>
              <a:defRPr/>
            </a:pPr>
            <a:endParaRPr lang="en-US" sz="2200" b="1" dirty="0">
              <a:solidFill>
                <a:srgbClr val="000000"/>
              </a:solidFill>
              <a:ea typeface="IBM Plex Sans" charset="0"/>
              <a:cs typeface="IBM Plex Sans" charset="0"/>
            </a:endParaRPr>
          </a:p>
          <a:p>
            <a:pPr marL="342900" indent="-342900" defTabSz="1450242">
              <a:spcBef>
                <a:spcPts val="600"/>
              </a:spcBef>
              <a:buClr>
                <a:srgbClr val="000000"/>
              </a:buClr>
              <a:buFont typeface="Arial" panose="020B0604020202020204" pitchFamily="34" charset="0"/>
              <a:buChar char="•"/>
              <a:defRPr/>
            </a:pPr>
            <a:r>
              <a:rPr lang="en-GB" sz="2200" dirty="0">
                <a:solidFill>
                  <a:srgbClr val="000000"/>
                </a:solidFill>
              </a:rPr>
              <a:t>Graph search, discovery, and relationship management</a:t>
            </a:r>
          </a:p>
          <a:p>
            <a:pPr marL="342900" indent="-342900" defTabSz="1450242">
              <a:spcBef>
                <a:spcPts val="600"/>
              </a:spcBef>
              <a:buClr>
                <a:srgbClr val="000000"/>
              </a:buClr>
              <a:buFont typeface="Arial" panose="020B0604020202020204" pitchFamily="34" charset="0"/>
              <a:buChar char="•"/>
              <a:defRPr/>
            </a:pPr>
            <a:r>
              <a:rPr lang="en-GB" sz="2200" dirty="0">
                <a:solidFill>
                  <a:srgbClr val="000000"/>
                </a:solidFill>
              </a:rPr>
              <a:t>Data Quality </a:t>
            </a:r>
            <a:r>
              <a:rPr lang="en-US" sz="2200" dirty="0">
                <a:solidFill>
                  <a:srgbClr val="000000"/>
                </a:solidFill>
              </a:rPr>
              <a:t>Management</a:t>
            </a:r>
            <a:r>
              <a:rPr lang="en-GB" sz="2200" dirty="0">
                <a:solidFill>
                  <a:srgbClr val="000000"/>
                </a:solidFill>
              </a:rPr>
              <a:t>– Ease of Use Enhancements w/ Dashboard, Explainability, Smart Trigger etc.</a:t>
            </a:r>
          </a:p>
          <a:p>
            <a:pPr marL="342900" indent="-342900" defTabSz="1450242">
              <a:spcBef>
                <a:spcPts val="600"/>
              </a:spcBef>
              <a:buClr>
                <a:srgbClr val="000000"/>
              </a:buClr>
              <a:buFont typeface="Arial" panose="020B0604020202020204" pitchFamily="34" charset="0"/>
              <a:buChar char="•"/>
              <a:defRPr/>
            </a:pPr>
            <a:r>
              <a:rPr lang="en-GB" sz="2200" dirty="0">
                <a:solidFill>
                  <a:srgbClr val="000000"/>
                </a:solidFill>
              </a:rPr>
              <a:t>Persisted entity enhancements</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200" dirty="0">
                <a:solidFill>
                  <a:srgbClr val="000000"/>
                </a:solidFill>
              </a:rPr>
              <a:t>Audit and hierarchy management</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200" dirty="0">
                <a:solidFill>
                  <a:srgbClr val="000000"/>
                </a:solidFill>
              </a:rPr>
              <a:t>Change history management</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200" dirty="0">
                <a:solidFill>
                  <a:srgbClr val="000000"/>
                </a:solidFill>
              </a:rPr>
              <a:t>Address standardization/verification interface integration</a:t>
            </a:r>
            <a:endParaRPr lang="en-GB" sz="2200" dirty="0">
              <a:solidFill>
                <a:srgbClr val="000000"/>
              </a:solidFill>
            </a:endParaRPr>
          </a:p>
          <a:p>
            <a:pPr marL="342900" indent="-342900" defTabSz="1450242">
              <a:spcBef>
                <a:spcPts val="600"/>
              </a:spcBef>
              <a:spcAft>
                <a:spcPct val="0"/>
              </a:spcAft>
              <a:buClr>
                <a:srgbClr val="000000"/>
              </a:buClr>
              <a:buSzPct val="90000"/>
              <a:buFont typeface="Arial" panose="020B0604020202020204" pitchFamily="34" charset="0"/>
              <a:buChar char="•"/>
              <a:defRPr/>
            </a:pPr>
            <a:r>
              <a:rPr lang="en-GB" sz="2200" dirty="0">
                <a:solidFill>
                  <a:srgbClr val="000000"/>
                </a:solidFill>
              </a:rPr>
              <a:t>Entity lineage via MANTA</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IN" sz="2200" dirty="0">
                <a:solidFill>
                  <a:srgbClr val="000000"/>
                </a:solidFill>
              </a:rPr>
              <a:t>Match 360 available on SaaS </a:t>
            </a: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IN" sz="2200" dirty="0">
              <a:solidFill>
                <a:srgbClr val="FA4D56"/>
              </a:solidFill>
            </a:endParaRPr>
          </a:p>
          <a:p>
            <a:pPr marL="342900" indent="-342900" defTabSz="1450242">
              <a:spcBef>
                <a:spcPts val="600"/>
              </a:spcBef>
              <a:buClr>
                <a:srgbClr val="000000"/>
              </a:buClr>
              <a:buFont typeface="Arial" panose="020B0604020202020204" pitchFamily="34" charset="0"/>
              <a:buChar char="•"/>
              <a:defRPr/>
            </a:pPr>
            <a:endParaRPr lang="en-GB" sz="2200" dirty="0">
              <a:solidFill>
                <a:srgbClr val="000000"/>
              </a:solidFill>
            </a:endParaRPr>
          </a:p>
        </p:txBody>
      </p:sp>
      <p:sp>
        <p:nvSpPr>
          <p:cNvPr id="26" name="TextBox 25">
            <a:extLst>
              <a:ext uri="{FF2B5EF4-FFF2-40B4-BE49-F238E27FC236}">
                <a16:creationId xmlns:a16="http://schemas.microsoft.com/office/drawing/2014/main" id="{218B69DA-DEA4-5390-6C7D-DECA6A61B381}"/>
              </a:ext>
            </a:extLst>
          </p:cNvPr>
          <p:cNvSpPr txBox="1"/>
          <p:nvPr/>
        </p:nvSpPr>
        <p:spPr>
          <a:xfrm>
            <a:off x="3493649" y="8552361"/>
            <a:ext cx="3887280" cy="343170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kern="0" dirty="0">
                <a:solidFill>
                  <a:srgbClr val="000000"/>
                </a:solidFill>
                <a:ea typeface="+mj-ea"/>
                <a:cs typeface="+mj-cs"/>
                <a:sym typeface="IBM Plex Sans Light"/>
              </a:rPr>
              <a:t>Record filtering</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kern="0" dirty="0">
                <a:solidFill>
                  <a:srgbClr val="000000"/>
                </a:solidFill>
                <a:ea typeface="+mj-ea"/>
                <a:cs typeface="+mj-cs"/>
                <a:sym typeface="IBM Plex Sans Light"/>
              </a:rPr>
              <a:t>Glue record thresholds</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dirty="0">
                <a:solidFill>
                  <a:srgbClr val="161616"/>
                </a:solidFill>
              </a:rPr>
              <a:t>E</a:t>
            </a:r>
            <a:r>
              <a:rPr lang="en-US" sz="2400" b="0" i="0" dirty="0">
                <a:solidFill>
                  <a:srgbClr val="161616"/>
                </a:solidFill>
                <a:effectLst/>
              </a:rPr>
              <a:t>nhanced attribute composition</a:t>
            </a:r>
            <a:endParaRPr lang="en-US" sz="2400" kern="0" dirty="0">
              <a:solidFill>
                <a:srgbClr val="000000"/>
              </a:solidFill>
              <a:ea typeface="+mj-ea"/>
              <a:cs typeface="+mj-cs"/>
              <a:sym typeface="IBM Plex Sans Light"/>
            </a:endParaRP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i="0" dirty="0">
                <a:solidFill>
                  <a:srgbClr val="161616"/>
                </a:solidFill>
                <a:effectLst/>
              </a:rPr>
              <a:t>Performance and stability improvements</a:t>
            </a:r>
            <a:endParaRPr lang="en-US" sz="2400" dirty="0">
              <a:solidFill>
                <a:srgbClr val="000000"/>
              </a:solidFill>
            </a:endParaRP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GB" sz="2400" dirty="0">
              <a:ea typeface="+mn-lt"/>
              <a:cs typeface="+mn-lt"/>
            </a:endParaRP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GB" sz="2400" dirty="0"/>
          </a:p>
        </p:txBody>
      </p:sp>
      <p:sp>
        <p:nvSpPr>
          <p:cNvPr id="28" name="TextBox 27">
            <a:extLst>
              <a:ext uri="{FF2B5EF4-FFF2-40B4-BE49-F238E27FC236}">
                <a16:creationId xmlns:a16="http://schemas.microsoft.com/office/drawing/2014/main" id="{DE897BE0-F62F-000E-0E03-88B6E51B0CF5}"/>
              </a:ext>
            </a:extLst>
          </p:cNvPr>
          <p:cNvSpPr txBox="1"/>
          <p:nvPr/>
        </p:nvSpPr>
        <p:spPr>
          <a:xfrm>
            <a:off x="18572004" y="7059856"/>
            <a:ext cx="4945565" cy="40011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marL="358132" indent="-358132" defTabSz="1450242">
              <a:spcBef>
                <a:spcPts val="600"/>
              </a:spcBef>
              <a:spcAft>
                <a:spcPct val="0"/>
              </a:spcAft>
              <a:buClr>
                <a:srgbClr val="000000"/>
              </a:buClr>
              <a:buSzPct val="90000"/>
              <a:buFont typeface="Arial" panose="020B0604020202020204" pitchFamily="34" charset="0"/>
              <a:buChar char="–"/>
              <a:defRPr/>
            </a:pPr>
            <a:endParaRPr lang="en-IN" sz="2000" dirty="0">
              <a:solidFill>
                <a:srgbClr val="000000"/>
              </a:solidFill>
            </a:endParaRPr>
          </a:p>
        </p:txBody>
      </p:sp>
      <p:sp>
        <p:nvSpPr>
          <p:cNvPr id="29" name="TextBox 28">
            <a:extLst>
              <a:ext uri="{FF2B5EF4-FFF2-40B4-BE49-F238E27FC236}">
                <a16:creationId xmlns:a16="http://schemas.microsoft.com/office/drawing/2014/main" id="{FC0EC2A5-1087-FE9B-A405-71F40C62292A}"/>
              </a:ext>
            </a:extLst>
          </p:cNvPr>
          <p:cNvSpPr txBox="1"/>
          <p:nvPr/>
        </p:nvSpPr>
        <p:spPr>
          <a:xfrm>
            <a:off x="7512863" y="2467590"/>
            <a:ext cx="4419492" cy="4616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450206">
              <a:spcBef>
                <a:spcPts val="600"/>
              </a:spcBef>
              <a:defRPr/>
            </a:pPr>
            <a:r>
              <a:rPr lang="en-US" sz="2400" dirty="0">
                <a:solidFill>
                  <a:srgbClr val="000000"/>
                </a:solidFill>
              </a:rPr>
              <a:t>1Q 2024</a:t>
            </a:r>
          </a:p>
        </p:txBody>
      </p:sp>
      <p:sp>
        <p:nvSpPr>
          <p:cNvPr id="30" name="TextBox 29">
            <a:extLst>
              <a:ext uri="{FF2B5EF4-FFF2-40B4-BE49-F238E27FC236}">
                <a16:creationId xmlns:a16="http://schemas.microsoft.com/office/drawing/2014/main" id="{B666EFA1-9751-55AA-F7D2-FE609554B2DA}"/>
              </a:ext>
            </a:extLst>
          </p:cNvPr>
          <p:cNvSpPr txBox="1"/>
          <p:nvPr/>
        </p:nvSpPr>
        <p:spPr>
          <a:xfrm>
            <a:off x="12119550" y="2485082"/>
            <a:ext cx="4419492" cy="4616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450206">
              <a:spcBef>
                <a:spcPts val="600"/>
              </a:spcBef>
              <a:defRPr/>
            </a:pPr>
            <a:r>
              <a:rPr lang="en-US" sz="2400" dirty="0">
                <a:solidFill>
                  <a:srgbClr val="000000"/>
                </a:solidFill>
              </a:rPr>
              <a:t>2Q 2024</a:t>
            </a:r>
          </a:p>
        </p:txBody>
      </p:sp>
      <p:sp>
        <p:nvSpPr>
          <p:cNvPr id="31" name="TextBox 30">
            <a:extLst>
              <a:ext uri="{FF2B5EF4-FFF2-40B4-BE49-F238E27FC236}">
                <a16:creationId xmlns:a16="http://schemas.microsoft.com/office/drawing/2014/main" id="{7733C449-D614-4B1D-C727-56CD95639532}"/>
              </a:ext>
            </a:extLst>
          </p:cNvPr>
          <p:cNvSpPr txBox="1"/>
          <p:nvPr/>
        </p:nvSpPr>
        <p:spPr>
          <a:xfrm>
            <a:off x="16913432" y="2617458"/>
            <a:ext cx="4419492" cy="4616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450206">
              <a:spcBef>
                <a:spcPts val="600"/>
              </a:spcBef>
              <a:defRPr/>
            </a:pPr>
            <a:r>
              <a:rPr lang="en-US" sz="2400" dirty="0">
                <a:solidFill>
                  <a:srgbClr val="000000"/>
                </a:solidFill>
              </a:rPr>
              <a:t>2H 2024- 1H 2025</a:t>
            </a:r>
          </a:p>
        </p:txBody>
      </p:sp>
      <p:cxnSp>
        <p:nvCxnSpPr>
          <p:cNvPr id="34" name="Straight Connector 33">
            <a:extLst>
              <a:ext uri="{FF2B5EF4-FFF2-40B4-BE49-F238E27FC236}">
                <a16:creationId xmlns:a16="http://schemas.microsoft.com/office/drawing/2014/main" id="{C8575127-75BE-D83F-8068-5EAF775C09BC}"/>
              </a:ext>
            </a:extLst>
          </p:cNvPr>
          <p:cNvCxnSpPr>
            <a:cxnSpLocks/>
          </p:cNvCxnSpPr>
          <p:nvPr/>
        </p:nvCxnSpPr>
        <p:spPr bwMode="auto">
          <a:xfrm>
            <a:off x="7478266" y="3126337"/>
            <a:ext cx="0" cy="97349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E86E24A3-A504-8423-616E-EA88B08C948E}"/>
              </a:ext>
            </a:extLst>
          </p:cNvPr>
          <p:cNvSpPr txBox="1"/>
          <p:nvPr/>
        </p:nvSpPr>
        <p:spPr>
          <a:xfrm>
            <a:off x="16788511" y="3402079"/>
            <a:ext cx="6177159" cy="461665"/>
          </a:xfrm>
          <a:prstGeom prst="rect">
            <a:avLst/>
          </a:prstGeom>
          <a:noFill/>
        </p:spPr>
        <p:txBody>
          <a:bodyPr wrap="square" lIns="91440" tIns="45720" rIns="91440" bIns="45720" rtlCol="0" anchor="t">
            <a:spAutoFit/>
          </a:bodyPr>
          <a:lstStyle/>
          <a:p>
            <a:pPr marL="342892" indent="-342892" defTabSz="1829196">
              <a:spcBef>
                <a:spcPts val="600"/>
              </a:spcBef>
              <a:buFont typeface="Arial" panose="020B0604020202020204" pitchFamily="34" charset="0"/>
              <a:buChar char="–"/>
              <a:defRPr/>
            </a:pPr>
            <a:endParaRPr lang="en-US" sz="2400" dirty="0">
              <a:solidFill>
                <a:srgbClr val="000000"/>
              </a:solidFill>
            </a:endParaRPr>
          </a:p>
        </p:txBody>
      </p:sp>
      <p:sp>
        <p:nvSpPr>
          <p:cNvPr id="2" name="TextBox 1">
            <a:extLst>
              <a:ext uri="{FF2B5EF4-FFF2-40B4-BE49-F238E27FC236}">
                <a16:creationId xmlns:a16="http://schemas.microsoft.com/office/drawing/2014/main" id="{92841645-C2F5-9D77-3A33-8E7E107C147F}"/>
              </a:ext>
            </a:extLst>
          </p:cNvPr>
          <p:cNvSpPr txBox="1"/>
          <p:nvPr/>
        </p:nvSpPr>
        <p:spPr>
          <a:xfrm>
            <a:off x="16839387" y="2942977"/>
            <a:ext cx="7239714" cy="1723549"/>
          </a:xfrm>
          <a:prstGeom prst="rect">
            <a:avLst/>
          </a:prstGeom>
          <a:noFill/>
        </p:spPr>
        <p:txBody>
          <a:bodyPr wrap="square" lIns="91440" tIns="45720" rIns="91440" bIns="45720" rtlCol="0" anchor="t">
            <a:spAutoFit/>
          </a:bodyPr>
          <a:lstStyle/>
          <a:p>
            <a:pPr marL="342900" indent="-342900" algn="ctr" defTabSz="1829196">
              <a:buFont typeface="Arial" panose="020B0604020202020204" pitchFamily="34" charset="0"/>
              <a:buChar char="•"/>
              <a:defRPr/>
            </a:pPr>
            <a:endParaRPr lang="en-US" sz="2400" b="1" dirty="0">
              <a:solidFill>
                <a:srgbClr val="000000"/>
              </a:solidFill>
              <a:ea typeface="IBM Plex Sans" charset="0"/>
              <a:cs typeface="IBM Plex Sans" charset="0"/>
            </a:endParaRPr>
          </a:p>
          <a:p>
            <a:pPr marL="342900" indent="-342900" defTabSz="1829242">
              <a:spcBef>
                <a:spcPts val="600"/>
              </a:spcBef>
              <a:buFont typeface="Arial" panose="020B0604020202020204" pitchFamily="34" charset="0"/>
              <a:buChar char="•"/>
            </a:pPr>
            <a:r>
              <a:rPr lang="en-US" sz="2400" dirty="0">
                <a:ea typeface="+mn-lt"/>
                <a:cs typeface="+mn-lt"/>
              </a:rPr>
              <a:t>Ongoing RHOCP EUS Version Update and Support and container hardening</a:t>
            </a:r>
          </a:p>
          <a:p>
            <a:pPr marL="342900" indent="-342900" defTabSz="1829242">
              <a:spcBef>
                <a:spcPts val="600"/>
              </a:spcBef>
              <a:buFont typeface="Arial" panose="020B0604020202020204" pitchFamily="34" charset="0"/>
              <a:buChar char="•"/>
            </a:pPr>
            <a:endParaRPr lang="en-US" sz="2400" dirty="0">
              <a:solidFill>
                <a:srgbClr val="000000"/>
              </a:solidFill>
            </a:endParaRPr>
          </a:p>
        </p:txBody>
      </p:sp>
      <p:sp>
        <p:nvSpPr>
          <p:cNvPr id="17" name="TextBox 16">
            <a:extLst>
              <a:ext uri="{FF2B5EF4-FFF2-40B4-BE49-F238E27FC236}">
                <a16:creationId xmlns:a16="http://schemas.microsoft.com/office/drawing/2014/main" id="{AE022EC7-6D4F-EB83-6E9E-10035802B7C4}"/>
              </a:ext>
            </a:extLst>
          </p:cNvPr>
          <p:cNvSpPr txBox="1"/>
          <p:nvPr/>
        </p:nvSpPr>
        <p:spPr>
          <a:xfrm>
            <a:off x="12223814" y="5663943"/>
            <a:ext cx="6698030" cy="1354217"/>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defTabSz="1450242">
              <a:spcBef>
                <a:spcPts val="600"/>
              </a:spcBef>
              <a:buClr>
                <a:srgbClr val="000000"/>
              </a:buClr>
              <a:defRPr/>
            </a:pPr>
            <a:r>
              <a:rPr lang="en-GB" sz="2400" dirty="0">
                <a:solidFill>
                  <a:srgbClr val="000000"/>
                </a:solidFill>
              </a:rPr>
              <a:t>v14</a:t>
            </a:r>
          </a:p>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rPr>
              <a:t>MDM AE/SE stack refresh </a:t>
            </a:r>
          </a:p>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rPr>
              <a:t>MDM AE/SE major release</a:t>
            </a:r>
            <a:endParaRPr lang="en-US" sz="2400" dirty="0"/>
          </a:p>
        </p:txBody>
      </p:sp>
      <p:cxnSp>
        <p:nvCxnSpPr>
          <p:cNvPr id="22" name="Straight Connector 21">
            <a:extLst>
              <a:ext uri="{FF2B5EF4-FFF2-40B4-BE49-F238E27FC236}">
                <a16:creationId xmlns:a16="http://schemas.microsoft.com/office/drawing/2014/main" id="{092F348E-140D-0C13-758E-BE8F8C16526E}"/>
              </a:ext>
            </a:extLst>
          </p:cNvPr>
          <p:cNvCxnSpPr>
            <a:cxnSpLocks/>
          </p:cNvCxnSpPr>
          <p:nvPr/>
        </p:nvCxnSpPr>
        <p:spPr bwMode="auto">
          <a:xfrm flipH="1">
            <a:off x="3210965" y="3126337"/>
            <a:ext cx="36506" cy="97349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E5A5AD28-6F4E-2C35-2E78-F1FE52896712}"/>
              </a:ext>
            </a:extLst>
          </p:cNvPr>
          <p:cNvCxnSpPr>
            <a:cxnSpLocks/>
          </p:cNvCxnSpPr>
          <p:nvPr/>
        </p:nvCxnSpPr>
        <p:spPr bwMode="auto">
          <a:xfrm flipH="1">
            <a:off x="11878566" y="3126337"/>
            <a:ext cx="18254" cy="954026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3BE19A47-3FA5-2550-D843-52F2263D1679}"/>
              </a:ext>
            </a:extLst>
          </p:cNvPr>
          <p:cNvCxnSpPr>
            <a:cxnSpLocks/>
          </p:cNvCxnSpPr>
          <p:nvPr/>
        </p:nvCxnSpPr>
        <p:spPr bwMode="auto">
          <a:xfrm>
            <a:off x="16665761" y="3126337"/>
            <a:ext cx="18254" cy="9734946"/>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1AF3236-0352-8D3A-A573-5823002F1463}"/>
              </a:ext>
            </a:extLst>
          </p:cNvPr>
          <p:cNvSpPr txBox="1"/>
          <p:nvPr/>
        </p:nvSpPr>
        <p:spPr>
          <a:xfrm>
            <a:off x="362517" y="13355077"/>
            <a:ext cx="15840354" cy="276999"/>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443865" indent="-446405" defTabSz="2438400">
              <a:spcBef>
                <a:spcPts val="2900"/>
              </a:spcBef>
              <a:buSzPct val="100000"/>
              <a:buFontTx/>
            </a:pPr>
            <a:r>
              <a:rPr lang="en-US" sz="1800" dirty="0">
                <a:solidFill>
                  <a:srgbClr val="000000"/>
                </a:solidFill>
                <a:latin typeface="Calibri"/>
              </a:rPr>
              <a:t>Note - IBM’s statements regarding its plans, directions, and intent are subject to change or withdrawal without notice at IBM’s sole discretion.</a:t>
            </a:r>
            <a:endParaRPr lang="en-US" sz="1800" dirty="0">
              <a:solidFill>
                <a:srgbClr val="000000"/>
              </a:solidFill>
            </a:endParaRPr>
          </a:p>
        </p:txBody>
      </p:sp>
      <p:sp>
        <p:nvSpPr>
          <p:cNvPr id="5" name="TextBox 4">
            <a:extLst>
              <a:ext uri="{FF2B5EF4-FFF2-40B4-BE49-F238E27FC236}">
                <a16:creationId xmlns:a16="http://schemas.microsoft.com/office/drawing/2014/main" id="{2603FE26-CC50-1744-87F0-747AED47AF2C}"/>
              </a:ext>
            </a:extLst>
          </p:cNvPr>
          <p:cNvSpPr txBox="1"/>
          <p:nvPr/>
        </p:nvSpPr>
        <p:spPr>
          <a:xfrm>
            <a:off x="3315284" y="2500803"/>
            <a:ext cx="4419492" cy="461665"/>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pPr defTabSz="1450206">
              <a:spcBef>
                <a:spcPts val="600"/>
              </a:spcBef>
              <a:defRPr/>
            </a:pPr>
            <a:r>
              <a:rPr lang="en-US" sz="2400" dirty="0">
                <a:solidFill>
                  <a:srgbClr val="000000"/>
                </a:solidFill>
              </a:rPr>
              <a:t>Recent releases 3&amp;4Q 2023</a:t>
            </a:r>
          </a:p>
        </p:txBody>
      </p:sp>
      <p:sp>
        <p:nvSpPr>
          <p:cNvPr id="15" name="TextBox 14">
            <a:extLst>
              <a:ext uri="{FF2B5EF4-FFF2-40B4-BE49-F238E27FC236}">
                <a16:creationId xmlns:a16="http://schemas.microsoft.com/office/drawing/2014/main" id="{564E7712-2D86-6B64-3A36-684530D9E3CD}"/>
              </a:ext>
            </a:extLst>
          </p:cNvPr>
          <p:cNvSpPr txBox="1"/>
          <p:nvPr/>
        </p:nvSpPr>
        <p:spPr>
          <a:xfrm>
            <a:off x="12193587" y="8558312"/>
            <a:ext cx="4085278" cy="2877711"/>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ea typeface="+mn-lt"/>
                <a:cs typeface="+mn-lt"/>
              </a:rPr>
              <a:t>Source-level threshold support</a:t>
            </a:r>
          </a:p>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ea typeface="+mn-lt"/>
                <a:cs typeface="+mn-lt"/>
              </a:rPr>
              <a:t>Match Statistics view enhancements </a:t>
            </a:r>
          </a:p>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ea typeface="+mn-lt"/>
                <a:cs typeface="+mn-lt"/>
              </a:rPr>
              <a:t>After-failure controls and configurations</a:t>
            </a:r>
            <a:endParaRPr lang="en-GB" sz="2200" dirty="0">
              <a:ea typeface="+mn-lt"/>
              <a:cs typeface="+mn-lt"/>
            </a:endParaRP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GB" sz="2200" dirty="0"/>
          </a:p>
        </p:txBody>
      </p:sp>
      <p:sp>
        <p:nvSpPr>
          <p:cNvPr id="20" name="TextBox 19">
            <a:extLst>
              <a:ext uri="{FF2B5EF4-FFF2-40B4-BE49-F238E27FC236}">
                <a16:creationId xmlns:a16="http://schemas.microsoft.com/office/drawing/2014/main" id="{3CC5EBE8-93A8-529F-492A-A5A77EF1457D}"/>
              </a:ext>
            </a:extLst>
          </p:cNvPr>
          <p:cNvSpPr txBox="1"/>
          <p:nvPr/>
        </p:nvSpPr>
        <p:spPr>
          <a:xfrm>
            <a:off x="3453726" y="5663942"/>
            <a:ext cx="3920044" cy="1200329"/>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342900" indent="-342900" defTabSz="1450242">
              <a:spcBef>
                <a:spcPts val="600"/>
              </a:spcBef>
              <a:buClr>
                <a:srgbClr val="000000"/>
              </a:buClr>
              <a:buFont typeface="Arial" panose="020B0604020202020204" pitchFamily="34" charset="0"/>
              <a:buChar char="•"/>
              <a:defRPr/>
            </a:pPr>
            <a:r>
              <a:rPr lang="en-GB" sz="2400" dirty="0">
                <a:solidFill>
                  <a:srgbClr val="000000"/>
                </a:solidFill>
              </a:rPr>
              <a:t>New advanced and extended support offerings</a:t>
            </a:r>
            <a:endParaRPr lang="en-US" sz="2400" dirty="0"/>
          </a:p>
        </p:txBody>
      </p:sp>
      <p:sp>
        <p:nvSpPr>
          <p:cNvPr id="35" name="TextBox 34">
            <a:extLst>
              <a:ext uri="{FF2B5EF4-FFF2-40B4-BE49-F238E27FC236}">
                <a16:creationId xmlns:a16="http://schemas.microsoft.com/office/drawing/2014/main" id="{95931AA6-9209-F9AE-D835-08D426A3959B}"/>
              </a:ext>
            </a:extLst>
          </p:cNvPr>
          <p:cNvSpPr txBox="1"/>
          <p:nvPr/>
        </p:nvSpPr>
        <p:spPr>
          <a:xfrm>
            <a:off x="3514752" y="3263366"/>
            <a:ext cx="3738998" cy="193899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342900" indent="-342900" defTabSz="1450242">
              <a:spcBef>
                <a:spcPts val="600"/>
              </a:spcBef>
              <a:buClr>
                <a:srgbClr val="000000"/>
              </a:buClr>
              <a:buFont typeface="Arial" panose="020B0604020202020204" pitchFamily="34" charset="0"/>
              <a:buChar char="•"/>
              <a:defRPr/>
            </a:pPr>
            <a:r>
              <a:rPr lang="en-US" sz="2400" b="0" i="0" dirty="0">
                <a:solidFill>
                  <a:srgbClr val="000000"/>
                </a:solidFill>
                <a:effectLst/>
              </a:rPr>
              <a:t>IBM Master Data Management Advanced Edition/Standard Edition (MDM AE/SE) AWS ROSA </a:t>
            </a:r>
            <a:endParaRPr lang="en-US" sz="2400" dirty="0"/>
          </a:p>
        </p:txBody>
      </p:sp>
      <p:sp>
        <p:nvSpPr>
          <p:cNvPr id="36" name="TextBox 35">
            <a:extLst>
              <a:ext uri="{FF2B5EF4-FFF2-40B4-BE49-F238E27FC236}">
                <a16:creationId xmlns:a16="http://schemas.microsoft.com/office/drawing/2014/main" id="{F6DACC2D-C39F-E785-ACCF-2215A46A8BFF}"/>
              </a:ext>
            </a:extLst>
          </p:cNvPr>
          <p:cNvSpPr txBox="1"/>
          <p:nvPr/>
        </p:nvSpPr>
        <p:spPr>
          <a:xfrm>
            <a:off x="7689418" y="8486339"/>
            <a:ext cx="3887280" cy="4170372"/>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40" tIns="45720" rIns="91440" bIns="45720" anchor="t">
            <a:spAutoFit/>
          </a:bodyPr>
          <a:lstStyle/>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dirty="0">
                <a:solidFill>
                  <a:srgbClr val="000000"/>
                </a:solidFill>
              </a:rPr>
              <a:t>Advanced real-time data streaming  (delta load)</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dirty="0">
                <a:solidFill>
                  <a:srgbClr val="000000"/>
                </a:solidFill>
              </a:rPr>
              <a:t>Snapshot enhancements; advanced composite view and asset mapping </a:t>
            </a:r>
          </a:p>
          <a:p>
            <a:pPr marL="342900" indent="-342900" defTabSz="1450242">
              <a:spcBef>
                <a:spcPts val="600"/>
              </a:spcBef>
              <a:spcAft>
                <a:spcPct val="0"/>
              </a:spcAft>
              <a:buClr>
                <a:srgbClr val="000000"/>
              </a:buClr>
              <a:buSzPct val="90000"/>
              <a:buFont typeface="Arial" panose="020B0604020202020204" pitchFamily="34" charset="0"/>
              <a:buChar char="•"/>
              <a:defRPr/>
            </a:pPr>
            <a:r>
              <a:rPr lang="en-US" sz="2400" dirty="0">
                <a:solidFill>
                  <a:srgbClr val="000000"/>
                </a:solidFill>
              </a:rPr>
              <a:t>Ongoing sync with Kafka</a:t>
            </a:r>
          </a:p>
          <a:p>
            <a:pPr defTabSz="1450242">
              <a:spcBef>
                <a:spcPts val="600"/>
              </a:spcBef>
              <a:spcAft>
                <a:spcPct val="0"/>
              </a:spcAft>
              <a:buClr>
                <a:srgbClr val="000000"/>
              </a:buClr>
              <a:buSzPct val="90000"/>
              <a:defRPr/>
            </a:pPr>
            <a:endParaRPr lang="en-US" sz="2400" dirty="0">
              <a:solidFill>
                <a:srgbClr val="000000"/>
              </a:solidFill>
            </a:endParaRPr>
          </a:p>
          <a:p>
            <a:pPr defTabSz="1450242">
              <a:spcBef>
                <a:spcPts val="600"/>
              </a:spcBef>
              <a:spcAft>
                <a:spcPct val="0"/>
              </a:spcAft>
              <a:buClr>
                <a:srgbClr val="000000"/>
              </a:buClr>
              <a:buSzPct val="90000"/>
              <a:defRPr/>
            </a:pPr>
            <a:endParaRPr lang="en-GB" sz="2400" dirty="0">
              <a:ea typeface="+mn-lt"/>
              <a:cs typeface="+mn-lt"/>
            </a:endParaRPr>
          </a:p>
          <a:p>
            <a:pPr marL="342900" indent="-342900" defTabSz="1450242">
              <a:spcBef>
                <a:spcPts val="600"/>
              </a:spcBef>
              <a:spcAft>
                <a:spcPct val="0"/>
              </a:spcAft>
              <a:buClr>
                <a:srgbClr val="000000"/>
              </a:buClr>
              <a:buSzPct val="90000"/>
              <a:buFont typeface="Arial" panose="020B0604020202020204" pitchFamily="34" charset="0"/>
              <a:buChar char="•"/>
              <a:defRPr/>
            </a:pPr>
            <a:endParaRPr lang="en-GB" sz="2400" dirty="0"/>
          </a:p>
        </p:txBody>
      </p:sp>
    </p:spTree>
    <p:extLst>
      <p:ext uri="{BB962C8B-B14F-4D97-AF65-F5344CB8AC3E}">
        <p14:creationId xmlns:p14="http://schemas.microsoft.com/office/powerpoint/2010/main" val="301718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BD195-AC4A-F90F-3021-CB33CA2E4C90}"/>
              </a:ext>
            </a:extLst>
          </p:cNvPr>
          <p:cNvSpPr>
            <a:spLocks noGrp="1"/>
          </p:cNvSpPr>
          <p:nvPr>
            <p:ph type="title"/>
          </p:nvPr>
        </p:nvSpPr>
        <p:spPr>
          <a:xfrm>
            <a:off x="808832" y="576072"/>
            <a:ext cx="8847232" cy="759001"/>
          </a:xfrm>
        </p:spPr>
        <p:txBody>
          <a:bodyPr/>
          <a:lstStyle/>
          <a:p>
            <a:r>
              <a:rPr lang="en-US" sz="5400" i="1" dirty="0">
                <a:solidFill>
                  <a:schemeClr val="accent1"/>
                </a:solidFill>
              </a:rPr>
              <a:t>MDM AE SE Stack Refresh</a:t>
            </a:r>
            <a:br>
              <a:rPr lang="en-US" sz="4800" i="1" dirty="0"/>
            </a:br>
            <a:br>
              <a:rPr lang="en-US" sz="4800" i="1" dirty="0"/>
            </a:br>
            <a:br>
              <a:rPr lang="en-US" dirty="0"/>
            </a:br>
            <a:br>
              <a:rPr lang="en-US" dirty="0"/>
            </a:br>
            <a:endParaRPr lang="en-US" sz="4800" i="1" dirty="0">
              <a:solidFill>
                <a:schemeClr val="accent6"/>
              </a:solidFill>
            </a:endParaRPr>
          </a:p>
        </p:txBody>
      </p:sp>
      <p:sp>
        <p:nvSpPr>
          <p:cNvPr id="3" name="Text Placeholder 2">
            <a:extLst>
              <a:ext uri="{FF2B5EF4-FFF2-40B4-BE49-F238E27FC236}">
                <a16:creationId xmlns:a16="http://schemas.microsoft.com/office/drawing/2014/main" id="{6B036110-7B29-6CD5-338D-62A40D14F802}"/>
              </a:ext>
            </a:extLst>
          </p:cNvPr>
          <p:cNvSpPr>
            <a:spLocks noGrp="1"/>
          </p:cNvSpPr>
          <p:nvPr>
            <p:ph type="body" sz="quarter" idx="12"/>
          </p:nvPr>
        </p:nvSpPr>
        <p:spPr>
          <a:xfrm>
            <a:off x="6667499" y="4145089"/>
            <a:ext cx="4951413" cy="9039968"/>
          </a:xfrm>
        </p:spPr>
        <p:txBody>
          <a:bodyPr/>
          <a:lstStyle/>
          <a:p>
            <a:pPr algn="l"/>
            <a:endParaRPr lang="en-IN" sz="2400" dirty="0">
              <a:solidFill>
                <a:srgbClr val="000000"/>
              </a:solidFill>
            </a:endParaRPr>
          </a:p>
          <a:p>
            <a:pPr marL="571500" indent="-571500" defTabSz="1826972" fontAlgn="base">
              <a:spcBef>
                <a:spcPct val="0"/>
              </a:spcBef>
              <a:spcAft>
                <a:spcPts val="800"/>
              </a:spcAft>
              <a:buFont typeface="Wingdings" pitchFamily="2" charset="2"/>
              <a:buChar char="q"/>
            </a:pPr>
            <a:r>
              <a:rPr lang="en-IN" sz="2400" dirty="0"/>
              <a:t>Add support for WebSphere Application Server 9.0.5.15</a:t>
            </a:r>
          </a:p>
          <a:p>
            <a:pPr marL="571500" indent="-571500" defTabSz="1826972" fontAlgn="base">
              <a:spcBef>
                <a:spcPct val="0"/>
              </a:spcBef>
              <a:spcAft>
                <a:spcPts val="800"/>
              </a:spcAft>
              <a:buFont typeface="Wingdings" pitchFamily="2" charset="2"/>
              <a:buChar char="q"/>
            </a:pPr>
            <a:endParaRPr lang="en-IN" sz="2400" dirty="0"/>
          </a:p>
          <a:p>
            <a:pPr marL="571500" indent="-571500" defTabSz="1826972" fontAlgn="base">
              <a:spcBef>
                <a:spcPct val="0"/>
              </a:spcBef>
              <a:spcAft>
                <a:spcPts val="800"/>
              </a:spcAft>
              <a:buFont typeface="Wingdings" pitchFamily="2" charset="2"/>
              <a:buChar char="q"/>
            </a:pPr>
            <a:r>
              <a:rPr lang="en-IN" sz="2400" dirty="0"/>
              <a:t>IBM SDK, Java Technology Edition</a:t>
            </a:r>
            <a:r>
              <a:rPr lang="en-IN" sz="2400" kern="1200" dirty="0">
                <a:solidFill>
                  <a:srgbClr val="000000"/>
                </a:solidFill>
              </a:rPr>
              <a:t>, Version 11</a:t>
            </a:r>
          </a:p>
          <a:p>
            <a:pPr defTabSz="1826972" fontAlgn="base">
              <a:spcBef>
                <a:spcPct val="0"/>
              </a:spcBef>
              <a:spcAft>
                <a:spcPts val="800"/>
              </a:spcAft>
            </a:pPr>
            <a:endParaRPr lang="en-IN" sz="2400" kern="1200" dirty="0">
              <a:solidFill>
                <a:srgbClr val="000000"/>
              </a:solidFill>
            </a:endParaRPr>
          </a:p>
          <a:p>
            <a:pPr marL="571500" indent="-571500" defTabSz="1826972" fontAlgn="base">
              <a:spcBef>
                <a:spcPct val="0"/>
              </a:spcBef>
              <a:spcAft>
                <a:spcPts val="800"/>
              </a:spcAft>
              <a:buFont typeface="Wingdings" pitchFamily="2" charset="2"/>
              <a:buChar char="q"/>
            </a:pPr>
            <a:r>
              <a:rPr lang="en-IN" sz="2400" dirty="0"/>
              <a:t>Rational Application Developer for WebSphere Software, Version 9.7.0.5</a:t>
            </a:r>
            <a:endParaRPr lang="en-IN" sz="2400" kern="1200" dirty="0">
              <a:solidFill>
                <a:srgbClr val="000000"/>
              </a:solidFill>
            </a:endParaRPr>
          </a:p>
          <a:p>
            <a:pPr defTabSz="1826972" fontAlgn="base">
              <a:spcBef>
                <a:spcPct val="0"/>
              </a:spcBef>
              <a:spcAft>
                <a:spcPts val="800"/>
              </a:spcAft>
            </a:pPr>
            <a:endParaRPr lang="en-IN" sz="2400" i="0" u="none" strike="noStrike" dirty="0">
              <a:solidFill>
                <a:srgbClr val="333333"/>
              </a:solidFill>
              <a:effectLst/>
            </a:endParaRPr>
          </a:p>
          <a:p>
            <a:pPr marL="571500" indent="-571500" defTabSz="1826972" fontAlgn="base">
              <a:spcBef>
                <a:spcPct val="0"/>
              </a:spcBef>
              <a:spcAft>
                <a:spcPts val="800"/>
              </a:spcAft>
              <a:buFont typeface="Wingdings" pitchFamily="2" charset="2"/>
              <a:buChar char="q"/>
            </a:pPr>
            <a:r>
              <a:rPr lang="en-IN" sz="2400" dirty="0"/>
              <a:t>Kafka 3.4.0</a:t>
            </a:r>
          </a:p>
          <a:p>
            <a:pPr marL="0" lvl="3" indent="0" defTabSz="1826972" fontAlgn="base">
              <a:spcBef>
                <a:spcPct val="0"/>
              </a:spcBef>
              <a:spcAft>
                <a:spcPts val="800"/>
              </a:spcAft>
              <a:buSzTx/>
              <a:buNone/>
            </a:pPr>
            <a:endParaRPr lang="en-IN" sz="2400" dirty="0"/>
          </a:p>
          <a:p>
            <a:pPr marL="571500" lvl="3" indent="-571500" defTabSz="1826972" fontAlgn="base">
              <a:spcBef>
                <a:spcPct val="0"/>
              </a:spcBef>
              <a:spcAft>
                <a:spcPts val="800"/>
              </a:spcAft>
              <a:buSzTx/>
              <a:buFont typeface="Wingdings" pitchFamily="2" charset="2"/>
              <a:buChar char="q"/>
            </a:pPr>
            <a:r>
              <a:rPr lang="en-IN" sz="2400" dirty="0">
                <a:solidFill>
                  <a:srgbClr val="000000"/>
                </a:solidFill>
              </a:rPr>
              <a:t>IBM Business Automation Workflow 21.0.3 (LTSR)  - next suitable LTSR version</a:t>
            </a:r>
          </a:p>
          <a:p>
            <a:pPr marL="571500" indent="-571500" defTabSz="1826972" fontAlgn="base">
              <a:spcBef>
                <a:spcPct val="0"/>
              </a:spcBef>
              <a:spcAft>
                <a:spcPts val="800"/>
              </a:spcAft>
              <a:buFont typeface="Wingdings" pitchFamily="2" charset="2"/>
              <a:buChar char="q"/>
            </a:pPr>
            <a:endParaRPr lang="en-IN" sz="2400" dirty="0"/>
          </a:p>
          <a:p>
            <a:pPr algn="l">
              <a:buFont typeface="+mj-lt"/>
              <a:buAutoNum type="arabicPeriod"/>
            </a:pPr>
            <a:endParaRPr lang="en-IN" dirty="0">
              <a:solidFill>
                <a:srgbClr val="000000"/>
              </a:solidFill>
            </a:endParaRPr>
          </a:p>
          <a:p>
            <a:pPr marL="571500" indent="-571500" defTabSz="1826972" fontAlgn="base">
              <a:spcBef>
                <a:spcPct val="0"/>
              </a:spcBef>
              <a:spcAft>
                <a:spcPts val="800"/>
              </a:spcAft>
              <a:buFont typeface="Wingdings" pitchFamily="2" charset="2"/>
              <a:buChar char="q"/>
            </a:pPr>
            <a:endParaRPr lang="en-IN" dirty="0"/>
          </a:p>
          <a:p>
            <a:pPr marL="571500" indent="-571500" defTabSz="1826972" fontAlgn="base">
              <a:spcBef>
                <a:spcPct val="0"/>
              </a:spcBef>
              <a:spcAft>
                <a:spcPts val="800"/>
              </a:spcAft>
              <a:buFont typeface="Wingdings" pitchFamily="2" charset="2"/>
              <a:buChar char="q"/>
            </a:pPr>
            <a:endParaRPr lang="en-US" dirty="0"/>
          </a:p>
          <a:p>
            <a:pPr marL="571500" indent="-571500" defTabSz="1826972" fontAlgn="base">
              <a:spcBef>
                <a:spcPct val="0"/>
              </a:spcBef>
              <a:spcAft>
                <a:spcPts val="800"/>
              </a:spcAft>
              <a:buFont typeface="Wingdings" pitchFamily="2" charset="2"/>
              <a:buChar char="q"/>
            </a:pPr>
            <a:endParaRPr lang="en-US" sz="2000" dirty="0">
              <a:solidFill>
                <a:schemeClr val="tx1"/>
              </a:solidFill>
            </a:endParaRPr>
          </a:p>
          <a:p>
            <a:pPr marL="342900" indent="-342900" defTabSz="1826972" fontAlgn="base">
              <a:spcBef>
                <a:spcPct val="0"/>
              </a:spcBef>
              <a:spcAft>
                <a:spcPts val="800"/>
              </a:spcAft>
              <a:buFont typeface="Arial" panose="020B0604020202020204" pitchFamily="34" charset="0"/>
              <a:buChar char="•"/>
            </a:pPr>
            <a:endParaRPr lang="en-US" sz="2000" dirty="0">
              <a:solidFill>
                <a:schemeClr val="tx1"/>
              </a:solidFill>
            </a:endParaRPr>
          </a:p>
          <a:p>
            <a:pPr defTabSz="1826972" fontAlgn="base">
              <a:spcBef>
                <a:spcPct val="0"/>
              </a:spcBef>
              <a:spcAft>
                <a:spcPts val="800"/>
              </a:spcAft>
            </a:pPr>
            <a:endParaRPr lang="en-US" sz="2000" dirty="0">
              <a:solidFill>
                <a:schemeClr val="tx1"/>
              </a:solidFill>
            </a:endParaRPr>
          </a:p>
          <a:p>
            <a:endParaRPr lang="en-US" dirty="0"/>
          </a:p>
        </p:txBody>
      </p:sp>
      <p:sp>
        <p:nvSpPr>
          <p:cNvPr id="4" name="Text Placeholder 3">
            <a:extLst>
              <a:ext uri="{FF2B5EF4-FFF2-40B4-BE49-F238E27FC236}">
                <a16:creationId xmlns:a16="http://schemas.microsoft.com/office/drawing/2014/main" id="{782A2952-DC2A-4AE0-FEC2-5DAF245FC7C8}"/>
              </a:ext>
            </a:extLst>
          </p:cNvPr>
          <p:cNvSpPr>
            <a:spLocks noGrp="1"/>
          </p:cNvSpPr>
          <p:nvPr>
            <p:ph type="body" sz="quarter" idx="13"/>
          </p:nvPr>
        </p:nvSpPr>
        <p:spPr>
          <a:xfrm>
            <a:off x="12762705" y="4145088"/>
            <a:ext cx="4953000" cy="9039969"/>
          </a:xfrm>
        </p:spPr>
        <p:txBody>
          <a:bodyPr/>
          <a:lstStyle/>
          <a:p>
            <a:pPr marL="571500" indent="-571500" defTabSz="1826972" fontAlgn="base">
              <a:spcBef>
                <a:spcPct val="0"/>
              </a:spcBef>
              <a:spcAft>
                <a:spcPts val="800"/>
              </a:spcAft>
              <a:buFont typeface="Wingdings" pitchFamily="2" charset="2"/>
              <a:buChar char="q"/>
            </a:pPr>
            <a:endParaRPr lang="en-US" sz="2400" dirty="0">
              <a:solidFill>
                <a:schemeClr val="tx1"/>
              </a:solidFill>
            </a:endParaRPr>
          </a:p>
          <a:p>
            <a:pPr marL="571500" indent="-571500" defTabSz="1826972" fontAlgn="base">
              <a:spcBef>
                <a:spcPct val="0"/>
              </a:spcBef>
              <a:spcAft>
                <a:spcPts val="800"/>
              </a:spcAft>
              <a:buFont typeface="Wingdings" pitchFamily="2" charset="2"/>
              <a:buChar char="q"/>
            </a:pPr>
            <a:r>
              <a:rPr lang="en-US" sz="2400" dirty="0">
                <a:solidFill>
                  <a:schemeClr val="tx1"/>
                </a:solidFill>
              </a:rPr>
              <a:t>MDM Advanced Edition</a:t>
            </a:r>
          </a:p>
          <a:p>
            <a:pPr lvl="3" fontAlgn="base">
              <a:buFont typeface="Arial" panose="020B0604020202020204" pitchFamily="34" charset="0"/>
              <a:buChar char="•"/>
            </a:pPr>
            <a:r>
              <a:rPr lang="en-IN" sz="2400" dirty="0">
                <a:solidFill>
                  <a:srgbClr val="000000"/>
                </a:solidFill>
              </a:rPr>
              <a:t> Amazon RDS for Oracle</a:t>
            </a:r>
          </a:p>
          <a:p>
            <a:pPr lvl="3" fontAlgn="base">
              <a:buFont typeface="Arial" panose="020B0604020202020204" pitchFamily="34" charset="0"/>
              <a:buChar char="•"/>
            </a:pPr>
            <a:r>
              <a:rPr lang="en-IN" sz="2400" dirty="0">
                <a:solidFill>
                  <a:srgbClr val="000000"/>
                </a:solidFill>
              </a:rPr>
              <a:t> Oracle Database 21c </a:t>
            </a:r>
          </a:p>
          <a:p>
            <a:pPr lvl="3">
              <a:buFont typeface="Arial" panose="020B0604020202020204" pitchFamily="34" charset="0"/>
              <a:buChar char="•"/>
            </a:pPr>
            <a:r>
              <a:rPr lang="en-IN" sz="2400" dirty="0">
                <a:solidFill>
                  <a:srgbClr val="000000"/>
                </a:solidFill>
              </a:rPr>
              <a:t> IBM </a:t>
            </a:r>
            <a:r>
              <a:rPr lang="en-IN" sz="2400" i="0" u="none" strike="noStrike" dirty="0">
                <a:solidFill>
                  <a:srgbClr val="000000"/>
                </a:solidFill>
                <a:effectLst/>
              </a:rPr>
              <a:t>Db2 13 for z/OS</a:t>
            </a:r>
          </a:p>
          <a:p>
            <a:pPr lvl="3">
              <a:buFont typeface="Arial" panose="020B0604020202020204" pitchFamily="34" charset="0"/>
              <a:buChar char="•"/>
            </a:pPr>
            <a:r>
              <a:rPr lang="en-IN" sz="2400" i="0" u="none" strike="noStrike" dirty="0">
                <a:solidFill>
                  <a:srgbClr val="000000"/>
                </a:solidFill>
                <a:effectLst/>
              </a:rPr>
              <a:t> IBM Db2 11.5.8</a:t>
            </a:r>
          </a:p>
          <a:p>
            <a:pPr defTabSz="1826972" fontAlgn="base">
              <a:spcBef>
                <a:spcPct val="0"/>
              </a:spcBef>
              <a:spcAft>
                <a:spcPts val="800"/>
              </a:spcAft>
            </a:pPr>
            <a:endParaRPr lang="en-US" sz="2400" dirty="0">
              <a:solidFill>
                <a:schemeClr val="tx1"/>
              </a:solidFill>
            </a:endParaRPr>
          </a:p>
          <a:p>
            <a:pPr marL="571500" indent="-571500" defTabSz="1826972" fontAlgn="base">
              <a:spcBef>
                <a:spcPct val="0"/>
              </a:spcBef>
              <a:spcAft>
                <a:spcPts val="800"/>
              </a:spcAft>
              <a:buFont typeface="Wingdings" pitchFamily="2" charset="2"/>
              <a:buChar char="q"/>
            </a:pPr>
            <a:r>
              <a:rPr lang="en-US" sz="2400" dirty="0">
                <a:solidFill>
                  <a:schemeClr val="tx1"/>
                </a:solidFill>
              </a:rPr>
              <a:t>MDM Standard Edition</a:t>
            </a:r>
          </a:p>
          <a:p>
            <a:pPr lvl="3" fontAlgn="base">
              <a:buFont typeface="Arial" panose="020B0604020202020204" pitchFamily="34" charset="0"/>
              <a:buChar char="•"/>
            </a:pPr>
            <a:r>
              <a:rPr lang="en-IN" sz="2400" dirty="0">
                <a:solidFill>
                  <a:srgbClr val="000000"/>
                </a:solidFill>
              </a:rPr>
              <a:t>SQL Server 2022 for Microsoft Windows</a:t>
            </a:r>
          </a:p>
          <a:p>
            <a:pPr lvl="3" fontAlgn="base">
              <a:buFont typeface="Arial" panose="020B0604020202020204" pitchFamily="34" charset="0"/>
              <a:buChar char="•"/>
            </a:pPr>
            <a:r>
              <a:rPr lang="en-IN" sz="2400" dirty="0">
                <a:solidFill>
                  <a:srgbClr val="000000"/>
                </a:solidFill>
              </a:rPr>
              <a:t>Oracle Database 21c </a:t>
            </a:r>
          </a:p>
          <a:p>
            <a:pPr lvl="3" fontAlgn="base">
              <a:buFont typeface="Arial" panose="020B0604020202020204" pitchFamily="34" charset="0"/>
              <a:buChar char="•"/>
            </a:pPr>
            <a:r>
              <a:rPr lang="en-IN" sz="2400" dirty="0">
                <a:solidFill>
                  <a:srgbClr val="000000"/>
                </a:solidFill>
              </a:rPr>
              <a:t>IBM Db2 v11.5.8</a:t>
            </a:r>
          </a:p>
          <a:p>
            <a:pPr lvl="3" fontAlgn="base">
              <a:buFont typeface="Arial" panose="020B0604020202020204" pitchFamily="34" charset="0"/>
              <a:buChar char="•"/>
            </a:pPr>
            <a:r>
              <a:rPr lang="en-IN" sz="2400" dirty="0">
                <a:solidFill>
                  <a:srgbClr val="000000"/>
                </a:solidFill>
              </a:rPr>
              <a:t>SQL Server on Azure (SaaS)</a:t>
            </a:r>
          </a:p>
          <a:p>
            <a:pPr defTabSz="1826972" fontAlgn="base">
              <a:spcBef>
                <a:spcPct val="0"/>
              </a:spcBef>
              <a:spcAft>
                <a:spcPts val="800"/>
              </a:spcAft>
            </a:pPr>
            <a:endParaRPr lang="en-US" sz="2400" dirty="0">
              <a:solidFill>
                <a:schemeClr val="tx1"/>
              </a:solidFill>
            </a:endParaRPr>
          </a:p>
          <a:p>
            <a:pPr marL="571500" indent="-571500" defTabSz="1826972" fontAlgn="base">
              <a:spcBef>
                <a:spcPct val="0"/>
              </a:spcBef>
              <a:spcAft>
                <a:spcPts val="800"/>
              </a:spcAft>
              <a:buFont typeface="Wingdings" pitchFamily="2" charset="2"/>
              <a:buChar char="q"/>
            </a:pPr>
            <a:r>
              <a:rPr lang="en-IN" sz="2400" dirty="0"/>
              <a:t>MDM SE support for latest versions of JDBC/ODBC Data Direct Drivers</a:t>
            </a:r>
          </a:p>
          <a:p>
            <a:pPr marL="571500" indent="-571500" defTabSz="1826972" fontAlgn="base">
              <a:spcBef>
                <a:spcPct val="0"/>
              </a:spcBef>
              <a:spcAft>
                <a:spcPts val="800"/>
              </a:spcAft>
              <a:buFont typeface="Wingdings" pitchFamily="2" charset="2"/>
              <a:buChar char="q"/>
            </a:pPr>
            <a:endParaRPr lang="en-US" sz="2000" dirty="0">
              <a:solidFill>
                <a:schemeClr val="tx1"/>
              </a:solidFill>
            </a:endParaRPr>
          </a:p>
          <a:p>
            <a:pPr marL="571500" indent="-571500" defTabSz="1826972" fontAlgn="base">
              <a:spcBef>
                <a:spcPct val="0"/>
              </a:spcBef>
              <a:spcAft>
                <a:spcPts val="800"/>
              </a:spcAft>
              <a:buFont typeface="Wingdings" pitchFamily="2" charset="2"/>
              <a:buChar char="q"/>
            </a:pPr>
            <a:endParaRPr lang="en-US" dirty="0"/>
          </a:p>
          <a:p>
            <a:pPr defTabSz="1826972" fontAlgn="base">
              <a:spcBef>
                <a:spcPct val="0"/>
              </a:spcBef>
              <a:spcAft>
                <a:spcPts val="800"/>
              </a:spcAft>
            </a:pPr>
            <a:endParaRPr lang="en-US" sz="2000" dirty="0">
              <a:solidFill>
                <a:schemeClr val="tx1"/>
              </a:solidFill>
            </a:endParaRPr>
          </a:p>
          <a:p>
            <a:endParaRPr lang="en-US" dirty="0"/>
          </a:p>
        </p:txBody>
      </p:sp>
      <p:sp>
        <p:nvSpPr>
          <p:cNvPr id="5" name="Text Placeholder 4">
            <a:extLst>
              <a:ext uri="{FF2B5EF4-FFF2-40B4-BE49-F238E27FC236}">
                <a16:creationId xmlns:a16="http://schemas.microsoft.com/office/drawing/2014/main" id="{7AECDCF7-2A0B-A773-51BC-BA7A5C20C807}"/>
              </a:ext>
            </a:extLst>
          </p:cNvPr>
          <p:cNvSpPr>
            <a:spLocks noGrp="1"/>
          </p:cNvSpPr>
          <p:nvPr>
            <p:ph type="body" sz="quarter" idx="14"/>
          </p:nvPr>
        </p:nvSpPr>
        <p:spPr>
          <a:xfrm>
            <a:off x="18859500" y="4213439"/>
            <a:ext cx="4959350" cy="8971618"/>
          </a:xfrm>
        </p:spPr>
        <p:txBody>
          <a:bodyPr/>
          <a:lstStyle/>
          <a:p>
            <a:pPr marL="571500" indent="-571500" defTabSz="1826972" fontAlgn="base">
              <a:spcBef>
                <a:spcPct val="0"/>
              </a:spcBef>
              <a:spcAft>
                <a:spcPts val="800"/>
              </a:spcAft>
              <a:buFont typeface="Wingdings" pitchFamily="2" charset="2"/>
              <a:buChar char="q"/>
            </a:pPr>
            <a:endParaRPr lang="en-IN" sz="2400" dirty="0"/>
          </a:p>
          <a:p>
            <a:pPr marL="571500" indent="-571500" defTabSz="1826972" fontAlgn="base">
              <a:spcBef>
                <a:spcPct val="0"/>
              </a:spcBef>
              <a:spcAft>
                <a:spcPts val="800"/>
              </a:spcAft>
              <a:buFont typeface="Wingdings" pitchFamily="2" charset="2"/>
              <a:buChar char="q"/>
            </a:pPr>
            <a:r>
              <a:rPr lang="en-IN" sz="2400" dirty="0"/>
              <a:t>IBM InfoSphere Information Server</a:t>
            </a:r>
            <a:r>
              <a:rPr lang="en-US" sz="2400" dirty="0"/>
              <a:t> 11.7.1.4</a:t>
            </a:r>
          </a:p>
          <a:p>
            <a:pPr marL="0" lvl="3" indent="0" defTabSz="1826972" fontAlgn="base">
              <a:spcBef>
                <a:spcPct val="0"/>
              </a:spcBef>
              <a:spcAft>
                <a:spcPts val="800"/>
              </a:spcAft>
              <a:buSzTx/>
              <a:buNone/>
            </a:pPr>
            <a:endParaRPr lang="en-IN" sz="2400" dirty="0">
              <a:solidFill>
                <a:srgbClr val="000000"/>
              </a:solidFill>
            </a:endParaRPr>
          </a:p>
          <a:p>
            <a:pPr marL="571500" lvl="3" indent="-571500" defTabSz="1826972" fontAlgn="base">
              <a:spcBef>
                <a:spcPct val="0"/>
              </a:spcBef>
              <a:spcAft>
                <a:spcPts val="800"/>
              </a:spcAft>
              <a:buSzTx/>
              <a:buFont typeface="Wingdings" pitchFamily="2" charset="2"/>
              <a:buChar char="q"/>
            </a:pPr>
            <a:r>
              <a:rPr lang="en-IN" sz="2400" i="0" u="none" strike="noStrike" dirty="0">
                <a:solidFill>
                  <a:srgbClr val="323232"/>
                </a:solidFill>
                <a:effectLst/>
              </a:rPr>
              <a:t>IBM Cognos Analytics 11</a:t>
            </a:r>
          </a:p>
          <a:p>
            <a:pPr marL="571500" lvl="3" indent="-571500" defTabSz="1826972" fontAlgn="base">
              <a:spcBef>
                <a:spcPct val="0"/>
              </a:spcBef>
              <a:spcAft>
                <a:spcPts val="800"/>
              </a:spcAft>
              <a:buSzTx/>
              <a:buFont typeface="Wingdings" pitchFamily="2" charset="2"/>
              <a:buChar char="q"/>
            </a:pPr>
            <a:endParaRPr lang="en-IN" dirty="0"/>
          </a:p>
          <a:p>
            <a:pPr marL="571500" lvl="3" indent="-571500" defTabSz="1826972" fontAlgn="base">
              <a:spcBef>
                <a:spcPct val="0"/>
              </a:spcBef>
              <a:spcAft>
                <a:spcPts val="800"/>
              </a:spcAft>
              <a:buSzTx/>
              <a:buFont typeface="Wingdings" pitchFamily="2" charset="2"/>
              <a:buChar char="q"/>
            </a:pPr>
            <a:r>
              <a:rPr lang="en-IN" sz="2400" dirty="0">
                <a:solidFill>
                  <a:srgbClr val="323232"/>
                </a:solidFill>
              </a:rPr>
              <a:t>IBM App Connect Enterprise 12.0.7.0</a:t>
            </a:r>
            <a:endParaRPr lang="en-US" sz="2400" dirty="0">
              <a:solidFill>
                <a:srgbClr val="323232"/>
              </a:solidFill>
            </a:endParaRPr>
          </a:p>
        </p:txBody>
      </p:sp>
      <p:sp>
        <p:nvSpPr>
          <p:cNvPr id="6" name="Text Placeholder 5">
            <a:extLst>
              <a:ext uri="{FF2B5EF4-FFF2-40B4-BE49-F238E27FC236}">
                <a16:creationId xmlns:a16="http://schemas.microsoft.com/office/drawing/2014/main" id="{085449EB-25F9-4BA9-3276-FBAB7BB408A9}"/>
              </a:ext>
            </a:extLst>
          </p:cNvPr>
          <p:cNvSpPr>
            <a:spLocks noGrp="1"/>
          </p:cNvSpPr>
          <p:nvPr>
            <p:ph type="body" sz="quarter" idx="15"/>
          </p:nvPr>
        </p:nvSpPr>
        <p:spPr>
          <a:xfrm>
            <a:off x="6667499" y="1977288"/>
            <a:ext cx="5526088" cy="1525587"/>
          </a:xfrm>
        </p:spPr>
        <p:txBody>
          <a:bodyPr/>
          <a:lstStyle/>
          <a:p>
            <a:r>
              <a:rPr lang="en-US" sz="4000" dirty="0">
                <a:latin typeface="+mn-lt"/>
                <a:ea typeface="IBM Plex Sans" charset="0"/>
                <a:cs typeface="IBM Plex Sans" charset="0"/>
              </a:rPr>
              <a:t>Application Server, Middleware, BPM</a:t>
            </a:r>
          </a:p>
          <a:p>
            <a:endParaRPr lang="en-US" sz="4000" dirty="0">
              <a:latin typeface="+mn-lt"/>
            </a:endParaRPr>
          </a:p>
        </p:txBody>
      </p:sp>
      <p:sp>
        <p:nvSpPr>
          <p:cNvPr id="7" name="Text Placeholder 6">
            <a:extLst>
              <a:ext uri="{FF2B5EF4-FFF2-40B4-BE49-F238E27FC236}">
                <a16:creationId xmlns:a16="http://schemas.microsoft.com/office/drawing/2014/main" id="{D2F62E21-0E9C-9B5B-8FE8-CC150D8E165C}"/>
              </a:ext>
            </a:extLst>
          </p:cNvPr>
          <p:cNvSpPr>
            <a:spLocks noGrp="1"/>
          </p:cNvSpPr>
          <p:nvPr>
            <p:ph type="body" sz="quarter" idx="16"/>
          </p:nvPr>
        </p:nvSpPr>
        <p:spPr>
          <a:xfrm>
            <a:off x="12756357" y="1977288"/>
            <a:ext cx="4959350" cy="1525587"/>
          </a:xfrm>
        </p:spPr>
        <p:txBody>
          <a:bodyPr/>
          <a:lstStyle/>
          <a:p>
            <a:r>
              <a:rPr lang="en-US" sz="4000" dirty="0">
                <a:latin typeface="+mn-lt"/>
                <a:ea typeface="IBM Plex Sans" charset="0"/>
                <a:cs typeface="IBM Plex Sans" charset="0"/>
              </a:rPr>
              <a:t>Database Services</a:t>
            </a:r>
          </a:p>
          <a:p>
            <a:endParaRPr lang="en-US" sz="4000" dirty="0">
              <a:latin typeface="+mn-lt"/>
            </a:endParaRPr>
          </a:p>
        </p:txBody>
      </p:sp>
      <p:sp>
        <p:nvSpPr>
          <p:cNvPr id="8" name="Text Placeholder 7">
            <a:extLst>
              <a:ext uri="{FF2B5EF4-FFF2-40B4-BE49-F238E27FC236}">
                <a16:creationId xmlns:a16="http://schemas.microsoft.com/office/drawing/2014/main" id="{8ABB31B5-1B1D-02A9-3357-A6FA5084D59B}"/>
              </a:ext>
            </a:extLst>
          </p:cNvPr>
          <p:cNvSpPr>
            <a:spLocks noGrp="1"/>
          </p:cNvSpPr>
          <p:nvPr>
            <p:ph type="body" sz="quarter" idx="17"/>
          </p:nvPr>
        </p:nvSpPr>
        <p:spPr>
          <a:xfrm>
            <a:off x="18859498" y="1933272"/>
            <a:ext cx="4959352" cy="1525587"/>
          </a:xfrm>
        </p:spPr>
        <p:txBody>
          <a:bodyPr/>
          <a:lstStyle/>
          <a:p>
            <a:r>
              <a:rPr lang="en-US" sz="4000" dirty="0">
                <a:latin typeface="+mn-lt"/>
                <a:ea typeface="IBM Plex Sans" charset="0"/>
                <a:cs typeface="IBM Plex Sans" charset="0"/>
              </a:rPr>
              <a:t>Data Quality, BI,</a:t>
            </a:r>
          </a:p>
          <a:p>
            <a:r>
              <a:rPr lang="en-US" sz="4000" dirty="0">
                <a:latin typeface="+mn-lt"/>
                <a:ea typeface="IBM Plex Sans" charset="0"/>
                <a:cs typeface="IBM Plex Sans" charset="0"/>
              </a:rPr>
              <a:t>Integration</a:t>
            </a:r>
          </a:p>
          <a:p>
            <a:endParaRPr lang="en-US" sz="4000" dirty="0">
              <a:latin typeface="+mn-lt"/>
            </a:endParaRPr>
          </a:p>
        </p:txBody>
      </p:sp>
      <p:sp>
        <p:nvSpPr>
          <p:cNvPr id="9" name="Slide Number Placeholder 8">
            <a:extLst>
              <a:ext uri="{FF2B5EF4-FFF2-40B4-BE49-F238E27FC236}">
                <a16:creationId xmlns:a16="http://schemas.microsoft.com/office/drawing/2014/main" id="{A7AC4F98-0F88-D161-E97A-56B401377921}"/>
              </a:ext>
            </a:extLst>
          </p:cNvPr>
          <p:cNvSpPr>
            <a:spLocks noGrp="1"/>
          </p:cNvSpPr>
          <p:nvPr>
            <p:ph type="sldNum" sz="quarter" idx="4"/>
          </p:nvPr>
        </p:nvSpPr>
        <p:spPr/>
        <p:txBody>
          <a:bodyPr/>
          <a:lstStyle/>
          <a:p>
            <a:fld id="{86CB4B4D-7CA3-9044-876B-883B54F8677D}" type="slidenum">
              <a:rPr lang="en-US" smtClean="0"/>
              <a:pPr/>
              <a:t>8</a:t>
            </a:fld>
            <a:endParaRPr lang="en-US" dirty="0"/>
          </a:p>
        </p:txBody>
      </p:sp>
      <p:sp>
        <p:nvSpPr>
          <p:cNvPr id="16" name="Text Placeholder 2">
            <a:extLst>
              <a:ext uri="{FF2B5EF4-FFF2-40B4-BE49-F238E27FC236}">
                <a16:creationId xmlns:a16="http://schemas.microsoft.com/office/drawing/2014/main" id="{13C01098-54A5-7FCB-8202-5DD5629CE230}"/>
              </a:ext>
            </a:extLst>
          </p:cNvPr>
          <p:cNvSpPr txBox="1">
            <a:spLocks/>
          </p:cNvSpPr>
          <p:nvPr/>
        </p:nvSpPr>
        <p:spPr>
          <a:xfrm>
            <a:off x="654224" y="4145089"/>
            <a:ext cx="4869480" cy="9039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1pPr>
            <a:lvl2pPr marL="18288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2pPr>
            <a:lvl3pPr marL="36576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3pPr>
            <a:lvl4pPr marL="548640" marR="0" indent="-182880" algn="l" defTabSz="2438400" rtl="0" eaLnBrk="1" latinLnBrk="0" hangingPunct="1">
              <a:lnSpc>
                <a:spcPct val="110000"/>
              </a:lnSpc>
              <a:spcBef>
                <a:spcPts val="0"/>
              </a:spcBef>
              <a:spcAft>
                <a:spcPts val="0"/>
              </a:spcAft>
              <a:buClrTx/>
              <a:buSzPct val="100000"/>
              <a:buFontTx/>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000" b="0" i="0" u="none" strike="noStrike" cap="none" spc="0" baseline="0">
                <a:solidFill>
                  <a:schemeClr val="tx1"/>
                </a:solidFill>
                <a:uFillTx/>
                <a:latin typeface="IBM Plex Sans" panose="020B0503050203000203" pitchFamily="34" charset="0"/>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pPr marL="571500" indent="-571500" defTabSz="1826972" fontAlgn="base">
              <a:spcBef>
                <a:spcPct val="0"/>
              </a:spcBef>
              <a:spcAft>
                <a:spcPts val="800"/>
              </a:spcAft>
              <a:buFont typeface="Wingdings" pitchFamily="2" charset="2"/>
              <a:buChar char="q"/>
            </a:pPr>
            <a:endParaRPr lang="en-IN" dirty="0"/>
          </a:p>
          <a:p>
            <a:pPr marL="571500" indent="-571500" defTabSz="1826972" fontAlgn="base">
              <a:spcBef>
                <a:spcPct val="0"/>
              </a:spcBef>
              <a:spcAft>
                <a:spcPts val="800"/>
              </a:spcAft>
              <a:buFont typeface="Wingdings" pitchFamily="2" charset="2"/>
              <a:buChar char="q"/>
            </a:pPr>
            <a:r>
              <a:rPr lang="en-IN" sz="2400" dirty="0"/>
              <a:t>Operating System</a:t>
            </a:r>
          </a:p>
          <a:p>
            <a:pPr lvl="3" fontAlgn="base">
              <a:buFont typeface="Arial" panose="020B0604020202020204" pitchFamily="34" charset="0"/>
              <a:buChar char="•"/>
            </a:pPr>
            <a:r>
              <a:rPr lang="en-IN" sz="2400" dirty="0">
                <a:solidFill>
                  <a:srgbClr val="000000"/>
                </a:solidFill>
              </a:rPr>
              <a:t>Red Hat Enterprise Linux (RHEL) 9.2</a:t>
            </a:r>
          </a:p>
          <a:p>
            <a:pPr lvl="3" fontAlgn="base">
              <a:buFont typeface="Arial" panose="020B0604020202020204" pitchFamily="34" charset="0"/>
              <a:buChar char="•"/>
            </a:pPr>
            <a:r>
              <a:rPr lang="en-IN" sz="2400" dirty="0">
                <a:solidFill>
                  <a:srgbClr val="000000"/>
                </a:solidFill>
              </a:rPr>
              <a:t>AIX 7.3 TL1 </a:t>
            </a:r>
          </a:p>
          <a:p>
            <a:pPr marL="365760" lvl="3" indent="0" fontAlgn="base">
              <a:buNone/>
            </a:pPr>
            <a:endParaRPr lang="en-IN" sz="2400" dirty="0">
              <a:solidFill>
                <a:srgbClr val="000000"/>
              </a:solidFill>
            </a:endParaRPr>
          </a:p>
          <a:p>
            <a:pPr marL="571500" lvl="3" indent="-571500" defTabSz="1826972" fontAlgn="base">
              <a:spcBef>
                <a:spcPct val="0"/>
              </a:spcBef>
              <a:spcAft>
                <a:spcPts val="800"/>
              </a:spcAft>
              <a:buSzTx/>
              <a:buFont typeface="Wingdings" pitchFamily="2" charset="2"/>
              <a:buChar char="q"/>
            </a:pPr>
            <a:r>
              <a:rPr lang="en-IN" sz="2400" dirty="0"/>
              <a:t>Hypervisor</a:t>
            </a:r>
            <a:endParaRPr lang="en-IN" sz="2400" dirty="0">
              <a:solidFill>
                <a:srgbClr val="000000"/>
              </a:solidFill>
            </a:endParaRPr>
          </a:p>
          <a:p>
            <a:pPr lvl="3" fontAlgn="base">
              <a:buFont typeface="Arial" panose="020B0604020202020204" pitchFamily="34" charset="0"/>
              <a:buChar char="•"/>
            </a:pPr>
            <a:r>
              <a:rPr lang="en-IN" sz="2400" dirty="0">
                <a:solidFill>
                  <a:srgbClr val="000000"/>
                </a:solidFill>
              </a:rPr>
              <a:t>VMWare ESXi 8.0</a:t>
            </a:r>
          </a:p>
          <a:p>
            <a:pPr defTabSz="1826972" fontAlgn="base">
              <a:spcBef>
                <a:spcPct val="0"/>
              </a:spcBef>
              <a:spcAft>
                <a:spcPts val="800"/>
              </a:spcAft>
            </a:pPr>
            <a:endParaRPr lang="en-US" sz="2400" dirty="0"/>
          </a:p>
          <a:p>
            <a:pPr marL="571500" indent="-571500" defTabSz="1826972" fontAlgn="base">
              <a:spcBef>
                <a:spcPct val="0"/>
              </a:spcBef>
              <a:spcAft>
                <a:spcPts val="800"/>
              </a:spcAft>
              <a:buFont typeface="Wingdings" pitchFamily="2" charset="2"/>
              <a:buChar char="q"/>
            </a:pPr>
            <a:r>
              <a:rPr lang="en-IN" sz="2400" dirty="0"/>
              <a:t>Red Hat OpenShift Container Platform (OCP) EUS Version 4.12</a:t>
            </a:r>
          </a:p>
          <a:p>
            <a:pPr marL="571500" indent="-571500" defTabSz="1826972" fontAlgn="base">
              <a:spcBef>
                <a:spcPct val="0"/>
              </a:spcBef>
              <a:spcAft>
                <a:spcPts val="800"/>
              </a:spcAft>
              <a:buFont typeface="Wingdings" pitchFamily="2" charset="2"/>
              <a:buChar char="q"/>
            </a:pPr>
            <a:endParaRPr lang="en-IN" sz="2400" dirty="0"/>
          </a:p>
          <a:p>
            <a:pPr marL="571500" indent="-571500" defTabSz="1826972" fontAlgn="base">
              <a:spcBef>
                <a:spcPct val="0"/>
              </a:spcBef>
              <a:spcAft>
                <a:spcPts val="800"/>
              </a:spcAft>
              <a:buFont typeface="Wingdings" pitchFamily="2" charset="2"/>
              <a:buChar char="q"/>
            </a:pPr>
            <a:r>
              <a:rPr lang="en-IN" sz="2400" dirty="0"/>
              <a:t>MDM container security hardening</a:t>
            </a:r>
          </a:p>
          <a:p>
            <a:pPr defTabSz="1826972" fontAlgn="base">
              <a:spcBef>
                <a:spcPct val="0"/>
              </a:spcBef>
              <a:spcAft>
                <a:spcPts val="800"/>
              </a:spcAft>
            </a:pPr>
            <a:endParaRPr lang="en-IN" sz="2400" dirty="0"/>
          </a:p>
          <a:p>
            <a:pPr marL="571500" indent="-571500" defTabSz="1826972" fontAlgn="base">
              <a:spcBef>
                <a:spcPct val="0"/>
              </a:spcBef>
              <a:spcAft>
                <a:spcPts val="800"/>
              </a:spcAft>
              <a:buFont typeface="Wingdings" pitchFamily="2" charset="2"/>
              <a:buChar char="q"/>
            </a:pPr>
            <a:r>
              <a:rPr lang="en-IN" sz="2400" i="0" u="none" strike="noStrike" dirty="0">
                <a:solidFill>
                  <a:srgbClr val="333333"/>
                </a:solidFill>
                <a:effectLst/>
              </a:rPr>
              <a:t>IBM Security Directory Suite 8.0.1</a:t>
            </a:r>
          </a:p>
          <a:p>
            <a:pPr lvl="3" fontAlgn="base">
              <a:buFont typeface="Arial" panose="020B0604020202020204" pitchFamily="34" charset="0"/>
              <a:buChar char="•"/>
            </a:pPr>
            <a:r>
              <a:rPr lang="en-IN" sz="2400" dirty="0">
                <a:solidFill>
                  <a:srgbClr val="000000"/>
                </a:solidFill>
              </a:rPr>
              <a:t> Critical enabler for enterprise security</a:t>
            </a:r>
          </a:p>
          <a:p>
            <a:pPr marL="571500" indent="-571500" defTabSz="1826972" fontAlgn="base">
              <a:spcBef>
                <a:spcPct val="0"/>
              </a:spcBef>
              <a:spcAft>
                <a:spcPts val="800"/>
              </a:spcAft>
              <a:buFont typeface="Wingdings" pitchFamily="2" charset="2"/>
              <a:buChar char="q"/>
            </a:pPr>
            <a:endParaRPr lang="en-IN" b="1" dirty="0"/>
          </a:p>
          <a:p>
            <a:pPr lvl="3" fontAlgn="base"/>
            <a:endParaRPr lang="en-IN" dirty="0">
              <a:solidFill>
                <a:srgbClr val="000000"/>
              </a:solidFill>
            </a:endParaRPr>
          </a:p>
          <a:p>
            <a:pPr defTabSz="1826972" fontAlgn="base">
              <a:spcBef>
                <a:spcPct val="0"/>
              </a:spcBef>
              <a:spcAft>
                <a:spcPts val="800"/>
              </a:spcAft>
            </a:pPr>
            <a:endParaRPr lang="en-IN" b="1" dirty="0"/>
          </a:p>
          <a:p>
            <a:pPr marL="571500" indent="-571500" defTabSz="1826972" fontAlgn="base">
              <a:spcBef>
                <a:spcPct val="0"/>
              </a:spcBef>
              <a:spcAft>
                <a:spcPts val="800"/>
              </a:spcAft>
              <a:buFont typeface="Wingdings" pitchFamily="2" charset="2"/>
              <a:buChar char="q"/>
            </a:pPr>
            <a:endParaRPr lang="en-US" dirty="0"/>
          </a:p>
          <a:p>
            <a:pPr defTabSz="1826972" fontAlgn="base">
              <a:spcBef>
                <a:spcPct val="0"/>
              </a:spcBef>
              <a:spcAft>
                <a:spcPts val="800"/>
              </a:spcAft>
            </a:pPr>
            <a:endParaRPr lang="en-US" kern="0" dirty="0"/>
          </a:p>
          <a:p>
            <a:endParaRPr lang="en-US" kern="0" dirty="0"/>
          </a:p>
        </p:txBody>
      </p:sp>
      <p:sp>
        <p:nvSpPr>
          <p:cNvPr id="11" name="Text Placeholder 5">
            <a:extLst>
              <a:ext uri="{FF2B5EF4-FFF2-40B4-BE49-F238E27FC236}">
                <a16:creationId xmlns:a16="http://schemas.microsoft.com/office/drawing/2014/main" id="{62AE45AA-A031-6A32-2C7F-0B08EDF6DCD5}"/>
              </a:ext>
            </a:extLst>
          </p:cNvPr>
          <p:cNvSpPr txBox="1">
            <a:spLocks/>
          </p:cNvSpPr>
          <p:nvPr/>
        </p:nvSpPr>
        <p:spPr>
          <a:xfrm>
            <a:off x="654224" y="1977289"/>
            <a:ext cx="5110783" cy="15255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1"/>
                </a:solidFill>
                <a:uFillTx/>
                <a:latin typeface="+mj-lt"/>
                <a:ea typeface="+mj-ea"/>
                <a:cs typeface="+mj-cs"/>
                <a:sym typeface="IBM Plex Sans Light"/>
              </a:defRPr>
            </a:lvl1pPr>
            <a:lvl2pPr marL="256032"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2pPr>
            <a:lvl3pPr marL="512064"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3pPr>
            <a:lvl4pPr marL="768096" marR="0" indent="-256032" algn="l" defTabSz="2438400" rtl="0" eaLnBrk="1" latinLnBrk="0" hangingPunct="1">
              <a:lnSpc>
                <a:spcPct val="110000"/>
              </a:lnSpc>
              <a:spcBef>
                <a:spcPts val="0"/>
              </a:spcBef>
              <a:spcAft>
                <a:spcPts val="0"/>
              </a:spcAft>
              <a:buClrTx/>
              <a:buSzPct val="100000"/>
              <a:buFontTx/>
              <a:buChar char="–"/>
              <a:tabLst/>
              <a:defRPr sz="2800" b="0" i="0" u="none" strike="noStrike" cap="none" spc="0" baseline="0">
                <a:solidFill>
                  <a:schemeClr val="tx1"/>
                </a:solidFill>
                <a:uFillTx/>
                <a:latin typeface="+mj-lt"/>
                <a:ea typeface="+mj-ea"/>
                <a:cs typeface="+mj-cs"/>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Arial" panose="020B0604020202020204" pitchFamily="34" charset="0"/>
              <a:buChar char="•"/>
              <a:tabLst/>
              <a:defRPr sz="2800" b="0" i="0" u="none" strike="noStrike" cap="none" spc="0" baseline="0">
                <a:solidFill>
                  <a:schemeClr val="tx1"/>
                </a:solidFill>
                <a:uFillTx/>
                <a:latin typeface="+mj-lt"/>
                <a:ea typeface="+mj-ea"/>
                <a:cs typeface="+mj-cs"/>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mj-lt"/>
                <a:ea typeface="+mj-ea"/>
                <a:cs typeface="+mj-cs"/>
                <a:sym typeface="IBM Plex Sans Light"/>
              </a:defRPr>
            </a:lvl9pPr>
          </a:lstStyle>
          <a:p>
            <a:r>
              <a:rPr lang="en-US" sz="4000" kern="0" dirty="0">
                <a:latin typeface="+mn-lt"/>
                <a:ea typeface="IBM Plex Sans" charset="0"/>
                <a:cs typeface="IBM Plex Sans" charset="0"/>
              </a:rPr>
              <a:t>OS, Hypervisor,</a:t>
            </a:r>
          </a:p>
          <a:p>
            <a:r>
              <a:rPr lang="en-US" sz="4000" kern="0" dirty="0">
                <a:latin typeface="+mn-lt"/>
                <a:ea typeface="IBM Plex Sans" charset="0"/>
                <a:cs typeface="IBM Plex Sans" charset="0"/>
              </a:rPr>
              <a:t>Containers, Security</a:t>
            </a:r>
          </a:p>
          <a:p>
            <a:endParaRPr lang="en-US" sz="4000" kern="0" dirty="0">
              <a:latin typeface="+mn-lt"/>
            </a:endParaRPr>
          </a:p>
        </p:txBody>
      </p:sp>
      <p:sp>
        <p:nvSpPr>
          <p:cNvPr id="10" name="TextBox 9">
            <a:extLst>
              <a:ext uri="{FF2B5EF4-FFF2-40B4-BE49-F238E27FC236}">
                <a16:creationId xmlns:a16="http://schemas.microsoft.com/office/drawing/2014/main" id="{8AAFC310-2ED5-D056-DD5F-1D8FEF10C31D}"/>
              </a:ext>
            </a:extLst>
          </p:cNvPr>
          <p:cNvSpPr txBox="1"/>
          <p:nvPr/>
        </p:nvSpPr>
        <p:spPr>
          <a:xfrm>
            <a:off x="6089904" y="13002768"/>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2" name="TextBox 11">
            <a:extLst>
              <a:ext uri="{FF2B5EF4-FFF2-40B4-BE49-F238E27FC236}">
                <a16:creationId xmlns:a16="http://schemas.microsoft.com/office/drawing/2014/main" id="{DFCF06BC-EDEF-A2FB-A9D7-2F12AE9F0775}"/>
              </a:ext>
            </a:extLst>
          </p:cNvPr>
          <p:cNvSpPr txBox="1"/>
          <p:nvPr/>
        </p:nvSpPr>
        <p:spPr>
          <a:xfrm>
            <a:off x="12252960" y="1463040"/>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3" name="TextBox 12">
            <a:extLst>
              <a:ext uri="{FF2B5EF4-FFF2-40B4-BE49-F238E27FC236}">
                <a16:creationId xmlns:a16="http://schemas.microsoft.com/office/drawing/2014/main" id="{CC6FD496-49D3-E139-5A9E-37DB1BC53734}"/>
              </a:ext>
            </a:extLst>
          </p:cNvPr>
          <p:cNvSpPr txBox="1"/>
          <p:nvPr/>
        </p:nvSpPr>
        <p:spPr>
          <a:xfrm>
            <a:off x="6126480" y="10716768"/>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15" name="TextBox 14">
            <a:extLst>
              <a:ext uri="{FF2B5EF4-FFF2-40B4-BE49-F238E27FC236}">
                <a16:creationId xmlns:a16="http://schemas.microsoft.com/office/drawing/2014/main" id="{5A60A710-03DA-FADC-47F3-1FF74E12F145}"/>
              </a:ext>
            </a:extLst>
          </p:cNvPr>
          <p:cNvSpPr txBox="1"/>
          <p:nvPr/>
        </p:nvSpPr>
        <p:spPr>
          <a:xfrm>
            <a:off x="18269712" y="113385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Tree>
    <p:extLst>
      <p:ext uri="{BB962C8B-B14F-4D97-AF65-F5344CB8AC3E}">
        <p14:creationId xmlns:p14="http://schemas.microsoft.com/office/powerpoint/2010/main" val="419083632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408A69-E6FD-3338-6E77-0FF5B6866405}"/>
              </a:ext>
            </a:extLst>
          </p:cNvPr>
          <p:cNvSpPr/>
          <p:nvPr/>
        </p:nvSpPr>
        <p:spPr bwMode="auto">
          <a:xfrm>
            <a:off x="8928453" y="5482013"/>
            <a:ext cx="4850032" cy="3023206"/>
          </a:xfrm>
          <a:prstGeom prst="rect">
            <a:avLst/>
          </a:prstGeom>
          <a:solidFill>
            <a:srgbClr val="EDF6FF"/>
          </a:solidFill>
          <a:ln w="19050">
            <a:solidFill>
              <a:srgbClr val="579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600" u="none" strike="noStrike" cap="none" normalizeH="0" baseline="0" dirty="0">
              <a:ln>
                <a:noFill/>
              </a:ln>
              <a:solidFill>
                <a:schemeClr val="tx2"/>
              </a:solidFill>
              <a:effectLst/>
              <a:latin typeface="IBM Plex Sans Medium" panose="020B0503050203000203" pitchFamily="34" charset="0"/>
            </a:endParaRPr>
          </a:p>
        </p:txBody>
      </p:sp>
      <p:sp>
        <p:nvSpPr>
          <p:cNvPr id="3154" name="Text Placeholder 88"/>
          <p:cNvSpPr txBox="1">
            <a:spLocks noGrp="1"/>
          </p:cNvSpPr>
          <p:nvPr>
            <p:ph type="body" sz="quarter" idx="1"/>
          </p:nvPr>
        </p:nvSpPr>
        <p:spPr>
          <a:xfrm>
            <a:off x="577659" y="576072"/>
            <a:ext cx="4956176" cy="1135728"/>
          </a:xfrm>
          <a:prstGeom prst="rect">
            <a:avLst/>
          </a:prstGeom>
        </p:spPr>
        <p:txBody>
          <a:bodyPr/>
          <a:lstStyle/>
          <a:p>
            <a:pPr>
              <a:defRPr>
                <a:solidFill>
                  <a:schemeClr val="accent1"/>
                </a:solidFill>
              </a:defRPr>
            </a:pPr>
            <a:r>
              <a:rPr lang="en-US" dirty="0"/>
              <a:t>Master Data Management</a:t>
            </a:r>
            <a:br>
              <a:rPr dirty="0"/>
            </a:br>
            <a:endParaRPr dirty="0"/>
          </a:p>
        </p:txBody>
      </p:sp>
      <p:sp>
        <p:nvSpPr>
          <p:cNvPr id="3155" name="Footer Placeholder 6"/>
          <p:cNvSpPr txBox="1"/>
          <p:nvPr/>
        </p:nvSpPr>
        <p:spPr>
          <a:xfrm>
            <a:off x="521779" y="12905900"/>
            <a:ext cx="4864737" cy="345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600">
                <a:solidFill>
                  <a:srgbClr val="000000"/>
                </a:solidFill>
              </a:defRPr>
            </a:lvl1pPr>
          </a:lstStyle>
          <a:p>
            <a:r>
              <a:t>Data Fabric / © 2023 IBM Corporation</a:t>
            </a:r>
          </a:p>
        </p:txBody>
      </p:sp>
      <p:sp>
        <p:nvSpPr>
          <p:cNvPr id="6" name="Rectangle 5">
            <a:extLst>
              <a:ext uri="{FF2B5EF4-FFF2-40B4-BE49-F238E27FC236}">
                <a16:creationId xmlns:a16="http://schemas.microsoft.com/office/drawing/2014/main" id="{209D97CF-C212-EFDB-9E86-63A6B3867B55}"/>
              </a:ext>
            </a:extLst>
          </p:cNvPr>
          <p:cNvSpPr/>
          <p:nvPr/>
        </p:nvSpPr>
        <p:spPr bwMode="auto">
          <a:xfrm>
            <a:off x="2175734" y="5487537"/>
            <a:ext cx="4168591" cy="2631872"/>
          </a:xfrm>
          <a:prstGeom prst="rect">
            <a:avLst/>
          </a:prstGeom>
          <a:solidFill>
            <a:srgbClr val="EDF6FF"/>
          </a:solidFill>
          <a:ln w="19050">
            <a:solidFill>
              <a:srgbClr val="579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5796FF"/>
              </a:solidFill>
              <a:effectLst/>
              <a:latin typeface="+mn-lt"/>
            </a:endParaRPr>
          </a:p>
        </p:txBody>
      </p:sp>
      <p:sp>
        <p:nvSpPr>
          <p:cNvPr id="7" name="TextBox 6">
            <a:extLst>
              <a:ext uri="{FF2B5EF4-FFF2-40B4-BE49-F238E27FC236}">
                <a16:creationId xmlns:a16="http://schemas.microsoft.com/office/drawing/2014/main" id="{BE7A5CB2-D6EF-34C9-E017-52E5C125A565}"/>
              </a:ext>
            </a:extLst>
          </p:cNvPr>
          <p:cNvSpPr txBox="1"/>
          <p:nvPr/>
        </p:nvSpPr>
        <p:spPr>
          <a:xfrm>
            <a:off x="2330620" y="5587985"/>
            <a:ext cx="1711349" cy="3776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l" defTabSz="2438400">
              <a:spcBef>
                <a:spcPts val="2900"/>
              </a:spcBef>
              <a:buSzPct val="100000"/>
            </a:pPr>
            <a:r>
              <a:rPr lang="en-US" sz="1600" kern="0" dirty="0">
                <a:solidFill>
                  <a:srgbClr val="000000"/>
                </a:solidFill>
                <a:latin typeface="IBM Plex Sans Medium" panose="020B0503050203000203" pitchFamily="34" charset="0"/>
                <a:ea typeface="+mj-ea"/>
                <a:cs typeface="+mj-cs"/>
                <a:sym typeface="IBM Plex Sans Light"/>
              </a:rPr>
              <a:t>Data sources</a:t>
            </a:r>
          </a:p>
        </p:txBody>
      </p:sp>
      <p:sp>
        <p:nvSpPr>
          <p:cNvPr id="8" name="TextBox 7">
            <a:extLst>
              <a:ext uri="{FF2B5EF4-FFF2-40B4-BE49-F238E27FC236}">
                <a16:creationId xmlns:a16="http://schemas.microsoft.com/office/drawing/2014/main" id="{419ED26B-2206-D53F-0D0E-819B60566AF7}"/>
              </a:ext>
            </a:extLst>
          </p:cNvPr>
          <p:cNvSpPr txBox="1"/>
          <p:nvPr/>
        </p:nvSpPr>
        <p:spPr>
          <a:xfrm>
            <a:off x="2308881" y="5974389"/>
            <a:ext cx="3914590"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 </a:t>
            </a:r>
            <a:r>
              <a:rPr lang="en-US" sz="1600" kern="0" dirty="0" err="1">
                <a:solidFill>
                  <a:srgbClr val="000000"/>
                </a:solidFill>
                <a:latin typeface="IBM Plex Sans" panose="020B0503050203000203" pitchFamily="34" charset="0"/>
                <a:ea typeface="+mj-ea"/>
                <a:cs typeface="+mj-cs"/>
                <a:sym typeface="IBM Plex Sans Light"/>
              </a:rPr>
              <a:t>watson</a:t>
            </a:r>
            <a:r>
              <a:rPr lang="en-US" sz="1600" kern="0" dirty="0" err="1">
                <a:solidFill>
                  <a:schemeClr val="accent1"/>
                </a:solidFill>
                <a:latin typeface="IBM Plex Sans" panose="020B0503050203000203" pitchFamily="34" charset="0"/>
                <a:ea typeface="+mj-ea"/>
                <a:cs typeface="+mj-cs"/>
                <a:sym typeface="IBM Plex Sans Light"/>
              </a:rPr>
              <a:t>x</a:t>
            </a:r>
            <a:r>
              <a:rPr lang="en-US" sz="1600" kern="0" dirty="0" err="1">
                <a:solidFill>
                  <a:srgbClr val="000000"/>
                </a:solidFill>
                <a:latin typeface="IBM Plex Sans" panose="020B0503050203000203" pitchFamily="34" charset="0"/>
                <a:ea typeface="+mj-ea"/>
                <a:cs typeface="+mj-cs"/>
                <a:sym typeface="IBM Plex Sans Light"/>
              </a:rPr>
              <a:t>.data</a:t>
            </a:r>
            <a:endParaRPr lang="en-US" sz="1600" kern="0" dirty="0">
              <a:solidFill>
                <a:srgbClr val="000000"/>
              </a:solidFill>
              <a:latin typeface="IBM Plex Sans" panose="020B0503050203000203" pitchFamily="34" charset="0"/>
              <a:ea typeface="+mj-ea"/>
              <a:cs typeface="+mj-cs"/>
              <a:sym typeface="IBM Plex Sans Light"/>
            </a:endParaRPr>
          </a:p>
        </p:txBody>
      </p:sp>
      <p:sp>
        <p:nvSpPr>
          <p:cNvPr id="9" name="TextBox 8">
            <a:extLst>
              <a:ext uri="{FF2B5EF4-FFF2-40B4-BE49-F238E27FC236}">
                <a16:creationId xmlns:a16="http://schemas.microsoft.com/office/drawing/2014/main" id="{7C9D1CB4-CDF7-6F06-178C-512B8FABBFF1}"/>
              </a:ext>
            </a:extLst>
          </p:cNvPr>
          <p:cNvSpPr txBox="1"/>
          <p:nvPr/>
        </p:nvSpPr>
        <p:spPr>
          <a:xfrm>
            <a:off x="2308878" y="6673496"/>
            <a:ext cx="3914590"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Streaming and real-time data</a:t>
            </a:r>
          </a:p>
        </p:txBody>
      </p:sp>
      <p:sp>
        <p:nvSpPr>
          <p:cNvPr id="10" name="TextBox 9">
            <a:extLst>
              <a:ext uri="{FF2B5EF4-FFF2-40B4-BE49-F238E27FC236}">
                <a16:creationId xmlns:a16="http://schemas.microsoft.com/office/drawing/2014/main" id="{36CDE745-85E8-38A9-E7C0-726CE48E26E4}"/>
              </a:ext>
            </a:extLst>
          </p:cNvPr>
          <p:cNvSpPr txBox="1"/>
          <p:nvPr/>
        </p:nvSpPr>
        <p:spPr>
          <a:xfrm>
            <a:off x="2308878" y="7338922"/>
            <a:ext cx="3914590"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Batch loading</a:t>
            </a:r>
          </a:p>
        </p:txBody>
      </p:sp>
      <p:sp>
        <p:nvSpPr>
          <p:cNvPr id="11" name="TextBox 10">
            <a:extLst>
              <a:ext uri="{FF2B5EF4-FFF2-40B4-BE49-F238E27FC236}">
                <a16:creationId xmlns:a16="http://schemas.microsoft.com/office/drawing/2014/main" id="{54B521CD-1105-6600-CA82-BB97E771C633}"/>
              </a:ext>
            </a:extLst>
          </p:cNvPr>
          <p:cNvSpPr txBox="1"/>
          <p:nvPr/>
        </p:nvSpPr>
        <p:spPr>
          <a:xfrm>
            <a:off x="8968626" y="5482013"/>
            <a:ext cx="4698037" cy="886631"/>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91440" rIns="0" bIns="0" rtlCol="0" anchor="ctr">
            <a:noAutofit/>
          </a:bodyPr>
          <a:lstStyle/>
          <a:p>
            <a:pPr algn="l" defTabSz="2438400">
              <a:spcBef>
                <a:spcPts val="2900"/>
              </a:spcBef>
              <a:buSzPct val="100000"/>
            </a:pPr>
            <a:r>
              <a:rPr lang="en-US" sz="1600" kern="0" dirty="0">
                <a:solidFill>
                  <a:srgbClr val="000000"/>
                </a:solidFill>
                <a:latin typeface="IBM Plex Sans Medium" panose="020B0503050203000203" pitchFamily="34" charset="0"/>
                <a:ea typeface="+mj-ea"/>
                <a:cs typeface="+mj-cs"/>
                <a:sym typeface="IBM Plex Sans Light"/>
              </a:rPr>
              <a:t>IBM Master Data Management</a:t>
            </a:r>
            <a:br>
              <a:rPr lang="en-US" sz="1600" kern="0" dirty="0">
                <a:solidFill>
                  <a:srgbClr val="000000"/>
                </a:solidFill>
                <a:latin typeface="IBM Plex Sans Medium" panose="020B0503050203000203" pitchFamily="34" charset="0"/>
                <a:ea typeface="+mj-ea"/>
                <a:cs typeface="+mj-cs"/>
                <a:sym typeface="IBM Plex Sans Light"/>
              </a:rPr>
            </a:br>
            <a:r>
              <a:rPr lang="en-US" sz="1600" b="1" i="1" kern="0" dirty="0">
                <a:solidFill>
                  <a:srgbClr val="000000"/>
                </a:solidFill>
                <a:ea typeface="+mj-ea"/>
                <a:cs typeface="+mj-cs"/>
                <a:sym typeface="IBM Plex Sans Light"/>
              </a:rPr>
              <a:t>Match 360, MDM </a:t>
            </a:r>
            <a:r>
              <a:rPr lang="en-US" sz="1600" i="1" kern="0" dirty="0">
                <a:solidFill>
                  <a:srgbClr val="000000"/>
                </a:solidFill>
                <a:latin typeface="IBM Plex Sans" panose="020B0503050203000203" pitchFamily="34" charset="0"/>
                <a:ea typeface="+mj-ea"/>
                <a:cs typeface="+mj-cs"/>
                <a:sym typeface="IBM Plex Sans Light"/>
              </a:rPr>
              <a:t>Advanced and Standard Editions, Product Master</a:t>
            </a:r>
          </a:p>
          <a:p>
            <a:pPr marL="171450" indent="-171450" algn="l" defTabSz="2438400">
              <a:buSzPct val="100000"/>
              <a:buFont typeface="Arial" panose="020B0604020202020204" pitchFamily="34" charset="0"/>
              <a:buChar char="•"/>
            </a:pPr>
            <a:endParaRPr lang="en-US" sz="1200" dirty="0">
              <a:solidFill>
                <a:srgbClr val="000000"/>
              </a:solidFill>
            </a:endParaRPr>
          </a:p>
        </p:txBody>
      </p:sp>
      <p:cxnSp>
        <p:nvCxnSpPr>
          <p:cNvPr id="14" name="Straight Arrow Connector 13">
            <a:extLst>
              <a:ext uri="{FF2B5EF4-FFF2-40B4-BE49-F238E27FC236}">
                <a16:creationId xmlns:a16="http://schemas.microsoft.com/office/drawing/2014/main" id="{77609EC4-D84C-00AF-08CD-15BF3D599787}"/>
              </a:ext>
            </a:extLst>
          </p:cNvPr>
          <p:cNvCxnSpPr>
            <a:cxnSpLocks/>
          </p:cNvCxnSpPr>
          <p:nvPr/>
        </p:nvCxnSpPr>
        <p:spPr bwMode="auto">
          <a:xfrm>
            <a:off x="6339595" y="6322553"/>
            <a:ext cx="947042"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15" name="Oval 14">
            <a:extLst>
              <a:ext uri="{FF2B5EF4-FFF2-40B4-BE49-F238E27FC236}">
                <a16:creationId xmlns:a16="http://schemas.microsoft.com/office/drawing/2014/main" id="{37AE1B64-47B0-8EA9-0028-E21B2BCFB752}"/>
              </a:ext>
            </a:extLst>
          </p:cNvPr>
          <p:cNvSpPr/>
          <p:nvPr/>
        </p:nvSpPr>
        <p:spPr bwMode="auto">
          <a:xfrm>
            <a:off x="7278013" y="5958248"/>
            <a:ext cx="699103" cy="699103"/>
          </a:xfrm>
          <a:prstGeom prst="ellipse">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mn-lt"/>
            </a:endParaRPr>
          </a:p>
        </p:txBody>
      </p:sp>
      <p:sp>
        <p:nvSpPr>
          <p:cNvPr id="17" name="TextBox 16">
            <a:extLst>
              <a:ext uri="{FF2B5EF4-FFF2-40B4-BE49-F238E27FC236}">
                <a16:creationId xmlns:a16="http://schemas.microsoft.com/office/drawing/2014/main" id="{3CD76C01-5441-C8DA-C527-40C967003BE3}"/>
              </a:ext>
            </a:extLst>
          </p:cNvPr>
          <p:cNvSpPr txBox="1"/>
          <p:nvPr/>
        </p:nvSpPr>
        <p:spPr>
          <a:xfrm>
            <a:off x="6747514" y="6735304"/>
            <a:ext cx="1802633" cy="3112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1600" kern="0" dirty="0">
                <a:solidFill>
                  <a:srgbClr val="000000"/>
                </a:solidFill>
                <a:latin typeface="IBM Plex Sans Medium" panose="020B0503050203000203" pitchFamily="34" charset="0"/>
                <a:ea typeface="+mj-ea"/>
                <a:cs typeface="+mj-cs"/>
                <a:sym typeface="IBM Plex Sans Light"/>
              </a:rPr>
              <a:t>IBM DataStage</a:t>
            </a:r>
            <a:br>
              <a:rPr lang="en-US" sz="1600" kern="0" dirty="0">
                <a:solidFill>
                  <a:srgbClr val="000000"/>
                </a:solidFill>
                <a:ea typeface="+mj-ea"/>
                <a:cs typeface="+mj-cs"/>
                <a:sym typeface="IBM Plex Sans Light"/>
              </a:rPr>
            </a:br>
            <a:r>
              <a:rPr lang="en-US" sz="1600" kern="0" dirty="0">
                <a:solidFill>
                  <a:srgbClr val="000000"/>
                </a:solidFill>
                <a:ea typeface="+mj-ea"/>
                <a:cs typeface="+mj-cs"/>
                <a:sym typeface="IBM Plex Sans Light"/>
              </a:rPr>
              <a:t>ETL and cleansing</a:t>
            </a:r>
          </a:p>
        </p:txBody>
      </p:sp>
      <p:sp>
        <p:nvSpPr>
          <p:cNvPr id="18" name="TextBox 17">
            <a:extLst>
              <a:ext uri="{FF2B5EF4-FFF2-40B4-BE49-F238E27FC236}">
                <a16:creationId xmlns:a16="http://schemas.microsoft.com/office/drawing/2014/main" id="{69B4BDF4-F319-DA8F-1359-F0CA12BA3976}"/>
              </a:ext>
            </a:extLst>
          </p:cNvPr>
          <p:cNvSpPr txBox="1"/>
          <p:nvPr/>
        </p:nvSpPr>
        <p:spPr>
          <a:xfrm>
            <a:off x="10390954" y="8717556"/>
            <a:ext cx="1802633" cy="3112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pPr algn="ctr" defTabSz="2438400">
              <a:spcBef>
                <a:spcPts val="2900"/>
              </a:spcBef>
              <a:buSzPct val="100000"/>
            </a:pPr>
            <a:r>
              <a:rPr lang="en-US" sz="1600" kern="0" dirty="0">
                <a:solidFill>
                  <a:srgbClr val="000000"/>
                </a:solidFill>
                <a:ea typeface="+mj-ea"/>
                <a:cs typeface="+mj-cs"/>
                <a:sym typeface="IBM Plex Sans Light"/>
              </a:rPr>
              <a:t>Metadata</a:t>
            </a:r>
          </a:p>
        </p:txBody>
      </p:sp>
      <p:sp>
        <p:nvSpPr>
          <p:cNvPr id="19" name="Rectangle 18">
            <a:extLst>
              <a:ext uri="{FF2B5EF4-FFF2-40B4-BE49-F238E27FC236}">
                <a16:creationId xmlns:a16="http://schemas.microsoft.com/office/drawing/2014/main" id="{D5AD1A79-FF24-89F6-9280-2A59C8AF8690}"/>
              </a:ext>
            </a:extLst>
          </p:cNvPr>
          <p:cNvSpPr/>
          <p:nvPr/>
        </p:nvSpPr>
        <p:spPr bwMode="auto">
          <a:xfrm>
            <a:off x="9453387" y="9160709"/>
            <a:ext cx="3917045" cy="3263020"/>
          </a:xfrm>
          <a:prstGeom prst="rect">
            <a:avLst/>
          </a:prstGeom>
          <a:solidFill>
            <a:srgbClr val="EDF6FF"/>
          </a:solidFill>
          <a:ln w="19050">
            <a:solidFill>
              <a:srgbClr val="579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sz="1600" u="none" strike="noStrike" cap="none" normalizeH="0" baseline="0" dirty="0">
                <a:ln>
                  <a:noFill/>
                </a:ln>
                <a:solidFill>
                  <a:schemeClr val="tx2"/>
                </a:solidFill>
                <a:effectLst/>
                <a:latin typeface="IBM Plex Sans Medium" panose="020B0503050203000203" pitchFamily="34" charset="0"/>
              </a:rPr>
              <a:t>IBM Knowledge Catalog</a:t>
            </a:r>
          </a:p>
        </p:txBody>
      </p:sp>
      <p:sp>
        <p:nvSpPr>
          <p:cNvPr id="20" name="TextBox 19">
            <a:extLst>
              <a:ext uri="{FF2B5EF4-FFF2-40B4-BE49-F238E27FC236}">
                <a16:creationId xmlns:a16="http://schemas.microsoft.com/office/drawing/2014/main" id="{B242485B-B6FD-3143-E279-9E44233C5507}"/>
              </a:ext>
            </a:extLst>
          </p:cNvPr>
          <p:cNvSpPr txBox="1"/>
          <p:nvPr/>
        </p:nvSpPr>
        <p:spPr>
          <a:xfrm>
            <a:off x="9593292" y="9719247"/>
            <a:ext cx="3637229"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Data discovery</a:t>
            </a:r>
          </a:p>
        </p:txBody>
      </p:sp>
      <p:sp>
        <p:nvSpPr>
          <p:cNvPr id="21" name="TextBox 20">
            <a:extLst>
              <a:ext uri="{FF2B5EF4-FFF2-40B4-BE49-F238E27FC236}">
                <a16:creationId xmlns:a16="http://schemas.microsoft.com/office/drawing/2014/main" id="{CAFA90BB-37D3-CBE0-1E3C-C1110DCC7DE3}"/>
              </a:ext>
            </a:extLst>
          </p:cNvPr>
          <p:cNvSpPr txBox="1"/>
          <p:nvPr/>
        </p:nvSpPr>
        <p:spPr>
          <a:xfrm>
            <a:off x="9593292" y="10374148"/>
            <a:ext cx="3637229"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Data quality management</a:t>
            </a:r>
          </a:p>
        </p:txBody>
      </p:sp>
      <p:sp>
        <p:nvSpPr>
          <p:cNvPr id="22" name="TextBox 21">
            <a:extLst>
              <a:ext uri="{FF2B5EF4-FFF2-40B4-BE49-F238E27FC236}">
                <a16:creationId xmlns:a16="http://schemas.microsoft.com/office/drawing/2014/main" id="{E20A6FB4-A465-5187-52B0-668C724EDCDD}"/>
              </a:ext>
            </a:extLst>
          </p:cNvPr>
          <p:cNvSpPr txBox="1"/>
          <p:nvPr/>
        </p:nvSpPr>
        <p:spPr>
          <a:xfrm>
            <a:off x="9593292" y="11022730"/>
            <a:ext cx="3637229"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Automated data lineage</a:t>
            </a:r>
          </a:p>
        </p:txBody>
      </p:sp>
      <p:sp>
        <p:nvSpPr>
          <p:cNvPr id="23" name="TextBox 22">
            <a:extLst>
              <a:ext uri="{FF2B5EF4-FFF2-40B4-BE49-F238E27FC236}">
                <a16:creationId xmlns:a16="http://schemas.microsoft.com/office/drawing/2014/main" id="{1DB38E57-428F-21B9-B8B6-1356D1A8D2D2}"/>
              </a:ext>
            </a:extLst>
          </p:cNvPr>
          <p:cNvSpPr txBox="1"/>
          <p:nvPr/>
        </p:nvSpPr>
        <p:spPr>
          <a:xfrm>
            <a:off x="9593292" y="11671312"/>
            <a:ext cx="3637229" cy="556591"/>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Data protection</a:t>
            </a:r>
          </a:p>
        </p:txBody>
      </p:sp>
      <p:cxnSp>
        <p:nvCxnSpPr>
          <p:cNvPr id="24" name="Straight Arrow Connector 23">
            <a:extLst>
              <a:ext uri="{FF2B5EF4-FFF2-40B4-BE49-F238E27FC236}">
                <a16:creationId xmlns:a16="http://schemas.microsoft.com/office/drawing/2014/main" id="{39B1AE5F-4BBB-34D4-111A-6668F26BF89B}"/>
              </a:ext>
            </a:extLst>
          </p:cNvPr>
          <p:cNvCxnSpPr/>
          <p:nvPr/>
        </p:nvCxnSpPr>
        <p:spPr bwMode="auto">
          <a:xfrm>
            <a:off x="7991736" y="6322552"/>
            <a:ext cx="888231"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01DEDD7B-1B53-9F37-DFCD-3ABA474DDA0A}"/>
              </a:ext>
            </a:extLst>
          </p:cNvPr>
          <p:cNvSpPr/>
          <p:nvPr/>
        </p:nvSpPr>
        <p:spPr bwMode="auto">
          <a:xfrm>
            <a:off x="18877477" y="5933714"/>
            <a:ext cx="2698032" cy="2203203"/>
          </a:xfrm>
          <a:prstGeom prst="rect">
            <a:avLst/>
          </a:prstGeom>
          <a:solidFill>
            <a:srgbClr val="F4F4F4"/>
          </a:solidFill>
          <a:ln w="19050">
            <a:solidFill>
              <a:srgbClr val="949494"/>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rgbClr val="5796FF"/>
              </a:solidFill>
              <a:effectLst/>
              <a:latin typeface="+mn-lt"/>
            </a:endParaRPr>
          </a:p>
        </p:txBody>
      </p:sp>
      <p:sp>
        <p:nvSpPr>
          <p:cNvPr id="26" name="TextBox 25">
            <a:extLst>
              <a:ext uri="{FF2B5EF4-FFF2-40B4-BE49-F238E27FC236}">
                <a16:creationId xmlns:a16="http://schemas.microsoft.com/office/drawing/2014/main" id="{2B75F35B-616B-F41F-C441-D1BF4288FE2D}"/>
              </a:ext>
            </a:extLst>
          </p:cNvPr>
          <p:cNvSpPr txBox="1"/>
          <p:nvPr/>
        </p:nvSpPr>
        <p:spPr>
          <a:xfrm>
            <a:off x="19005066" y="6112852"/>
            <a:ext cx="2400321" cy="556591"/>
          </a:xfrm>
          <a:prstGeom prst="rect">
            <a:avLst/>
          </a:prstGeom>
          <a:solidFill>
            <a:schemeClr val="bg1"/>
          </a:solidFill>
          <a:ln w="12700">
            <a:solidFill>
              <a:srgbClr val="949494"/>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Data science</a:t>
            </a:r>
          </a:p>
        </p:txBody>
      </p:sp>
      <p:sp>
        <p:nvSpPr>
          <p:cNvPr id="27" name="TextBox 26">
            <a:extLst>
              <a:ext uri="{FF2B5EF4-FFF2-40B4-BE49-F238E27FC236}">
                <a16:creationId xmlns:a16="http://schemas.microsoft.com/office/drawing/2014/main" id="{15A6E53B-B739-B5EF-77F0-D5F75FAE07E7}"/>
              </a:ext>
            </a:extLst>
          </p:cNvPr>
          <p:cNvSpPr txBox="1"/>
          <p:nvPr/>
        </p:nvSpPr>
        <p:spPr>
          <a:xfrm>
            <a:off x="19005066" y="6765687"/>
            <a:ext cx="2400321" cy="556591"/>
          </a:xfrm>
          <a:prstGeom prst="rect">
            <a:avLst/>
          </a:prstGeom>
          <a:solidFill>
            <a:schemeClr val="bg1"/>
          </a:solidFill>
          <a:ln w="12700">
            <a:solidFill>
              <a:srgbClr val="949494"/>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Business insights</a:t>
            </a:r>
          </a:p>
        </p:txBody>
      </p:sp>
      <p:sp>
        <p:nvSpPr>
          <p:cNvPr id="28" name="TextBox 27">
            <a:extLst>
              <a:ext uri="{FF2B5EF4-FFF2-40B4-BE49-F238E27FC236}">
                <a16:creationId xmlns:a16="http://schemas.microsoft.com/office/drawing/2014/main" id="{435E0493-213B-79C3-1F03-A77C36BB28B5}"/>
              </a:ext>
            </a:extLst>
          </p:cNvPr>
          <p:cNvSpPr txBox="1"/>
          <p:nvPr/>
        </p:nvSpPr>
        <p:spPr>
          <a:xfrm>
            <a:off x="19005066" y="7416335"/>
            <a:ext cx="2400321" cy="556591"/>
          </a:xfrm>
          <a:prstGeom prst="rect">
            <a:avLst/>
          </a:prstGeom>
          <a:solidFill>
            <a:schemeClr val="bg1"/>
          </a:solidFill>
          <a:ln w="12700">
            <a:solidFill>
              <a:srgbClr val="949494"/>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Marketing and sales</a:t>
            </a:r>
          </a:p>
        </p:txBody>
      </p:sp>
      <p:cxnSp>
        <p:nvCxnSpPr>
          <p:cNvPr id="31" name="Straight Arrow Connector 30">
            <a:extLst>
              <a:ext uri="{FF2B5EF4-FFF2-40B4-BE49-F238E27FC236}">
                <a16:creationId xmlns:a16="http://schemas.microsoft.com/office/drawing/2014/main" id="{33FF9322-CB20-3CFE-41CB-29FF2B38BF84}"/>
              </a:ext>
            </a:extLst>
          </p:cNvPr>
          <p:cNvCxnSpPr>
            <a:cxnSpLocks/>
          </p:cNvCxnSpPr>
          <p:nvPr/>
        </p:nvCxnSpPr>
        <p:spPr bwMode="auto">
          <a:xfrm flipV="1">
            <a:off x="10619680" y="8503293"/>
            <a:ext cx="0" cy="657416"/>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4" name="Forma Livre 34">
            <a:extLst>
              <a:ext uri="{FF2B5EF4-FFF2-40B4-BE49-F238E27FC236}">
                <a16:creationId xmlns:a16="http://schemas.microsoft.com/office/drawing/2014/main" id="{B584C329-0F7C-E566-B70C-B2B476001073}"/>
              </a:ext>
            </a:extLst>
          </p:cNvPr>
          <p:cNvSpPr/>
          <p:nvPr/>
        </p:nvSpPr>
        <p:spPr>
          <a:xfrm>
            <a:off x="7420025" y="6100671"/>
            <a:ext cx="421610" cy="421610"/>
          </a:xfrm>
          <a:custGeom>
            <a:avLst/>
            <a:gdLst/>
            <a:ahLst/>
            <a:cxnLst>
              <a:cxn ang="0">
                <a:pos x="wd2" y="hd2"/>
              </a:cxn>
              <a:cxn ang="5400000">
                <a:pos x="wd2" y="hd2"/>
              </a:cxn>
              <a:cxn ang="10800000">
                <a:pos x="wd2" y="hd2"/>
              </a:cxn>
              <a:cxn ang="16200000">
                <a:pos x="wd2" y="hd2"/>
              </a:cxn>
            </a:cxnLst>
            <a:rect l="0" t="0" r="r" b="b"/>
            <a:pathLst>
              <a:path w="21600" h="21600" extrusionOk="0">
                <a:moveTo>
                  <a:pt x="16424" y="21600"/>
                </a:moveTo>
                <a:lnTo>
                  <a:pt x="6581" y="21600"/>
                </a:lnTo>
                <a:cubicBezTo>
                  <a:pt x="6441" y="21600"/>
                  <a:pt x="6327" y="21487"/>
                  <a:pt x="6327" y="21347"/>
                </a:cubicBezTo>
                <a:lnTo>
                  <a:pt x="6327" y="17831"/>
                </a:lnTo>
                <a:cubicBezTo>
                  <a:pt x="6327" y="17691"/>
                  <a:pt x="6441" y="17578"/>
                  <a:pt x="6581" y="17578"/>
                </a:cubicBezTo>
                <a:lnTo>
                  <a:pt x="14062" y="17578"/>
                </a:lnTo>
                <a:lnTo>
                  <a:pt x="14062" y="16073"/>
                </a:lnTo>
                <a:cubicBezTo>
                  <a:pt x="14062" y="15438"/>
                  <a:pt x="13545" y="14920"/>
                  <a:pt x="12909" y="14920"/>
                </a:cubicBezTo>
                <a:lnTo>
                  <a:pt x="10096" y="14920"/>
                </a:lnTo>
                <a:cubicBezTo>
                  <a:pt x="9181" y="14920"/>
                  <a:pt x="8437" y="14175"/>
                  <a:pt x="8437" y="13261"/>
                </a:cubicBezTo>
                <a:lnTo>
                  <a:pt x="8437" y="11756"/>
                </a:lnTo>
                <a:lnTo>
                  <a:pt x="6581" y="11756"/>
                </a:lnTo>
                <a:cubicBezTo>
                  <a:pt x="6441" y="11756"/>
                  <a:pt x="6327" y="11643"/>
                  <a:pt x="6327" y="11503"/>
                </a:cubicBezTo>
                <a:lnTo>
                  <a:pt x="6327" y="7987"/>
                </a:lnTo>
                <a:cubicBezTo>
                  <a:pt x="6327" y="7847"/>
                  <a:pt x="6441" y="7734"/>
                  <a:pt x="6581" y="7734"/>
                </a:cubicBezTo>
                <a:lnTo>
                  <a:pt x="16424" y="7734"/>
                </a:lnTo>
                <a:cubicBezTo>
                  <a:pt x="16564" y="7734"/>
                  <a:pt x="16677" y="7847"/>
                  <a:pt x="16677" y="7987"/>
                </a:cubicBezTo>
                <a:lnTo>
                  <a:pt x="16677" y="11503"/>
                </a:lnTo>
                <a:cubicBezTo>
                  <a:pt x="16677" y="11643"/>
                  <a:pt x="16564" y="11756"/>
                  <a:pt x="16424" y="11756"/>
                </a:cubicBezTo>
                <a:lnTo>
                  <a:pt x="8943" y="11756"/>
                </a:lnTo>
                <a:lnTo>
                  <a:pt x="8943" y="13261"/>
                </a:lnTo>
                <a:cubicBezTo>
                  <a:pt x="8943" y="13896"/>
                  <a:pt x="9461" y="14414"/>
                  <a:pt x="10096" y="14414"/>
                </a:cubicBezTo>
                <a:lnTo>
                  <a:pt x="12909" y="14414"/>
                </a:lnTo>
                <a:cubicBezTo>
                  <a:pt x="13824" y="14414"/>
                  <a:pt x="14568" y="15158"/>
                  <a:pt x="14568" y="16073"/>
                </a:cubicBezTo>
                <a:lnTo>
                  <a:pt x="14568" y="17578"/>
                </a:lnTo>
                <a:lnTo>
                  <a:pt x="16424" y="17578"/>
                </a:lnTo>
                <a:cubicBezTo>
                  <a:pt x="16564" y="17578"/>
                  <a:pt x="16677" y="17691"/>
                  <a:pt x="16677" y="17831"/>
                </a:cubicBezTo>
                <a:lnTo>
                  <a:pt x="16677" y="21347"/>
                </a:lnTo>
                <a:cubicBezTo>
                  <a:pt x="16677" y="21487"/>
                  <a:pt x="16564" y="21600"/>
                  <a:pt x="16424" y="21600"/>
                </a:cubicBezTo>
                <a:close/>
                <a:moveTo>
                  <a:pt x="6834" y="21094"/>
                </a:moveTo>
                <a:lnTo>
                  <a:pt x="16171" y="21094"/>
                </a:lnTo>
                <a:lnTo>
                  <a:pt x="16171" y="18084"/>
                </a:lnTo>
                <a:lnTo>
                  <a:pt x="6834" y="18084"/>
                </a:lnTo>
                <a:lnTo>
                  <a:pt x="6834" y="21094"/>
                </a:lnTo>
                <a:close/>
                <a:moveTo>
                  <a:pt x="6834" y="11250"/>
                </a:moveTo>
                <a:lnTo>
                  <a:pt x="16171" y="11250"/>
                </a:lnTo>
                <a:lnTo>
                  <a:pt x="16171" y="8240"/>
                </a:lnTo>
                <a:lnTo>
                  <a:pt x="6834" y="8240"/>
                </a:lnTo>
                <a:lnTo>
                  <a:pt x="6834" y="11250"/>
                </a:lnTo>
                <a:close/>
                <a:moveTo>
                  <a:pt x="9393" y="19842"/>
                </a:moveTo>
                <a:lnTo>
                  <a:pt x="7987" y="19842"/>
                </a:lnTo>
                <a:lnTo>
                  <a:pt x="7987" y="19336"/>
                </a:lnTo>
                <a:lnTo>
                  <a:pt x="9393" y="19336"/>
                </a:lnTo>
                <a:lnTo>
                  <a:pt x="9393" y="19842"/>
                </a:lnTo>
                <a:close/>
                <a:moveTo>
                  <a:pt x="17831" y="13162"/>
                </a:moveTo>
                <a:lnTo>
                  <a:pt x="17831" y="12656"/>
                </a:lnTo>
                <a:cubicBezTo>
                  <a:pt x="19813" y="12656"/>
                  <a:pt x="21093" y="11610"/>
                  <a:pt x="21093" y="9989"/>
                </a:cubicBezTo>
                <a:cubicBezTo>
                  <a:pt x="21093" y="8279"/>
                  <a:pt x="19723" y="6834"/>
                  <a:pt x="18100" y="6834"/>
                </a:cubicBezTo>
                <a:cubicBezTo>
                  <a:pt x="17960" y="6834"/>
                  <a:pt x="17847" y="6721"/>
                  <a:pt x="17847" y="6581"/>
                </a:cubicBezTo>
                <a:cubicBezTo>
                  <a:pt x="17847" y="3174"/>
                  <a:pt x="15107" y="506"/>
                  <a:pt x="11611" y="506"/>
                </a:cubicBezTo>
                <a:cubicBezTo>
                  <a:pt x="9443" y="506"/>
                  <a:pt x="7279" y="1863"/>
                  <a:pt x="6099" y="3964"/>
                </a:cubicBezTo>
                <a:cubicBezTo>
                  <a:pt x="6045" y="4057"/>
                  <a:pt x="5941" y="4106"/>
                  <a:pt x="5834" y="4089"/>
                </a:cubicBezTo>
                <a:cubicBezTo>
                  <a:pt x="5572" y="4045"/>
                  <a:pt x="5307" y="4021"/>
                  <a:pt x="5048" y="4021"/>
                </a:cubicBezTo>
                <a:cubicBezTo>
                  <a:pt x="2458" y="4021"/>
                  <a:pt x="506" y="5890"/>
                  <a:pt x="506" y="8366"/>
                </a:cubicBezTo>
                <a:cubicBezTo>
                  <a:pt x="506" y="10812"/>
                  <a:pt x="2513" y="12656"/>
                  <a:pt x="5175" y="12656"/>
                </a:cubicBezTo>
                <a:lnTo>
                  <a:pt x="5175" y="13163"/>
                </a:lnTo>
                <a:cubicBezTo>
                  <a:pt x="2225" y="13163"/>
                  <a:pt x="0" y="11101"/>
                  <a:pt x="0" y="8367"/>
                </a:cubicBezTo>
                <a:cubicBezTo>
                  <a:pt x="0" y="5601"/>
                  <a:pt x="2171" y="3516"/>
                  <a:pt x="5049" y="3516"/>
                </a:cubicBezTo>
                <a:cubicBezTo>
                  <a:pt x="5279" y="3516"/>
                  <a:pt x="5513" y="3532"/>
                  <a:pt x="5746" y="3564"/>
                </a:cubicBezTo>
                <a:cubicBezTo>
                  <a:pt x="7033" y="1393"/>
                  <a:pt x="9316" y="0"/>
                  <a:pt x="11611" y="0"/>
                </a:cubicBezTo>
                <a:cubicBezTo>
                  <a:pt x="15308" y="0"/>
                  <a:pt x="18221" y="2765"/>
                  <a:pt x="18349" y="6338"/>
                </a:cubicBezTo>
                <a:cubicBezTo>
                  <a:pt x="20135" y="6477"/>
                  <a:pt x="21600" y="8093"/>
                  <a:pt x="21600" y="9990"/>
                </a:cubicBezTo>
                <a:cubicBezTo>
                  <a:pt x="21599" y="11917"/>
                  <a:pt x="20121" y="13162"/>
                  <a:pt x="17831" y="13162"/>
                </a:cubicBezTo>
                <a:close/>
                <a:moveTo>
                  <a:pt x="9393" y="9998"/>
                </a:moveTo>
                <a:lnTo>
                  <a:pt x="7987" y="9998"/>
                </a:lnTo>
                <a:lnTo>
                  <a:pt x="7987" y="9492"/>
                </a:lnTo>
                <a:lnTo>
                  <a:pt x="9393" y="9492"/>
                </a:lnTo>
                <a:lnTo>
                  <a:pt x="9393" y="9998"/>
                </a:lnTo>
                <a:close/>
              </a:path>
            </a:pathLst>
          </a:custGeom>
          <a:solidFill>
            <a:schemeClr val="accent1"/>
          </a:solidFill>
          <a:ln w="12700">
            <a:solidFill>
              <a:schemeClr val="bg1"/>
            </a:solidFill>
            <a:miter lim="400000"/>
          </a:ln>
        </p:spPr>
        <p:txBody>
          <a:bodyPr tIns="91439" bIns="91439" anchor="ctr"/>
          <a:lstStyle/>
          <a:p>
            <a:pPr defTabSz="685982">
              <a:defRPr sz="1300">
                <a:solidFill>
                  <a:srgbClr val="000000"/>
                </a:solidFill>
              </a:defRPr>
            </a:pPr>
            <a:endParaRPr/>
          </a:p>
        </p:txBody>
      </p:sp>
      <p:sp>
        <p:nvSpPr>
          <p:cNvPr id="37" name="TextBox 36">
            <a:extLst>
              <a:ext uri="{FF2B5EF4-FFF2-40B4-BE49-F238E27FC236}">
                <a16:creationId xmlns:a16="http://schemas.microsoft.com/office/drawing/2014/main" id="{80443AAB-A2F8-1A50-5450-304FB00AE8A2}"/>
              </a:ext>
            </a:extLst>
          </p:cNvPr>
          <p:cNvSpPr txBox="1"/>
          <p:nvPr/>
        </p:nvSpPr>
        <p:spPr>
          <a:xfrm>
            <a:off x="9121737" y="6267405"/>
            <a:ext cx="4463464" cy="637392"/>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defTabSz="2438400">
              <a:buSzPct val="100000"/>
            </a:pPr>
            <a:r>
              <a:rPr lang="en-US" sz="1600" b="0" i="0" dirty="0">
                <a:effectLst/>
              </a:rPr>
              <a:t>Connect and match data at scale </a:t>
            </a:r>
          </a:p>
        </p:txBody>
      </p:sp>
      <p:sp>
        <p:nvSpPr>
          <p:cNvPr id="51" name="Rectangle 50">
            <a:extLst>
              <a:ext uri="{FF2B5EF4-FFF2-40B4-BE49-F238E27FC236}">
                <a16:creationId xmlns:a16="http://schemas.microsoft.com/office/drawing/2014/main" id="{75627457-1532-C076-2784-9E3C49FD6D18}"/>
              </a:ext>
            </a:extLst>
          </p:cNvPr>
          <p:cNvSpPr/>
          <p:nvPr/>
        </p:nvSpPr>
        <p:spPr bwMode="auto">
          <a:xfrm>
            <a:off x="14904124" y="7230087"/>
            <a:ext cx="3033674" cy="1115129"/>
          </a:xfrm>
          <a:prstGeom prst="rect">
            <a:avLst/>
          </a:prstGeom>
          <a:solidFill>
            <a:schemeClr val="bg1"/>
          </a:solidFill>
          <a:ln w="19050">
            <a:solidFill>
              <a:srgbClr val="5796FF"/>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r>
              <a:rPr kumimoji="0" lang="en-US" sz="1600" u="none" strike="noStrike" cap="none" normalizeH="0" baseline="0" dirty="0">
                <a:ln>
                  <a:noFill/>
                </a:ln>
                <a:solidFill>
                  <a:schemeClr val="tx2"/>
                </a:solidFill>
                <a:effectLst/>
                <a:latin typeface="IBM Plex Sans Medium" panose="020B0503050203000203" pitchFamily="34" charset="0"/>
              </a:rPr>
              <a:t>IBM Data Product Exchange</a:t>
            </a:r>
          </a:p>
        </p:txBody>
      </p:sp>
      <p:sp>
        <p:nvSpPr>
          <p:cNvPr id="52" name="TextBox 51">
            <a:extLst>
              <a:ext uri="{FF2B5EF4-FFF2-40B4-BE49-F238E27FC236}">
                <a16:creationId xmlns:a16="http://schemas.microsoft.com/office/drawing/2014/main" id="{FD97EE10-F0BB-E861-B050-6430346CDF9E}"/>
              </a:ext>
            </a:extLst>
          </p:cNvPr>
          <p:cNvSpPr txBox="1"/>
          <p:nvPr/>
        </p:nvSpPr>
        <p:spPr>
          <a:xfrm>
            <a:off x="14996768" y="7664393"/>
            <a:ext cx="2785394" cy="556591"/>
          </a:xfrm>
          <a:prstGeom prst="rect">
            <a:avLst/>
          </a:prstGeom>
          <a:solidFill>
            <a:srgbClr val="EDF6FF"/>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algn="l" defTabSz="2438400">
              <a:spcBef>
                <a:spcPts val="2900"/>
              </a:spcBef>
              <a:buSzPct val="100000"/>
            </a:pPr>
            <a:r>
              <a:rPr lang="en-US" sz="1600" kern="0" dirty="0">
                <a:solidFill>
                  <a:srgbClr val="000000"/>
                </a:solidFill>
                <a:latin typeface="IBM Plex Sans" panose="020B0503050203000203" pitchFamily="34" charset="0"/>
                <a:ea typeface="+mj-ea"/>
                <a:cs typeface="+mj-cs"/>
                <a:sym typeface="IBM Plex Sans Light"/>
              </a:rPr>
              <a:t>Data marketplace</a:t>
            </a:r>
          </a:p>
        </p:txBody>
      </p:sp>
      <p:cxnSp>
        <p:nvCxnSpPr>
          <p:cNvPr id="53" name="Straight Arrow Connector 52">
            <a:extLst>
              <a:ext uri="{FF2B5EF4-FFF2-40B4-BE49-F238E27FC236}">
                <a16:creationId xmlns:a16="http://schemas.microsoft.com/office/drawing/2014/main" id="{468E7665-7005-66CF-89BC-F52E15E9A459}"/>
              </a:ext>
            </a:extLst>
          </p:cNvPr>
          <p:cNvCxnSpPr>
            <a:cxnSpLocks/>
          </p:cNvCxnSpPr>
          <p:nvPr/>
        </p:nvCxnSpPr>
        <p:spPr bwMode="auto">
          <a:xfrm>
            <a:off x="17937798" y="7762832"/>
            <a:ext cx="939679"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53DE64C3-9F21-F63C-AC96-8A9FAB2AF05C}"/>
              </a:ext>
            </a:extLst>
          </p:cNvPr>
          <p:cNvCxnSpPr>
            <a:cxnSpLocks/>
          </p:cNvCxnSpPr>
          <p:nvPr/>
        </p:nvCxnSpPr>
        <p:spPr bwMode="auto">
          <a:xfrm>
            <a:off x="6339595" y="7514084"/>
            <a:ext cx="2505871"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2DC83904-C9EA-766B-1221-7A859CDBCC4F}"/>
              </a:ext>
            </a:extLst>
          </p:cNvPr>
          <p:cNvSpPr txBox="1"/>
          <p:nvPr/>
        </p:nvSpPr>
        <p:spPr>
          <a:xfrm>
            <a:off x="17005887" y="5670273"/>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indent="-446749" algn="l" defTabSz="2438400">
              <a:spcBef>
                <a:spcPts val="2900"/>
              </a:spcBef>
              <a:buSzPct val="100000"/>
              <a:buFontTx/>
              <a:buChar char="–"/>
            </a:pPr>
            <a:endParaRPr lang="en-US" kern="0" dirty="0">
              <a:solidFill>
                <a:srgbClr val="000000"/>
              </a:solidFill>
              <a:ea typeface="+mj-ea"/>
              <a:cs typeface="+mj-cs"/>
              <a:sym typeface="IBM Plex Sans Light"/>
            </a:endParaRPr>
          </a:p>
        </p:txBody>
      </p:sp>
      <p:sp>
        <p:nvSpPr>
          <p:cNvPr id="63" name="Arc 62">
            <a:extLst>
              <a:ext uri="{FF2B5EF4-FFF2-40B4-BE49-F238E27FC236}">
                <a16:creationId xmlns:a16="http://schemas.microsoft.com/office/drawing/2014/main" id="{F57E7460-B168-5C5A-5444-AFDF8709CC0D}"/>
              </a:ext>
            </a:extLst>
          </p:cNvPr>
          <p:cNvSpPr/>
          <p:nvPr/>
        </p:nvSpPr>
        <p:spPr bwMode="auto">
          <a:xfrm rot="5400000">
            <a:off x="15691971" y="8853356"/>
            <a:ext cx="556056" cy="655244"/>
          </a:xfrm>
          <a:prstGeom prst="arc">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3142" name="Straight Arrow Connector 3141">
            <a:extLst>
              <a:ext uri="{FF2B5EF4-FFF2-40B4-BE49-F238E27FC236}">
                <a16:creationId xmlns:a16="http://schemas.microsoft.com/office/drawing/2014/main" id="{F977B61F-9F65-4F09-FA4B-B4E28E5DEF15}"/>
              </a:ext>
            </a:extLst>
          </p:cNvPr>
          <p:cNvCxnSpPr>
            <a:cxnSpLocks/>
          </p:cNvCxnSpPr>
          <p:nvPr/>
        </p:nvCxnSpPr>
        <p:spPr bwMode="auto">
          <a:xfrm flipV="1">
            <a:off x="16297622" y="8345216"/>
            <a:ext cx="0" cy="876259"/>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A5CDBB38-AECC-89FB-1B47-A98CD842A275}"/>
              </a:ext>
            </a:extLst>
          </p:cNvPr>
          <p:cNvSpPr txBox="1"/>
          <p:nvPr/>
        </p:nvSpPr>
        <p:spPr>
          <a:xfrm>
            <a:off x="9140615" y="7728303"/>
            <a:ext cx="4463464" cy="654826"/>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defTabSz="2438400">
              <a:buSzPct val="100000"/>
            </a:pPr>
            <a:r>
              <a:rPr lang="en-US" sz="1600" dirty="0"/>
              <a:t>Match, merge, and link data across sources</a:t>
            </a:r>
            <a:endParaRPr lang="en-US" sz="1600" b="0" i="0" dirty="0">
              <a:effectLst/>
            </a:endParaRPr>
          </a:p>
        </p:txBody>
      </p:sp>
      <p:cxnSp>
        <p:nvCxnSpPr>
          <p:cNvPr id="5" name="Straight Arrow Connector 4">
            <a:extLst>
              <a:ext uri="{FF2B5EF4-FFF2-40B4-BE49-F238E27FC236}">
                <a16:creationId xmlns:a16="http://schemas.microsoft.com/office/drawing/2014/main" id="{61505B89-38A5-DAE3-03B8-B74FFD1A9F5D}"/>
              </a:ext>
            </a:extLst>
          </p:cNvPr>
          <p:cNvCxnSpPr>
            <a:cxnSpLocks/>
          </p:cNvCxnSpPr>
          <p:nvPr/>
        </p:nvCxnSpPr>
        <p:spPr bwMode="auto">
          <a:xfrm>
            <a:off x="11923547" y="8503293"/>
            <a:ext cx="0" cy="657416"/>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2371F0B5-DCDE-7B9C-9B9D-137E2E748843}"/>
              </a:ext>
            </a:extLst>
          </p:cNvPr>
          <p:cNvCxnSpPr>
            <a:cxnSpLocks/>
          </p:cNvCxnSpPr>
          <p:nvPr/>
        </p:nvCxnSpPr>
        <p:spPr bwMode="auto">
          <a:xfrm>
            <a:off x="13748126" y="6322552"/>
            <a:ext cx="5098992" cy="0"/>
          </a:xfrm>
          <a:prstGeom prst="straightConnector1">
            <a:avLst/>
          </a:prstGeom>
          <a:ln w="12700">
            <a:solidFill>
              <a:schemeClr val="tx1"/>
            </a:solidFill>
            <a:headEnd type="none" w="med" len="med"/>
            <a:tailEnd type="triangle"/>
          </a:ln>
          <a:effectLst/>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7A916D09-740C-6C99-075C-0F5B6A92310D}"/>
              </a:ext>
            </a:extLst>
          </p:cNvPr>
          <p:cNvCxnSpPr/>
          <p:nvPr/>
        </p:nvCxnSpPr>
        <p:spPr bwMode="auto">
          <a:xfrm>
            <a:off x="13370432" y="9459006"/>
            <a:ext cx="2599567"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6BB1D21D-4C8C-82B7-AC3D-4874396DAD3B}"/>
              </a:ext>
            </a:extLst>
          </p:cNvPr>
          <p:cNvSpPr txBox="1"/>
          <p:nvPr/>
        </p:nvSpPr>
        <p:spPr>
          <a:xfrm>
            <a:off x="9138443" y="6991437"/>
            <a:ext cx="4463464" cy="637392"/>
          </a:xfrm>
          <a:prstGeom prst="rect">
            <a:avLst/>
          </a:prstGeom>
          <a:solidFill>
            <a:schemeClr val="bg1"/>
          </a:solidFill>
          <a:ln w="12700">
            <a:solidFill>
              <a:srgbClr val="5796FF"/>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82880" tIns="0" rIns="0" bIns="0" rtlCol="0" anchor="ctr">
            <a:noAutofit/>
          </a:bodyPr>
          <a:lstStyle/>
          <a:p>
            <a:pPr defTabSz="2438400">
              <a:buSzPct val="100000"/>
            </a:pPr>
            <a:r>
              <a:rPr lang="en-US" sz="1600" b="0" i="0" dirty="0">
                <a:effectLst/>
              </a:rPr>
              <a:t>Real-time enterprise application integration</a:t>
            </a:r>
          </a:p>
        </p:txBody>
      </p:sp>
      <p:sp>
        <p:nvSpPr>
          <p:cNvPr id="3138" name="Title 27">
            <a:extLst>
              <a:ext uri="{FF2B5EF4-FFF2-40B4-BE49-F238E27FC236}">
                <a16:creationId xmlns:a16="http://schemas.microsoft.com/office/drawing/2014/main" id="{31E56F45-FF44-8C1F-340F-BA20FF1A8CD5}"/>
              </a:ext>
            </a:extLst>
          </p:cNvPr>
          <p:cNvSpPr txBox="1">
            <a:spLocks/>
          </p:cNvSpPr>
          <p:nvPr/>
        </p:nvSpPr>
        <p:spPr>
          <a:xfrm>
            <a:off x="577660" y="1824559"/>
            <a:ext cx="16872140" cy="19019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marL="0" marR="0" indent="0" algn="l" defTabSz="1853183" rtl="0" latinLnBrk="0">
              <a:lnSpc>
                <a:spcPct val="100000"/>
              </a:lnSpc>
              <a:spcBef>
                <a:spcPts val="0"/>
              </a:spcBef>
              <a:spcAft>
                <a:spcPts val="0"/>
              </a:spcAft>
              <a:buClrTx/>
              <a:buSzTx/>
              <a:buFontTx/>
              <a:buNone/>
              <a:tabLst/>
              <a:defRPr sz="4864" b="0" i="0" u="none" strike="noStrike" cap="none" spc="0" baseline="0">
                <a:solidFill>
                  <a:srgbClr val="000000"/>
                </a:solidFill>
                <a:uFillTx/>
                <a:latin typeface="+mn-lt"/>
                <a:ea typeface="+mn-ea"/>
                <a:cs typeface="+mn-cs"/>
                <a:sym typeface="IBM Plex Sans Light"/>
              </a:defRPr>
            </a:lvl1pPr>
            <a:lvl2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2pPr>
            <a:lvl3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3pPr>
            <a:lvl4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4pPr>
            <a:lvl5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5pPr>
            <a:lvl6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6pPr>
            <a:lvl7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7pPr>
            <a:lvl8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8pPr>
            <a:lvl9pPr marL="0" marR="0" indent="0" algn="l" defTabSz="2438400" rtl="0" latinLnBrk="0">
              <a:lnSpc>
                <a:spcPct val="90000"/>
              </a:lnSpc>
              <a:spcBef>
                <a:spcPts val="0"/>
              </a:spcBef>
              <a:spcAft>
                <a:spcPts val="0"/>
              </a:spcAft>
              <a:buClrTx/>
              <a:buSzTx/>
              <a:buFontTx/>
              <a:buNone/>
              <a:tabLst/>
              <a:defRPr sz="6400" b="0" i="0" u="none" strike="noStrike" cap="none" spc="0" baseline="0">
                <a:solidFill>
                  <a:srgbClr val="000000"/>
                </a:solidFill>
                <a:uFillTx/>
                <a:latin typeface="+mn-lt"/>
                <a:ea typeface="+mn-ea"/>
                <a:cs typeface="+mn-cs"/>
                <a:sym typeface="IBM Plex Sans Light"/>
              </a:defRPr>
            </a:lvl9pPr>
          </a:lstStyle>
          <a:p>
            <a:pPr defTabSz="2438400">
              <a:lnSpc>
                <a:spcPct val="110000"/>
              </a:lnSpc>
              <a:buSzPct val="100000"/>
              <a:defRPr/>
            </a:pPr>
            <a:r>
              <a:rPr lang="en-US" sz="6000" kern="0" dirty="0">
                <a:latin typeface="IBM Plex Sans Light" panose="020B0403050203000203" pitchFamily="34" charset="0"/>
              </a:rPr>
              <a:t>Drive faster and scalable insights by delivering a single and comprehensive view of an entity’s data across an enterprise</a:t>
            </a:r>
            <a:endParaRPr lang="en-US" sz="4400" kern="0" dirty="0">
              <a:solidFill>
                <a:srgbClr val="DA1E28"/>
              </a:solidFill>
              <a:latin typeface="IBM Plex Sans Light" panose="020B0403050203000203" pitchFamily="34" charset="0"/>
            </a:endParaRPr>
          </a:p>
        </p:txBody>
      </p:sp>
    </p:spTree>
    <p:extLst>
      <p:ext uri="{BB962C8B-B14F-4D97-AF65-F5344CB8AC3E}">
        <p14:creationId xmlns:p14="http://schemas.microsoft.com/office/powerpoint/2010/main" val="36097876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8AD4-44E1-8B4E-7FFA-9267F7ED7007}"/>
              </a:ext>
            </a:extLst>
          </p:cNvPr>
          <p:cNvSpPr>
            <a:spLocks noGrp="1"/>
          </p:cNvSpPr>
          <p:nvPr>
            <p:ph type="title"/>
          </p:nvPr>
        </p:nvSpPr>
        <p:spPr>
          <a:xfrm>
            <a:off x="563934" y="537272"/>
            <a:ext cx="19864277" cy="1053371"/>
          </a:xfrm>
        </p:spPr>
        <p:txBody>
          <a:bodyPr/>
          <a:lstStyle/>
          <a:p>
            <a:r>
              <a:rPr lang="en-US" dirty="0">
                <a:solidFill>
                  <a:srgbClr val="000000"/>
                </a:solidFill>
              </a:rPr>
              <a:t>Put AI to work with </a:t>
            </a:r>
            <a:r>
              <a:rPr lang="en-US" b="1" dirty="0">
                <a:solidFill>
                  <a:srgbClr val="000000"/>
                </a:solidFill>
                <a:latin typeface="IBM Plex Sans SmBld" panose="020B0503050203000203" pitchFamily="34" charset="0"/>
              </a:rPr>
              <a:t>watson</a:t>
            </a:r>
            <a:r>
              <a:rPr lang="en-US" b="1" dirty="0">
                <a:solidFill>
                  <a:srgbClr val="0F62FE"/>
                </a:solidFill>
                <a:latin typeface="IBM Plex Sans SmBld" panose="020B0503050203000203" pitchFamily="34" charset="0"/>
              </a:rPr>
              <a:t>x</a:t>
            </a:r>
            <a:br>
              <a:rPr lang="en-US" dirty="0">
                <a:solidFill>
                  <a:srgbClr val="000000"/>
                </a:solidFill>
              </a:rPr>
            </a:br>
            <a:r>
              <a:rPr lang="en-US" sz="4800" dirty="0">
                <a:solidFill>
                  <a:schemeClr val="tx1">
                    <a:lumMod val="50000"/>
                    <a:lumOff val="50000"/>
                  </a:schemeClr>
                </a:solidFill>
              </a:rPr>
              <a:t>Scale and accelerate the impact of AI with trusted data.</a:t>
            </a:r>
            <a:br>
              <a:rPr lang="en-US" sz="4800" dirty="0">
                <a:solidFill>
                  <a:schemeClr val="tx1">
                    <a:lumMod val="50000"/>
                    <a:lumOff val="50000"/>
                  </a:schemeClr>
                </a:solidFill>
              </a:rPr>
            </a:br>
            <a:endParaRPr lang="en-US" dirty="0">
              <a:solidFill>
                <a:schemeClr val="tx1">
                  <a:lumMod val="50000"/>
                  <a:lumOff val="50000"/>
                </a:schemeClr>
              </a:solidFill>
            </a:endParaRPr>
          </a:p>
        </p:txBody>
      </p:sp>
      <p:sp>
        <p:nvSpPr>
          <p:cNvPr id="4" name="Slide Number Placeholder 3">
            <a:extLst>
              <a:ext uri="{FF2B5EF4-FFF2-40B4-BE49-F238E27FC236}">
                <a16:creationId xmlns:a16="http://schemas.microsoft.com/office/drawing/2014/main" id="{62EA4B28-D6C6-9003-9671-2E32CB53D5F8}"/>
              </a:ext>
            </a:extLst>
          </p:cNvPr>
          <p:cNvSpPr>
            <a:spLocks noGrp="1"/>
          </p:cNvSpPr>
          <p:nvPr>
            <p:ph type="sldNum" sz="quarter" idx="11"/>
          </p:nvPr>
        </p:nvSpPr>
        <p:spPr>
          <a:xfrm>
            <a:off x="63374652" y="34911611"/>
            <a:ext cx="123432" cy="246221"/>
          </a:xfrm>
        </p:spPr>
        <p:txBody>
          <a:bodyPr/>
          <a:lstStyle/>
          <a:p>
            <a:pPr defTabSz="1828847"/>
            <a:fld id="{59395FB3-9C97-154F-86B2-7E381B951268}" type="slidenum">
              <a:rPr lang="en-US">
                <a:solidFill>
                  <a:srgbClr val="000000"/>
                </a:solidFill>
              </a:rPr>
              <a:pPr defTabSz="1828847"/>
              <a:t>10</a:t>
            </a:fld>
            <a:endParaRPr lang="en-US" dirty="0">
              <a:solidFill>
                <a:srgbClr val="000000"/>
              </a:solidFill>
            </a:endParaRPr>
          </a:p>
        </p:txBody>
      </p:sp>
      <p:sp>
        <p:nvSpPr>
          <p:cNvPr id="21" name="TextBox 20">
            <a:extLst>
              <a:ext uri="{FF2B5EF4-FFF2-40B4-BE49-F238E27FC236}">
                <a16:creationId xmlns:a16="http://schemas.microsoft.com/office/drawing/2014/main" id="{4393F013-0AD5-754A-7AF3-BD4123BDC929}"/>
              </a:ext>
            </a:extLst>
          </p:cNvPr>
          <p:cNvSpPr txBox="1"/>
          <p:nvPr/>
        </p:nvSpPr>
        <p:spPr>
          <a:xfrm>
            <a:off x="4231581" y="9134577"/>
            <a:ext cx="7498669" cy="1107947"/>
          </a:xfrm>
          <a:prstGeom prst="rect">
            <a:avLst/>
          </a:prstGeom>
          <a:noFill/>
        </p:spPr>
        <p:txBody>
          <a:bodyPr wrap="square" lIns="182856" tIns="182856" rIns="182856" bIns="182856" rtlCol="0" anchor="t">
            <a:spAutoFit/>
          </a:bodyPr>
          <a:lstStyle/>
          <a:p>
            <a:pPr defTabSz="1371998">
              <a:spcBef>
                <a:spcPts val="1200"/>
              </a:spcBef>
              <a:defRPr/>
            </a:pPr>
            <a:r>
              <a:rPr lang="en-US" sz="2400" dirty="0">
                <a:solidFill>
                  <a:srgbClr val="000000"/>
                </a:solidFill>
                <a:latin typeface="IBM Plex Sans Light"/>
                <a:ea typeface="IBM Plex Sans" charset="0"/>
                <a:cs typeface="IBM Plex Sans" charset="0"/>
              </a:rPr>
              <a:t>Leverage governed enterprise data in watsonx.data to seamlessly train or fine-tune foundation models</a:t>
            </a:r>
            <a:endParaRPr lang="en-US" sz="2400" dirty="0">
              <a:solidFill>
                <a:srgbClr val="FF0000"/>
              </a:solidFill>
              <a:latin typeface="IBM Plex Sans Light"/>
              <a:ea typeface="IBM Plex Sans" charset="0"/>
              <a:cs typeface="IBM Plex Sans" charset="0"/>
            </a:endParaRPr>
          </a:p>
        </p:txBody>
      </p:sp>
      <p:sp>
        <p:nvSpPr>
          <p:cNvPr id="24" name="TextBox 23">
            <a:extLst>
              <a:ext uri="{FF2B5EF4-FFF2-40B4-BE49-F238E27FC236}">
                <a16:creationId xmlns:a16="http://schemas.microsoft.com/office/drawing/2014/main" id="{9A27976F-06B1-31CB-EA70-4EF04EFAA002}"/>
              </a:ext>
            </a:extLst>
          </p:cNvPr>
          <p:cNvSpPr txBox="1"/>
          <p:nvPr/>
        </p:nvSpPr>
        <p:spPr>
          <a:xfrm>
            <a:off x="4332711" y="3347828"/>
            <a:ext cx="7296408" cy="1107947"/>
          </a:xfrm>
          <a:prstGeom prst="rect">
            <a:avLst/>
          </a:prstGeom>
          <a:noFill/>
        </p:spPr>
        <p:txBody>
          <a:bodyPr wrap="square" lIns="182856" tIns="182856" rIns="182856" bIns="182856" rtlCol="0" anchor="t">
            <a:spAutoFit/>
          </a:bodyPr>
          <a:lstStyle/>
          <a:p>
            <a:pPr defTabSz="1371998">
              <a:spcBef>
                <a:spcPts val="1200"/>
              </a:spcBef>
              <a:defRPr/>
            </a:pPr>
            <a:r>
              <a:rPr lang="en-US" sz="2400" dirty="0">
                <a:solidFill>
                  <a:srgbClr val="000000"/>
                </a:solidFill>
                <a:latin typeface="IBM Plex Sans Light"/>
                <a:ea typeface="IBM Plex Sans" charset="0"/>
                <a:cs typeface="IBM Plex Sans" charset="0"/>
              </a:rPr>
              <a:t>Leverage foundation models to automate data search, discovery, and linking in watsonx.data </a:t>
            </a:r>
            <a:endParaRPr lang="en-US" sz="2400" dirty="0">
              <a:solidFill>
                <a:srgbClr val="FF0000"/>
              </a:solidFill>
              <a:latin typeface="IBM Plex Sans Light"/>
              <a:ea typeface="IBM Plex Sans" charset="0"/>
              <a:cs typeface="IBM Plex Sans" charset="0"/>
            </a:endParaRPr>
          </a:p>
        </p:txBody>
      </p:sp>
      <p:sp>
        <p:nvSpPr>
          <p:cNvPr id="25" name="TextBox 24">
            <a:extLst>
              <a:ext uri="{FF2B5EF4-FFF2-40B4-BE49-F238E27FC236}">
                <a16:creationId xmlns:a16="http://schemas.microsoft.com/office/drawing/2014/main" id="{3693C3A9-7E4B-2688-C313-80D531F18D05}"/>
              </a:ext>
            </a:extLst>
          </p:cNvPr>
          <p:cNvSpPr txBox="1"/>
          <p:nvPr/>
        </p:nvSpPr>
        <p:spPr>
          <a:xfrm>
            <a:off x="11455604" y="10930712"/>
            <a:ext cx="8241795" cy="1107947"/>
          </a:xfrm>
          <a:prstGeom prst="rect">
            <a:avLst/>
          </a:prstGeom>
          <a:noFill/>
        </p:spPr>
        <p:txBody>
          <a:bodyPr wrap="square" lIns="182856" tIns="182856" rIns="182856" bIns="182856" rtlCol="0" anchor="t">
            <a:spAutoFit/>
          </a:bodyPr>
          <a:lstStyle/>
          <a:p>
            <a:pPr defTabSz="1371998">
              <a:spcBef>
                <a:spcPts val="1200"/>
              </a:spcBef>
              <a:defRPr/>
            </a:pPr>
            <a:r>
              <a:rPr lang="en-US" sz="2400" dirty="0">
                <a:solidFill>
                  <a:srgbClr val="000000"/>
                </a:solidFill>
                <a:latin typeface="IBM Plex Sans Light"/>
                <a:ea typeface="IBM Plex Sans" charset="0"/>
                <a:cs typeface="IBM Plex Sans" charset="0"/>
              </a:rPr>
              <a:t>Enable fine-tuned models to be managed through market leading governance and lifecycle management capabilities</a:t>
            </a:r>
            <a:endParaRPr lang="en-US" sz="2400" dirty="0">
              <a:solidFill>
                <a:srgbClr val="FF0000"/>
              </a:solidFill>
              <a:latin typeface="IBM Plex Sans Light"/>
              <a:ea typeface="IBM Plex Sans" charset="0"/>
              <a:cs typeface="IBM Plex Sans" charset="0"/>
            </a:endParaRPr>
          </a:p>
        </p:txBody>
      </p:sp>
      <p:cxnSp>
        <p:nvCxnSpPr>
          <p:cNvPr id="40" name="Straight Connector 39">
            <a:extLst>
              <a:ext uri="{FF2B5EF4-FFF2-40B4-BE49-F238E27FC236}">
                <a16:creationId xmlns:a16="http://schemas.microsoft.com/office/drawing/2014/main" id="{0A4E34F1-C41B-8E1F-50CB-02AEE936AA98}"/>
              </a:ext>
            </a:extLst>
          </p:cNvPr>
          <p:cNvCxnSpPr>
            <a:cxnSpLocks/>
          </p:cNvCxnSpPr>
          <p:nvPr/>
        </p:nvCxnSpPr>
        <p:spPr bwMode="auto">
          <a:xfrm>
            <a:off x="2563160" y="8405320"/>
            <a:ext cx="0" cy="241324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9" name="Elbow Connector 48">
            <a:extLst>
              <a:ext uri="{FF2B5EF4-FFF2-40B4-BE49-F238E27FC236}">
                <a16:creationId xmlns:a16="http://schemas.microsoft.com/office/drawing/2014/main" id="{EF2300A0-775B-15F6-5035-72C6D2BC89F3}"/>
              </a:ext>
            </a:extLst>
          </p:cNvPr>
          <p:cNvCxnSpPr>
            <a:cxnSpLocks/>
          </p:cNvCxnSpPr>
          <p:nvPr/>
        </p:nvCxnSpPr>
        <p:spPr bwMode="auto">
          <a:xfrm flipV="1">
            <a:off x="2563164" y="8446295"/>
            <a:ext cx="17334771" cy="2363816"/>
          </a:xfrm>
          <a:prstGeom prst="bentConnector3">
            <a:avLst>
              <a:gd name="adj1" fmla="val 100070"/>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2" name="Elbow Connector 51">
            <a:extLst>
              <a:ext uri="{FF2B5EF4-FFF2-40B4-BE49-F238E27FC236}">
                <a16:creationId xmlns:a16="http://schemas.microsoft.com/office/drawing/2014/main" id="{054FD0B8-6B56-C285-D254-90AF2CCAFE29}"/>
              </a:ext>
            </a:extLst>
          </p:cNvPr>
          <p:cNvCxnSpPr>
            <a:cxnSpLocks/>
          </p:cNvCxnSpPr>
          <p:nvPr/>
        </p:nvCxnSpPr>
        <p:spPr bwMode="auto">
          <a:xfrm rot="10800000">
            <a:off x="4489247" y="8396053"/>
            <a:ext cx="5997683" cy="584416"/>
          </a:xfrm>
          <a:prstGeom prst="bentConnector3">
            <a:avLst>
              <a:gd name="adj1" fmla="val 100000"/>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55" name="Straight Connector 54">
            <a:extLst>
              <a:ext uri="{FF2B5EF4-FFF2-40B4-BE49-F238E27FC236}">
                <a16:creationId xmlns:a16="http://schemas.microsoft.com/office/drawing/2014/main" id="{28BAD587-A101-798C-72AF-292B5CDEF3FC}"/>
              </a:ext>
            </a:extLst>
          </p:cNvPr>
          <p:cNvCxnSpPr>
            <a:cxnSpLocks/>
          </p:cNvCxnSpPr>
          <p:nvPr/>
        </p:nvCxnSpPr>
        <p:spPr bwMode="auto">
          <a:xfrm>
            <a:off x="10486928" y="8405320"/>
            <a:ext cx="0" cy="575152"/>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65" name="Elbow Connector 64">
            <a:extLst>
              <a:ext uri="{FF2B5EF4-FFF2-40B4-BE49-F238E27FC236}">
                <a16:creationId xmlns:a16="http://schemas.microsoft.com/office/drawing/2014/main" id="{1A51F1CD-F2E2-677B-1F7A-6A8ABC9E885B}"/>
              </a:ext>
            </a:extLst>
          </p:cNvPr>
          <p:cNvCxnSpPr>
            <a:cxnSpLocks/>
          </p:cNvCxnSpPr>
          <p:nvPr/>
        </p:nvCxnSpPr>
        <p:spPr bwMode="auto">
          <a:xfrm>
            <a:off x="4489249" y="4519855"/>
            <a:ext cx="5997685" cy="616125"/>
          </a:xfrm>
          <a:prstGeom prst="bentConnector3">
            <a:avLst>
              <a:gd name="adj1" fmla="val 100000"/>
            </a:avLst>
          </a:prstGeom>
          <a:ln w="28575">
            <a:headEnd type="none" w="med" len="med"/>
            <a:tailEnd type="triangle"/>
          </a:ln>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09F3DB0D-0F13-6964-528F-202CB1918E1E}"/>
              </a:ext>
            </a:extLst>
          </p:cNvPr>
          <p:cNvCxnSpPr>
            <a:cxnSpLocks/>
          </p:cNvCxnSpPr>
          <p:nvPr/>
        </p:nvCxnSpPr>
        <p:spPr bwMode="auto">
          <a:xfrm>
            <a:off x="4489243" y="4519853"/>
            <a:ext cx="0" cy="575152"/>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nvGrpSpPr>
          <p:cNvPr id="11" name="Group 10">
            <a:extLst>
              <a:ext uri="{FF2B5EF4-FFF2-40B4-BE49-F238E27FC236}">
                <a16:creationId xmlns:a16="http://schemas.microsoft.com/office/drawing/2014/main" id="{0A2B1884-F553-405F-9166-805775A273E7}"/>
              </a:ext>
            </a:extLst>
          </p:cNvPr>
          <p:cNvGrpSpPr/>
          <p:nvPr/>
        </p:nvGrpSpPr>
        <p:grpSpPr>
          <a:xfrm>
            <a:off x="1029370" y="5397374"/>
            <a:ext cx="22103384" cy="2724557"/>
            <a:chOff x="1027915" y="5397184"/>
            <a:chExt cx="22106262" cy="2724912"/>
          </a:xfrm>
        </p:grpSpPr>
        <p:pic>
          <p:nvPicPr>
            <p:cNvPr id="15" name="Picture 14">
              <a:extLst>
                <a:ext uri="{FF2B5EF4-FFF2-40B4-BE49-F238E27FC236}">
                  <a16:creationId xmlns:a16="http://schemas.microsoft.com/office/drawing/2014/main" id="{EEDFEA59-FFC4-B4CA-7D6F-113C69EB750C}"/>
                </a:ext>
                <a:ext uri="{C183D7F6-B498-43B3-948B-1728B52AA6E4}">
                  <adec:decorative xmlns:adec="http://schemas.microsoft.com/office/drawing/2017/decorative" val="1"/>
                </a:ext>
              </a:extLst>
            </p:cNvPr>
            <p:cNvPicPr>
              <a:picLocks noChangeAspect="1"/>
            </p:cNvPicPr>
            <p:nvPr/>
          </p:nvPicPr>
          <p:blipFill rotWithShape="1">
            <a:blip r:embed="rId3"/>
            <a:srcRect r="4825" b="21725"/>
            <a:stretch/>
          </p:blipFill>
          <p:spPr>
            <a:xfrm>
              <a:off x="1027915" y="5397184"/>
              <a:ext cx="22106262" cy="2724912"/>
            </a:xfrm>
            <a:prstGeom prst="rect">
              <a:avLst/>
            </a:prstGeom>
          </p:spPr>
        </p:pic>
        <p:sp>
          <p:nvSpPr>
            <p:cNvPr id="26" name="TextBox 25">
              <a:extLst>
                <a:ext uri="{FF2B5EF4-FFF2-40B4-BE49-F238E27FC236}">
                  <a16:creationId xmlns:a16="http://schemas.microsoft.com/office/drawing/2014/main" id="{C9909E99-3B06-450A-62DB-E25A3D75B30B}"/>
                </a:ext>
              </a:extLst>
            </p:cNvPr>
            <p:cNvSpPr txBox="1"/>
            <p:nvPr/>
          </p:nvSpPr>
          <p:spPr>
            <a:xfrm>
              <a:off x="9627525" y="6592294"/>
              <a:ext cx="3655964" cy="831105"/>
            </a:xfrm>
            <a:prstGeom prst="rect">
              <a:avLst/>
            </a:prstGeom>
            <a:noFill/>
          </p:spPr>
          <p:txBody>
            <a:bodyPr wrap="square">
              <a:spAutoFit/>
            </a:bodyPr>
            <a:lstStyle/>
            <a:p>
              <a:pPr defTabSz="1828847">
                <a:spcBef>
                  <a:spcPts val="2667"/>
                </a:spcBef>
              </a:pPr>
              <a:r>
                <a:rPr lang="en-US" sz="2400" b="1" dirty="0">
                  <a:solidFill>
                    <a:srgbClr val="FFFFFF"/>
                  </a:solidFill>
                  <a:latin typeface="IBM Plex Sans Light"/>
                </a:rPr>
                <a:t>Scale AI workloads, for all your data, anywhere</a:t>
              </a:r>
            </a:p>
          </p:txBody>
        </p:sp>
        <p:sp>
          <p:nvSpPr>
            <p:cNvPr id="27" name="TextBox 26">
              <a:extLst>
                <a:ext uri="{FF2B5EF4-FFF2-40B4-BE49-F238E27FC236}">
                  <a16:creationId xmlns:a16="http://schemas.microsoft.com/office/drawing/2014/main" id="{BE4F156B-7427-EF4D-8272-401C9C864DC3}"/>
                </a:ext>
              </a:extLst>
            </p:cNvPr>
            <p:cNvSpPr txBox="1"/>
            <p:nvPr/>
          </p:nvSpPr>
          <p:spPr>
            <a:xfrm>
              <a:off x="2084389" y="6633113"/>
              <a:ext cx="3402011" cy="831105"/>
            </a:xfrm>
            <a:prstGeom prst="rect">
              <a:avLst/>
            </a:prstGeom>
            <a:noFill/>
          </p:spPr>
          <p:txBody>
            <a:bodyPr wrap="square">
              <a:spAutoFit/>
            </a:bodyPr>
            <a:lstStyle/>
            <a:p>
              <a:pPr defTabSz="1828847">
                <a:spcBef>
                  <a:spcPts val="2667"/>
                </a:spcBef>
              </a:pPr>
              <a:r>
                <a:rPr lang="en-US" sz="2400" b="1" dirty="0">
                  <a:solidFill>
                    <a:srgbClr val="FFFFFF"/>
                  </a:solidFill>
                  <a:latin typeface="IBM Plex Sans Light"/>
                </a:rPr>
                <a:t>Train, validate, tune and deploy AI models</a:t>
              </a:r>
            </a:p>
          </p:txBody>
        </p:sp>
        <p:sp>
          <p:nvSpPr>
            <p:cNvPr id="28" name="TextBox 27">
              <a:extLst>
                <a:ext uri="{FF2B5EF4-FFF2-40B4-BE49-F238E27FC236}">
                  <a16:creationId xmlns:a16="http://schemas.microsoft.com/office/drawing/2014/main" id="{2252940E-0CB2-77BB-64A2-C105CC631A1C}"/>
                </a:ext>
              </a:extLst>
            </p:cNvPr>
            <p:cNvSpPr txBox="1"/>
            <p:nvPr/>
          </p:nvSpPr>
          <p:spPr>
            <a:xfrm>
              <a:off x="17168670" y="6633110"/>
              <a:ext cx="5577852" cy="831105"/>
            </a:xfrm>
            <a:prstGeom prst="rect">
              <a:avLst/>
            </a:prstGeom>
            <a:noFill/>
          </p:spPr>
          <p:txBody>
            <a:bodyPr wrap="square">
              <a:spAutoFit/>
            </a:bodyPr>
            <a:lstStyle/>
            <a:p>
              <a:pPr defTabSz="1828847">
                <a:spcBef>
                  <a:spcPts val="2667"/>
                </a:spcBef>
              </a:pPr>
              <a:r>
                <a:rPr lang="en-US" sz="2400" b="1" dirty="0">
                  <a:solidFill>
                    <a:srgbClr val="FFFFFF"/>
                  </a:solidFill>
                  <a:latin typeface="IBM Plex Sans Light"/>
                </a:rPr>
                <a:t>Enable responsible, transparent and explainable AI workflows</a:t>
              </a:r>
            </a:p>
          </p:txBody>
        </p:sp>
        <p:sp>
          <p:nvSpPr>
            <p:cNvPr id="3" name="TextBox 2">
              <a:extLst>
                <a:ext uri="{FF2B5EF4-FFF2-40B4-BE49-F238E27FC236}">
                  <a16:creationId xmlns:a16="http://schemas.microsoft.com/office/drawing/2014/main" id="{87070742-1970-73FC-7296-1F943F084296}"/>
                </a:ext>
              </a:extLst>
            </p:cNvPr>
            <p:cNvSpPr txBox="1"/>
            <p:nvPr/>
          </p:nvSpPr>
          <p:spPr>
            <a:xfrm>
              <a:off x="2084389" y="5677893"/>
              <a:ext cx="5895975" cy="914400"/>
            </a:xfrm>
            <a:prstGeom prst="rect">
              <a:avLst/>
            </a:prstGeom>
            <a:solidFill>
              <a:srgbClr val="001D6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2438430">
                <a:spcBef>
                  <a:spcPts val="2901"/>
                </a:spcBef>
                <a:buSzPct val="100000"/>
              </a:pPr>
              <a:r>
                <a:rPr lang="en-US" sz="4000" b="1" kern="0" dirty="0" err="1">
                  <a:solidFill>
                    <a:schemeClr val="bg1"/>
                  </a:solidFill>
                  <a:latin typeface="IBM Plex Sans SmBld" panose="020B0503050203000203" pitchFamily="34" charset="0"/>
                  <a:ea typeface="+mj-ea"/>
                  <a:cs typeface="+mj-cs"/>
                  <a:sym typeface="IBM Plex Sans Light"/>
                </a:rPr>
                <a:t>watson</a:t>
              </a:r>
              <a:r>
                <a:rPr lang="en-US" sz="4000" b="1" kern="0" dirty="0" err="1">
                  <a:solidFill>
                    <a:srgbClr val="33B1FF"/>
                  </a:solidFill>
                  <a:latin typeface="IBM Plex Sans SmBld" panose="020B0503050203000203" pitchFamily="34" charset="0"/>
                  <a:ea typeface="+mj-ea"/>
                  <a:cs typeface="+mj-cs"/>
                  <a:sym typeface="IBM Plex Sans Light"/>
                </a:rPr>
                <a:t>x</a:t>
              </a:r>
              <a:r>
                <a:rPr lang="en-US" sz="4000" b="1" kern="0" dirty="0" err="1">
                  <a:solidFill>
                    <a:schemeClr val="bg1"/>
                  </a:solidFill>
                  <a:latin typeface="IBM Plex Sans SmBld" panose="020B0503050203000203" pitchFamily="34" charset="0"/>
                  <a:ea typeface="+mj-ea"/>
                  <a:cs typeface="+mj-cs"/>
                  <a:sym typeface="IBM Plex Sans Light"/>
                </a:rPr>
                <a:t>.ai</a:t>
              </a:r>
              <a:endParaRPr lang="en-US" sz="4000" b="1" kern="0" dirty="0">
                <a:solidFill>
                  <a:schemeClr val="bg1"/>
                </a:solidFill>
                <a:latin typeface="IBM Plex Sans SmBld" panose="020B0503050203000203" pitchFamily="34" charset="0"/>
                <a:ea typeface="+mj-ea"/>
                <a:cs typeface="+mj-cs"/>
                <a:sym typeface="IBM Plex Sans Light"/>
              </a:endParaRPr>
            </a:p>
          </p:txBody>
        </p:sp>
        <p:sp>
          <p:nvSpPr>
            <p:cNvPr id="8" name="TextBox 7">
              <a:extLst>
                <a:ext uri="{FF2B5EF4-FFF2-40B4-BE49-F238E27FC236}">
                  <a16:creationId xmlns:a16="http://schemas.microsoft.com/office/drawing/2014/main" id="{41887A2A-EB83-B667-C062-BD92ADAABBEB}"/>
                </a:ext>
              </a:extLst>
            </p:cNvPr>
            <p:cNvSpPr txBox="1"/>
            <p:nvPr/>
          </p:nvSpPr>
          <p:spPr>
            <a:xfrm>
              <a:off x="9627524" y="5696888"/>
              <a:ext cx="5895975" cy="914400"/>
            </a:xfrm>
            <a:prstGeom prst="rect">
              <a:avLst/>
            </a:prstGeom>
            <a:solidFill>
              <a:srgbClr val="001D6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2438430">
                <a:spcBef>
                  <a:spcPts val="2901"/>
                </a:spcBef>
                <a:buSzPct val="100000"/>
              </a:pPr>
              <a:r>
                <a:rPr lang="en-US" sz="4000" b="1" kern="0" dirty="0">
                  <a:solidFill>
                    <a:schemeClr val="bg1"/>
                  </a:solidFill>
                  <a:latin typeface="IBM Plex Sans SmBld" panose="020B0503050203000203" pitchFamily="34" charset="0"/>
                  <a:ea typeface="+mj-ea"/>
                  <a:cs typeface="+mj-cs"/>
                  <a:sym typeface="IBM Plex Sans Light"/>
                </a:rPr>
                <a:t>watson</a:t>
              </a:r>
              <a:r>
                <a:rPr lang="en-US" sz="4000" b="1" kern="0" dirty="0">
                  <a:solidFill>
                    <a:srgbClr val="33B1FF"/>
                  </a:solidFill>
                  <a:latin typeface="IBM Plex Sans SmBld" panose="020B0503050203000203" pitchFamily="34" charset="0"/>
                  <a:ea typeface="+mj-ea"/>
                  <a:cs typeface="+mj-cs"/>
                  <a:sym typeface="IBM Plex Sans Light"/>
                </a:rPr>
                <a:t>x</a:t>
              </a:r>
              <a:r>
                <a:rPr lang="en-US" sz="4000" b="1" kern="0" dirty="0">
                  <a:solidFill>
                    <a:schemeClr val="bg1"/>
                  </a:solidFill>
                  <a:latin typeface="IBM Plex Sans SmBld" panose="020B0503050203000203" pitchFamily="34" charset="0"/>
                  <a:ea typeface="+mj-ea"/>
                  <a:cs typeface="+mj-cs"/>
                  <a:sym typeface="IBM Plex Sans Light"/>
                </a:rPr>
                <a:t>.data</a:t>
              </a:r>
            </a:p>
          </p:txBody>
        </p:sp>
        <p:sp>
          <p:nvSpPr>
            <p:cNvPr id="9" name="TextBox 8">
              <a:extLst>
                <a:ext uri="{FF2B5EF4-FFF2-40B4-BE49-F238E27FC236}">
                  <a16:creationId xmlns:a16="http://schemas.microsoft.com/office/drawing/2014/main" id="{A45693BE-9A79-889B-5CF9-24099E2A5DF0}"/>
                </a:ext>
              </a:extLst>
            </p:cNvPr>
            <p:cNvSpPr txBox="1"/>
            <p:nvPr/>
          </p:nvSpPr>
          <p:spPr>
            <a:xfrm>
              <a:off x="17168669" y="5696888"/>
              <a:ext cx="5895975" cy="914400"/>
            </a:xfrm>
            <a:prstGeom prst="rect">
              <a:avLst/>
            </a:prstGeom>
            <a:solidFill>
              <a:srgbClr val="001D6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2438430">
                <a:spcBef>
                  <a:spcPts val="2901"/>
                </a:spcBef>
                <a:buSzPct val="100000"/>
              </a:pPr>
              <a:r>
                <a:rPr lang="en-US" sz="4000" b="1" kern="0" dirty="0">
                  <a:solidFill>
                    <a:schemeClr val="bg1"/>
                  </a:solidFill>
                  <a:latin typeface="IBM Plex Sans SmBld" panose="020B0503050203000203" pitchFamily="34" charset="0"/>
                  <a:ea typeface="+mj-ea"/>
                  <a:cs typeface="+mj-cs"/>
                  <a:sym typeface="IBM Plex Sans Light"/>
                </a:rPr>
                <a:t>watson</a:t>
              </a:r>
              <a:r>
                <a:rPr lang="en-US" sz="4000" b="1" kern="0" dirty="0">
                  <a:solidFill>
                    <a:srgbClr val="33B1FF"/>
                  </a:solidFill>
                  <a:latin typeface="IBM Plex Sans SmBld" panose="020B0503050203000203" pitchFamily="34" charset="0"/>
                  <a:ea typeface="+mj-ea"/>
                  <a:cs typeface="+mj-cs"/>
                  <a:sym typeface="IBM Plex Sans Light"/>
                </a:rPr>
                <a:t>x</a:t>
              </a:r>
              <a:r>
                <a:rPr lang="en-US" sz="4000" b="1" kern="0" dirty="0">
                  <a:solidFill>
                    <a:schemeClr val="bg1"/>
                  </a:solidFill>
                  <a:latin typeface="IBM Plex Sans SmBld" panose="020B0503050203000203" pitchFamily="34" charset="0"/>
                  <a:ea typeface="+mj-ea"/>
                  <a:cs typeface="+mj-cs"/>
                  <a:sym typeface="IBM Plex Sans Light"/>
                </a:rPr>
                <a:t>.governance</a:t>
              </a:r>
            </a:p>
          </p:txBody>
        </p:sp>
      </p:grpSp>
    </p:spTree>
    <p:extLst>
      <p:ext uri="{BB962C8B-B14F-4D97-AF65-F5344CB8AC3E}">
        <p14:creationId xmlns:p14="http://schemas.microsoft.com/office/powerpoint/2010/main" val="2481254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4FDC67A4-7EC4-5DD2-5793-0A98A94AB51A}"/>
              </a:ext>
            </a:extLst>
          </p:cNvPr>
          <p:cNvSpPr/>
          <p:nvPr/>
        </p:nvSpPr>
        <p:spPr bwMode="auto">
          <a:xfrm>
            <a:off x="577850" y="2858663"/>
            <a:ext cx="10777088" cy="9263607"/>
          </a:xfrm>
          <a:prstGeom prst="rect">
            <a:avLst/>
          </a:prstGeom>
          <a:solidFill>
            <a:srgbClr val="F4F4F4"/>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Data Fabric</a:t>
            </a:r>
          </a:p>
        </p:txBody>
      </p:sp>
      <p:sp>
        <p:nvSpPr>
          <p:cNvPr id="2" name="Title 1">
            <a:extLst>
              <a:ext uri="{FF2B5EF4-FFF2-40B4-BE49-F238E27FC236}">
                <a16:creationId xmlns:a16="http://schemas.microsoft.com/office/drawing/2014/main" id="{56167243-ECDF-7B1A-DA57-AB359F9758BE}"/>
              </a:ext>
            </a:extLst>
          </p:cNvPr>
          <p:cNvSpPr>
            <a:spLocks noGrp="1"/>
          </p:cNvSpPr>
          <p:nvPr>
            <p:ph type="title"/>
          </p:nvPr>
        </p:nvSpPr>
        <p:spPr>
          <a:xfrm>
            <a:off x="576071" y="576072"/>
            <a:ext cx="9454619" cy="1911524"/>
          </a:xfrm>
        </p:spPr>
        <p:txBody>
          <a:bodyPr/>
          <a:lstStyle/>
          <a:p>
            <a:r>
              <a:rPr lang="en-US" sz="3600" dirty="0">
                <a:latin typeface="IBM Plex Sans" panose="020B0503050203000203" pitchFamily="34" charset="0"/>
              </a:rPr>
              <a:t>Simplify data access and utilization across the enterprise with a data fabric architecture</a:t>
            </a:r>
          </a:p>
        </p:txBody>
      </p:sp>
      <p:sp>
        <p:nvSpPr>
          <p:cNvPr id="4" name="Slide Number Placeholder 3">
            <a:extLst>
              <a:ext uri="{FF2B5EF4-FFF2-40B4-BE49-F238E27FC236}">
                <a16:creationId xmlns:a16="http://schemas.microsoft.com/office/drawing/2014/main" id="{7EEFF112-EC38-536C-60D3-230BA4E37FAE}"/>
              </a:ext>
            </a:extLst>
          </p:cNvPr>
          <p:cNvSpPr>
            <a:spLocks noGrp="1"/>
          </p:cNvSpPr>
          <p:nvPr>
            <p:ph type="sldNum" sz="quarter" idx="4"/>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600" b="0" i="0" u="none" strike="noStrike" kern="1200" cap="none" spc="0" normalizeH="0" baseline="0" noProof="0" smtClean="0">
                <a:ln>
                  <a:noFill/>
                </a:ln>
                <a:solidFill>
                  <a:srgbClr val="000000"/>
                </a:solidFill>
                <a:effectLst/>
                <a:uLnTx/>
                <a:uFillTx/>
                <a:latin typeface="IBM Plex Sans" panose="020B0503050203000203" pitchFamily="34" charset="0"/>
                <a:ea typeface="+mn-ea"/>
                <a:cs typeface="+mn-cs"/>
                <a:sym typeface="IBM Plex Sans"/>
              </a:rPr>
              <a:pPr marL="0" marR="0" lvl="0" indent="0" algn="r" defTabSz="1829379"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0000"/>
              </a:solidFill>
              <a:effectLst/>
              <a:uLnTx/>
              <a:uFillTx/>
              <a:latin typeface="IBM Plex Sans" panose="020B0503050203000203" pitchFamily="34" charset="0"/>
              <a:ea typeface="+mn-ea"/>
              <a:cs typeface="+mn-cs"/>
              <a:sym typeface="IBM Plex Sans"/>
            </a:endParaRPr>
          </a:p>
        </p:txBody>
      </p:sp>
      <p:sp>
        <p:nvSpPr>
          <p:cNvPr id="9" name="Title 1">
            <a:extLst>
              <a:ext uri="{FF2B5EF4-FFF2-40B4-BE49-F238E27FC236}">
                <a16:creationId xmlns:a16="http://schemas.microsoft.com/office/drawing/2014/main" id="{3F037565-52E7-9426-E37D-8CA2A996F1BB}"/>
              </a:ext>
            </a:extLst>
          </p:cNvPr>
          <p:cNvSpPr txBox="1">
            <a:spLocks/>
          </p:cNvSpPr>
          <p:nvPr/>
        </p:nvSpPr>
        <p:spPr>
          <a:xfrm>
            <a:off x="18859499" y="576072"/>
            <a:ext cx="5247410" cy="14499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2800" b="0" i="0" u="none" strike="noStrike" cap="none" spc="0" baseline="0">
                <a:solidFill>
                  <a:schemeClr val="tx2"/>
                </a:solidFill>
                <a:uFillTx/>
                <a:latin typeface="+mj-lt"/>
                <a:ea typeface="+mj-ea"/>
                <a:cs typeface="+mj-cs"/>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mj-lt"/>
                <a:ea typeface="+mj-ea"/>
                <a:cs typeface="+mj-cs"/>
                <a:sym typeface="IBM Plex Sans Light"/>
              </a:defRPr>
            </a:lvl9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F62FE"/>
                </a:solidFill>
                <a:effectLst/>
                <a:uLnTx/>
                <a:uFillTx/>
                <a:latin typeface="IBM Plex Sans Light"/>
                <a:ea typeface="+mj-ea"/>
                <a:cs typeface="+mj-cs"/>
                <a:sym typeface="IBM Plex Sans Light"/>
              </a:rPr>
              <a:t>Scale and accelerate the impact of AI with trusted data</a:t>
            </a:r>
          </a:p>
        </p:txBody>
      </p:sp>
      <p:sp>
        <p:nvSpPr>
          <p:cNvPr id="15" name="Rectangle 14">
            <a:extLst>
              <a:ext uri="{FF2B5EF4-FFF2-40B4-BE49-F238E27FC236}">
                <a16:creationId xmlns:a16="http://schemas.microsoft.com/office/drawing/2014/main" id="{9CAF4B9F-34DB-1B54-59E3-D0241176ECFA}"/>
              </a:ext>
            </a:extLst>
          </p:cNvPr>
          <p:cNvSpPr/>
          <p:nvPr/>
        </p:nvSpPr>
        <p:spPr bwMode="auto">
          <a:xfrm>
            <a:off x="842305" y="4051328"/>
            <a:ext cx="4951413" cy="3748838"/>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Data Governance and Security</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Automate management of data lifecycles with governance, security and lineage for self-service data consumption</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IBM Knowledge Catalog</a:t>
            </a: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IBM Guardium Security</a:t>
            </a:r>
          </a:p>
        </p:txBody>
      </p:sp>
      <p:sp>
        <p:nvSpPr>
          <p:cNvPr id="16" name="Rectangle 15">
            <a:extLst>
              <a:ext uri="{FF2B5EF4-FFF2-40B4-BE49-F238E27FC236}">
                <a16:creationId xmlns:a16="http://schemas.microsoft.com/office/drawing/2014/main" id="{30CC857A-C149-735A-CD4B-9DE8336683A1}"/>
              </a:ext>
            </a:extLst>
          </p:cNvPr>
          <p:cNvSpPr/>
          <p:nvPr/>
        </p:nvSpPr>
        <p:spPr bwMode="auto">
          <a:xfrm>
            <a:off x="6098380" y="4051328"/>
            <a:ext cx="4959643" cy="3748838"/>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Data Integration </a:t>
            </a:r>
            <a:b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b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Provide readily consumable and properly governed data to your teams anytime and anywhere</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IBM DataStage, IBM Data Replication IBM Data Virtualization</a:t>
            </a:r>
          </a:p>
        </p:txBody>
      </p:sp>
      <p:sp>
        <p:nvSpPr>
          <p:cNvPr id="17" name="Rectangle 16">
            <a:extLst>
              <a:ext uri="{FF2B5EF4-FFF2-40B4-BE49-F238E27FC236}">
                <a16:creationId xmlns:a16="http://schemas.microsoft.com/office/drawing/2014/main" id="{34ED7021-BE6D-3A9D-2EC1-5054B186023E}"/>
              </a:ext>
            </a:extLst>
          </p:cNvPr>
          <p:cNvSpPr/>
          <p:nvPr/>
        </p:nvSpPr>
        <p:spPr bwMode="auto">
          <a:xfrm>
            <a:off x="846814" y="8004753"/>
            <a:ext cx="4946904" cy="3749039"/>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Data Observability </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Deliver reliable data by detecting data incidents earlier and resolving them faster with continuous data observability</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IBM </a:t>
            </a:r>
            <a:r>
              <a:rPr kumimoji="0" lang="en-US" sz="2000" b="0" i="0" u="none" strike="noStrike" kern="0" cap="none" spc="0" normalizeH="0" baseline="0" noProof="0" dirty="0" err="1">
                <a:ln>
                  <a:noFill/>
                </a:ln>
                <a:solidFill>
                  <a:srgbClr val="000000"/>
                </a:solidFill>
                <a:effectLst/>
                <a:uLnTx/>
                <a:uFillTx/>
                <a:latin typeface="IBM Plex Sans Light" panose="020B0403050203000203" pitchFamily="34" charset="0"/>
                <a:ea typeface="+mn-ea"/>
                <a:cs typeface="+mn-cs"/>
                <a:sym typeface="IBM Plex Sans Light"/>
              </a:rPr>
              <a:t>Databand</a:t>
            </a: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p:txBody>
      </p:sp>
      <p:sp>
        <p:nvSpPr>
          <p:cNvPr id="18" name="Rectangle 17">
            <a:extLst>
              <a:ext uri="{FF2B5EF4-FFF2-40B4-BE49-F238E27FC236}">
                <a16:creationId xmlns:a16="http://schemas.microsoft.com/office/drawing/2014/main" id="{8B2FEB33-66BD-3B74-E8E3-155E825C2D14}"/>
              </a:ext>
            </a:extLst>
          </p:cNvPr>
          <p:cNvSpPr/>
          <p:nvPr/>
        </p:nvSpPr>
        <p:spPr bwMode="auto">
          <a:xfrm>
            <a:off x="6096000" y="8002164"/>
            <a:ext cx="4946904" cy="3749039"/>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Master Data Management</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Drive faster and scalable insights by delivering a single and comprehensive view of an entity’s data across an enterprise</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rPr>
              <a:t>IBM Master Data Management</a:t>
            </a:r>
          </a:p>
          <a:p>
            <a:pPr marL="0" marR="0" lvl="0" indent="0" algn="l" defTabSz="2438400" rtl="0" eaLnBrk="1" fontAlgn="auto" latinLnBrk="0" hangingPunct="1">
              <a:lnSpc>
                <a:spcPct val="110000"/>
              </a:lnSpc>
              <a:spcBef>
                <a:spcPts val="0"/>
              </a:spcBef>
              <a:spcAft>
                <a:spcPts val="0"/>
              </a:spcAft>
              <a:buClrTx/>
              <a:buSzPct val="100000"/>
              <a:buFontTx/>
              <a:buNone/>
              <a:tabLst/>
              <a:defRPr/>
            </a:pPr>
            <a:r>
              <a:rPr lang="en-US" sz="2000" kern="0" dirty="0">
                <a:solidFill>
                  <a:srgbClr val="000000"/>
                </a:solidFill>
                <a:latin typeface="IBM Plex Sans Light" panose="020B0403050203000203" pitchFamily="34" charset="0"/>
                <a:sym typeface="IBM Plex Sans Light"/>
              </a:rPr>
              <a:t>IBM Match 360</a:t>
            </a:r>
            <a:endParaRPr kumimoji="0" lang="en-US" sz="2000" b="0" i="0" u="none" strike="noStrike" kern="0" cap="none" spc="0" normalizeH="0" baseline="0" noProof="0" dirty="0">
              <a:ln>
                <a:noFill/>
              </a:ln>
              <a:solidFill>
                <a:srgbClr val="000000"/>
              </a:solidFill>
              <a:effectLst/>
              <a:uLnTx/>
              <a:uFillTx/>
              <a:latin typeface="IBM Plex Sans Light" panose="020B0403050203000203" pitchFamily="34" charset="0"/>
              <a:ea typeface="+mn-ea"/>
              <a:cs typeface="+mn-cs"/>
              <a:sym typeface="IBM Plex Sans Light"/>
            </a:endParaRPr>
          </a:p>
        </p:txBody>
      </p:sp>
      <p:cxnSp>
        <p:nvCxnSpPr>
          <p:cNvPr id="52" name="Straight Connector 51">
            <a:extLst>
              <a:ext uri="{FF2B5EF4-FFF2-40B4-BE49-F238E27FC236}">
                <a16:creationId xmlns:a16="http://schemas.microsoft.com/office/drawing/2014/main" id="{3574990C-2F51-51EA-F57B-B4851CED4851}"/>
              </a:ext>
            </a:extLst>
          </p:cNvPr>
          <p:cNvCxnSpPr>
            <a:cxnSpLocks/>
            <a:endCxn id="54" idx="1"/>
          </p:cNvCxnSpPr>
          <p:nvPr/>
        </p:nvCxnSpPr>
        <p:spPr bwMode="auto">
          <a:xfrm>
            <a:off x="11354938" y="7490467"/>
            <a:ext cx="7512499" cy="0"/>
          </a:xfrm>
          <a:prstGeom prst="line">
            <a:avLst/>
          </a:prstGeom>
          <a:ln w="12700">
            <a:solidFill>
              <a:srgbClr val="525252"/>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4" name="Rectangle 53">
            <a:extLst>
              <a:ext uri="{FF2B5EF4-FFF2-40B4-BE49-F238E27FC236}">
                <a16:creationId xmlns:a16="http://schemas.microsoft.com/office/drawing/2014/main" id="{44E39E78-7FB9-F757-28C7-1AFB2A6D33C8}"/>
              </a:ext>
            </a:extLst>
          </p:cNvPr>
          <p:cNvSpPr/>
          <p:nvPr/>
        </p:nvSpPr>
        <p:spPr bwMode="auto">
          <a:xfrm>
            <a:off x="18867437" y="2858663"/>
            <a:ext cx="4959644" cy="9263607"/>
          </a:xfrm>
          <a:prstGeom prst="rect">
            <a:avLst/>
          </a:prstGeom>
          <a:solidFill>
            <a:srgbClr val="EDF5FF"/>
          </a:solidFill>
          <a:ln w="127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t" anchorCtr="0" compatLnSpc="1">
            <a:prstTxWarp prst="textNoShape">
              <a:avLst/>
            </a:prstTxWarp>
          </a:bodyPr>
          <a:lstStyle/>
          <a:p>
            <a:pPr marL="0" marR="0" lvl="0" indent="0" algn="l"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SmBld" panose="020B0503050203000203" pitchFamily="34" charset="0"/>
                <a:ea typeface="+mn-ea"/>
                <a:cs typeface="+mn-cs"/>
                <a:sym typeface="IBM Plex Sans Light"/>
              </a:rPr>
              <a:t>AI and data platform</a:t>
            </a: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1" i="0" u="none" strike="noStrike" kern="0" cap="none" spc="0" normalizeH="0" baseline="0" noProof="0" dirty="0">
              <a:ln>
                <a:noFill/>
              </a:ln>
              <a:solidFill>
                <a:srgbClr val="000000"/>
              </a:solidFill>
              <a:effectLst/>
              <a:uLnTx/>
              <a:uFillTx/>
              <a:latin typeface="IBM Plex Sans SmBld" panose="020B0503050203000203" pitchFamily="34" charset="0"/>
              <a:ea typeface="+mn-ea"/>
              <a:cs typeface="+mn-cs"/>
              <a:sym typeface="IBM Plex Sans Light"/>
            </a:endParaRPr>
          </a:p>
          <a:p>
            <a:pPr marL="0" marR="0" lvl="0" indent="0" algn="l" defTabSz="2438400" rtl="0" eaLnBrk="1" fontAlgn="auto" latinLnBrk="0" hangingPunct="1">
              <a:lnSpc>
                <a:spcPct val="110000"/>
              </a:lnSpc>
              <a:spcBef>
                <a:spcPts val="0"/>
              </a:spcBef>
              <a:spcAft>
                <a:spcPts val="0"/>
              </a:spcAft>
              <a:buClrTx/>
              <a:buSzPct val="100000"/>
              <a:buFontTx/>
              <a:buNone/>
              <a:tabLst/>
              <a:defRPr/>
            </a:pPr>
            <a:endParaRPr kumimoji="0" lang="en-US" sz="2000" b="1" i="0" u="none" strike="noStrike" kern="0" cap="none" spc="0" normalizeH="0" baseline="0" noProof="0" dirty="0">
              <a:ln>
                <a:noFill/>
              </a:ln>
              <a:solidFill>
                <a:srgbClr val="000000"/>
              </a:solidFill>
              <a:effectLst/>
              <a:uLnTx/>
              <a:uFillTx/>
              <a:latin typeface="IBM Plex Sans SmBld" panose="020B0503050203000203" pitchFamily="34" charset="0"/>
              <a:ea typeface="+mn-ea"/>
              <a:cs typeface="+mn-cs"/>
              <a:sym typeface="IBM Plex Sans Light"/>
            </a:endParaRPr>
          </a:p>
          <a:p>
            <a:pPr marL="0" marR="0" lvl="0" indent="0" algn="l" defTabSz="1829379" rtl="0" eaLnBrk="1" fontAlgn="auto" latinLnBrk="0" hangingPunct="1">
              <a:lnSpc>
                <a:spcPct val="110000"/>
              </a:lnSpc>
              <a:spcBef>
                <a:spcPts val="0"/>
              </a:spcBef>
              <a:spcAft>
                <a:spcPts val="0"/>
              </a:spcAft>
              <a:buClrTx/>
              <a:buSzTx/>
              <a:buFontTx/>
              <a:buNone/>
              <a:tabLst/>
              <a:defRPr/>
            </a:pPr>
            <a:r>
              <a:rPr kumimoji="0" lang="en-US" sz="2000" b="1" i="0" u="none" strike="noStrike" kern="100" cap="none" spc="0" normalizeH="0" baseline="0" noProof="0" dirty="0">
                <a:ln>
                  <a:noFill/>
                </a:ln>
                <a:solidFill>
                  <a:srgbClr val="000000"/>
                </a:solidFill>
                <a:effectLst/>
                <a:uLnTx/>
                <a:uFillTx/>
                <a:latin typeface="IBM Plex Sans" panose="020B0503050203000203" pitchFamily="34" charset="0"/>
                <a:ea typeface="Calibri" panose="020F0502020204030204" pitchFamily="34" charset="0"/>
                <a:cs typeface="Times New Roman" panose="02020603050405020304" pitchFamily="18" charset="0"/>
              </a:rPr>
              <a:t>watson</a:t>
            </a:r>
            <a:r>
              <a:rPr kumimoji="0" lang="en-US" sz="2000" b="1" i="0" u="none" strike="noStrike" kern="100" cap="none" spc="0" normalizeH="0" baseline="0" noProof="0" dirty="0">
                <a:ln>
                  <a:noFill/>
                </a:ln>
                <a:solidFill>
                  <a:srgbClr val="0F62FE"/>
                </a:solidFill>
                <a:effectLst/>
                <a:uLnTx/>
                <a:uFillTx/>
                <a:latin typeface="IBM Plex Sans" panose="020B0503050203000203" pitchFamily="34" charset="0"/>
                <a:ea typeface="Calibri" panose="020F0502020204030204" pitchFamily="34" charset="0"/>
                <a:cs typeface="Times New Roman" panose="02020603050405020304" pitchFamily="18" charset="0"/>
              </a:rPr>
              <a:t>x</a:t>
            </a:r>
            <a:r>
              <a:rPr kumimoji="0" lang="en-US" sz="2000" b="0" i="0" u="none" strike="noStrike" kern="100" cap="none" spc="0" normalizeH="0" baseline="0" noProof="0" dirty="0">
                <a:ln>
                  <a:noFill/>
                </a:ln>
                <a:solidFill>
                  <a:srgbClr val="000000"/>
                </a:solidFill>
                <a:effectLst/>
                <a:uLnTx/>
                <a:uFillTx/>
                <a:latin typeface="IBM Plex Sans" panose="020B0503050203000203" pitchFamily="34" charset="0"/>
                <a:ea typeface="Calibri" panose="020F0502020204030204" pitchFamily="34" charset="0"/>
                <a:cs typeface="Times New Roman" panose="02020603050405020304" pitchFamily="18" charset="0"/>
              </a:rPr>
              <a:t>™</a:t>
            </a:r>
            <a:endParaRPr kumimoji="0" lang="en-US" sz="2000" b="0" i="0" u="none" strike="noStrike" kern="1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1829379" rtl="0" eaLnBrk="1" fontAlgn="auto" latinLnBrk="0" hangingPunct="1">
              <a:lnSpc>
                <a:spcPct val="110000"/>
              </a:lnSpc>
              <a:spcBef>
                <a:spcPts val="0"/>
              </a:spcBef>
              <a:spcAft>
                <a:spcPts val="0"/>
              </a:spcAft>
              <a:buClrTx/>
              <a:buSzTx/>
              <a:buFontTx/>
              <a:buNone/>
              <a:tabLst/>
              <a:defRPr/>
            </a:pPr>
            <a:endPar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endParaRPr>
          </a:p>
          <a:p>
            <a:pPr marL="0" marR="0" lvl="0" indent="0" algn="l" defTabSz="1829379" rtl="0" eaLnBrk="1" fontAlgn="auto" latinLnBrk="0" hangingPunct="1">
              <a:lnSpc>
                <a:spcPct val="11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watson</a:t>
            </a:r>
            <a:r>
              <a:rPr kumimoji="0" lang="en-US" sz="2000" b="0" i="0" u="none" strike="noStrike" kern="100" cap="none" spc="0" normalizeH="0" baseline="0" noProof="0" dirty="0">
                <a:ln>
                  <a:noFill/>
                </a:ln>
                <a:solidFill>
                  <a:srgbClr val="0F62FE"/>
                </a:solidFill>
                <a:effectLst/>
                <a:uLnTx/>
                <a:uFillTx/>
                <a:latin typeface="IBM Plex Sans Light"/>
                <a:ea typeface="Calibri" panose="020F0502020204030204" pitchFamily="34" charset="0"/>
                <a:cs typeface="Times New Roman" panose="02020603050405020304" pitchFamily="18" charset="0"/>
              </a:rPr>
              <a:t>x</a:t>
            </a: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.ai™</a:t>
            </a:r>
          </a:p>
          <a:p>
            <a:pPr marL="0" marR="0" lvl="0" indent="0" algn="l" defTabSz="1829379" rtl="0" eaLnBrk="1" fontAlgn="auto" latinLnBrk="0" hangingPunct="1">
              <a:lnSpc>
                <a:spcPct val="11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watson</a:t>
            </a:r>
            <a:r>
              <a:rPr kumimoji="0" lang="en-US" sz="2000" b="0" i="0" u="none" strike="noStrike" kern="100" cap="none" spc="0" normalizeH="0" baseline="0" noProof="0" dirty="0">
                <a:ln>
                  <a:noFill/>
                </a:ln>
                <a:solidFill>
                  <a:srgbClr val="0F62FE"/>
                </a:solidFill>
                <a:effectLst/>
                <a:uLnTx/>
                <a:uFillTx/>
                <a:latin typeface="IBM Plex Sans Light"/>
                <a:ea typeface="Calibri" panose="020F0502020204030204" pitchFamily="34" charset="0"/>
                <a:cs typeface="Times New Roman" panose="02020603050405020304" pitchFamily="18" charset="0"/>
              </a:rPr>
              <a:t>x</a:t>
            </a: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.data™</a:t>
            </a:r>
          </a:p>
          <a:p>
            <a:pPr marL="0" marR="0" lvl="0" indent="0" algn="l" defTabSz="1829379" rtl="0" eaLnBrk="1" fontAlgn="auto" latinLnBrk="0" hangingPunct="1">
              <a:lnSpc>
                <a:spcPct val="110000"/>
              </a:lnSpc>
              <a:spcBef>
                <a:spcPts val="0"/>
              </a:spcBef>
              <a:spcAft>
                <a:spcPts val="0"/>
              </a:spcAft>
              <a:buClrTx/>
              <a:buSzTx/>
              <a:buFontTx/>
              <a:buNone/>
              <a:tabLst/>
              <a:defRPr/>
            </a:pP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watson</a:t>
            </a:r>
            <a:r>
              <a:rPr kumimoji="0" lang="en-US" sz="2000" b="0" i="0" u="none" strike="noStrike" kern="100" cap="none" spc="0" normalizeH="0" baseline="0" noProof="0" dirty="0">
                <a:ln>
                  <a:noFill/>
                </a:ln>
                <a:solidFill>
                  <a:srgbClr val="0F62FE"/>
                </a:solidFill>
                <a:effectLst/>
                <a:uLnTx/>
                <a:uFillTx/>
                <a:latin typeface="IBM Plex Sans Light"/>
                <a:ea typeface="Calibri" panose="020F0502020204030204" pitchFamily="34" charset="0"/>
                <a:cs typeface="Times New Roman" panose="02020603050405020304" pitchFamily="18" charset="0"/>
              </a:rPr>
              <a:t>x</a:t>
            </a:r>
            <a:r>
              <a:rPr kumimoji="0" lang="en-US" sz="2000" b="0" i="0" u="none" strike="noStrike" kern="100" cap="none" spc="0" normalizeH="0" baseline="0" noProof="0" dirty="0">
                <a:ln>
                  <a:noFill/>
                </a:ln>
                <a:solidFill>
                  <a:srgbClr val="000000"/>
                </a:solidFill>
                <a:effectLst/>
                <a:uLnTx/>
                <a:uFillTx/>
                <a:latin typeface="IBM Plex Sans Light"/>
                <a:ea typeface="Calibri" panose="020F0502020204030204" pitchFamily="34" charset="0"/>
                <a:cs typeface="Times New Roman" panose="02020603050405020304" pitchFamily="18" charset="0"/>
              </a:rPr>
              <a:t>.governance™</a:t>
            </a:r>
            <a:endParaRPr kumimoji="0" lang="en-US" sz="2000" b="0" i="0" u="none" strike="noStrike" kern="1200" cap="none" spc="0" normalizeH="0" baseline="0" noProof="0" dirty="0">
              <a:ln>
                <a:noFill/>
              </a:ln>
              <a:solidFill>
                <a:srgbClr val="000000"/>
              </a:solidFill>
              <a:effectLst/>
              <a:uLnTx/>
              <a:uFillTx/>
              <a:latin typeface="IBM Plex Sans Light"/>
              <a:ea typeface="+mn-ea"/>
              <a:cs typeface="+mn-cs"/>
            </a:endParaRPr>
          </a:p>
        </p:txBody>
      </p:sp>
      <p:sp>
        <p:nvSpPr>
          <p:cNvPr id="56" name="Rectangle 55">
            <a:extLst>
              <a:ext uri="{FF2B5EF4-FFF2-40B4-BE49-F238E27FC236}">
                <a16:creationId xmlns:a16="http://schemas.microsoft.com/office/drawing/2014/main" id="{9FCDC373-D843-587D-FE33-4D4ADC003428}"/>
              </a:ext>
            </a:extLst>
          </p:cNvPr>
          <p:cNvSpPr/>
          <p:nvPr/>
        </p:nvSpPr>
        <p:spPr bwMode="auto">
          <a:xfrm>
            <a:off x="13317988" y="7032878"/>
            <a:ext cx="3817956" cy="906030"/>
          </a:xfrm>
          <a:prstGeom prst="rect">
            <a:avLst/>
          </a:prstGeom>
          <a:solidFill>
            <a:schemeClr val="bg1"/>
          </a:solidFill>
          <a:ln w="12700">
            <a:solidFill>
              <a:srgbClr val="525252"/>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274320" tIns="274320" rIns="274320" bIns="274320" numCol="1" rtlCol="0" anchor="ctr" anchorCtr="0" compatLnSpc="1">
            <a:prstTxWarp prst="textNoShape">
              <a:avLst/>
            </a:prstTxWarp>
          </a:bodyPr>
          <a:lstStyle/>
          <a:p>
            <a:pPr marL="0" marR="0" lvl="0" indent="0" algn="ctr" defTabSz="2438400" rtl="0" eaLnBrk="1" fontAlgn="auto" latinLnBrk="0" hangingPunct="1">
              <a:lnSpc>
                <a:spcPct val="110000"/>
              </a:lnSpc>
              <a:spcBef>
                <a:spcPts val="0"/>
              </a:spcBef>
              <a:spcAft>
                <a:spcPts val="0"/>
              </a:spcAft>
              <a:buClrTx/>
              <a:buSzPct val="100000"/>
              <a:buFontTx/>
              <a:buNone/>
              <a:tabLst/>
              <a:defRPr/>
            </a:pPr>
            <a:r>
              <a:rPr kumimoji="0" lang="en-US" sz="2000" b="1" i="0" u="none" strike="noStrike" kern="0" cap="none" spc="0" normalizeH="0" baseline="0" noProof="0" dirty="0">
                <a:ln>
                  <a:noFill/>
                </a:ln>
                <a:solidFill>
                  <a:srgbClr val="000000"/>
                </a:solidFill>
                <a:effectLst/>
                <a:uLnTx/>
                <a:uFillTx/>
                <a:latin typeface="IBM Plex Sans" panose="020B0503050203000203" pitchFamily="34" charset="0"/>
                <a:ea typeface="+mn-ea"/>
                <a:cs typeface="+mn-cs"/>
                <a:sym typeface="IBM Plex Sans Light"/>
              </a:rPr>
              <a:t>Data Product as a Service</a:t>
            </a:r>
          </a:p>
        </p:txBody>
      </p:sp>
      <p:sp>
        <p:nvSpPr>
          <p:cNvPr id="57" name="Rectangle 56">
            <a:extLst>
              <a:ext uri="{FF2B5EF4-FFF2-40B4-BE49-F238E27FC236}">
                <a16:creationId xmlns:a16="http://schemas.microsoft.com/office/drawing/2014/main" id="{EC564121-EE67-5136-D8CF-A0C136379FB9}"/>
              </a:ext>
            </a:extLst>
          </p:cNvPr>
          <p:cNvSpPr/>
          <p:nvPr/>
        </p:nvSpPr>
        <p:spPr bwMode="auto">
          <a:xfrm>
            <a:off x="18874871" y="2858663"/>
            <a:ext cx="54638" cy="852616"/>
          </a:xfrm>
          <a:prstGeom prst="rect">
            <a:avLst/>
          </a:prstGeom>
          <a:solidFill>
            <a:schemeClr val="accent1"/>
          </a:solidFill>
          <a:ln w="1270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58" name="Rectangle 57">
            <a:extLst>
              <a:ext uri="{FF2B5EF4-FFF2-40B4-BE49-F238E27FC236}">
                <a16:creationId xmlns:a16="http://schemas.microsoft.com/office/drawing/2014/main" id="{5D536124-68AF-2C9D-0498-7C8B585CAE04}"/>
              </a:ext>
            </a:extLst>
          </p:cNvPr>
          <p:cNvSpPr/>
          <p:nvPr/>
        </p:nvSpPr>
        <p:spPr bwMode="auto">
          <a:xfrm>
            <a:off x="590940" y="2858663"/>
            <a:ext cx="54638" cy="852616"/>
          </a:xfrm>
          <a:prstGeom prst="rect">
            <a:avLst/>
          </a:prstGeom>
          <a:solidFill>
            <a:srgbClr val="525252"/>
          </a:solidFill>
          <a:ln w="1270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 typeface="IBM Plex Sans Light"/>
              <a:buNone/>
              <a:tabLst/>
              <a:defRPr/>
            </a:pPr>
            <a:endParaRPr kumimoji="0" lang="en-US" sz="1400" b="0" i="0" u="none" strike="noStrike" kern="1200" cap="none" spc="0" normalizeH="0" baseline="0" noProof="0" dirty="0">
              <a:ln>
                <a:noFill/>
              </a:ln>
              <a:solidFill>
                <a:srgbClr val="FFFFFF"/>
              </a:solidFill>
              <a:effectLst/>
              <a:uLnTx/>
              <a:uFillTx/>
              <a:latin typeface="IBM Plex Sans Light"/>
              <a:ea typeface="+mn-ea"/>
              <a:cs typeface="+mn-cs"/>
            </a:endParaRPr>
          </a:p>
        </p:txBody>
      </p:sp>
      <p:sp>
        <p:nvSpPr>
          <p:cNvPr id="3" name="TextBox 2">
            <a:extLst>
              <a:ext uri="{FF2B5EF4-FFF2-40B4-BE49-F238E27FC236}">
                <a16:creationId xmlns:a16="http://schemas.microsoft.com/office/drawing/2014/main" id="{20460623-FB01-A41F-FF03-3E5A07635FC6}"/>
              </a:ext>
            </a:extLst>
          </p:cNvPr>
          <p:cNvSpPr txBox="1"/>
          <p:nvPr/>
        </p:nvSpPr>
        <p:spPr>
          <a:xfrm>
            <a:off x="24591523" y="2217906"/>
            <a:ext cx="0" cy="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marL="444465" marR="0" lvl="0" indent="-446749" algn="l" defTabSz="2438400" rtl="0" eaLnBrk="1" fontAlgn="auto" latinLnBrk="0" hangingPunct="1">
              <a:lnSpc>
                <a:spcPct val="100000"/>
              </a:lnSpc>
              <a:spcBef>
                <a:spcPts val="2900"/>
              </a:spcBef>
              <a:spcAft>
                <a:spcPts val="0"/>
              </a:spcAft>
              <a:buClrTx/>
              <a:buSzPct val="100000"/>
              <a:buFontTx/>
              <a:buChar char="–"/>
              <a:tabLst/>
              <a:defRPr/>
            </a:pPr>
            <a:endParaRPr kumimoji="0" lang="en-US" sz="3600" b="0" i="0" u="none" strike="noStrike" kern="0" cap="none" spc="0" normalizeH="0" baseline="0" noProof="0" dirty="0">
              <a:ln>
                <a:noFill/>
              </a:ln>
              <a:solidFill>
                <a:srgbClr val="000000"/>
              </a:solidFill>
              <a:effectLst/>
              <a:uLnTx/>
              <a:uFillTx/>
              <a:latin typeface="IBM Plex Sans Light"/>
              <a:ea typeface="+mn-ea"/>
              <a:cs typeface="+mn-cs"/>
              <a:sym typeface="IBM Plex Sans Light"/>
            </a:endParaRPr>
          </a:p>
        </p:txBody>
      </p:sp>
    </p:spTree>
    <p:extLst>
      <p:ext uri="{BB962C8B-B14F-4D97-AF65-F5344CB8AC3E}">
        <p14:creationId xmlns:p14="http://schemas.microsoft.com/office/powerpoint/2010/main" val="307784287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252567"/>
      </p:ext>
    </p:extLst>
  </p:cSld>
  <p:clrMapOvr>
    <a:masterClrMapping/>
  </p:clrMapOvr>
  <p:transition spd="med"/>
</p:sld>
</file>

<file path=ppt/theme/theme1.xml><?xml version="1.0" encoding="utf-8"?>
<a:theme xmlns:a="http://schemas.openxmlformats.org/drawingml/2006/main" name="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1" id="{FBE5F17D-6CE3-604C-A0FD-01DE386C9265}" vid="{E0955502-1D40-8B49-A06F-97ADCC4C8B73}"/>
    </a:ext>
  </a:extLst>
</a:theme>
</file>

<file path=ppt/theme/theme2.xml><?xml version="1.0" encoding="utf-8"?>
<a:theme xmlns:a="http://schemas.openxmlformats.org/drawingml/2006/main" name="12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Presentation7" id="{420530F3-D495-F444-A07F-CA7AB6B4B41D}" vid="{5ACF7485-E725-0945-832D-78C6F10710FB}"/>
    </a:ext>
  </a:extLst>
</a:theme>
</file>

<file path=ppt/theme/theme3.xml><?xml version="1.0" encoding="utf-8"?>
<a:theme xmlns:a="http://schemas.openxmlformats.org/drawingml/2006/main" name="7_IBM presentation template">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E5F6FF"/>
        </a:solidFill>
        <a:ln w="19050">
          <a:solidFill>
            <a:srgbClr val="E5F6FF"/>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presentation_template_v_1_4_Plex" id="{CD0C5817-EB6A-6C46-8403-24AD582CFD03}" vid="{BF9B21BA-71C2-5045-909D-55899A1DBA68}"/>
    </a:ext>
  </a:extLst>
</a:theme>
</file>

<file path=ppt/theme/theme4.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5.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12755</TotalTime>
  <Words>2156</Words>
  <Application>Microsoft Macintosh PowerPoint</Application>
  <PresentationFormat>Custom</PresentationFormat>
  <Paragraphs>377</Paragraphs>
  <Slides>12</Slides>
  <Notes>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12</vt:i4>
      </vt:variant>
    </vt:vector>
  </HeadingPairs>
  <TitlesOfParts>
    <vt:vector size="25" baseType="lpstr">
      <vt:lpstr>Arial</vt:lpstr>
      <vt:lpstr>Calibri</vt:lpstr>
      <vt:lpstr>Helvetica Neue</vt:lpstr>
      <vt:lpstr>IBM Plex Sans</vt:lpstr>
      <vt:lpstr>IBM Plex Sans ExtraLight</vt:lpstr>
      <vt:lpstr>IBM Plex Sans Light</vt:lpstr>
      <vt:lpstr>IBM Plex Sans Medium</vt:lpstr>
      <vt:lpstr>IBM Plex Sans SmBld</vt:lpstr>
      <vt:lpstr>Times New Roman</vt:lpstr>
      <vt:lpstr>Wingdings</vt:lpstr>
      <vt:lpstr>IBM presentation template</vt:lpstr>
      <vt:lpstr>12_IBM presentation template</vt:lpstr>
      <vt:lpstr>7_IBM presentation template</vt:lpstr>
      <vt:lpstr>IBM Master Data Management Solutions Vision and Roadmap </vt:lpstr>
      <vt:lpstr>Disclaimer  </vt:lpstr>
      <vt:lpstr>Problems in today’s  master data management programs  IBM’s Point of View for Master Data Management (MDM)  </vt:lpstr>
      <vt:lpstr>Modernizing MDM Applications with Red Hat OpenShift Option         </vt:lpstr>
      <vt:lpstr>PowerPoint Presentation</vt:lpstr>
      <vt:lpstr>Increasing Return on  MDM Investments with Better Ways of Working       </vt:lpstr>
      <vt:lpstr>IBM MDM Roadmap Timeline</vt:lpstr>
      <vt:lpstr>MDM AE SE Stack Refresh    </vt:lpstr>
      <vt:lpstr>PowerPoint Presentation</vt:lpstr>
      <vt:lpstr>Put AI to work with watsonx Scale and accelerate the impact of AI with trusted data. </vt:lpstr>
      <vt:lpstr>Simplify data access and utilization across the enterprise with a data fabric architecture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64/86/130pt title,  5 lines maximum,  sentence case  28/36pt Firstname Lastname 28/36pt Job title</dc:title>
  <dc:subject/>
  <dc:creator>Kathryn E Kupec</dc:creator>
  <cp:keywords/>
  <dc:description/>
  <cp:lastModifiedBy>Kathryn E Kupec</cp:lastModifiedBy>
  <cp:revision>116</cp:revision>
  <cp:lastPrinted>2019-04-25T15:14:05Z</cp:lastPrinted>
  <dcterms:created xsi:type="dcterms:W3CDTF">2023-06-01T19:02:13Z</dcterms:created>
  <dcterms:modified xsi:type="dcterms:W3CDTF">2024-01-16T15:25:04Z</dcterms:modified>
  <cp:category/>
</cp:coreProperties>
</file>