
<file path=[Content_Types].xml><?xml version="1.0" encoding="utf-8"?>
<Types xmlns="http://schemas.openxmlformats.org/package/2006/content-types">
  <Default Extension="emf" ContentType="image/x-emf"/>
  <Default Extension="fntdata" ContentType="application/x-fontdata"/>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embedTrueTypeFonts="1" autoCompressPictures="0">
  <p:sldMasterIdLst>
    <p:sldMasterId id="2147483962" r:id="rId1"/>
    <p:sldMasterId id="2147483963" r:id="rId2"/>
  </p:sldMasterIdLst>
  <p:notesMasterIdLst>
    <p:notesMasterId r:id="rId29"/>
  </p:notesMasterIdLst>
  <p:handoutMasterIdLst>
    <p:handoutMasterId r:id="rId30"/>
  </p:handoutMasterIdLst>
  <p:sldIdLst>
    <p:sldId id="2147473291" r:id="rId3"/>
    <p:sldId id="2142534030" r:id="rId4"/>
    <p:sldId id="2147374673" r:id="rId5"/>
    <p:sldId id="2147374667" r:id="rId6"/>
    <p:sldId id="2147473304" r:id="rId7"/>
    <p:sldId id="2147374674" r:id="rId8"/>
    <p:sldId id="2147473280" r:id="rId9"/>
    <p:sldId id="2147473282" r:id="rId10"/>
    <p:sldId id="2147473281" r:id="rId11"/>
    <p:sldId id="2147473283" r:id="rId12"/>
    <p:sldId id="2147473307" r:id="rId13"/>
    <p:sldId id="2147473293" r:id="rId14"/>
    <p:sldId id="2147473284" r:id="rId15"/>
    <p:sldId id="2147473308" r:id="rId16"/>
    <p:sldId id="2147473309" r:id="rId17"/>
    <p:sldId id="2147473311" r:id="rId18"/>
    <p:sldId id="2147473306" r:id="rId19"/>
    <p:sldId id="2147473295" r:id="rId20"/>
    <p:sldId id="2147473296" r:id="rId21"/>
    <p:sldId id="2147473297" r:id="rId22"/>
    <p:sldId id="2147473298" r:id="rId23"/>
    <p:sldId id="2147473299" r:id="rId24"/>
    <p:sldId id="2147473300" r:id="rId25"/>
    <p:sldId id="2147473301" r:id="rId26"/>
    <p:sldId id="2147473302" r:id="rId27"/>
    <p:sldId id="2147374663" r:id="rId28"/>
  </p:sldIdLst>
  <p:sldSz cx="24387175" cy="13716000"/>
  <p:notesSz cx="6858000" cy="9144000"/>
  <p:embeddedFontLst>
    <p:embeddedFont>
      <p:font typeface="IBM Plex Sans" panose="020B0503050203000203" pitchFamily="34" charset="0"/>
      <p:regular r:id="rId31"/>
      <p:bold r:id="rId32"/>
      <p:italic r:id="rId33"/>
      <p:boldItalic r:id="rId34"/>
    </p:embeddedFont>
    <p:embeddedFont>
      <p:font typeface="IBM Plex Sans Light" panose="020B0403050203000203" pitchFamily="34" charset="0"/>
      <p:regular r:id="rId35"/>
      <p:italic r:id="rId36"/>
    </p:embeddedFont>
    <p:embeddedFont>
      <p:font typeface="IBM Plex Sans Text" panose="020B0604020202020204" charset="0"/>
      <p:regular r:id="rId37"/>
      <p:italic r:id="rId38"/>
    </p:embeddedFont>
  </p:embeddedFontLst>
  <p:defaultTextStyle>
    <a:defPPr>
      <a:defRPr lang="en-US"/>
    </a:defPPr>
    <a:lvl1pPr marL="0" algn="l" defTabSz="1829379" rtl="0" eaLnBrk="1" latinLnBrk="0" hangingPunct="1">
      <a:defRPr sz="3600" kern="1200">
        <a:solidFill>
          <a:schemeClr val="tx1"/>
        </a:solidFill>
        <a:latin typeface="+mn-lt"/>
        <a:ea typeface="+mn-ea"/>
        <a:cs typeface="+mn-cs"/>
      </a:defRPr>
    </a:lvl1pPr>
    <a:lvl2pPr marL="914688" algn="l" defTabSz="1829379" rtl="0" eaLnBrk="1" latinLnBrk="0" hangingPunct="1">
      <a:defRPr sz="3600" kern="1200">
        <a:solidFill>
          <a:schemeClr val="tx1"/>
        </a:solidFill>
        <a:latin typeface="+mn-lt"/>
        <a:ea typeface="+mn-ea"/>
        <a:cs typeface="+mn-cs"/>
      </a:defRPr>
    </a:lvl2pPr>
    <a:lvl3pPr marL="1829379" algn="l" defTabSz="1829379" rtl="0" eaLnBrk="1" latinLnBrk="0" hangingPunct="1">
      <a:defRPr sz="3600" kern="1200">
        <a:solidFill>
          <a:schemeClr val="tx1"/>
        </a:solidFill>
        <a:latin typeface="+mn-lt"/>
        <a:ea typeface="+mn-ea"/>
        <a:cs typeface="+mn-cs"/>
      </a:defRPr>
    </a:lvl3pPr>
    <a:lvl4pPr marL="2744068" algn="l" defTabSz="1829379" rtl="0" eaLnBrk="1" latinLnBrk="0" hangingPunct="1">
      <a:defRPr sz="3600" kern="1200">
        <a:solidFill>
          <a:schemeClr val="tx1"/>
        </a:solidFill>
        <a:latin typeface="+mn-lt"/>
        <a:ea typeface="+mn-ea"/>
        <a:cs typeface="+mn-cs"/>
      </a:defRPr>
    </a:lvl4pPr>
    <a:lvl5pPr marL="3658759" algn="l" defTabSz="1829379" rtl="0" eaLnBrk="1" latinLnBrk="0" hangingPunct="1">
      <a:defRPr sz="3600" kern="1200">
        <a:solidFill>
          <a:schemeClr val="tx1"/>
        </a:solidFill>
        <a:latin typeface="+mn-lt"/>
        <a:ea typeface="+mn-ea"/>
        <a:cs typeface="+mn-cs"/>
      </a:defRPr>
    </a:lvl5pPr>
    <a:lvl6pPr marL="4573447" algn="l" defTabSz="1829379" rtl="0" eaLnBrk="1" latinLnBrk="0" hangingPunct="1">
      <a:defRPr sz="3600" kern="1200">
        <a:solidFill>
          <a:schemeClr val="tx1"/>
        </a:solidFill>
        <a:latin typeface="+mn-lt"/>
        <a:ea typeface="+mn-ea"/>
        <a:cs typeface="+mn-cs"/>
      </a:defRPr>
    </a:lvl6pPr>
    <a:lvl7pPr marL="5488138" algn="l" defTabSz="1829379" rtl="0" eaLnBrk="1" latinLnBrk="0" hangingPunct="1">
      <a:defRPr sz="3600" kern="1200">
        <a:solidFill>
          <a:schemeClr val="tx1"/>
        </a:solidFill>
        <a:latin typeface="+mn-lt"/>
        <a:ea typeface="+mn-ea"/>
        <a:cs typeface="+mn-cs"/>
      </a:defRPr>
    </a:lvl7pPr>
    <a:lvl8pPr marL="6402827" algn="l" defTabSz="1829379" rtl="0" eaLnBrk="1" latinLnBrk="0" hangingPunct="1">
      <a:defRPr sz="3600" kern="1200">
        <a:solidFill>
          <a:schemeClr val="tx1"/>
        </a:solidFill>
        <a:latin typeface="+mn-lt"/>
        <a:ea typeface="+mn-ea"/>
        <a:cs typeface="+mn-cs"/>
      </a:defRPr>
    </a:lvl8pPr>
    <a:lvl9pPr marL="7317518" algn="l" defTabSz="1829379"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DAC8B425-75D4-2AA5-7C69-C79DDEAECB22}" name="Gina Hawkins1" initials="GH" userId="S::Gina.Hawkins1@ibm.com::105b048f-3102-44e2-8dc1-3fc7dfb733a8"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Zachary Anderson" initials="ZA" lastIdx="26" clrIdx="0">
    <p:extLst>
      <p:ext uri="{19B8F6BF-5375-455C-9EA6-DF929625EA0E}">
        <p15:presenceInfo xmlns:p15="http://schemas.microsoft.com/office/powerpoint/2012/main" userId="S::zanderson@vsapartners.com::b6da4b55-2f36-4779-ba8b-606d779a32e3" providerId="AD"/>
      </p:ext>
    </p:extLst>
  </p:cmAuthor>
  <p:cmAuthor id="2" name="Liz Sadler" initials="LS" lastIdx="36" clrIdx="1">
    <p:extLst>
      <p:ext uri="{19B8F6BF-5375-455C-9EA6-DF929625EA0E}">
        <p15:presenceInfo xmlns:p15="http://schemas.microsoft.com/office/powerpoint/2012/main" userId="Liz Sadler"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E61FF"/>
    <a:srgbClr val="E5F7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4EA2E1E2-B76E-4132-9A39-1A9D4D8E5EAD}" v="91" dt="2024-12-26T19:13:51.242"/>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8025"/>
    <p:restoredTop sz="63878" autoAdjust="0"/>
  </p:normalViewPr>
  <p:slideViewPr>
    <p:cSldViewPr snapToGrid="0" snapToObjects="1">
      <p:cViewPr varScale="1">
        <p:scale>
          <a:sx n="20" d="100"/>
          <a:sy n="20" d="100"/>
        </p:scale>
        <p:origin x="916" y="76"/>
      </p:cViewPr>
      <p:guideLst/>
    </p:cSldViewPr>
  </p:slideViewPr>
  <p:outlineViewPr>
    <p:cViewPr>
      <p:scale>
        <a:sx n="33" d="100"/>
        <a:sy n="33" d="100"/>
      </p:scale>
      <p:origin x="0" y="-59992"/>
    </p:cViewPr>
  </p:outlineViewPr>
  <p:notesTextViewPr>
    <p:cViewPr>
      <p:scale>
        <a:sx n="1" d="1"/>
        <a:sy n="1" d="1"/>
      </p:scale>
      <p:origin x="0" y="0"/>
    </p:cViewPr>
  </p:notesTextViewPr>
  <p:sorterViewPr>
    <p:cViewPr>
      <p:scale>
        <a:sx n="66" d="100"/>
        <a:sy n="66" d="100"/>
      </p:scale>
      <p:origin x="0" y="0"/>
    </p:cViewPr>
  </p:sorterViewPr>
  <p:notesViewPr>
    <p:cSldViewPr snapToGrid="0" snapToObjects="1">
      <p:cViewPr>
        <p:scale>
          <a:sx n="80" d="100"/>
          <a:sy n="80" d="100"/>
        </p:scale>
        <p:origin x="3496" y="1392"/>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commentAuthors" Target="commentAuthors.xml"/><Relationship Id="rId21" Type="http://schemas.openxmlformats.org/officeDocument/2006/relationships/slide" Target="slides/slide19.xml"/><Relationship Id="rId34" Type="http://schemas.openxmlformats.org/officeDocument/2006/relationships/font" Target="fonts/font4.fntdata"/><Relationship Id="rId42" Type="http://schemas.openxmlformats.org/officeDocument/2006/relationships/theme" Target="theme/theme1.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font" Target="fonts/font2.fntdata"/><Relationship Id="rId37" Type="http://schemas.openxmlformats.org/officeDocument/2006/relationships/font" Target="fonts/font7.fntdata"/><Relationship Id="rId40" Type="http://schemas.openxmlformats.org/officeDocument/2006/relationships/presProps" Target="presProps.xml"/><Relationship Id="rId45" Type="http://schemas.microsoft.com/office/2015/10/relationships/revisionInfo" Target="revisionInfo.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font" Target="fonts/font6.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font" Target="fonts/font1.fntdata"/><Relationship Id="rId44" Type="http://schemas.microsoft.com/office/2016/11/relationships/changesInfo" Target="changesInfos/changesInfo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handoutMaster" Target="handoutMasters/handoutMaster1.xml"/><Relationship Id="rId35" Type="http://schemas.openxmlformats.org/officeDocument/2006/relationships/font" Target="fonts/font5.fntdata"/><Relationship Id="rId43" Type="http://schemas.openxmlformats.org/officeDocument/2006/relationships/tableStyles" Target="tableStyles.xml"/><Relationship Id="rId8" Type="http://schemas.openxmlformats.org/officeDocument/2006/relationships/slide" Target="slides/slide6.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font" Target="fonts/font3.fntdata"/><Relationship Id="rId38" Type="http://schemas.openxmlformats.org/officeDocument/2006/relationships/font" Target="fonts/font8.fntdata"/><Relationship Id="rId46" Type="http://schemas.microsoft.com/office/2018/10/relationships/authors" Target="authors.xml"/><Relationship Id="rId20" Type="http://schemas.openxmlformats.org/officeDocument/2006/relationships/slide" Target="slides/slide18.xml"/><Relationship Id="rId41" Type="http://schemas.openxmlformats.org/officeDocument/2006/relationships/viewProps" Target="view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Barrera, Jose David" userId="06cf3ffd-ff53-485e-ac12-c74bfbe4a1e9" providerId="ADAL" clId="{4EA2E1E2-B76E-4132-9A39-1A9D4D8E5EAD}"/>
    <pc:docChg chg="undo redo custSel modSld">
      <pc:chgData name="Barrera, Jose David" userId="06cf3ffd-ff53-485e-ac12-c74bfbe4a1e9" providerId="ADAL" clId="{4EA2E1E2-B76E-4132-9A39-1A9D4D8E5EAD}" dt="2024-12-26T19:15:08.423" v="168" actId="1076"/>
      <pc:docMkLst>
        <pc:docMk/>
      </pc:docMkLst>
      <pc:sldChg chg="modSp mod">
        <pc:chgData name="Barrera, Jose David" userId="06cf3ffd-ff53-485e-ac12-c74bfbe4a1e9" providerId="ADAL" clId="{4EA2E1E2-B76E-4132-9A39-1A9D4D8E5EAD}" dt="2024-12-26T18:28:49.832" v="3"/>
        <pc:sldMkLst>
          <pc:docMk/>
          <pc:sldMk cId="2537727127" sldId="2147374673"/>
        </pc:sldMkLst>
        <pc:spChg chg="mod">
          <ac:chgData name="Barrera, Jose David" userId="06cf3ffd-ff53-485e-ac12-c74bfbe4a1e9" providerId="ADAL" clId="{4EA2E1E2-B76E-4132-9A39-1A9D4D8E5EAD}" dt="2024-12-26T18:28:33.651" v="2" actId="14100"/>
          <ac:spMkLst>
            <pc:docMk/>
            <pc:sldMk cId="2537727127" sldId="2147374673"/>
            <ac:spMk id="2" creationId="{634041D5-EE80-C435-F390-2BB777CF5115}"/>
          </ac:spMkLst>
        </pc:spChg>
        <pc:spChg chg="mod">
          <ac:chgData name="Barrera, Jose David" userId="06cf3ffd-ff53-485e-ac12-c74bfbe4a1e9" providerId="ADAL" clId="{4EA2E1E2-B76E-4132-9A39-1A9D4D8E5EAD}" dt="2024-12-26T18:28:27.357" v="1" actId="14100"/>
          <ac:spMkLst>
            <pc:docMk/>
            <pc:sldMk cId="2537727127" sldId="2147374673"/>
            <ac:spMk id="4" creationId="{F357E478-AACF-B236-C0BB-6614C932A96D}"/>
          </ac:spMkLst>
        </pc:spChg>
        <pc:spChg chg="mod">
          <ac:chgData name="Barrera, Jose David" userId="06cf3ffd-ff53-485e-ac12-c74bfbe4a1e9" providerId="ADAL" clId="{4EA2E1E2-B76E-4132-9A39-1A9D4D8E5EAD}" dt="2024-12-26T18:28:49.832" v="3"/>
          <ac:spMkLst>
            <pc:docMk/>
            <pc:sldMk cId="2537727127" sldId="2147374673"/>
            <ac:spMk id="11" creationId="{CE5BDB6E-D3A2-E548-40BA-C19BFA5AF90E}"/>
          </ac:spMkLst>
        </pc:spChg>
      </pc:sldChg>
      <pc:sldChg chg="modSp mod modNotesTx">
        <pc:chgData name="Barrera, Jose David" userId="06cf3ffd-ff53-485e-ac12-c74bfbe4a1e9" providerId="ADAL" clId="{4EA2E1E2-B76E-4132-9A39-1A9D4D8E5EAD}" dt="2024-12-26T18:43:55.819" v="42" actId="207"/>
        <pc:sldMkLst>
          <pc:docMk/>
          <pc:sldMk cId="416668066" sldId="2147473280"/>
        </pc:sldMkLst>
        <pc:spChg chg="mod">
          <ac:chgData name="Barrera, Jose David" userId="06cf3ffd-ff53-485e-ac12-c74bfbe4a1e9" providerId="ADAL" clId="{4EA2E1E2-B76E-4132-9A39-1A9D4D8E5EAD}" dt="2024-12-26T18:41:49.106" v="36" actId="20577"/>
          <ac:spMkLst>
            <pc:docMk/>
            <pc:sldMk cId="416668066" sldId="2147473280"/>
            <ac:spMk id="2" creationId="{109E0E9A-490F-C13C-36E3-DCEF1CF7F75B}"/>
          </ac:spMkLst>
        </pc:spChg>
        <pc:spChg chg="mod">
          <ac:chgData name="Barrera, Jose David" userId="06cf3ffd-ff53-485e-ac12-c74bfbe4a1e9" providerId="ADAL" clId="{4EA2E1E2-B76E-4132-9A39-1A9D4D8E5EAD}" dt="2024-12-26T18:43:35.237" v="37" actId="207"/>
          <ac:spMkLst>
            <pc:docMk/>
            <pc:sldMk cId="416668066" sldId="2147473280"/>
            <ac:spMk id="10" creationId="{75B397BD-1423-F2E1-17DF-54F1CF745A8D}"/>
          </ac:spMkLst>
        </pc:spChg>
        <pc:spChg chg="mod">
          <ac:chgData name="Barrera, Jose David" userId="06cf3ffd-ff53-485e-ac12-c74bfbe4a1e9" providerId="ADAL" clId="{4EA2E1E2-B76E-4132-9A39-1A9D4D8E5EAD}" dt="2024-12-26T18:43:38.594" v="38" actId="207"/>
          <ac:spMkLst>
            <pc:docMk/>
            <pc:sldMk cId="416668066" sldId="2147473280"/>
            <ac:spMk id="38" creationId="{ECCE9295-2C69-0EA6-359C-382165D1453D}"/>
          </ac:spMkLst>
        </pc:spChg>
        <pc:spChg chg="mod">
          <ac:chgData name="Barrera, Jose David" userId="06cf3ffd-ff53-485e-ac12-c74bfbe4a1e9" providerId="ADAL" clId="{4EA2E1E2-B76E-4132-9A39-1A9D4D8E5EAD}" dt="2024-12-26T18:43:42.166" v="39" actId="207"/>
          <ac:spMkLst>
            <pc:docMk/>
            <pc:sldMk cId="416668066" sldId="2147473280"/>
            <ac:spMk id="52" creationId="{69A9B97B-C7C4-87DB-86D7-5D6D24EEC3A2}"/>
          </ac:spMkLst>
        </pc:spChg>
        <pc:spChg chg="mod">
          <ac:chgData name="Barrera, Jose David" userId="06cf3ffd-ff53-485e-ac12-c74bfbe4a1e9" providerId="ADAL" clId="{4EA2E1E2-B76E-4132-9A39-1A9D4D8E5EAD}" dt="2024-12-26T18:43:47.293" v="40" actId="207"/>
          <ac:spMkLst>
            <pc:docMk/>
            <pc:sldMk cId="416668066" sldId="2147473280"/>
            <ac:spMk id="118" creationId="{9AE35498-AA30-470E-FD44-2ADCE626A947}"/>
          </ac:spMkLst>
        </pc:spChg>
        <pc:spChg chg="mod">
          <ac:chgData name="Barrera, Jose David" userId="06cf3ffd-ff53-485e-ac12-c74bfbe4a1e9" providerId="ADAL" clId="{4EA2E1E2-B76E-4132-9A39-1A9D4D8E5EAD}" dt="2024-12-26T18:43:50.566" v="41" actId="207"/>
          <ac:spMkLst>
            <pc:docMk/>
            <pc:sldMk cId="416668066" sldId="2147473280"/>
            <ac:spMk id="119" creationId="{99C56083-8761-ED07-2B0D-3C7BA4BDF778}"/>
          </ac:spMkLst>
        </pc:spChg>
        <pc:spChg chg="mod">
          <ac:chgData name="Barrera, Jose David" userId="06cf3ffd-ff53-485e-ac12-c74bfbe4a1e9" providerId="ADAL" clId="{4EA2E1E2-B76E-4132-9A39-1A9D4D8E5EAD}" dt="2024-12-26T18:43:55.819" v="42" actId="207"/>
          <ac:spMkLst>
            <pc:docMk/>
            <pc:sldMk cId="416668066" sldId="2147473280"/>
            <ac:spMk id="263" creationId="{FB3171BB-C307-B9A4-C4CF-3F6FB43587AB}"/>
          </ac:spMkLst>
        </pc:spChg>
      </pc:sldChg>
      <pc:sldChg chg="modSp mod">
        <pc:chgData name="Barrera, Jose David" userId="06cf3ffd-ff53-485e-ac12-c74bfbe4a1e9" providerId="ADAL" clId="{4EA2E1E2-B76E-4132-9A39-1A9D4D8E5EAD}" dt="2024-12-26T18:56:30.501" v="74" actId="207"/>
        <pc:sldMkLst>
          <pc:docMk/>
          <pc:sldMk cId="952403100" sldId="2147473284"/>
        </pc:sldMkLst>
        <pc:spChg chg="mod">
          <ac:chgData name="Barrera, Jose David" userId="06cf3ffd-ff53-485e-ac12-c74bfbe4a1e9" providerId="ADAL" clId="{4EA2E1E2-B76E-4132-9A39-1A9D4D8E5EAD}" dt="2024-12-26T18:54:42.830" v="65" actId="20577"/>
          <ac:spMkLst>
            <pc:docMk/>
            <pc:sldMk cId="952403100" sldId="2147473284"/>
            <ac:spMk id="3" creationId="{07A3DC8A-B782-47DE-FEE1-B67EA3B3F213}"/>
          </ac:spMkLst>
        </pc:spChg>
        <pc:spChg chg="mod">
          <ac:chgData name="Barrera, Jose David" userId="06cf3ffd-ff53-485e-ac12-c74bfbe4a1e9" providerId="ADAL" clId="{4EA2E1E2-B76E-4132-9A39-1A9D4D8E5EAD}" dt="2024-12-26T18:56:21.463" v="71" actId="207"/>
          <ac:spMkLst>
            <pc:docMk/>
            <pc:sldMk cId="952403100" sldId="2147473284"/>
            <ac:spMk id="4" creationId="{1C72F432-47A3-01F1-2781-93637B622A7A}"/>
          </ac:spMkLst>
        </pc:spChg>
        <pc:spChg chg="mod">
          <ac:chgData name="Barrera, Jose David" userId="06cf3ffd-ff53-485e-ac12-c74bfbe4a1e9" providerId="ADAL" clId="{4EA2E1E2-B76E-4132-9A39-1A9D4D8E5EAD}" dt="2024-12-26T18:56:24.222" v="72" actId="207"/>
          <ac:spMkLst>
            <pc:docMk/>
            <pc:sldMk cId="952403100" sldId="2147473284"/>
            <ac:spMk id="16" creationId="{19BB569A-081B-3B69-A519-1D33CDA72598}"/>
          </ac:spMkLst>
        </pc:spChg>
        <pc:spChg chg="mod">
          <ac:chgData name="Barrera, Jose David" userId="06cf3ffd-ff53-485e-ac12-c74bfbe4a1e9" providerId="ADAL" clId="{4EA2E1E2-B76E-4132-9A39-1A9D4D8E5EAD}" dt="2024-12-26T18:56:27.534" v="73" actId="207"/>
          <ac:spMkLst>
            <pc:docMk/>
            <pc:sldMk cId="952403100" sldId="2147473284"/>
            <ac:spMk id="38" creationId="{ECCE9295-2C69-0EA6-359C-382165D1453D}"/>
          </ac:spMkLst>
        </pc:spChg>
        <pc:spChg chg="mod">
          <ac:chgData name="Barrera, Jose David" userId="06cf3ffd-ff53-485e-ac12-c74bfbe4a1e9" providerId="ADAL" clId="{4EA2E1E2-B76E-4132-9A39-1A9D4D8E5EAD}" dt="2024-12-26T18:56:30.501" v="74" actId="207"/>
          <ac:spMkLst>
            <pc:docMk/>
            <pc:sldMk cId="952403100" sldId="2147473284"/>
            <ac:spMk id="52" creationId="{69A9B97B-C7C4-87DB-86D7-5D6D24EEC3A2}"/>
          </ac:spMkLst>
        </pc:spChg>
        <pc:spChg chg="mod">
          <ac:chgData name="Barrera, Jose David" userId="06cf3ffd-ff53-485e-ac12-c74bfbe4a1e9" providerId="ADAL" clId="{4EA2E1E2-B76E-4132-9A39-1A9D4D8E5EAD}" dt="2024-12-26T18:56:07.633" v="70" actId="207"/>
          <ac:spMkLst>
            <pc:docMk/>
            <pc:sldMk cId="952403100" sldId="2147473284"/>
            <ac:spMk id="263" creationId="{FB3171BB-C307-B9A4-C4CF-3F6FB43587AB}"/>
          </ac:spMkLst>
        </pc:spChg>
      </pc:sldChg>
      <pc:sldChg chg="modSp mod">
        <pc:chgData name="Barrera, Jose David" userId="06cf3ffd-ff53-485e-ac12-c74bfbe4a1e9" providerId="ADAL" clId="{4EA2E1E2-B76E-4132-9A39-1A9D4D8E5EAD}" dt="2024-12-26T18:51:30.568" v="58" actId="207"/>
        <pc:sldMkLst>
          <pc:docMk/>
          <pc:sldMk cId="2261404977" sldId="2147473293"/>
        </pc:sldMkLst>
        <pc:spChg chg="mod">
          <ac:chgData name="Barrera, Jose David" userId="06cf3ffd-ff53-485e-ac12-c74bfbe4a1e9" providerId="ADAL" clId="{4EA2E1E2-B76E-4132-9A39-1A9D4D8E5EAD}" dt="2024-12-26T18:51:18.151" v="55" actId="207"/>
          <ac:spMkLst>
            <pc:docMk/>
            <pc:sldMk cId="2261404977" sldId="2147473293"/>
            <ac:spMk id="5" creationId="{713C4D6F-E404-3F98-A5EA-B2D5934D7FB4}"/>
          </ac:spMkLst>
        </pc:spChg>
        <pc:spChg chg="mod">
          <ac:chgData name="Barrera, Jose David" userId="06cf3ffd-ff53-485e-ac12-c74bfbe4a1e9" providerId="ADAL" clId="{4EA2E1E2-B76E-4132-9A39-1A9D4D8E5EAD}" dt="2024-12-26T18:51:23.821" v="56" actId="207"/>
          <ac:spMkLst>
            <pc:docMk/>
            <pc:sldMk cId="2261404977" sldId="2147473293"/>
            <ac:spMk id="8" creationId="{F7F2C9AF-831C-8607-99FE-B95A03E5D56D}"/>
          </ac:spMkLst>
        </pc:spChg>
        <pc:spChg chg="mod">
          <ac:chgData name="Barrera, Jose David" userId="06cf3ffd-ff53-485e-ac12-c74bfbe4a1e9" providerId="ADAL" clId="{4EA2E1E2-B76E-4132-9A39-1A9D4D8E5EAD}" dt="2024-12-26T18:51:27.140" v="57" actId="207"/>
          <ac:spMkLst>
            <pc:docMk/>
            <pc:sldMk cId="2261404977" sldId="2147473293"/>
            <ac:spMk id="9" creationId="{3D5FA6EB-5484-15B1-7EAF-794E094B33AA}"/>
          </ac:spMkLst>
        </pc:spChg>
        <pc:spChg chg="mod">
          <ac:chgData name="Barrera, Jose David" userId="06cf3ffd-ff53-485e-ac12-c74bfbe4a1e9" providerId="ADAL" clId="{4EA2E1E2-B76E-4132-9A39-1A9D4D8E5EAD}" dt="2024-12-26T18:51:30.568" v="58" actId="207"/>
          <ac:spMkLst>
            <pc:docMk/>
            <pc:sldMk cId="2261404977" sldId="2147473293"/>
            <ac:spMk id="10" creationId="{4C687135-CAB8-F995-E64A-20E627436A86}"/>
          </ac:spMkLst>
        </pc:spChg>
        <pc:cxnChg chg="mod">
          <ac:chgData name="Barrera, Jose David" userId="06cf3ffd-ff53-485e-ac12-c74bfbe4a1e9" providerId="ADAL" clId="{4EA2E1E2-B76E-4132-9A39-1A9D4D8E5EAD}" dt="2024-12-26T18:51:01.969" v="54" actId="208"/>
          <ac:cxnSpMkLst>
            <pc:docMk/>
            <pc:sldMk cId="2261404977" sldId="2147473293"/>
            <ac:cxnSpMk id="13" creationId="{CA04073B-B4B9-2EAA-7A0D-15C54A589223}"/>
          </ac:cxnSpMkLst>
        </pc:cxnChg>
        <pc:cxnChg chg="mod">
          <ac:chgData name="Barrera, Jose David" userId="06cf3ffd-ff53-485e-ac12-c74bfbe4a1e9" providerId="ADAL" clId="{4EA2E1E2-B76E-4132-9A39-1A9D4D8E5EAD}" dt="2024-12-26T18:51:01.969" v="54" actId="208"/>
          <ac:cxnSpMkLst>
            <pc:docMk/>
            <pc:sldMk cId="2261404977" sldId="2147473293"/>
            <ac:cxnSpMk id="14" creationId="{1A08F668-B40F-219C-4343-827019F6494F}"/>
          </ac:cxnSpMkLst>
        </pc:cxnChg>
      </pc:sldChg>
      <pc:sldChg chg="modSp">
        <pc:chgData name="Barrera, Jose David" userId="06cf3ffd-ff53-485e-ac12-c74bfbe4a1e9" providerId="ADAL" clId="{4EA2E1E2-B76E-4132-9A39-1A9D4D8E5EAD}" dt="2024-12-26T19:11:31.750" v="166"/>
        <pc:sldMkLst>
          <pc:docMk/>
          <pc:sldMk cId="3595093334" sldId="2147473297"/>
        </pc:sldMkLst>
        <pc:spChg chg="mod">
          <ac:chgData name="Barrera, Jose David" userId="06cf3ffd-ff53-485e-ac12-c74bfbe4a1e9" providerId="ADAL" clId="{4EA2E1E2-B76E-4132-9A39-1A9D4D8E5EAD}" dt="2024-12-26T19:11:31.750" v="166"/>
          <ac:spMkLst>
            <pc:docMk/>
            <pc:sldMk cId="3595093334" sldId="2147473297"/>
            <ac:spMk id="3" creationId="{C6910CC9-E7B7-75F9-5EBD-087D621AB9E5}"/>
          </ac:spMkLst>
        </pc:spChg>
      </pc:sldChg>
      <pc:sldChg chg="modSp">
        <pc:chgData name="Barrera, Jose David" userId="06cf3ffd-ff53-485e-ac12-c74bfbe4a1e9" providerId="ADAL" clId="{4EA2E1E2-B76E-4132-9A39-1A9D4D8E5EAD}" dt="2024-12-26T19:13:51.242" v="167"/>
        <pc:sldMkLst>
          <pc:docMk/>
          <pc:sldMk cId="2965944570" sldId="2147473299"/>
        </pc:sldMkLst>
        <pc:spChg chg="mod">
          <ac:chgData name="Barrera, Jose David" userId="06cf3ffd-ff53-485e-ac12-c74bfbe4a1e9" providerId="ADAL" clId="{4EA2E1E2-B76E-4132-9A39-1A9D4D8E5EAD}" dt="2024-12-26T19:13:51.242" v="167"/>
          <ac:spMkLst>
            <pc:docMk/>
            <pc:sldMk cId="2965944570" sldId="2147473299"/>
            <ac:spMk id="10" creationId="{B0EF639B-7320-2CEC-099A-128C594FDB7C}"/>
          </ac:spMkLst>
        </pc:spChg>
      </pc:sldChg>
      <pc:sldChg chg="modSp mod">
        <pc:chgData name="Barrera, Jose David" userId="06cf3ffd-ff53-485e-ac12-c74bfbe4a1e9" providerId="ADAL" clId="{4EA2E1E2-B76E-4132-9A39-1A9D4D8E5EAD}" dt="2024-12-26T19:15:08.423" v="168" actId="1076"/>
        <pc:sldMkLst>
          <pc:docMk/>
          <pc:sldMk cId="129167" sldId="2147473300"/>
        </pc:sldMkLst>
        <pc:spChg chg="mod">
          <ac:chgData name="Barrera, Jose David" userId="06cf3ffd-ff53-485e-ac12-c74bfbe4a1e9" providerId="ADAL" clId="{4EA2E1E2-B76E-4132-9A39-1A9D4D8E5EAD}" dt="2024-12-26T19:15:08.423" v="168" actId="1076"/>
          <ac:spMkLst>
            <pc:docMk/>
            <pc:sldMk cId="129167" sldId="2147473300"/>
            <ac:spMk id="3" creationId="{7AD51E29-A021-A320-16CA-982DCE8BB7C0}"/>
          </ac:spMkLst>
        </pc:spChg>
      </pc:sldChg>
      <pc:sldChg chg="modSp mod">
        <pc:chgData name="Barrera, Jose David" userId="06cf3ffd-ff53-485e-ac12-c74bfbe4a1e9" providerId="ADAL" clId="{4EA2E1E2-B76E-4132-9A39-1A9D4D8E5EAD}" dt="2024-12-26T18:33:48.365" v="7" actId="14100"/>
        <pc:sldMkLst>
          <pc:docMk/>
          <pc:sldMk cId="661570661" sldId="2147473304"/>
        </pc:sldMkLst>
        <pc:spChg chg="mod">
          <ac:chgData name="Barrera, Jose David" userId="06cf3ffd-ff53-485e-ac12-c74bfbe4a1e9" providerId="ADAL" clId="{4EA2E1E2-B76E-4132-9A39-1A9D4D8E5EAD}" dt="2024-12-26T18:33:48.365" v="7" actId="14100"/>
          <ac:spMkLst>
            <pc:docMk/>
            <pc:sldMk cId="661570661" sldId="2147473304"/>
            <ac:spMk id="2" creationId="{C665D33C-FE4F-78BE-C0E0-639B71381AA0}"/>
          </ac:spMkLst>
        </pc:spChg>
        <pc:spChg chg="mod">
          <ac:chgData name="Barrera, Jose David" userId="06cf3ffd-ff53-485e-ac12-c74bfbe4a1e9" providerId="ADAL" clId="{4EA2E1E2-B76E-4132-9A39-1A9D4D8E5EAD}" dt="2024-12-26T18:33:46.260" v="6" actId="14100"/>
          <ac:spMkLst>
            <pc:docMk/>
            <pc:sldMk cId="661570661" sldId="2147473304"/>
            <ac:spMk id="5" creationId="{667E7253-EDE9-DE9D-14CB-EB8A2732136D}"/>
          </ac:spMkLst>
        </pc:spChg>
      </pc:sldChg>
      <pc:sldChg chg="modSp mod">
        <pc:chgData name="Barrera, Jose David" userId="06cf3ffd-ff53-485e-ac12-c74bfbe4a1e9" providerId="ADAL" clId="{4EA2E1E2-B76E-4132-9A39-1A9D4D8E5EAD}" dt="2024-12-26T19:07:49.037" v="151" actId="207"/>
        <pc:sldMkLst>
          <pc:docMk/>
          <pc:sldMk cId="2268575225" sldId="2147473308"/>
        </pc:sldMkLst>
        <pc:spChg chg="mod">
          <ac:chgData name="Barrera, Jose David" userId="06cf3ffd-ff53-485e-ac12-c74bfbe4a1e9" providerId="ADAL" clId="{4EA2E1E2-B76E-4132-9A39-1A9D4D8E5EAD}" dt="2024-12-26T19:03:16.133" v="104" actId="20577"/>
          <ac:spMkLst>
            <pc:docMk/>
            <pc:sldMk cId="2268575225" sldId="2147473308"/>
            <ac:spMk id="2" creationId="{109E0E9A-490F-C13C-36E3-DCEF1CF7F75B}"/>
          </ac:spMkLst>
        </pc:spChg>
        <pc:spChg chg="mod">
          <ac:chgData name="Barrera, Jose David" userId="06cf3ffd-ff53-485e-ac12-c74bfbe4a1e9" providerId="ADAL" clId="{4EA2E1E2-B76E-4132-9A39-1A9D4D8E5EAD}" dt="2024-12-26T19:03:03.651" v="101" actId="20577"/>
          <ac:spMkLst>
            <pc:docMk/>
            <pc:sldMk cId="2268575225" sldId="2147473308"/>
            <ac:spMk id="3" creationId="{07A3DC8A-B782-47DE-FEE1-B67EA3B3F213}"/>
          </ac:spMkLst>
        </pc:spChg>
        <pc:spChg chg="mod">
          <ac:chgData name="Barrera, Jose David" userId="06cf3ffd-ff53-485e-ac12-c74bfbe4a1e9" providerId="ADAL" clId="{4EA2E1E2-B76E-4132-9A39-1A9D4D8E5EAD}" dt="2024-12-26T19:03:26.139" v="106" actId="207"/>
          <ac:spMkLst>
            <pc:docMk/>
            <pc:sldMk cId="2268575225" sldId="2147473308"/>
            <ac:spMk id="4" creationId="{1C72F432-47A3-01F1-2781-93637B622A7A}"/>
          </ac:spMkLst>
        </pc:spChg>
        <pc:spChg chg="mod">
          <ac:chgData name="Barrera, Jose David" userId="06cf3ffd-ff53-485e-ac12-c74bfbe4a1e9" providerId="ADAL" clId="{4EA2E1E2-B76E-4132-9A39-1A9D4D8E5EAD}" dt="2024-12-26T19:03:30.042" v="107" actId="207"/>
          <ac:spMkLst>
            <pc:docMk/>
            <pc:sldMk cId="2268575225" sldId="2147473308"/>
            <ac:spMk id="5" creationId="{FCEC2028-4723-D7AA-ED6F-8907ABEE4704}"/>
          </ac:spMkLst>
        </pc:spChg>
        <pc:spChg chg="mod">
          <ac:chgData name="Barrera, Jose David" userId="06cf3ffd-ff53-485e-ac12-c74bfbe4a1e9" providerId="ADAL" clId="{4EA2E1E2-B76E-4132-9A39-1A9D4D8E5EAD}" dt="2024-12-26T19:03:32.919" v="108" actId="207"/>
          <ac:spMkLst>
            <pc:docMk/>
            <pc:sldMk cId="2268575225" sldId="2147473308"/>
            <ac:spMk id="38" creationId="{ECCE9295-2C69-0EA6-359C-382165D1453D}"/>
          </ac:spMkLst>
        </pc:spChg>
        <pc:spChg chg="mod">
          <ac:chgData name="Barrera, Jose David" userId="06cf3ffd-ff53-485e-ac12-c74bfbe4a1e9" providerId="ADAL" clId="{4EA2E1E2-B76E-4132-9A39-1A9D4D8E5EAD}" dt="2024-12-26T19:03:35.588" v="109" actId="207"/>
          <ac:spMkLst>
            <pc:docMk/>
            <pc:sldMk cId="2268575225" sldId="2147473308"/>
            <ac:spMk id="52" creationId="{69A9B97B-C7C4-87DB-86D7-5D6D24EEC3A2}"/>
          </ac:spMkLst>
        </pc:spChg>
        <pc:spChg chg="mod">
          <ac:chgData name="Barrera, Jose David" userId="06cf3ffd-ff53-485e-ac12-c74bfbe4a1e9" providerId="ADAL" clId="{4EA2E1E2-B76E-4132-9A39-1A9D4D8E5EAD}" dt="2024-12-26T19:07:49.037" v="151" actId="207"/>
          <ac:spMkLst>
            <pc:docMk/>
            <pc:sldMk cId="2268575225" sldId="2147473308"/>
            <ac:spMk id="263" creationId="{FB3171BB-C307-B9A4-C4CF-3F6FB43587AB}"/>
          </ac:spMkLst>
        </pc:spChg>
      </pc:sldChg>
      <pc:sldChg chg="modSp mod">
        <pc:chgData name="Barrera, Jose David" userId="06cf3ffd-ff53-485e-ac12-c74bfbe4a1e9" providerId="ADAL" clId="{4EA2E1E2-B76E-4132-9A39-1A9D4D8E5EAD}" dt="2024-12-26T19:07:48.778" v="150" actId="207"/>
        <pc:sldMkLst>
          <pc:docMk/>
          <pc:sldMk cId="4292764066" sldId="2147473309"/>
        </pc:sldMkLst>
        <pc:spChg chg="mod">
          <ac:chgData name="Barrera, Jose David" userId="06cf3ffd-ff53-485e-ac12-c74bfbe4a1e9" providerId="ADAL" clId="{4EA2E1E2-B76E-4132-9A39-1A9D4D8E5EAD}" dt="2024-12-26T19:04:37.908" v="115" actId="20577"/>
          <ac:spMkLst>
            <pc:docMk/>
            <pc:sldMk cId="4292764066" sldId="2147473309"/>
            <ac:spMk id="2" creationId="{109E0E9A-490F-C13C-36E3-DCEF1CF7F75B}"/>
          </ac:spMkLst>
        </pc:spChg>
        <pc:spChg chg="mod">
          <ac:chgData name="Barrera, Jose David" userId="06cf3ffd-ff53-485e-ac12-c74bfbe4a1e9" providerId="ADAL" clId="{4EA2E1E2-B76E-4132-9A39-1A9D4D8E5EAD}" dt="2024-12-26T19:07:47.366" v="144"/>
          <ac:spMkLst>
            <pc:docMk/>
            <pc:sldMk cId="4292764066" sldId="2147473309"/>
            <ac:spMk id="3" creationId="{07A3DC8A-B782-47DE-FEE1-B67EA3B3F213}"/>
          </ac:spMkLst>
        </pc:spChg>
        <pc:spChg chg="mod">
          <ac:chgData name="Barrera, Jose David" userId="06cf3ffd-ff53-485e-ac12-c74bfbe4a1e9" providerId="ADAL" clId="{4EA2E1E2-B76E-4132-9A39-1A9D4D8E5EAD}" dt="2024-12-26T19:07:47.912" v="147" actId="207"/>
          <ac:spMkLst>
            <pc:docMk/>
            <pc:sldMk cId="4292764066" sldId="2147473309"/>
            <ac:spMk id="4" creationId="{1C72F432-47A3-01F1-2781-93637B622A7A}"/>
          </ac:spMkLst>
        </pc:spChg>
        <pc:spChg chg="mod">
          <ac:chgData name="Barrera, Jose David" userId="06cf3ffd-ff53-485e-ac12-c74bfbe4a1e9" providerId="ADAL" clId="{4EA2E1E2-B76E-4132-9A39-1A9D4D8E5EAD}" dt="2024-12-26T19:07:48.187" v="148" actId="207"/>
          <ac:spMkLst>
            <pc:docMk/>
            <pc:sldMk cId="4292764066" sldId="2147473309"/>
            <ac:spMk id="5" creationId="{FCEC2028-4723-D7AA-ED6F-8907ABEE4704}"/>
          </ac:spMkLst>
        </pc:spChg>
        <pc:spChg chg="mod">
          <ac:chgData name="Barrera, Jose David" userId="06cf3ffd-ff53-485e-ac12-c74bfbe4a1e9" providerId="ADAL" clId="{4EA2E1E2-B76E-4132-9A39-1A9D4D8E5EAD}" dt="2024-12-26T19:07:48.497" v="149" actId="207"/>
          <ac:spMkLst>
            <pc:docMk/>
            <pc:sldMk cId="4292764066" sldId="2147473309"/>
            <ac:spMk id="38" creationId="{ECCE9295-2C69-0EA6-359C-382165D1453D}"/>
          </ac:spMkLst>
        </pc:spChg>
        <pc:spChg chg="mod">
          <ac:chgData name="Barrera, Jose David" userId="06cf3ffd-ff53-485e-ac12-c74bfbe4a1e9" providerId="ADAL" clId="{4EA2E1E2-B76E-4132-9A39-1A9D4D8E5EAD}" dt="2024-12-26T19:07:48.778" v="150" actId="207"/>
          <ac:spMkLst>
            <pc:docMk/>
            <pc:sldMk cId="4292764066" sldId="2147473309"/>
            <ac:spMk id="52" creationId="{69A9B97B-C7C4-87DB-86D7-5D6D24EEC3A2}"/>
          </ac:spMkLst>
        </pc:spChg>
        <pc:spChg chg="mod">
          <ac:chgData name="Barrera, Jose David" userId="06cf3ffd-ff53-485e-ac12-c74bfbe4a1e9" providerId="ADAL" clId="{4EA2E1E2-B76E-4132-9A39-1A9D4D8E5EAD}" dt="2024-12-26T19:07:47.720" v="146" actId="207"/>
          <ac:spMkLst>
            <pc:docMk/>
            <pc:sldMk cId="4292764066" sldId="2147473309"/>
            <ac:spMk id="263" creationId="{FB3171BB-C307-B9A4-C4CF-3F6FB43587AB}"/>
          </ac:spMkLst>
        </pc:spChg>
      </pc:sldChg>
      <pc:sldChg chg="modSp mod">
        <pc:chgData name="Barrera, Jose David" userId="06cf3ffd-ff53-485e-ac12-c74bfbe4a1e9" providerId="ADAL" clId="{4EA2E1E2-B76E-4132-9A39-1A9D4D8E5EAD}" dt="2024-12-26T19:09:14.241" v="165" actId="207"/>
        <pc:sldMkLst>
          <pc:docMk/>
          <pc:sldMk cId="1263688509" sldId="2147473311"/>
        </pc:sldMkLst>
        <pc:spChg chg="mod">
          <ac:chgData name="Barrera, Jose David" userId="06cf3ffd-ff53-485e-ac12-c74bfbe4a1e9" providerId="ADAL" clId="{4EA2E1E2-B76E-4132-9A39-1A9D4D8E5EAD}" dt="2024-12-26T19:08:43.318" v="159"/>
          <ac:spMkLst>
            <pc:docMk/>
            <pc:sldMk cId="1263688509" sldId="2147473311"/>
            <ac:spMk id="3" creationId="{07A3DC8A-B782-47DE-FEE1-B67EA3B3F213}"/>
          </ac:spMkLst>
        </pc:spChg>
        <pc:spChg chg="mod">
          <ac:chgData name="Barrera, Jose David" userId="06cf3ffd-ff53-485e-ac12-c74bfbe4a1e9" providerId="ADAL" clId="{4EA2E1E2-B76E-4132-9A39-1A9D4D8E5EAD}" dt="2024-12-26T19:08:50.732" v="160" actId="207"/>
          <ac:spMkLst>
            <pc:docMk/>
            <pc:sldMk cId="1263688509" sldId="2147473311"/>
            <ac:spMk id="4" creationId="{1C72F432-47A3-01F1-2781-93637B622A7A}"/>
          </ac:spMkLst>
        </pc:spChg>
        <pc:spChg chg="mod">
          <ac:chgData name="Barrera, Jose David" userId="06cf3ffd-ff53-485e-ac12-c74bfbe4a1e9" providerId="ADAL" clId="{4EA2E1E2-B76E-4132-9A39-1A9D4D8E5EAD}" dt="2024-12-26T19:08:54.016" v="161" actId="207"/>
          <ac:spMkLst>
            <pc:docMk/>
            <pc:sldMk cId="1263688509" sldId="2147473311"/>
            <ac:spMk id="16" creationId="{19BB569A-081B-3B69-A519-1D33CDA72598}"/>
          </ac:spMkLst>
        </pc:spChg>
        <pc:spChg chg="mod">
          <ac:chgData name="Barrera, Jose David" userId="06cf3ffd-ff53-485e-ac12-c74bfbe4a1e9" providerId="ADAL" clId="{4EA2E1E2-B76E-4132-9A39-1A9D4D8E5EAD}" dt="2024-12-26T19:08:57.134" v="162" actId="207"/>
          <ac:spMkLst>
            <pc:docMk/>
            <pc:sldMk cId="1263688509" sldId="2147473311"/>
            <ac:spMk id="38" creationId="{ECCE9295-2C69-0EA6-359C-382165D1453D}"/>
          </ac:spMkLst>
        </pc:spChg>
        <pc:spChg chg="mod">
          <ac:chgData name="Barrera, Jose David" userId="06cf3ffd-ff53-485e-ac12-c74bfbe4a1e9" providerId="ADAL" clId="{4EA2E1E2-B76E-4132-9A39-1A9D4D8E5EAD}" dt="2024-12-26T19:09:00.869" v="163" actId="207"/>
          <ac:spMkLst>
            <pc:docMk/>
            <pc:sldMk cId="1263688509" sldId="2147473311"/>
            <ac:spMk id="52" creationId="{69A9B97B-C7C4-87DB-86D7-5D6D24EEC3A2}"/>
          </ac:spMkLst>
        </pc:spChg>
        <pc:spChg chg="mod">
          <ac:chgData name="Barrera, Jose David" userId="06cf3ffd-ff53-485e-ac12-c74bfbe4a1e9" providerId="ADAL" clId="{4EA2E1E2-B76E-4132-9A39-1A9D4D8E5EAD}" dt="2024-12-26T19:09:14.241" v="165" actId="207"/>
          <ac:spMkLst>
            <pc:docMk/>
            <pc:sldMk cId="1263688509" sldId="2147473311"/>
            <ac:spMk id="263" creationId="{FB3171BB-C307-B9A4-C4CF-3F6FB43587AB}"/>
          </ac:spMkLst>
        </pc:sp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Slide Number Placeholder 4"/>
          <p:cNvSpPr>
            <a:spLocks noGrp="1"/>
          </p:cNvSpPr>
          <p:nvPr>
            <p:ph type="sldNum" sz="quarter" idx="3"/>
          </p:nvPr>
        </p:nvSpPr>
        <p:spPr>
          <a:xfrm>
            <a:off x="219456" y="8705088"/>
            <a:ext cx="338328" cy="228600"/>
          </a:xfrm>
          <a:prstGeom prst="rect">
            <a:avLst/>
          </a:prstGeom>
        </p:spPr>
        <p:txBody>
          <a:bodyPr vert="horz" lIns="0" tIns="0" rIns="0" bIns="0" rtlCol="0" anchor="b"/>
          <a:lstStyle>
            <a:lvl1pPr algn="r">
              <a:defRPr sz="1200"/>
            </a:lvl1pPr>
          </a:lstStyle>
          <a:p>
            <a:pPr algn="l"/>
            <a:fld id="{614B4878-71CB-8F40-B9DD-F26F1F6CA014}" type="slidenum">
              <a:rPr lang="en-US" sz="600" smtClean="0">
                <a:solidFill>
                  <a:schemeClr val="bg1"/>
                </a:solidFill>
                <a:latin typeface="IBM Plex Sans Light" panose="020B0503050203000203" pitchFamily="34" charset="0"/>
                <a:ea typeface="IBM Plex Sans Light" charset="0"/>
                <a:cs typeface="IBM Plex Sans Light" charset="0"/>
              </a:rPr>
              <a:pPr algn="l"/>
              <a:t>‹#›</a:t>
            </a:fld>
            <a:endParaRPr lang="en-US" sz="600" dirty="0">
              <a:solidFill>
                <a:schemeClr val="bg1"/>
              </a:solidFill>
              <a:latin typeface="IBM Plex Sans Light" panose="020B0503050203000203" pitchFamily="34" charset="0"/>
              <a:ea typeface="IBM Plex Sans Light" charset="0"/>
              <a:cs typeface="IBM Plex Sans Light" charset="0"/>
            </a:endParaRPr>
          </a:p>
        </p:txBody>
      </p:sp>
      <p:sp>
        <p:nvSpPr>
          <p:cNvPr id="4" name="Footer Placeholder 3"/>
          <p:cNvSpPr>
            <a:spLocks noGrp="1"/>
          </p:cNvSpPr>
          <p:nvPr>
            <p:ph type="ftr" sz="quarter" idx="2"/>
          </p:nvPr>
        </p:nvSpPr>
        <p:spPr>
          <a:xfrm>
            <a:off x="630936" y="8705088"/>
            <a:ext cx="3657600" cy="228600"/>
          </a:xfrm>
          <a:prstGeom prst="rect">
            <a:avLst/>
          </a:prstGeom>
        </p:spPr>
        <p:txBody>
          <a:bodyPr vert="horz" lIns="0" tIns="0" rIns="0" bIns="0" rtlCol="0" anchor="b"/>
          <a:lstStyle>
            <a:lvl1pPr algn="l">
              <a:defRPr sz="1200"/>
            </a:lvl1pPr>
          </a:lstStyle>
          <a:p>
            <a:r>
              <a:rPr lang="en-US" sz="600" dirty="0">
                <a:solidFill>
                  <a:schemeClr val="bg1"/>
                </a:solidFill>
                <a:latin typeface="IBM Plex Sans Light" panose="020B0503050203000203" pitchFamily="34" charset="0"/>
                <a:ea typeface="IBM Plex Sans Light" charset="0"/>
                <a:cs typeface="IBM Plex Sans Light" charset="0"/>
              </a:rPr>
              <a:t>Group Name / DOC ID / Month XX, 2023 / © 2023 IBM Corporation</a:t>
            </a:r>
          </a:p>
        </p:txBody>
      </p:sp>
    </p:spTree>
    <p:extLst>
      <p:ext uri="{BB962C8B-B14F-4D97-AF65-F5344CB8AC3E}">
        <p14:creationId xmlns:p14="http://schemas.microsoft.com/office/powerpoint/2010/main" val="448027815"/>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Slide Image Placeholder 3"/>
          <p:cNvSpPr>
            <a:spLocks noGrp="1" noRot="1" noChangeAspect="1"/>
          </p:cNvSpPr>
          <p:nvPr>
            <p:ph type="sldImg" idx="2"/>
          </p:nvPr>
        </p:nvSpPr>
        <p:spPr>
          <a:xfrm>
            <a:off x="206710" y="228600"/>
            <a:ext cx="6419088" cy="3612324"/>
          </a:xfrm>
          <a:prstGeom prst="rect">
            <a:avLst/>
          </a:prstGeom>
          <a:noFill/>
          <a:ln w="12700">
            <a:solidFill>
              <a:prstClr val="black"/>
            </a:solidFill>
          </a:ln>
        </p:spPr>
        <p:txBody>
          <a:bodyPr vert="horz" lIns="91440" tIns="45720" rIns="91440" bIns="45720" rtlCol="0" anchor="ctr"/>
          <a:lstStyle/>
          <a:p>
            <a:endParaRPr lang="en-US" dirty="0"/>
          </a:p>
        </p:txBody>
      </p:sp>
      <p:sp>
        <p:nvSpPr>
          <p:cNvPr id="8" name="Notes Placeholder 7">
            <a:extLst>
              <a:ext uri="{FF2B5EF4-FFF2-40B4-BE49-F238E27FC236}">
                <a16:creationId xmlns:a16="http://schemas.microsoft.com/office/drawing/2014/main" id="{6ABF5568-9620-E34F-9423-054ABD0598F2}"/>
              </a:ext>
            </a:extLst>
          </p:cNvPr>
          <p:cNvSpPr>
            <a:spLocks noGrp="1"/>
          </p:cNvSpPr>
          <p:nvPr>
            <p:ph type="body" sz="quarter" idx="3"/>
          </p:nvPr>
        </p:nvSpPr>
        <p:spPr>
          <a:xfrm>
            <a:off x="206710" y="4087090"/>
            <a:ext cx="6419088" cy="4320309"/>
          </a:xfrm>
          <a:prstGeom prst="rect">
            <a:avLst/>
          </a:prstGeom>
        </p:spPr>
        <p:txBody>
          <a:bodyPr vert="horz" lIns="0" tIns="0" rIns="0" bIns="0" rtlCol="0"/>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7" name="Slide Number Placeholder 6"/>
          <p:cNvSpPr>
            <a:spLocks noGrp="1"/>
          </p:cNvSpPr>
          <p:nvPr>
            <p:ph type="sldNum" sz="quarter" idx="5"/>
          </p:nvPr>
        </p:nvSpPr>
        <p:spPr>
          <a:xfrm>
            <a:off x="6300216" y="8705088"/>
            <a:ext cx="338328" cy="228600"/>
          </a:xfrm>
          <a:prstGeom prst="rect">
            <a:avLst/>
          </a:prstGeom>
        </p:spPr>
        <p:txBody>
          <a:bodyPr vert="horz" lIns="0" tIns="0" rIns="0" bIns="0" rtlCol="0" anchor="b"/>
          <a:lstStyle>
            <a:lvl1pPr algn="r">
              <a:defRPr sz="600" b="0" i="0">
                <a:solidFill>
                  <a:schemeClr val="bg1"/>
                </a:solidFill>
                <a:latin typeface="IBM Plex Sans Light" panose="020B0503050203000203" pitchFamily="34" charset="0"/>
                <a:ea typeface="IBM Plex Sans Light" panose="020B0503050203000203" pitchFamily="34" charset="0"/>
                <a:cs typeface="IBM Plex Sans Light" panose="020B0503050203000203" pitchFamily="34" charset="0"/>
              </a:defRPr>
            </a:lvl1pPr>
          </a:lstStyle>
          <a:p>
            <a:fld id="{6E2E38B8-B0B4-AD41-AC6E-B781F46A9FD3}" type="slidenum">
              <a:rPr lang="en-US" smtClean="0"/>
              <a:pPr/>
              <a:t>‹#›</a:t>
            </a:fld>
            <a:endParaRPr lang="en-US" dirty="0"/>
          </a:p>
        </p:txBody>
      </p:sp>
      <p:sp>
        <p:nvSpPr>
          <p:cNvPr id="6" name="Footer Placeholder 5"/>
          <p:cNvSpPr>
            <a:spLocks noGrp="1"/>
          </p:cNvSpPr>
          <p:nvPr>
            <p:ph type="ftr" sz="quarter" idx="4"/>
          </p:nvPr>
        </p:nvSpPr>
        <p:spPr>
          <a:xfrm>
            <a:off x="219456" y="8705088"/>
            <a:ext cx="3657600" cy="228600"/>
          </a:xfrm>
          <a:prstGeom prst="rect">
            <a:avLst/>
          </a:prstGeom>
        </p:spPr>
        <p:txBody>
          <a:bodyPr vert="horz" lIns="0" tIns="0" rIns="0" bIns="0" rtlCol="0" anchor="b"/>
          <a:lstStyle>
            <a:lvl1pPr algn="l">
              <a:defRPr sz="600" b="0" i="0">
                <a:solidFill>
                  <a:schemeClr val="bg1"/>
                </a:solidFill>
                <a:latin typeface="IBM Plex Sans Light" panose="020B0503050203000203" pitchFamily="34" charset="0"/>
                <a:ea typeface="IBM Plex Sans Light" panose="020B0503050203000203" pitchFamily="34" charset="0"/>
                <a:cs typeface="IBM Plex Sans Light" panose="020B0503050203000203" pitchFamily="34" charset="0"/>
              </a:defRPr>
            </a:lvl1pPr>
          </a:lstStyle>
          <a:p>
            <a:r>
              <a:rPr lang="en-US" dirty="0"/>
              <a:t>Footer</a:t>
            </a:r>
          </a:p>
        </p:txBody>
      </p:sp>
    </p:spTree>
    <p:extLst>
      <p:ext uri="{BB962C8B-B14F-4D97-AF65-F5344CB8AC3E}">
        <p14:creationId xmlns:p14="http://schemas.microsoft.com/office/powerpoint/2010/main" val="791598581"/>
      </p:ext>
    </p:extLst>
  </p:cSld>
  <p:clrMap bg1="lt1" tx1="dk1" bg2="lt2" tx2="dk2" accent1="accent1" accent2="accent2" accent3="accent3" accent4="accent4" accent5="accent5" accent6="accent6" hlink="hlink" folHlink="folHlink"/>
  <p:hf hdr="0" ftr="0" dt="0"/>
  <p:notesStyle>
    <a:lvl1pPr marL="0" algn="l" defTabSz="2438522" rtl="0" eaLnBrk="1" latinLnBrk="0" hangingPunct="1">
      <a:lnSpc>
        <a:spcPct val="110000"/>
      </a:lnSpc>
      <a:spcBef>
        <a:spcPts val="0"/>
      </a:spcBef>
      <a:defRPr sz="1000" b="0" i="0" kern="1200">
        <a:solidFill>
          <a:schemeClr val="bg1"/>
        </a:solidFill>
        <a:latin typeface="IBM Plex Sans Light" panose="020B0403050203000203" pitchFamily="34" charset="0"/>
        <a:ea typeface="+mn-ea"/>
        <a:cs typeface="+mn-cs"/>
      </a:defRPr>
    </a:lvl1pPr>
    <a:lvl2pPr marL="465690" indent="-452991" algn="l" defTabSz="2438522" rtl="0" eaLnBrk="1" latinLnBrk="0" hangingPunct="1">
      <a:lnSpc>
        <a:spcPct val="110000"/>
      </a:lnSpc>
      <a:spcBef>
        <a:spcPts val="0"/>
      </a:spcBef>
      <a:buClr>
        <a:schemeClr val="bg1"/>
      </a:buClr>
      <a:buFont typeface="Arial" panose="020B0604020202020204" pitchFamily="34" charset="0"/>
      <a:buChar char="•"/>
      <a:tabLst/>
      <a:defRPr sz="1000" b="0" i="0" kern="1200">
        <a:solidFill>
          <a:schemeClr val="bg1"/>
        </a:solidFill>
        <a:latin typeface="IBM Plex Sans Light" panose="020B0403050203000203" pitchFamily="34" charset="0"/>
        <a:ea typeface="+mn-ea"/>
        <a:cs typeface="+mn-cs"/>
      </a:defRPr>
    </a:lvl2pPr>
    <a:lvl3pPr marL="926638" indent="-463319" algn="l" defTabSz="2438522" rtl="0" eaLnBrk="1" latinLnBrk="0" hangingPunct="1">
      <a:lnSpc>
        <a:spcPct val="110000"/>
      </a:lnSpc>
      <a:spcBef>
        <a:spcPts val="0"/>
      </a:spcBef>
      <a:buClr>
        <a:schemeClr val="bg1"/>
      </a:buClr>
      <a:buFont typeface="Arial" panose="020B0604020202020204" pitchFamily="34" charset="0"/>
      <a:buChar char="•"/>
      <a:tabLst/>
      <a:defRPr sz="1000" b="0" i="0" kern="1200">
        <a:solidFill>
          <a:schemeClr val="bg1"/>
        </a:solidFill>
        <a:latin typeface="IBM Plex Sans Light" panose="020B0403050203000203" pitchFamily="34" charset="0"/>
        <a:ea typeface="+mn-ea"/>
        <a:cs typeface="+mn-cs"/>
      </a:defRPr>
    </a:lvl3pPr>
    <a:lvl4pPr marL="1682580" indent="-463319" algn="l" defTabSz="2438522" rtl="0" eaLnBrk="1" latinLnBrk="0" hangingPunct="1">
      <a:lnSpc>
        <a:spcPct val="110000"/>
      </a:lnSpc>
      <a:spcBef>
        <a:spcPts val="0"/>
      </a:spcBef>
      <a:buClr>
        <a:schemeClr val="bg1"/>
      </a:buClr>
      <a:buFont typeface="Arial" panose="020B0604020202020204" pitchFamily="34" charset="0"/>
      <a:buChar char="•"/>
      <a:tabLst/>
      <a:defRPr sz="1000" b="0" i="0" kern="1200">
        <a:solidFill>
          <a:schemeClr val="bg1"/>
        </a:solidFill>
        <a:latin typeface="IBM Plex Sans Light" panose="020B0403050203000203" pitchFamily="34" charset="0"/>
        <a:ea typeface="+mn-ea"/>
        <a:cs typeface="+mn-cs"/>
      </a:defRPr>
    </a:lvl4pPr>
    <a:lvl5pPr marL="465690" marR="0" indent="-452991" algn="l" defTabSz="2438522" rtl="0" eaLnBrk="1" fontAlgn="base" latinLnBrk="0" hangingPunct="1">
      <a:lnSpc>
        <a:spcPct val="100000"/>
      </a:lnSpc>
      <a:spcBef>
        <a:spcPts val="1600"/>
      </a:spcBef>
      <a:spcAft>
        <a:spcPct val="0"/>
      </a:spcAft>
      <a:buClr>
        <a:srgbClr val="000000"/>
      </a:buClr>
      <a:buSzTx/>
      <a:buFont typeface="IBM Plex Sans Light" charset="-120"/>
      <a:buChar char="»"/>
      <a:tabLst/>
      <a:defRPr sz="2000" b="0" i="0" kern="1200">
        <a:solidFill>
          <a:schemeClr val="bg1"/>
        </a:solidFill>
        <a:latin typeface="IBM Plex Sans Light" panose="020B0503050203000203" pitchFamily="34" charset="0"/>
        <a:ea typeface="+mn-ea"/>
        <a:cs typeface="+mn-cs"/>
      </a:defRPr>
    </a:lvl5pPr>
    <a:lvl6pPr marL="6096305" algn="l" defTabSz="2438522" rtl="0" eaLnBrk="1" latinLnBrk="0" hangingPunct="1">
      <a:defRPr sz="3200" kern="1200">
        <a:solidFill>
          <a:schemeClr val="tx1"/>
        </a:solidFill>
        <a:latin typeface="+mn-lt"/>
        <a:ea typeface="+mn-ea"/>
        <a:cs typeface="+mn-cs"/>
      </a:defRPr>
    </a:lvl6pPr>
    <a:lvl7pPr marL="7315566" algn="l" defTabSz="2438522" rtl="0" eaLnBrk="1" latinLnBrk="0" hangingPunct="1">
      <a:defRPr sz="3200" kern="1200">
        <a:solidFill>
          <a:schemeClr val="tx1"/>
        </a:solidFill>
        <a:latin typeface="+mn-lt"/>
        <a:ea typeface="+mn-ea"/>
        <a:cs typeface="+mn-cs"/>
      </a:defRPr>
    </a:lvl7pPr>
    <a:lvl8pPr marL="8534827" algn="l" defTabSz="2438522" rtl="0" eaLnBrk="1" latinLnBrk="0" hangingPunct="1">
      <a:defRPr sz="3200" kern="1200">
        <a:solidFill>
          <a:schemeClr val="tx1"/>
        </a:solidFill>
        <a:latin typeface="+mn-lt"/>
        <a:ea typeface="+mn-ea"/>
        <a:cs typeface="+mn-cs"/>
      </a:defRPr>
    </a:lvl8pPr>
    <a:lvl9pPr marL="9754088" algn="l" defTabSz="2438522" rtl="0" eaLnBrk="1" latinLnBrk="0" hangingPunct="1">
      <a:defRPr sz="3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3" Type="http://schemas.openxmlformats.org/officeDocument/2006/relationships/hyperlink" Target="https://www.youtube.com/watch?v=ZXiruGOCn9s" TargetMode="External"/><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3" Type="http://schemas.openxmlformats.org/officeDocument/2006/relationships/hyperlink" Target="https://www.youtube.com/watch?v=ZXiruGOCn9s" TargetMode="External"/><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8" Type="http://schemas.openxmlformats.org/officeDocument/2006/relationships/hyperlink" Target="https://redirect.cs.umbc.edu/courses/471/papers/turing.pdf" TargetMode="External"/><Relationship Id="rId3" Type="http://schemas.openxmlformats.org/officeDocument/2006/relationships/hyperlink" Target="https://www.csee.umbc.edu/courses/471/papers/turing.pdf" TargetMode="External"/><Relationship Id="rId7" Type="http://schemas.openxmlformats.org/officeDocument/2006/relationships/hyperlink" Target="https://www.ibm.com/topics/artificial-intelligence" TargetMode="External"/><Relationship Id="rId2" Type="http://schemas.openxmlformats.org/officeDocument/2006/relationships/slide" Target="../slides/slide4.xml"/><Relationship Id="rId1" Type="http://schemas.openxmlformats.org/officeDocument/2006/relationships/notesMaster" Target="../notesMasters/notesMaster1.xml"/><Relationship Id="rId6" Type="http://schemas.openxmlformats.org/officeDocument/2006/relationships/hyperlink" Target="https://www.youtube.com/watch?v=ZXiruGOCn9s" TargetMode="External"/><Relationship Id="rId5" Type="http://schemas.openxmlformats.org/officeDocument/2006/relationships/hyperlink" Target="https://openai.com/blog/chatgpt/" TargetMode="External"/><Relationship Id="rId4" Type="http://schemas.openxmlformats.org/officeDocument/2006/relationships/hyperlink" Target="https://www-formal.stanford.edu/jmc/whatisai.pdf" TargetMode="External"/></Relationships>
</file>

<file path=ppt/notesSlides/_rels/notesSlide5.xml.rels><?xml version="1.0" encoding="UTF-8" standalone="yes"?>
<Relationships xmlns="http://schemas.openxmlformats.org/package/2006/relationships"><Relationship Id="rId3" Type="http://schemas.openxmlformats.org/officeDocument/2006/relationships/hyperlink" Target="https://blogs.nvidia.com/blog/2016/07/29/whats-difference-artificial-intelligence-machine-learning-deep-learning-ai/" TargetMode="External"/><Relationship Id="rId2" Type="http://schemas.openxmlformats.org/officeDocument/2006/relationships/slide" Target="../slides/slide5.xml"/><Relationship Id="rId1" Type="http://schemas.openxmlformats.org/officeDocument/2006/relationships/notesMaster" Target="../notesMasters/notesMaster1.xml"/><Relationship Id="rId4" Type="http://schemas.openxmlformats.org/officeDocument/2006/relationships/hyperlink" Target="https://www.youtube.com/watch?v=ZXiruGOCn9s" TargetMode="Externa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3" Type="http://schemas.openxmlformats.org/officeDocument/2006/relationships/hyperlink" Target="https://openai.com/blog/chatgpt/" TargetMode="External"/><Relationship Id="rId7" Type="http://schemas.openxmlformats.org/officeDocument/2006/relationships/hyperlink" Target="https://www.sas.com/en_gb/insights/articles/analytics/machine-learning-algorithms.html" TargetMode="External"/><Relationship Id="rId2" Type="http://schemas.openxmlformats.org/officeDocument/2006/relationships/slide" Target="../slides/slide12.xml"/><Relationship Id="rId1" Type="http://schemas.openxmlformats.org/officeDocument/2006/relationships/notesMaster" Target="../notesMasters/notesMaster1.xml"/><Relationship Id="rId6" Type="http://schemas.openxmlformats.org/officeDocument/2006/relationships/hyperlink" Target="https://www.ibm.com/topics/unsupervised-learning" TargetMode="External"/><Relationship Id="rId5" Type="http://schemas.openxmlformats.org/officeDocument/2006/relationships/hyperlink" Target="https://www.ibm.com/topics/machine-learning" TargetMode="External"/><Relationship Id="rId4" Type="http://schemas.openxmlformats.org/officeDocument/2006/relationships/hyperlink" Target="https://openai.com/" TargetMode="External"/></Relationships>
</file>

<file path=ppt/notesSlides/_rels/notesSlide13.xml.rels><?xml version="1.0" encoding="UTF-8" standalone="yes"?>
<Relationships xmlns="http://schemas.openxmlformats.org/package/2006/relationships"><Relationship Id="rId3" Type="http://schemas.openxmlformats.org/officeDocument/2006/relationships/hyperlink" Target="https://www.youtube.com/watch?v=ZXiruGOCn9s" TargetMode="External"/><Relationship Id="rId2" Type="http://schemas.openxmlformats.org/officeDocument/2006/relationships/slide" Target="../slides/slide13.xml"/><Relationship Id="rId1" Type="http://schemas.openxmlformats.org/officeDocument/2006/relationships/notesMaster" Target="../notesMasters/notesMaster1.xml"/><Relationship Id="rId5" Type="http://schemas.openxmlformats.org/officeDocument/2006/relationships/hyperlink" Target="https://openai.com/" TargetMode="External"/><Relationship Id="rId4" Type="http://schemas.openxmlformats.org/officeDocument/2006/relationships/hyperlink" Target="https://openai.com/blog/chatgpt/" TargetMode="External"/></Relationships>
</file>

<file path=ppt/notesSlides/_rels/notesSlide14.xml.rels><?xml version="1.0" encoding="UTF-8" standalone="yes"?>
<Relationships xmlns="http://schemas.openxmlformats.org/package/2006/relationships"><Relationship Id="rId3" Type="http://schemas.openxmlformats.org/officeDocument/2006/relationships/hyperlink" Target="https://www.allabtai.com/prompt-engineering-tips-zero-one-and-few-shot-prompting/" TargetMode="External"/><Relationship Id="rId2" Type="http://schemas.openxmlformats.org/officeDocument/2006/relationships/slide" Target="../slides/slide14.xml"/><Relationship Id="rId1" Type="http://schemas.openxmlformats.org/officeDocument/2006/relationships/notesMaster" Target="../notesMasters/notesMaster1.xml"/><Relationship Id="rId5" Type="http://schemas.openxmlformats.org/officeDocument/2006/relationships/hyperlink" Target="https://www.youtube.com/watch?v=ZXiruGOCn9s" TargetMode="External"/><Relationship Id="rId4" Type="http://schemas.openxmlformats.org/officeDocument/2006/relationships/hyperlink" Target="https://thegradient.pub/prompting/" TargetMode="External"/></Relationships>
</file>

<file path=ppt/notesSlides/_rels/notesSlide15.xml.rels><?xml version="1.0" encoding="UTF-8" standalone="yes"?>
<Relationships xmlns="http://schemas.openxmlformats.org/package/2006/relationships"><Relationship Id="rId3" Type="http://schemas.openxmlformats.org/officeDocument/2006/relationships/hyperlink" Target="https://www.youtube.com/watch?v=ZXiruGOCn9s" TargetMode="External"/><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3" Type="http://schemas.openxmlformats.org/officeDocument/2006/relationships/hyperlink" Target="https://www.youtube.com/watch?v=ZXiruGOCn9s" TargetMode="External"/><Relationship Id="rId2" Type="http://schemas.openxmlformats.org/officeDocument/2006/relationships/slide" Target="../slides/slide16.xml"/><Relationship Id="rId1" Type="http://schemas.openxmlformats.org/officeDocument/2006/relationships/notesMaster" Target="../notesMasters/notesMaster1.xml"/><Relationship Id="rId5" Type="http://schemas.openxmlformats.org/officeDocument/2006/relationships/hyperlink" Target="https://openai.com/" TargetMode="External"/><Relationship Id="rId4" Type="http://schemas.openxmlformats.org/officeDocument/2006/relationships/hyperlink" Target="https://openai.com/blog/chatgpt/" TargetMode="Externa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3" Type="http://schemas.openxmlformats.org/officeDocument/2006/relationships/hyperlink" Target="https://openai.com/" TargetMode="External"/><Relationship Id="rId2" Type="http://schemas.openxmlformats.org/officeDocument/2006/relationships/slide" Target="../slides/slide18.xml"/><Relationship Id="rId1" Type="http://schemas.openxmlformats.org/officeDocument/2006/relationships/notesMaster" Target="../notesMasters/notesMaster1.xml"/><Relationship Id="rId6" Type="http://schemas.openxmlformats.org/officeDocument/2006/relationships/hyperlink" Target="https://ibm.seismic.com/Link/Content/DCpqBW8GB4bPWGTTmgT8Mpdg3TFd" TargetMode="External"/><Relationship Id="rId5" Type="http://schemas.openxmlformats.org/officeDocument/2006/relationships/hyperlink" Target="https://www.youtube.com/watch?v=ZXiruGOCn9s" TargetMode="External"/><Relationship Id="rId4" Type="http://schemas.openxmlformats.org/officeDocument/2006/relationships/hyperlink" Target="https://openai.com/blog/chatgpt/" TargetMode="External"/></Relationships>
</file>

<file path=ppt/notesSlides/_rels/notesSlide19.xml.rels><?xml version="1.0" encoding="UTF-8" standalone="yes"?>
<Relationships xmlns="http://schemas.openxmlformats.org/package/2006/relationships"><Relationship Id="rId3" Type="http://schemas.openxmlformats.org/officeDocument/2006/relationships/hyperlink" Target="https://www.ibm.com/topics/artificial-intelligence" TargetMode="External"/><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3" Type="http://schemas.openxmlformats.org/officeDocument/2006/relationships/hyperlink" Target="https://www.ibm.com/topics/natural-language-processing" TargetMode="External"/><Relationship Id="rId2" Type="http://schemas.openxmlformats.org/officeDocument/2006/relationships/slide" Target="../slides/slide20.xml"/><Relationship Id="rId1" Type="http://schemas.openxmlformats.org/officeDocument/2006/relationships/notesMaster" Target="../notesMasters/notesMaster1.xml"/><Relationship Id="rId4" Type="http://schemas.openxmlformats.org/officeDocument/2006/relationships/hyperlink" Target="https://www.ibm.com/topics/machine-learning" TargetMode="External"/></Relationships>
</file>

<file path=ppt/notesSlides/_rels/notesSlide21.xml.rels><?xml version="1.0" encoding="UTF-8" standalone="yes"?>
<Relationships xmlns="http://schemas.openxmlformats.org/package/2006/relationships"><Relationship Id="rId3" Type="http://schemas.openxmlformats.org/officeDocument/2006/relationships/hyperlink" Target="https://www.ibm.com/topics/natural-language-processing" TargetMode="External"/><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3" Type="http://schemas.openxmlformats.org/officeDocument/2006/relationships/hyperlink" Target="https://www.ibm.com/topics/conversational-ai" TargetMode="External"/><Relationship Id="rId2" Type="http://schemas.openxmlformats.org/officeDocument/2006/relationships/slide" Target="../slides/slide22.xml"/><Relationship Id="rId1" Type="http://schemas.openxmlformats.org/officeDocument/2006/relationships/notesMaster" Target="../notesMasters/notesMaster1.xml"/><Relationship Id="rId6" Type="http://schemas.openxmlformats.org/officeDocument/2006/relationships/hyperlink" Target="https://www.ibm.com/topics/machine-learning" TargetMode="External"/><Relationship Id="rId5" Type="http://schemas.openxmlformats.org/officeDocument/2006/relationships/hyperlink" Target="https://www.ibm.com/topics/chatbots" TargetMode="External"/><Relationship Id="rId4" Type="http://schemas.openxmlformats.org/officeDocument/2006/relationships/hyperlink" Target="https://www.ibm.com/topics/natural-language-processing" TargetMode="External"/></Relationships>
</file>

<file path=ppt/notesSlides/_rels/notesSlide23.xml.rels><?xml version="1.0" encoding="UTF-8" standalone="yes"?>
<Relationships xmlns="http://schemas.openxmlformats.org/package/2006/relationships"><Relationship Id="rId3" Type="http://schemas.openxmlformats.org/officeDocument/2006/relationships/hyperlink" Target="https://www.ibm.com/downloads/cas/E1ZJMVAP" TargetMode="External"/><Relationship Id="rId2" Type="http://schemas.openxmlformats.org/officeDocument/2006/relationships/slide" Target="../slides/slide23.xml"/><Relationship Id="rId1" Type="http://schemas.openxmlformats.org/officeDocument/2006/relationships/notesMaster" Target="../notesMasters/notesMaster1.xml"/><Relationship Id="rId5" Type="http://schemas.openxmlformats.org/officeDocument/2006/relationships/hyperlink" Target="https://ppforum.ca/publications/governance-in-the-digital-age/" TargetMode="External"/><Relationship Id="rId4" Type="http://schemas.openxmlformats.org/officeDocument/2006/relationships/hyperlink" Target="https://www.ibm.com/topics/conversational-ai" TargetMode="External"/></Relationships>
</file>

<file path=ppt/notesSlides/_rels/notesSlide24.xml.rels><?xml version="1.0" encoding="UTF-8" standalone="yes"?>
<Relationships xmlns="http://schemas.openxmlformats.org/package/2006/relationships"><Relationship Id="rId3" Type="http://schemas.openxmlformats.org/officeDocument/2006/relationships/hyperlink" Target="https://www.youtube.com/watch?v=ZXiruGOCn9s" TargetMode="External"/><Relationship Id="rId2" Type="http://schemas.openxmlformats.org/officeDocument/2006/relationships/slide" Target="../slides/slide24.xml"/><Relationship Id="rId1" Type="http://schemas.openxmlformats.org/officeDocument/2006/relationships/notesMaster" Target="../notesMasters/notesMaster1.xml"/><Relationship Id="rId5" Type="http://schemas.openxmlformats.org/officeDocument/2006/relationships/hyperlink" Target="https://www.wsj.com/articles/jpmorgan-chase-taps-ai-to-make-marketing-messages-more-powerful-11564482606" TargetMode="External"/><Relationship Id="rId4" Type="http://schemas.openxmlformats.org/officeDocument/2006/relationships/hyperlink" Target="https://www.ibm.com/topics/artificial-intelligence" TargetMode="External"/></Relationships>
</file>

<file path=ppt/notesSlides/_rels/notesSlide25.xml.rels><?xml version="1.0" encoding="UTF-8" standalone="yes"?>
<Relationships xmlns="http://schemas.openxmlformats.org/package/2006/relationships"><Relationship Id="rId3" Type="http://schemas.openxmlformats.org/officeDocument/2006/relationships/hyperlink" Target="https://www.youtube.com/watch?v=ZXiruGOCn9s" TargetMode="External"/><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Artificial intelligence (AI) leverages computers and machines attempt to mimic (at scale) the problem-solving and decision-making capabilities of the human mind. AI systems are “trained and learned” from experience through an iterative process. AI technology can remember behavior patterns and adapt their responses to conform to those behaviors or encourage changes. </a:t>
            </a:r>
          </a:p>
          <a:p>
            <a:endParaRPr lang="en-US" dirty="0">
              <a:latin typeface="+mn-lt"/>
            </a:endParaRPr>
          </a:p>
          <a:p>
            <a:r>
              <a:rPr lang="en-US" dirty="0">
                <a:latin typeface="+mn-lt"/>
              </a:rPr>
              <a:t>Currently, AI is being used in everyday life across many domains, from </a:t>
            </a:r>
            <a:r>
              <a:rPr lang="en-US" b="0" dirty="0">
                <a:effectLst/>
                <a:latin typeface="+mn-lt"/>
              </a:rPr>
              <a:t>drastically improving travel with applications like Google and Apple Maps, to using face ID to unlock a phone or application, to even predicting the kinds of food people will order on a hot summer day to power a dynamically-priced drive-thru fast food menu. </a:t>
            </a:r>
            <a:r>
              <a:rPr lang="en-US" dirty="0">
                <a:latin typeface="+mn-lt"/>
              </a:rPr>
              <a:t>S</a:t>
            </a:r>
            <a:r>
              <a:rPr lang="en-US" b="0" dirty="0">
                <a:effectLst/>
                <a:latin typeface="+mn-lt"/>
              </a:rPr>
              <a:t>mart recommendation systems have learned consumers behaviors and interests over time by following online activity and use AI to align suggestions with an individual’s interests and buying behaviors (referred to as hyper-personalization). Social media applications are using AI to monitor content for hateful speech or inappropriate images, suggest new connections within a social network, and serve advertisements to targeted users for revenue. AI is playing a significant role in other industries such as banking (risk, upsell) and healthcare (reduced readmissions) as well and AI technology</a:t>
            </a:r>
            <a:r>
              <a:rPr lang="en-US" dirty="0">
                <a:latin typeface="+mn-lt"/>
              </a:rPr>
              <a:t> can help organizations find answers to questions, they may not even know they should be asking.</a:t>
            </a:r>
            <a:r>
              <a:rPr lang="en-US" b="0" dirty="0">
                <a:latin typeface="+mn-lt"/>
              </a:rPr>
              <a:t> </a:t>
            </a:r>
          </a:p>
          <a:p>
            <a:endParaRPr lang="en-US" dirty="0">
              <a:latin typeface="+mn-lt"/>
            </a:endParaRPr>
          </a:p>
          <a:p>
            <a:r>
              <a:rPr lang="en-US" b="0" dirty="0">
                <a:latin typeface="+mn-lt"/>
              </a:rPr>
              <a:t>The </a:t>
            </a:r>
            <a:r>
              <a:rPr lang="en-US" b="0" dirty="0">
                <a:effectLst/>
                <a:latin typeface="+mn-lt"/>
              </a:rPr>
              <a:t>truth is… there isn’t an industry where AI isn’t being put to work, or (more importantly) couldn’t be put to work in, because when done right, </a:t>
            </a:r>
            <a:r>
              <a:rPr lang="en-US" dirty="0">
                <a:latin typeface="+mn-lt"/>
              </a:rPr>
              <a:t>AI</a:t>
            </a:r>
            <a:r>
              <a:rPr lang="en-US" b="0" dirty="0">
                <a:effectLst/>
                <a:latin typeface="+mn-lt"/>
              </a:rPr>
              <a:t> can help companies optimize, predict, or automate their business. </a:t>
            </a:r>
          </a:p>
          <a:p>
            <a:endParaRPr lang="en-US" dirty="0">
              <a:latin typeface="+mn-lt"/>
            </a:endParaRPr>
          </a:p>
          <a:p>
            <a:r>
              <a:rPr lang="en-US" dirty="0">
                <a:latin typeface="+mn-lt"/>
              </a:rPr>
              <a:t>This presentation is an introduction to AI concepts including machine learning methods, foundation models, and traditional AI applications and use cases. This presentation helps sellers prepare for client conversations about AI concepts and use cases. </a:t>
            </a:r>
          </a:p>
          <a:p>
            <a:endParaRPr lang="en-US" dirty="0">
              <a:latin typeface="+mn-lt"/>
            </a:endParaRPr>
          </a:p>
          <a:p>
            <a:r>
              <a:rPr lang="en-US" b="1" dirty="0">
                <a:latin typeface="+mn-lt"/>
              </a:rPr>
              <a:t>Notes:</a:t>
            </a:r>
          </a:p>
          <a:p>
            <a:endParaRPr lang="en-US" dirty="0">
              <a:latin typeface="+mn-lt"/>
            </a:endParaRPr>
          </a:p>
          <a:p>
            <a:pPr marL="171450" marR="0" lvl="0" indent="-171450" algn="l" defTabSz="914400" rtl="0" eaLnBrk="0" fontAlgn="base" latinLnBrk="0" hangingPunct="0">
              <a:lnSpc>
                <a:spcPct val="100000"/>
              </a:lnSpc>
              <a:spcBef>
                <a:spcPct val="30000"/>
              </a:spcBef>
              <a:spcAft>
                <a:spcPct val="0"/>
              </a:spcAft>
              <a:buClrTx/>
              <a:buSzTx/>
              <a:buFont typeface="Arial" panose="020B0604020202020204" pitchFamily="34" charset="0"/>
              <a:buChar char="•"/>
              <a:tabLst/>
              <a:defRPr/>
            </a:pPr>
            <a:r>
              <a:rPr lang="en-US" sz="1000" b="1" dirty="0">
                <a:latin typeface="+mn-lt"/>
              </a:rPr>
              <a:t>Machine learning (ML) </a:t>
            </a:r>
            <a:r>
              <a:rPr lang="en-US" sz="1000" dirty="0">
                <a:latin typeface="+mn-lt"/>
              </a:rPr>
              <a:t>refers to a broad set of techniques to train a computer to learn from its inputs, using existing data, and one or more “training” methods, instead of being explicitly programmed. </a:t>
            </a:r>
            <a:r>
              <a:rPr lang="en-US" dirty="0">
                <a:latin typeface="+mn-lt"/>
              </a:rPr>
              <a:t>ML helps a computer to achieve AI. </a:t>
            </a: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endParaRPr lang="en-US" b="1" dirty="0">
              <a:latin typeface="+mn-lt"/>
            </a:endParaRP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r>
              <a:rPr lang="en-US" b="1" dirty="0">
                <a:latin typeface="+mn-lt"/>
              </a:rPr>
              <a:t>Foundation models </a:t>
            </a:r>
            <a:r>
              <a:rPr lang="en-US" dirty="0">
                <a:latin typeface="+mn-lt"/>
              </a:rPr>
              <a:t>are typically built using a specific kind of neural network architecture, called a transformer, which is designed to generate sequences of related data elements (for example, like a sentence). </a:t>
            </a: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endParaRPr lang="en-US" dirty="0">
              <a:latin typeface="+mn-lt"/>
            </a:endParaRPr>
          </a:p>
          <a:p>
            <a:pPr marL="171450" marR="0" lvl="0" indent="-171450" algn="l" defTabSz="914400" rtl="0" eaLnBrk="0" fontAlgn="base" latinLnBrk="0" hangingPunct="0">
              <a:lnSpc>
                <a:spcPct val="100000"/>
              </a:lnSpc>
              <a:spcBef>
                <a:spcPct val="30000"/>
              </a:spcBef>
              <a:spcAft>
                <a:spcPct val="0"/>
              </a:spcAft>
              <a:buClrTx/>
              <a:buSzTx/>
              <a:buFont typeface="Arial" panose="020B0604020202020204" pitchFamily="34" charset="0"/>
              <a:buChar char="•"/>
              <a:tabLst/>
              <a:defRPr/>
            </a:pPr>
            <a:r>
              <a:rPr lang="en-US" sz="1000" b="1" dirty="0">
                <a:latin typeface="+mn-lt"/>
              </a:rPr>
              <a:t>Neural networks </a:t>
            </a:r>
            <a:r>
              <a:rPr lang="en-US" sz="1000" dirty="0">
                <a:latin typeface="+mn-lt"/>
              </a:rPr>
              <a:t>are a set of algorithms, modeled loosely after the neural networks found in the human brain, that are designed to recognize hidden patterns in data</a:t>
            </a:r>
            <a:r>
              <a:rPr lang="en-US" sz="1000" b="1" dirty="0">
                <a:effectLst/>
                <a:latin typeface="+mn-lt"/>
                <a:ea typeface="Calibri" panose="020F0502020204030204" pitchFamily="34" charset="0"/>
                <a:cs typeface="Times New Roman" panose="02020603050405020304" pitchFamily="18" charset="0"/>
              </a:rPr>
              <a:t>.</a:t>
            </a:r>
          </a:p>
          <a:p>
            <a:pPr marL="171450" marR="0" lvl="0" indent="-171450" algn="l" defTabSz="914400" rtl="0" eaLnBrk="0" fontAlgn="base" latinLnBrk="0" hangingPunct="0">
              <a:lnSpc>
                <a:spcPct val="100000"/>
              </a:lnSpc>
              <a:spcBef>
                <a:spcPct val="30000"/>
              </a:spcBef>
              <a:spcAft>
                <a:spcPct val="0"/>
              </a:spcAft>
              <a:buClrTx/>
              <a:buSzTx/>
              <a:buFont typeface="Arial" panose="020B0604020202020204" pitchFamily="34" charset="0"/>
              <a:buChar char="•"/>
              <a:tabLst/>
              <a:defRPr/>
            </a:pPr>
            <a:endParaRPr lang="en-US" sz="1000" b="1" dirty="0">
              <a:effectLst/>
              <a:latin typeface="+mn-lt"/>
              <a:ea typeface="Calibri" panose="020F0502020204030204" pitchFamily="34" charset="0"/>
              <a:cs typeface="Times New Roman" panose="02020603050405020304" pitchFamily="18" charset="0"/>
            </a:endParaRPr>
          </a:p>
          <a:p>
            <a:pPr marL="171450" indent="-171450">
              <a:lnSpc>
                <a:spcPct val="107000"/>
              </a:lnSpc>
              <a:buFont typeface="Arial" panose="020B0604020202020204" pitchFamily="34" charset="0"/>
              <a:buChar char="•"/>
            </a:pPr>
            <a:r>
              <a:rPr lang="en-US" sz="1000" b="0" dirty="0">
                <a:latin typeface="+mn-lt"/>
              </a:rPr>
              <a:t>A </a:t>
            </a:r>
            <a:r>
              <a:rPr lang="en-US" sz="1000" b="1" dirty="0">
                <a:latin typeface="+mn-lt"/>
              </a:rPr>
              <a:t>transformer</a:t>
            </a:r>
            <a:r>
              <a:rPr lang="en-US" sz="1000" b="0" dirty="0">
                <a:latin typeface="+mn-lt"/>
              </a:rPr>
              <a:t> </a:t>
            </a:r>
            <a:r>
              <a:rPr lang="en-US" sz="1000" b="1" dirty="0">
                <a:latin typeface="+mn-lt"/>
              </a:rPr>
              <a:t>model</a:t>
            </a:r>
            <a:r>
              <a:rPr lang="en-US" sz="1000" b="0" dirty="0">
                <a:latin typeface="+mn-lt"/>
              </a:rPr>
              <a:t> </a:t>
            </a:r>
            <a:r>
              <a:rPr lang="en-US" sz="1000" dirty="0">
                <a:latin typeface="+mn-lt"/>
              </a:rPr>
              <a:t>is a neural network architecture useful for understanding language, which does not have to understand words one at a time but can look at an entire sentence at once for context and disambiguation. A technique called self-attention allows these models to focus on the particular words that are important in understanding the meaning of the sentence. Transformers single-handedly spawned the world of foundation models and its birthplace research paper (Attention is all You Need) spawned the AI inflection point that is happening today. AI transformer models can be Encoder models (like BERT), Decoder models (like GPT), or Encoder and Decoder models (like T5). Learn more about Transformers at: </a:t>
            </a:r>
            <a:r>
              <a:rPr lang="en-US" sz="1000" dirty="0">
                <a:latin typeface="+mn-lt"/>
                <a:hlinkClick r:id="rId3"/>
              </a:rPr>
              <a:t>https://www.youtube.com/watch?v=ZXiruGOCn9s</a:t>
            </a:r>
            <a:r>
              <a:rPr lang="en-US" sz="1000" dirty="0">
                <a:latin typeface="+mn-lt"/>
              </a:rPr>
              <a:t>.</a:t>
            </a:r>
          </a:p>
          <a:p>
            <a:pPr marL="171450" marR="0" lvl="0" indent="-171450" algn="l" defTabSz="914400" rtl="0" eaLnBrk="0" fontAlgn="base" latinLnBrk="0" hangingPunct="0">
              <a:lnSpc>
                <a:spcPct val="100000"/>
              </a:lnSpc>
              <a:spcBef>
                <a:spcPct val="30000"/>
              </a:spcBef>
              <a:spcAft>
                <a:spcPct val="0"/>
              </a:spcAft>
              <a:buClrTx/>
              <a:buSzTx/>
              <a:buFont typeface="Arial" panose="020B0604020202020204" pitchFamily="34" charset="0"/>
              <a:buChar char="•"/>
              <a:tabLst/>
              <a:defRPr/>
            </a:pPr>
            <a:endParaRPr lang="en-US" b="1" dirty="0">
              <a:latin typeface="+mn-lt"/>
            </a:endParaRPr>
          </a:p>
          <a:p>
            <a:pPr marL="171450" marR="0" lvl="0" indent="-171450" algn="l" defTabSz="914400" rtl="0" eaLnBrk="0" fontAlgn="base" latinLnBrk="0" hangingPunct="0">
              <a:lnSpc>
                <a:spcPct val="100000"/>
              </a:lnSpc>
              <a:spcBef>
                <a:spcPct val="30000"/>
              </a:spcBef>
              <a:spcAft>
                <a:spcPct val="0"/>
              </a:spcAft>
              <a:buClrTx/>
              <a:buSzTx/>
              <a:buFont typeface="Arial" panose="020B0604020202020204" pitchFamily="34" charset="0"/>
              <a:buChar char="•"/>
              <a:tabLst/>
              <a:defRPr/>
            </a:pPr>
            <a:r>
              <a:rPr lang="en-US" sz="1000" b="0" dirty="0">
                <a:latin typeface="+mn-lt"/>
              </a:rPr>
              <a:t>An</a:t>
            </a:r>
            <a:r>
              <a:rPr lang="en-US" sz="1000" b="1" dirty="0">
                <a:latin typeface="+mn-lt"/>
              </a:rPr>
              <a:t> algorithm </a:t>
            </a:r>
            <a:r>
              <a:rPr lang="en-US" sz="1000" b="0" dirty="0">
                <a:latin typeface="+mn-lt"/>
              </a:rPr>
              <a:t>is a procedure used for solving a problem or performing a computation. Algorithms act as an exact list of instructions that conduct a sequence of specified actions in either hardware- or software-based routines.</a:t>
            </a:r>
          </a:p>
        </p:txBody>
      </p:sp>
      <p:sp>
        <p:nvSpPr>
          <p:cNvPr id="4" name="Slide Number Placeholder 3"/>
          <p:cNvSpPr>
            <a:spLocks noGrp="1"/>
          </p:cNvSpPr>
          <p:nvPr>
            <p:ph type="sldNum" sz="quarter" idx="5"/>
          </p:nvPr>
        </p:nvSpPr>
        <p:spPr/>
        <p:txBody>
          <a:bodyPr/>
          <a:lstStyle/>
          <a:p>
            <a:fld id="{6E2E38B8-B0B4-AD41-AC6E-B781F46A9FD3}" type="slidenum">
              <a:rPr lang="en-US" smtClean="0"/>
              <a:pPr/>
              <a:t>1</a:t>
            </a:fld>
            <a:endParaRPr lang="en-US" dirty="0"/>
          </a:p>
        </p:txBody>
      </p:sp>
    </p:spTree>
    <p:extLst>
      <p:ext uri="{BB962C8B-B14F-4D97-AF65-F5344CB8AC3E}">
        <p14:creationId xmlns:p14="http://schemas.microsoft.com/office/powerpoint/2010/main" val="279657380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This self-explanatory slide shares seller guidance and legal disclaimers for this presentation. </a:t>
            </a:r>
            <a:r>
              <a:rPr lang="en-US" sz="1000" dirty="0">
                <a:latin typeface="+mn-lt"/>
                <a:cs typeface="Arial"/>
              </a:rPr>
              <a:t>This content should only be shared with IBMers and Business partners.</a:t>
            </a:r>
            <a:endParaRPr lang="en-US" dirty="0">
              <a:latin typeface="+mn-lt"/>
            </a:endParaRPr>
          </a:p>
        </p:txBody>
      </p:sp>
      <p:sp>
        <p:nvSpPr>
          <p:cNvPr id="4" name="Slide Number Placeholder 3"/>
          <p:cNvSpPr>
            <a:spLocks noGrp="1"/>
          </p:cNvSpPr>
          <p:nvPr>
            <p:ph type="sldNum" sz="quarter" idx="5"/>
          </p:nvPr>
        </p:nvSpPr>
        <p:spPr/>
        <p:txBody>
          <a:bodyPr/>
          <a:lstStyle/>
          <a:p>
            <a:fld id="{6E2E38B8-B0B4-AD41-AC6E-B781F46A9FD3}" type="slidenum">
              <a:rPr lang="en-US" smtClean="0"/>
              <a:pPr/>
              <a:t>2</a:t>
            </a:fld>
            <a:endParaRPr lang="en-US" dirty="0"/>
          </a:p>
        </p:txBody>
      </p:sp>
    </p:spTree>
    <p:extLst>
      <p:ext uri="{BB962C8B-B14F-4D97-AF65-F5344CB8AC3E}">
        <p14:creationId xmlns:p14="http://schemas.microsoft.com/office/powerpoint/2010/main" val="314395878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pPr marL="0" marR="0" lvl="0" indent="0" algn="l" defTabSz="2438522" rtl="0" eaLnBrk="1" fontAlgn="auto" latinLnBrk="0" hangingPunct="1">
              <a:lnSpc>
                <a:spcPct val="110000"/>
              </a:lnSpc>
              <a:spcBef>
                <a:spcPts val="0"/>
              </a:spcBef>
              <a:spcAft>
                <a:spcPts val="0"/>
              </a:spcAft>
              <a:buClrTx/>
              <a:buSzTx/>
              <a:buFontTx/>
              <a:buNone/>
              <a:tabLst/>
              <a:defRPr/>
            </a:pPr>
            <a:r>
              <a:rPr lang="en-US" dirty="0">
                <a:latin typeface="+mn-lt"/>
              </a:rPr>
              <a:t>Artificial intelligence (AI) is a general-purpose term which does not have a precise technical meaning. More broadly, AI refers to the ability of computer systems to attempt to mimic the problem-solving and decision-making capabilities of the human mind. AI is often used to refer to many disciplines, like natural language processing (NLP), computer vision, robotics, data science, and more.</a:t>
            </a:r>
          </a:p>
          <a:p>
            <a:pPr marL="0" marR="0" lvl="0" indent="0" algn="l" defTabSz="2438522" rtl="0" eaLnBrk="1" fontAlgn="auto" latinLnBrk="0" hangingPunct="1">
              <a:lnSpc>
                <a:spcPct val="110000"/>
              </a:lnSpc>
              <a:spcBef>
                <a:spcPts val="0"/>
              </a:spcBef>
              <a:spcAft>
                <a:spcPts val="0"/>
              </a:spcAft>
              <a:buClrTx/>
              <a:buSzTx/>
              <a:buFontTx/>
              <a:buNone/>
              <a:tabLst/>
              <a:defRPr/>
            </a:pPr>
            <a:endParaRPr lang="en-US" dirty="0">
              <a:latin typeface="+mn-lt"/>
            </a:endParaRPr>
          </a:p>
          <a:p>
            <a:pPr marL="0" marR="0" lvl="0" indent="0" algn="l" defTabSz="2438522" rtl="0" eaLnBrk="1" fontAlgn="auto" latinLnBrk="0" hangingPunct="1">
              <a:lnSpc>
                <a:spcPct val="110000"/>
              </a:lnSpc>
              <a:spcBef>
                <a:spcPts val="0"/>
              </a:spcBef>
              <a:spcAft>
                <a:spcPts val="0"/>
              </a:spcAft>
              <a:buClrTx/>
              <a:buSzTx/>
              <a:buFontTx/>
              <a:buNone/>
              <a:tabLst/>
              <a:defRPr/>
            </a:pPr>
            <a:r>
              <a:rPr lang="en-US" dirty="0">
                <a:latin typeface="+mn-lt"/>
              </a:rPr>
              <a:t>At a high level, AI is also considered to be a domain that combines computer science and robust datasets, that enables problem-solving. This usage of the AI term encompasses the subfields of machine learning (ML), deep learning (DL), and  foundation models. These disciplines are comprised of algorithms that make predictions, classifications, or generate content based on input data.</a:t>
            </a:r>
          </a:p>
          <a:p>
            <a:pPr marL="0" marR="0" lvl="0" indent="0" algn="l" defTabSz="2438522" rtl="0" eaLnBrk="1" fontAlgn="auto" latinLnBrk="0" hangingPunct="1">
              <a:lnSpc>
                <a:spcPct val="110000"/>
              </a:lnSpc>
              <a:spcBef>
                <a:spcPts val="0"/>
              </a:spcBef>
              <a:spcAft>
                <a:spcPts val="0"/>
              </a:spcAft>
              <a:buClrTx/>
              <a:buSzTx/>
              <a:buFontTx/>
              <a:buNone/>
              <a:tabLst/>
              <a:defRPr/>
            </a:pPr>
            <a:endParaRPr lang="en-US" dirty="0">
              <a:latin typeface="+mn-lt"/>
            </a:endParaRPr>
          </a:p>
          <a:p>
            <a:pPr marL="0" marR="0" lvl="0" indent="0" algn="l" defTabSz="2438522" rtl="0" eaLnBrk="1" fontAlgn="auto" latinLnBrk="0" hangingPunct="1">
              <a:lnSpc>
                <a:spcPct val="110000"/>
              </a:lnSpc>
              <a:spcBef>
                <a:spcPts val="0"/>
              </a:spcBef>
              <a:spcAft>
                <a:spcPts val="0"/>
              </a:spcAft>
              <a:buClrTx/>
              <a:buSzTx/>
              <a:buFontTx/>
              <a:buNone/>
              <a:tabLst/>
              <a:defRPr/>
            </a:pPr>
            <a:r>
              <a:rPr lang="en-US" b="1" dirty="0">
                <a:latin typeface="+mn-lt"/>
              </a:rPr>
              <a:t>Notes:</a:t>
            </a:r>
          </a:p>
          <a:p>
            <a:pPr marL="0" marR="0" lvl="0" indent="0" algn="l" defTabSz="2438522" rtl="0" eaLnBrk="1" fontAlgn="auto" latinLnBrk="0" hangingPunct="1">
              <a:lnSpc>
                <a:spcPct val="110000"/>
              </a:lnSpc>
              <a:spcBef>
                <a:spcPts val="0"/>
              </a:spcBef>
              <a:spcAft>
                <a:spcPts val="0"/>
              </a:spcAft>
              <a:buClrTx/>
              <a:buSzTx/>
              <a:buFontTx/>
              <a:buNone/>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Natural language processing (NLP) </a:t>
            </a:r>
            <a:r>
              <a:rPr lang="en-US" dirty="0">
                <a:latin typeface="+mn-lt"/>
              </a:rPr>
              <a:t>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a:t>
            </a:r>
          </a:p>
          <a:p>
            <a:pPr marL="0" marR="0" lvl="0" indent="0" algn="l" defTabSz="2438522" rtl="0" eaLnBrk="1" fontAlgn="auto" latinLnBrk="0" hangingPunct="1">
              <a:lnSpc>
                <a:spcPct val="110000"/>
              </a:lnSpc>
              <a:spcBef>
                <a:spcPts val="0"/>
              </a:spcBef>
              <a:spcAft>
                <a:spcPts val="0"/>
              </a:spcAft>
              <a:buClrTx/>
              <a:buSzTx/>
              <a:buFontTx/>
              <a:buNone/>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Neural networks </a:t>
            </a:r>
            <a:r>
              <a:rPr lang="en-US" dirty="0">
                <a:latin typeface="+mn-lt"/>
              </a:rPr>
              <a:t>are a set of algorithms, modeled loosely after the neural networks found in the human brain, that are designed to recognize hidden patterns in data</a:t>
            </a:r>
            <a:r>
              <a:rPr lang="en-US" b="1" dirty="0">
                <a:effectLst/>
                <a:latin typeface="+mn-lt"/>
                <a:ea typeface="Calibri" panose="020F0502020204030204" pitchFamily="34" charset="0"/>
                <a:cs typeface="Times New Roman" panose="02020603050405020304" pitchFamily="18" charset="0"/>
              </a:rPr>
              <a:t>.</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b="1" dirty="0">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0" dirty="0">
                <a:latin typeface="+mn-lt"/>
              </a:rPr>
              <a:t>An</a:t>
            </a:r>
            <a:r>
              <a:rPr lang="en-US" sz="1000" b="1" dirty="0">
                <a:latin typeface="+mn-lt"/>
              </a:rPr>
              <a:t> algorithm </a:t>
            </a:r>
            <a:r>
              <a:rPr lang="en-US" sz="1000" b="0" dirty="0">
                <a:latin typeface="+mn-lt"/>
              </a:rPr>
              <a:t>is a procedure used for solving a problem or performing a computation. Algorithms act as an exact list of instructions that conduct a sequence of specified actions in either hardware- or software-based routines.</a:t>
            </a:r>
          </a:p>
          <a:p>
            <a:pPr marL="0" marR="0" lvl="0" indent="0" algn="l" defTabSz="2438522" rtl="0" eaLnBrk="1" fontAlgn="auto" latinLnBrk="0" hangingPunct="1">
              <a:lnSpc>
                <a:spcPct val="110000"/>
              </a:lnSpc>
              <a:spcBef>
                <a:spcPts val="0"/>
              </a:spcBef>
              <a:spcAft>
                <a:spcPts val="0"/>
              </a:spcAft>
              <a:buClrTx/>
              <a:buSzTx/>
              <a:buFontTx/>
              <a:buNone/>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Deep learning (DL)</a:t>
            </a:r>
            <a:r>
              <a:rPr lang="en-US" sz="1000" b="0" dirty="0">
                <a:latin typeface="+mn-lt"/>
              </a:rPr>
              <a:t> is a technique for implementing machine learning (ML) that relies on deep artificial neural networks to perform complex tasks such as image recognition, object detection, and natural language processing (NLP). Neural networks are a set of algorithms, modeled loosely after the neural networks found in the human brain, which are designed to recognize hidden patterns in data. The “deep” in DL refers to a neural network comprised of more than three layers (which include the input and the output layers). </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sz="1000"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n-US" sz="1000" dirty="0">
                <a:latin typeface="+mn-lt"/>
              </a:rPr>
              <a:t>refers to a broad set of techniques to train a computer to learn from its inputs, using existing data, and one or more “training” methods, instead of being explicitly programmed. </a:t>
            </a:r>
            <a:r>
              <a:rPr lang="en-US" dirty="0">
                <a:latin typeface="+mn-lt"/>
              </a:rPr>
              <a:t>ML helps a computer to achieve AI. </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Foundation models </a:t>
            </a:r>
            <a:r>
              <a:rPr lang="en-US" dirty="0">
                <a:latin typeface="+mn-lt"/>
              </a:rPr>
              <a:t>are typically built using a specific kind of neural network architecture, called a transformer, which is designed to generate sequences of related data elements (for example, like a sentence).</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indent="-171450">
              <a:lnSpc>
                <a:spcPct val="107000"/>
              </a:lnSpc>
              <a:buFont typeface="Arial" panose="020B0604020202020204" pitchFamily="34" charset="0"/>
              <a:buChar char="•"/>
            </a:pPr>
            <a:r>
              <a:rPr lang="en-US" sz="1000" b="0" dirty="0">
                <a:latin typeface="+mn-lt"/>
              </a:rPr>
              <a:t>A </a:t>
            </a:r>
            <a:r>
              <a:rPr lang="en-US" sz="1000" b="1" dirty="0">
                <a:latin typeface="+mn-lt"/>
              </a:rPr>
              <a:t>transformer</a:t>
            </a:r>
            <a:r>
              <a:rPr lang="en-US" sz="1000" b="0" dirty="0">
                <a:latin typeface="+mn-lt"/>
              </a:rPr>
              <a:t> </a:t>
            </a:r>
            <a:r>
              <a:rPr lang="en-US" sz="1000" b="1" dirty="0">
                <a:latin typeface="+mn-lt"/>
              </a:rPr>
              <a:t>model</a:t>
            </a:r>
            <a:r>
              <a:rPr lang="en-US" sz="1000" b="0" dirty="0">
                <a:latin typeface="+mn-lt"/>
              </a:rPr>
              <a:t> </a:t>
            </a:r>
            <a:r>
              <a:rPr lang="en-US" sz="1000" dirty="0">
                <a:latin typeface="+mn-lt"/>
              </a:rPr>
              <a:t>is a neural network architecture useful for understanding language, which does not have to understand words one at a time but can look at an entire sentence at once for context and disambiguation. A technique called self-attention allows these models to focus on the particular words that are important in understanding the meaning of the sentence. Transformers single-handedly spawned the world of foundation models and its birthplace research paper (Attention is all You Need) spawned the AI inflection point that is happening today. AI transformer models can be Encoder models (like BERT), Decoder models (like GPT), or Encoder and Decoder models (like T5). Learn more about Transformers at: </a:t>
            </a:r>
            <a:r>
              <a:rPr lang="en-US" sz="1000" dirty="0">
                <a:latin typeface="+mn-lt"/>
                <a:hlinkClick r:id="rId3"/>
              </a:rPr>
              <a:t>https://www.youtube.com/watch?v=ZXiruGOCn9s</a:t>
            </a:r>
            <a:r>
              <a:rPr lang="en-US" sz="1000" dirty="0">
                <a:latin typeface="+mn-lt"/>
              </a:rPr>
              <a:t>.</a:t>
            </a:r>
          </a:p>
        </p:txBody>
      </p:sp>
      <p:sp>
        <p:nvSpPr>
          <p:cNvPr id="4" name="Slide Number Placeholder 3"/>
          <p:cNvSpPr>
            <a:spLocks noGrp="1"/>
          </p:cNvSpPr>
          <p:nvPr>
            <p:ph type="sldNum" sz="quarter" idx="5"/>
          </p:nvPr>
        </p:nvSpPr>
        <p:spPr/>
        <p:txBody>
          <a:bodyPr/>
          <a:lstStyle/>
          <a:p>
            <a:fld id="{6E2E38B8-B0B4-AD41-AC6E-B781F46A9FD3}" type="slidenum">
              <a:rPr lang="en-US" smtClean="0"/>
              <a:pPr/>
              <a:t>3</a:t>
            </a:fld>
            <a:endParaRPr lang="en-US" dirty="0"/>
          </a:p>
        </p:txBody>
      </p:sp>
    </p:spTree>
    <p:extLst>
      <p:ext uri="{BB962C8B-B14F-4D97-AF65-F5344CB8AC3E}">
        <p14:creationId xmlns:p14="http://schemas.microsoft.com/office/powerpoint/2010/main" val="69882059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Artificial intelligence (AI) is by no means a new concept. The birth of the AI conversation was denoted by Alan Turing, often referred to as the “father of computer science,” in the paper "</a:t>
            </a:r>
            <a:r>
              <a:rPr lang="en-US" dirty="0">
                <a:latin typeface="+mn-lt"/>
                <a:hlinkClick r:id="rId3">
                  <a:extLst>
                    <a:ext uri="{A12FA001-AC4F-418D-AE19-62706E023703}">
                      <ahyp:hlinkClr xmlns:ahyp="http://schemas.microsoft.com/office/drawing/2018/hyperlinkcolor" val="tx"/>
                    </a:ext>
                  </a:extLst>
                </a:hlinkClick>
              </a:rPr>
              <a:t>Computing Machinery and Intelligence</a:t>
            </a:r>
            <a:r>
              <a:rPr lang="en-US" dirty="0">
                <a:latin typeface="+mn-lt"/>
              </a:rPr>
              <a:t>" published in 1950. In that paper, Turing asks the following question, "Can machines think?" He offers a test, now famously known as the </a:t>
            </a:r>
            <a:r>
              <a:rPr lang="en-US" i="1" dirty="0">
                <a:latin typeface="+mn-lt"/>
              </a:rPr>
              <a:t>Turing test. </a:t>
            </a:r>
            <a:r>
              <a:rPr lang="en-US" i="0" dirty="0">
                <a:latin typeface="+mn-lt"/>
              </a:rPr>
              <a:t>The Turing test challenges </a:t>
            </a:r>
            <a:r>
              <a:rPr lang="en-US" dirty="0">
                <a:latin typeface="+mn-lt"/>
              </a:rPr>
              <a:t>a human interrogator to try and distinguish an interaction between a computer and human in a text response. While this test has undergone much scrutiny since published, it remains an important part of the history of AI.</a:t>
            </a:r>
          </a:p>
          <a:p>
            <a:endParaRPr lang="en-US" b="0" dirty="0">
              <a:latin typeface="+mn-lt"/>
            </a:endParaRPr>
          </a:p>
          <a:p>
            <a:r>
              <a:rPr lang="en-US" b="0" dirty="0">
                <a:latin typeface="+mn-lt"/>
              </a:rPr>
              <a:t>In 1956, </a:t>
            </a:r>
            <a:r>
              <a:rPr lang="en-US" dirty="0">
                <a:latin typeface="+mn-lt"/>
              </a:rPr>
              <a:t>John McCarthy coins the term ‘artificial intelligence’ at the first-ever AI conference at Dartmouth College. Much later, in his 2004 “</a:t>
            </a:r>
            <a:r>
              <a:rPr lang="en-US" dirty="0">
                <a:latin typeface="+mn-lt"/>
                <a:hlinkClick r:id="rId4">
                  <a:extLst>
                    <a:ext uri="{A12FA001-AC4F-418D-AE19-62706E023703}">
                      <ahyp:hlinkClr xmlns:ahyp="http://schemas.microsoft.com/office/drawing/2018/hyperlinkcolor" val="tx"/>
                    </a:ext>
                  </a:extLst>
                </a:hlinkClick>
              </a:rPr>
              <a:t>What is Artificial Intelligence?</a:t>
            </a:r>
            <a:r>
              <a:rPr lang="en-US" dirty="0">
                <a:latin typeface="+mn-lt"/>
              </a:rPr>
              <a:t>” paper, McCarthy offers this definition of AI: “It is the science and engineering of making intelligent machines, especially intelligent computer programs. It is related to the similar task of using computers to understand human intelligence, but AI does not have to confine itself to methods that are biologically observable.“</a:t>
            </a:r>
          </a:p>
          <a:p>
            <a:endParaRPr lang="en-US" dirty="0">
              <a:latin typeface="+mn-lt"/>
            </a:endParaRPr>
          </a:p>
          <a:p>
            <a:r>
              <a:rPr lang="en-US" dirty="0">
                <a:latin typeface="+mn-lt"/>
              </a:rPr>
              <a:t>In 1958, Frank Rosenblatt builds the Mark 1 Perceptron, the first AI based on a neural network that ‘learned’ through trial and error. A year later, Marvin Minsky and Seymour Papert publish a book titled “</a:t>
            </a:r>
            <a:r>
              <a:rPr lang="en-US" u="sng" dirty="0">
                <a:latin typeface="+mn-lt"/>
              </a:rPr>
              <a:t>Perceptrons</a:t>
            </a:r>
            <a:r>
              <a:rPr lang="en-US" dirty="0">
                <a:latin typeface="+mn-lt"/>
              </a:rPr>
              <a:t>.” This book becomes the landmark work of neural networks… by the 1980s, neural networks become widely used in AI applications. </a:t>
            </a:r>
          </a:p>
          <a:p>
            <a:endParaRPr lang="en-US" dirty="0">
              <a:latin typeface="+mn-lt"/>
            </a:endParaRPr>
          </a:p>
          <a:p>
            <a:pPr>
              <a:buFont typeface="Arial" panose="020B0604020202020204" pitchFamily="34" charset="0"/>
              <a:buNone/>
            </a:pPr>
            <a:r>
              <a:rPr lang="en-US" b="0" dirty="0">
                <a:latin typeface="+mn-lt"/>
              </a:rPr>
              <a:t>In 1997, </a:t>
            </a:r>
            <a:r>
              <a:rPr lang="en-US" dirty="0">
                <a:latin typeface="+mn-lt"/>
              </a:rPr>
              <a:t>IBM's Deep Blue supercomputer beats, then world chess champion, Garry Kasparov in a chess match (and rematch). It would be just over a decade later where IBM Watson competes and beats champions Ken Jennings and Brad Rutter at </a:t>
            </a:r>
            <a:r>
              <a:rPr lang="en-US" i="1" dirty="0">
                <a:latin typeface="+mn-lt"/>
              </a:rPr>
              <a:t>Jeopardy! </a:t>
            </a:r>
            <a:r>
              <a:rPr lang="en-US" i="0" dirty="0">
                <a:latin typeface="+mn-lt"/>
              </a:rPr>
              <a:t>in 2011. </a:t>
            </a:r>
          </a:p>
          <a:p>
            <a:pPr>
              <a:buFont typeface="Arial" panose="020B0604020202020204" pitchFamily="34" charset="0"/>
              <a:buNone/>
            </a:pPr>
            <a:endParaRPr lang="en-US" dirty="0">
              <a:latin typeface="+mn-lt"/>
            </a:endParaRPr>
          </a:p>
          <a:p>
            <a:pPr>
              <a:buFont typeface="Arial" panose="020B0604020202020204" pitchFamily="34" charset="0"/>
              <a:buNone/>
            </a:pPr>
            <a:r>
              <a:rPr lang="en-US" dirty="0">
                <a:latin typeface="+mn-lt"/>
              </a:rPr>
              <a:t>Supercomputers continue to train models that </a:t>
            </a:r>
            <a:r>
              <a:rPr lang="en-US" i="0" dirty="0">
                <a:latin typeface="+mn-lt"/>
              </a:rPr>
              <a:t>advance</a:t>
            </a:r>
            <a:r>
              <a:rPr lang="en-US" dirty="0">
                <a:latin typeface="+mn-lt"/>
              </a:rPr>
              <a:t> </a:t>
            </a:r>
            <a:r>
              <a:rPr lang="en-US" i="0" dirty="0">
                <a:latin typeface="+mn-lt"/>
              </a:rPr>
              <a:t>AI. In </a:t>
            </a:r>
            <a:r>
              <a:rPr lang="en-US" b="0" dirty="0">
                <a:latin typeface="+mn-lt"/>
              </a:rPr>
              <a:t>2015, </a:t>
            </a:r>
            <a:r>
              <a:rPr lang="en-US" dirty="0">
                <a:latin typeface="+mn-lt"/>
              </a:rPr>
              <a:t>Baidu's Minwa supercomputer uses a special kind of deep neural network, called a convolutional neural network (CNN), to identify and categorize images with a higher rate of accuracy than the average human. And in 2016, DeepMind's AlphaGo program, powered by a deep neural network, beats Lee Sedol, the world champion Go player, in a five-game match. (Go </a:t>
            </a:r>
            <a:r>
              <a:rPr lang="en-CA" b="0" i="0" u="none" strike="noStrike" dirty="0">
                <a:effectLst/>
                <a:latin typeface="+mn-lt"/>
              </a:rPr>
              <a:t>is an adversarial game with the objective of surrounding a larger total area of the board with one's stones than the opponent. As the game progresses, players position stones on the board to map out formations and potential territories. Go is considered to be the most difficult game ever invented by man).</a:t>
            </a:r>
            <a:r>
              <a:rPr lang="en-US" dirty="0">
                <a:latin typeface="+mn-lt"/>
              </a:rPr>
              <a:t> This victory is significant given the huge number of possible moves as the game progresses (over 14.5 trillion after just four moves!).</a:t>
            </a:r>
          </a:p>
          <a:p>
            <a:pPr>
              <a:buFont typeface="Arial" panose="020B0604020202020204" pitchFamily="34" charset="0"/>
              <a:buNone/>
            </a:pPr>
            <a:endParaRPr lang="en-US" dirty="0">
              <a:latin typeface="+mn-lt"/>
            </a:endParaRPr>
          </a:p>
          <a:p>
            <a:pPr>
              <a:buFont typeface="Arial" panose="020B0604020202020204" pitchFamily="34" charset="0"/>
              <a:buNone/>
            </a:pPr>
            <a:r>
              <a:rPr lang="en-US" dirty="0">
                <a:latin typeface="+mn-lt"/>
              </a:rPr>
              <a:t>In 2022, the OpenAI research lab released </a:t>
            </a:r>
            <a:r>
              <a:rPr lang="en-US" dirty="0">
                <a:effectLst/>
                <a:latin typeface="+mn-lt"/>
                <a:ea typeface="Times New Roman" panose="02020603050405020304" pitchFamily="18" charset="0"/>
                <a:hlinkClick r:id="rId5">
                  <a:extLst>
                    <a:ext uri="{A12FA001-AC4F-418D-AE19-62706E023703}">
                      <ahyp:hlinkClr xmlns:ahyp="http://schemas.microsoft.com/office/drawing/2018/hyperlinkcolor" val="tx"/>
                    </a:ext>
                  </a:extLst>
                </a:hlinkClick>
              </a:rPr>
              <a:t>ChatGPT</a:t>
            </a:r>
            <a:r>
              <a:rPr lang="en-US" dirty="0">
                <a:effectLst/>
                <a:latin typeface="+mn-lt"/>
                <a:ea typeface="Times New Roman" panose="02020603050405020304" pitchFamily="18" charset="0"/>
                <a:cs typeface="Times New Roman" panose="02020603050405020304" pitchFamily="18" charset="0"/>
              </a:rPr>
              <a:t>, a public prototype of a generative AI system family (</a:t>
            </a:r>
            <a:r>
              <a:rPr lang="en-CA" b="0" i="0" u="none" strike="noStrike" dirty="0">
                <a:effectLst/>
                <a:latin typeface="+mn-lt"/>
              </a:rPr>
              <a:t>Generative Pre-trained Transformers… GPT for short) </a:t>
            </a:r>
            <a:r>
              <a:rPr lang="en-US" dirty="0">
                <a:effectLst/>
                <a:latin typeface="+mn-lt"/>
                <a:ea typeface="Times New Roman" panose="02020603050405020304" pitchFamily="18" charset="0"/>
                <a:cs typeface="Times New Roman" panose="02020603050405020304" pitchFamily="18" charset="0"/>
              </a:rPr>
              <a:t>that automatically creates text based on written prompts in a manner that is highly advanced, extremely flexible, but also conversational in nature. </a:t>
            </a:r>
            <a:r>
              <a:rPr lang="en-US" dirty="0">
                <a:latin typeface="+mn-lt"/>
              </a:rPr>
              <a:t>ChatGPT is based on a large language model (LLM) (at least initially) called GPT-3.5 (and now GPT-4 for subscribers to ChatGPT+ (over time these versions will change)). ChatGPT’s LLM that was trained on a large body of text and code from a variety of sources (like Wikipedia, 3-star or above ratings on Reddit reviews, and more). Once it answers a question, ChatGPT can amend, reword, reorganize, or even rewrite it in a different language or style through subsequent interactions. The release of ChatGPT (and other AIs — like Stable Diffusion with its ability to make images) has led to unprecedented widespread interest in AI.</a:t>
            </a:r>
          </a:p>
          <a:p>
            <a:endParaRPr lang="en-US" dirty="0">
              <a:latin typeface="+mn-lt"/>
            </a:endParaRPr>
          </a:p>
          <a:p>
            <a:r>
              <a:rPr lang="en-US" dirty="0">
                <a:latin typeface="+mn-lt"/>
              </a:rPr>
              <a:t>AI is an ever-evolving sector of computer science that focuses on smart technology — machines that can perform tasks that would otherwise require human intelligence or intuition. It has garnered both criticism and praise, with some warning that AI may change the workforce in a negative way forever, while others suggest that it can revolutionize healthcare and other industries. Regardless, AI is on a trajectory to becoming more integrated into society than ever imagined.</a:t>
            </a:r>
          </a:p>
          <a:p>
            <a:endParaRPr lang="en-US" dirty="0">
              <a:latin typeface="+mn-lt"/>
            </a:endParaRPr>
          </a:p>
          <a:p>
            <a:pPr marL="0" marR="0">
              <a:lnSpc>
                <a:spcPct val="107000"/>
              </a:lnSpc>
              <a:spcBef>
                <a:spcPts val="0"/>
              </a:spcBef>
              <a:spcAft>
                <a:spcPts val="0"/>
              </a:spcAft>
            </a:pPr>
            <a:r>
              <a:rPr lang="en-US" b="1" dirty="0">
                <a:effectLst/>
                <a:latin typeface="+mn-lt"/>
                <a:ea typeface="Calibri" panose="020F0502020204030204" pitchFamily="34" charset="0"/>
                <a:cs typeface="Times New Roman" panose="02020603050405020304" pitchFamily="18" charset="0"/>
              </a:rPr>
              <a:t>Notes:</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Neural networks </a:t>
            </a:r>
            <a:r>
              <a:rPr lang="en-US" dirty="0">
                <a:latin typeface="+mn-lt"/>
              </a:rPr>
              <a:t>are a set of algorithms, modeled loosely after the neural networks found in the human brain, that are designed to recognize hidden patterns in data</a:t>
            </a:r>
            <a:r>
              <a:rPr lang="en-US" b="1" dirty="0">
                <a:effectLst/>
                <a:latin typeface="+mn-lt"/>
                <a:ea typeface="Calibri" panose="020F0502020204030204" pitchFamily="34" charset="0"/>
                <a:cs typeface="Times New Roman" panose="02020603050405020304" pitchFamily="18" charset="0"/>
              </a:rPr>
              <a:t>.</a:t>
            </a: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0" dirty="0">
                <a:latin typeface="+mn-lt"/>
              </a:rPr>
              <a:t>An</a:t>
            </a:r>
            <a:r>
              <a:rPr lang="en-US" sz="1000" b="1" dirty="0">
                <a:latin typeface="+mn-lt"/>
              </a:rPr>
              <a:t> algorithm </a:t>
            </a:r>
            <a:r>
              <a:rPr lang="en-US" sz="1000" b="0" dirty="0">
                <a:latin typeface="+mn-lt"/>
              </a:rPr>
              <a:t>is a procedure used for solving a problem or performing a computation. Algorithms act as an exact list of instructions that conduct a sequence of specified actions in either hardware- or software-based routines.</a:t>
            </a: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r>
              <a:rPr lang="en-US" b="1" dirty="0">
                <a:latin typeface="+mn-lt"/>
              </a:rPr>
              <a:t>Convolutional Neural Network (CNN)</a:t>
            </a:r>
            <a:r>
              <a:rPr lang="en-US" b="0" dirty="0">
                <a:latin typeface="+mn-lt"/>
              </a:rPr>
              <a:t> is a network architecture for deep learning specifically used for image recognition and tasks that involve the processing of pixel data. CNNs are particularly useful for finding patterns in images to recognize objects, classes, segments (different ‘things’ in a picture), and categories.</a:t>
            </a: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endParaRPr lang="en-US"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Deep learning (DL)</a:t>
            </a:r>
            <a:r>
              <a:rPr lang="en-US" sz="1000" b="0" dirty="0">
                <a:latin typeface="+mn-lt"/>
              </a:rPr>
              <a:t> is a technique for implementing machine learning (ML) that relies on deep artificial neural networks to perform complex tasks such as image recognition, object detection, and natural language processing (NLP). Neural networks are a set of algorithms, modeled loosely after the neural networks found in the human brain, which are designed to recognize hidden patterns in data. The “deep” in DL refers to a neural network comprised of more than three layers (which include the input and the output layers). </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sz="1000" b="0" dirty="0">
              <a:latin typeface="+mn-lt"/>
            </a:endParaRPr>
          </a:p>
          <a:p>
            <a:pPr marL="171450" indent="-171450">
              <a:lnSpc>
                <a:spcPct val="107000"/>
              </a:lnSpc>
              <a:buFont typeface="Arial" panose="020B0604020202020204" pitchFamily="34" charset="0"/>
              <a:buChar char="•"/>
              <a:defRPr/>
            </a:pPr>
            <a:r>
              <a:rPr lang="en-US" b="1" dirty="0">
                <a:latin typeface="+mn-lt"/>
              </a:rPr>
              <a:t>Go</a:t>
            </a:r>
            <a:r>
              <a:rPr lang="en-US" dirty="0">
                <a:latin typeface="+mn-lt"/>
              </a:rPr>
              <a:t> is a board game that originated in China over 3,000 years ago. Winning this board game requires multiple layers of strategic thinking.</a:t>
            </a:r>
          </a:p>
          <a:p>
            <a:pPr marL="171450" indent="-171450">
              <a:lnSpc>
                <a:spcPct val="107000"/>
              </a:lnSpc>
              <a:buFont typeface="Arial" panose="020B0604020202020204" pitchFamily="34" charset="0"/>
              <a:buChar char="•"/>
              <a:defRPr/>
            </a:pPr>
            <a:endParaRPr lang="en-US" dirty="0">
              <a:latin typeface="+mn-lt"/>
            </a:endParaRPr>
          </a:p>
          <a:p>
            <a:pPr marL="171450" marR="0" indent="-171450">
              <a:lnSpc>
                <a:spcPct val="107000"/>
              </a:lnSpc>
              <a:spcBef>
                <a:spcPts val="0"/>
              </a:spcBef>
              <a:spcAft>
                <a:spcPts val="0"/>
              </a:spcAft>
              <a:buFont typeface="Arial" panose="020B0604020202020204" pitchFamily="34" charset="0"/>
              <a:buChar char="•"/>
            </a:pPr>
            <a:r>
              <a:rPr lang="en-US" b="1" dirty="0">
                <a:effectLst/>
                <a:latin typeface="+mn-lt"/>
                <a:ea typeface="Times New Roman" panose="02020603050405020304" pitchFamily="18" charset="0"/>
              </a:rPr>
              <a:t>GPT</a:t>
            </a:r>
            <a:r>
              <a:rPr lang="en-US" dirty="0">
                <a:effectLst/>
                <a:latin typeface="+mn-lt"/>
                <a:ea typeface="Times New Roman" panose="02020603050405020304" pitchFamily="18" charset="0"/>
              </a:rPr>
              <a:t> stands for Generative Pre-trained Transformer and refers to a family of neural network-based large language models (LLMs) developed by OpenAI; for example, GPT-3 and GPT-4</a:t>
            </a:r>
            <a:r>
              <a:rPr lang="en-US" dirty="0">
                <a:effectLst/>
                <a:latin typeface="+mn-lt"/>
                <a:ea typeface="Calibri" panose="020F0502020204030204" pitchFamily="34" charset="0"/>
                <a:cs typeface="Times New Roman" panose="02020603050405020304" pitchFamily="18" charset="0"/>
              </a:rPr>
              <a:t>.</a:t>
            </a:r>
          </a:p>
          <a:p>
            <a:pPr marL="171450" marR="0" indent="-171450">
              <a:lnSpc>
                <a:spcPct val="107000"/>
              </a:lnSpc>
              <a:spcBef>
                <a:spcPts val="0"/>
              </a:spcBef>
              <a:spcAft>
                <a:spcPts val="0"/>
              </a:spcAft>
              <a:buFont typeface="Arial" panose="020B0604020202020204" pitchFamily="34" charset="0"/>
              <a:buChar char="•"/>
            </a:pPr>
            <a:endParaRPr lang="en-US"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b="1" dirty="0">
                <a:effectLst/>
                <a:latin typeface="+mn-lt"/>
                <a:ea typeface="Calibri" panose="020F0502020204030204" pitchFamily="34" charset="0"/>
                <a:cs typeface="Times New Roman" panose="02020603050405020304" pitchFamily="18" charset="0"/>
              </a:rPr>
              <a:t>Generative AI </a:t>
            </a:r>
            <a:r>
              <a:rPr lang="en-US" dirty="0">
                <a:effectLst/>
                <a:latin typeface="+mn-lt"/>
                <a:ea typeface="Calibri" panose="020F0502020204030204" pitchFamily="34" charset="0"/>
                <a:cs typeface="Times New Roman" panose="02020603050405020304" pitchFamily="18" charset="0"/>
              </a:rPr>
              <a:t>refers to a set of AI algorithms that can generate new outputs — such as text, images, code, or audio — based on the training data, unlike traditional AI systems that are designed to recognize patterns and make predictions. Sometimes the AI that powers these solutions are referred to as decoders.</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171450" marR="0" indent="-171450">
              <a:spcBef>
                <a:spcPts val="0"/>
              </a:spcBef>
              <a:spcAft>
                <a:spcPts val="0"/>
              </a:spcAft>
              <a:buFont typeface="Arial" panose="020B0604020202020204" pitchFamily="34" charset="0"/>
              <a:buChar char="•"/>
            </a:pPr>
            <a:r>
              <a:rPr lang="en-US" sz="1000" b="0" dirty="0">
                <a:effectLst/>
                <a:latin typeface="+mn-lt"/>
                <a:ea typeface="Calibri" panose="020F0502020204030204" pitchFamily="34" charset="0"/>
                <a:cs typeface="Times New Roman" panose="02020603050405020304" pitchFamily="18" charset="0"/>
              </a:rPr>
              <a:t>A </a:t>
            </a:r>
            <a:r>
              <a:rPr lang="en-US" sz="1000" b="1" dirty="0">
                <a:effectLst/>
                <a:latin typeface="+mn-lt"/>
                <a:ea typeface="Calibri" panose="020F0502020204030204" pitchFamily="34" charset="0"/>
                <a:cs typeface="Times New Roman" panose="02020603050405020304" pitchFamily="18" charset="0"/>
              </a:rPr>
              <a:t>large language model (LLM) </a:t>
            </a:r>
            <a:r>
              <a:rPr lang="en-US" sz="1000" dirty="0">
                <a:effectLst/>
                <a:latin typeface="+mn-lt"/>
                <a:ea typeface="Calibri" panose="020F0502020204030204" pitchFamily="34" charset="0"/>
                <a:cs typeface="Times New Roman" panose="02020603050405020304" pitchFamily="18" charset="0"/>
              </a:rPr>
              <a:t>is a t</a:t>
            </a:r>
            <a:r>
              <a:rPr lang="en-US" sz="1000" dirty="0">
                <a:latin typeface="+mn-lt"/>
              </a:rPr>
              <a:t>ype of machine learning model that has been trained on large quantities of unlabeled text using self-supervised learning and can perform a variety of natural language processing (NLP) tasks (even when that language is a programming language). Output</a:t>
            </a:r>
            <a:r>
              <a:rPr lang="en-US" sz="1000" dirty="0">
                <a:effectLst/>
                <a:latin typeface="+mn-lt"/>
                <a:ea typeface="Calibri" panose="020F0502020204030204" pitchFamily="34" charset="0"/>
                <a:cs typeface="Times New Roman" panose="02020603050405020304" pitchFamily="18" charset="0"/>
              </a:rPr>
              <a:t> may range from books, articles, social media posts, online conversations, and even code. The architecture of an LLM consists of layers of neural networks that learn to generate language in a way that is similar to how humans use language.</a:t>
            </a:r>
            <a:endParaRPr lang="en-US" sz="1000" b="1" dirty="0">
              <a:effectLst/>
              <a:latin typeface="+mn-lt"/>
              <a:ea typeface="Times New Roman" panose="02020603050405020304" pitchFamily="18" charset="0"/>
            </a:endParaRPr>
          </a:p>
          <a:p>
            <a:pPr marL="171450" indent="-171450">
              <a:buFont typeface="Arial" panose="020B0604020202020204" pitchFamily="34" charset="0"/>
              <a:buChar char="•"/>
            </a:pPr>
            <a:endParaRPr lang="en-US" b="1"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Natural language processing (NLP) </a:t>
            </a:r>
            <a:r>
              <a:rPr lang="en-US" dirty="0">
                <a:latin typeface="+mn-lt"/>
              </a:rPr>
              <a:t>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indent="-171450">
              <a:lnSpc>
                <a:spcPct val="107000"/>
              </a:lnSpc>
              <a:buFont typeface="Arial" panose="020B0604020202020204" pitchFamily="34" charset="0"/>
              <a:buChar char="•"/>
            </a:pPr>
            <a:r>
              <a:rPr lang="en-US" sz="1000" b="0" dirty="0">
                <a:latin typeface="+mn-lt"/>
              </a:rPr>
              <a:t>A </a:t>
            </a:r>
            <a:r>
              <a:rPr lang="en-US" sz="1000" b="1" dirty="0">
                <a:latin typeface="+mn-lt"/>
              </a:rPr>
              <a:t>transformer</a:t>
            </a:r>
            <a:r>
              <a:rPr lang="en-US" sz="1000" b="0" dirty="0">
                <a:latin typeface="+mn-lt"/>
              </a:rPr>
              <a:t> </a:t>
            </a:r>
            <a:r>
              <a:rPr lang="en-US" sz="1000" b="1" dirty="0">
                <a:latin typeface="+mn-lt"/>
              </a:rPr>
              <a:t>model</a:t>
            </a:r>
            <a:r>
              <a:rPr lang="en-US" sz="1000" b="0" dirty="0">
                <a:latin typeface="+mn-lt"/>
              </a:rPr>
              <a:t> </a:t>
            </a:r>
            <a:r>
              <a:rPr lang="en-US" sz="1000" dirty="0">
                <a:latin typeface="+mn-lt"/>
              </a:rPr>
              <a:t>is a neural network architecture useful for understanding language, which does not have to understand words one at a time but can look at an entire sentence at once for context and disambiguation. A technique called self-attention allows these models to focus on the particular words that are important in understanding the meaning of the sentence. Transformers single-handedly spawned the world of foundation models and its birthplace research paper (Attention is all You Need) spawned the AI inflection point that is happening today. AI transformer models can be Encoder models (like BERT), Decoder models (like GPT), or Encoder and Decoder models (like T5). Learn more about Transformers at: </a:t>
            </a:r>
            <a:r>
              <a:rPr lang="en-US" sz="1000" dirty="0">
                <a:latin typeface="+mn-lt"/>
                <a:hlinkClick r:id="rId6"/>
              </a:rPr>
              <a:t>https://www.youtube.com/watch?v=ZXiruGOCn9s</a:t>
            </a:r>
            <a:r>
              <a:rPr lang="en-US" sz="1000" dirty="0">
                <a:latin typeface="+mn-lt"/>
              </a:rPr>
              <a:t>.</a:t>
            </a:r>
          </a:p>
          <a:p>
            <a:pPr marL="171450" indent="-171450">
              <a:lnSpc>
                <a:spcPct val="107000"/>
              </a:lnSpc>
              <a:buFont typeface="Arial" panose="020B0604020202020204" pitchFamily="34" charset="0"/>
              <a:buChar char="•"/>
            </a:pPr>
            <a:endParaRPr lang="en-US" dirty="0">
              <a:latin typeface="+mn-lt"/>
            </a:endParaRPr>
          </a:p>
          <a:p>
            <a:pPr marL="171450" indent="-171450">
              <a:lnSpc>
                <a:spcPct val="107000"/>
              </a:lnSpc>
              <a:buFont typeface="Arial" panose="020B0604020202020204" pitchFamily="34" charset="0"/>
              <a:buChar char="•"/>
            </a:pPr>
            <a:r>
              <a:rPr lang="en-US" b="1" dirty="0">
                <a:latin typeface="+mn-lt"/>
              </a:rPr>
              <a:t>Foundation models </a:t>
            </a:r>
            <a:r>
              <a:rPr lang="en-US" dirty="0">
                <a:latin typeface="+mn-lt"/>
              </a:rPr>
              <a:t>are typically built using a specific kind of neural network architecture, called a transformer, which is designed to generate sequences of related data elements (for example, like a sentence).</a:t>
            </a: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endParaRPr lang="en-US" dirty="0">
              <a:latin typeface="+mn-lt"/>
            </a:endParaRPr>
          </a:p>
          <a:p>
            <a:r>
              <a:rPr lang="en-US" b="1" dirty="0">
                <a:latin typeface="+mn-lt"/>
              </a:rPr>
              <a:t>Sources:</a:t>
            </a:r>
          </a:p>
          <a:p>
            <a:endParaRPr lang="en-US" b="1" dirty="0">
              <a:latin typeface="+mn-lt"/>
            </a:endParaRPr>
          </a:p>
          <a:p>
            <a:pPr marL="171450" indent="-171450">
              <a:buFont typeface="Arial" panose="020B0604020202020204" pitchFamily="34" charset="0"/>
              <a:buChar char="•"/>
            </a:pPr>
            <a:r>
              <a:rPr lang="en-US" dirty="0">
                <a:latin typeface="+mn-lt"/>
              </a:rPr>
              <a:t>What is artificial intelligence? Webpage: </a:t>
            </a:r>
            <a:r>
              <a:rPr lang="en-US" dirty="0">
                <a:latin typeface="+mn-lt"/>
                <a:hlinkClick r:id="rId7"/>
              </a:rPr>
              <a:t>https://www.ibm.com/topics/artificial-intelligence</a:t>
            </a:r>
            <a:endParaRPr lang="en-US" dirty="0">
              <a:latin typeface="+mn-lt"/>
            </a:endParaRP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dirty="0">
                <a:effectLst/>
                <a:latin typeface="+mn-lt"/>
              </a:rPr>
              <a:t>Computing Machinery and Intelligence paper: </a:t>
            </a:r>
            <a:r>
              <a:rPr lang="en-US" dirty="0">
                <a:latin typeface="+mn-lt"/>
                <a:hlinkClick r:id="rId8"/>
              </a:rPr>
              <a:t>https://redirect.cs.umbc.edu/courses/471/papers/turing.pdf</a:t>
            </a:r>
            <a:endParaRPr lang="en-US" dirty="0">
              <a:latin typeface="+mn-lt"/>
            </a:endParaRP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dirty="0">
                <a:effectLst/>
                <a:latin typeface="+mn-lt"/>
              </a:rPr>
              <a:t>What is Artificial Intelligence? paper: </a:t>
            </a:r>
            <a:r>
              <a:rPr lang="en-US" dirty="0">
                <a:latin typeface="+mn-lt"/>
                <a:hlinkClick r:id="rId4"/>
              </a:rPr>
              <a:t>https://www-formal.stanford.edu/jmc/whatisai.pdf</a:t>
            </a:r>
            <a:endParaRPr lang="en-US" dirty="0">
              <a:latin typeface="+mn-lt"/>
            </a:endParaRPr>
          </a:p>
        </p:txBody>
      </p:sp>
      <p:sp>
        <p:nvSpPr>
          <p:cNvPr id="4" name="Slide Number Placeholder 3"/>
          <p:cNvSpPr>
            <a:spLocks noGrp="1"/>
          </p:cNvSpPr>
          <p:nvPr>
            <p:ph type="sldNum" sz="quarter" idx="5"/>
          </p:nvPr>
        </p:nvSpPr>
        <p:spPr/>
        <p:txBody>
          <a:bodyPr/>
          <a:lstStyle/>
          <a:p>
            <a:fld id="{6E2E38B8-B0B4-AD41-AC6E-B781F46A9FD3}" type="slidenum">
              <a:rPr lang="en-US" smtClean="0"/>
              <a:pPr/>
              <a:t>4</a:t>
            </a:fld>
            <a:endParaRPr lang="en-US" dirty="0"/>
          </a:p>
        </p:txBody>
      </p:sp>
    </p:spTree>
    <p:extLst>
      <p:ext uri="{BB962C8B-B14F-4D97-AF65-F5344CB8AC3E}">
        <p14:creationId xmlns:p14="http://schemas.microsoft.com/office/powerpoint/2010/main" val="409626240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Artificial intelligence (AI), machine learning (ML), and deep learning (DL) are three popular terms that are used, often interchangeably, to describe how computers turn data into valuable insights. But, as this slide shows, these terms are not interchangeable. Instead, you can think of AI, ML, and DL as a set of Russian dolls nested within each other, with the largest, outermost doll being AI and the smallest, innermost doll being DL (leaving ML in the middle).</a:t>
            </a:r>
          </a:p>
          <a:p>
            <a:endParaRPr lang="en-US" dirty="0">
              <a:latin typeface="+mn-lt"/>
            </a:endParaRPr>
          </a:p>
          <a:p>
            <a:r>
              <a:rPr lang="en-US" dirty="0">
                <a:latin typeface="+mn-lt"/>
              </a:rPr>
              <a:t>AI is the all-encompassing concept that’s concerned with building smart machines that are capable of performing tasks that normally require human intelligence. Machine learning refers to a broad set of techniques that give computers the ability to “learn” by themselves, using existing data and one or more “training” algorithms, instead of being explicitly programmed. And deep learning is a technique for implementing ML that relies on deep artificial neural networks to perform complex tasks such as image recognition, object detection, and natural language processing. (Neural networks are a set of algorithms, modeled loosely after the neural networks found in the human brain, that are designed to recognize hidden patterns in data.)</a:t>
            </a:r>
          </a:p>
          <a:p>
            <a:endParaRPr lang="en-US" dirty="0">
              <a:latin typeface="+mn-lt"/>
            </a:endParaRPr>
          </a:p>
          <a:p>
            <a:r>
              <a:rPr lang="en-US" dirty="0">
                <a:latin typeface="+mn-lt"/>
              </a:rPr>
              <a:t>Machine learning is a subset of AI. What separates it from rules-based engines is its ability to improve its performance when exposed to more data. The “learning” part of ML means that algorithms (or models) attempt to optimize along a certain dimension; typically, to minimize error or to maximize the likelihood their predictions will be correct.</a:t>
            </a:r>
          </a:p>
          <a:p>
            <a:endParaRPr lang="en-US" dirty="0">
              <a:latin typeface="+mn-lt"/>
            </a:endParaRPr>
          </a:p>
          <a:p>
            <a:r>
              <a:rPr lang="en-US" dirty="0">
                <a:latin typeface="+mn-lt"/>
              </a:rPr>
              <a:t>The concept of deep learning has been around for quite some time as well. Deep learning is a subset of ML and normally, when people use the term deep learning, they are referring to deep artificial neural networks. In this case, “deep” is a technical term that refers to the number of layers that are used in the neural network itself – a shallow network will have one hidden layer while a deep network can contain hundreds. Multiple hidden layers allow deep neural networks to learn features of data in a so-called feature hierarchy, where simple features (for example, pixels) recombine from one layer to the next, to form more complex features (for instance, lines). Neural networks with many layers pass data (features) through more mathematical operations than those with fewer layers, and therefore are more computationally intensive to train.</a:t>
            </a:r>
          </a:p>
          <a:p>
            <a:endParaRPr lang="en-US" dirty="0">
              <a:latin typeface="+mn-lt"/>
            </a:endParaRPr>
          </a:p>
          <a:p>
            <a:r>
              <a:rPr lang="en-US" dirty="0">
                <a:latin typeface="+mn-lt"/>
              </a:rPr>
              <a:t>Prior to 2010, very little work was being done in DL because even shallow neural networks are extremely compute-intensive. It was only when three forces converged – the availability of immense stores of labeled data; the invention of new deep learning algorithms; and cheaper, more powerful CPUs (central processing units) coupled with the intense performance of GPUs (graphics processing units designed to render images, animations, and video for a computer's screen, which are exceptional at the matrix-matrix multiplication that is often utilized by deep learning) – that deep learning moved from research papers and laboratories to real world applications. Now, the way in which deep learning can be adopted and used has become a critical strategic consideration for every cognitive enterprise.</a:t>
            </a:r>
          </a:p>
          <a:p>
            <a:endParaRPr lang="en-US" dirty="0">
              <a:latin typeface="+mn-lt"/>
            </a:endParaRPr>
          </a:p>
          <a:p>
            <a:r>
              <a:rPr lang="en-US" dirty="0">
                <a:latin typeface="+mn-lt"/>
              </a:rPr>
              <a:t>As pointed out earlier, the terms AI, ML, and DL are frequently misused, but all three technologies encompass the process of analyzing immense volumes of data to find common patterns and then turning those patterns into actionable predictions and insights.</a:t>
            </a:r>
          </a:p>
          <a:p>
            <a:endParaRPr lang="en-US" dirty="0">
              <a:latin typeface="+mn-lt"/>
            </a:endParaRPr>
          </a:p>
          <a:p>
            <a:r>
              <a:rPr lang="en-US" dirty="0">
                <a:latin typeface="+mn-lt"/>
              </a:rPr>
              <a:t>For more information, refer to this article which was the inspiration/source for much of this narrative and the visual: </a:t>
            </a:r>
            <a:r>
              <a:rPr lang="en-US" dirty="0">
                <a:latin typeface="+mn-lt"/>
                <a:hlinkClick r:id="rId3"/>
              </a:rPr>
              <a:t>https://blogs.nvidia.com/blog/2016/07/29/whats-difference-artificial-intelligence-machine-learning-deep-learning-ai/</a:t>
            </a:r>
            <a:r>
              <a:rPr lang="en-US" dirty="0">
                <a:latin typeface="+mn-lt"/>
              </a:rPr>
              <a:t>.</a:t>
            </a:r>
          </a:p>
          <a:p>
            <a:endParaRPr lang="en-US" dirty="0">
              <a:latin typeface="+mn-lt"/>
            </a:endParaRPr>
          </a:p>
          <a:p>
            <a:r>
              <a:rPr lang="en-US" b="1" dirty="0">
                <a:latin typeface="+mn-lt"/>
              </a:rPr>
              <a:t>Notes:</a:t>
            </a:r>
          </a:p>
          <a:p>
            <a:endParaRPr lang="en-US" b="1" dirty="0">
              <a:latin typeface="+mn-lt"/>
            </a:endParaRP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r>
              <a:rPr lang="en-US" b="1" dirty="0">
                <a:latin typeface="+mn-lt"/>
              </a:rPr>
              <a:t>Foundation models </a:t>
            </a:r>
            <a:r>
              <a:rPr lang="en-US" dirty="0">
                <a:latin typeface="+mn-lt"/>
              </a:rPr>
              <a:t>are typically built using a specific kind of neural network architecture, called a transformer, which is designed to generate sequences of related data elements (for example, like a sentence). </a:t>
            </a: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endParaRPr lang="en-US" dirty="0">
              <a:latin typeface="+mn-lt"/>
            </a:endParaRPr>
          </a:p>
          <a:p>
            <a:pPr marL="171450" marR="0" lvl="0" indent="-171450" algn="l" defTabSz="914400" rtl="0" eaLnBrk="0" fontAlgn="base" latinLnBrk="0" hangingPunct="0">
              <a:lnSpc>
                <a:spcPct val="100000"/>
              </a:lnSpc>
              <a:spcBef>
                <a:spcPct val="30000"/>
              </a:spcBef>
              <a:spcAft>
                <a:spcPct val="0"/>
              </a:spcAft>
              <a:buClrTx/>
              <a:buSzTx/>
              <a:buFont typeface="Arial" panose="020B0604020202020204" pitchFamily="34" charset="0"/>
              <a:buChar char="•"/>
              <a:tabLst/>
              <a:defRPr/>
            </a:pPr>
            <a:r>
              <a:rPr lang="en-US" sz="1000" b="1" dirty="0">
                <a:latin typeface="+mn-lt"/>
              </a:rPr>
              <a:t>Neural networks </a:t>
            </a:r>
            <a:r>
              <a:rPr lang="en-US" sz="1000" dirty="0">
                <a:latin typeface="+mn-lt"/>
              </a:rPr>
              <a:t>are a set of algorithms, modeled loosely after the neural networks found in the human brain, that are designed to recognize hidden patterns in data</a:t>
            </a:r>
            <a:r>
              <a:rPr lang="en-US" sz="1000" b="1" dirty="0">
                <a:effectLst/>
                <a:latin typeface="+mn-lt"/>
                <a:ea typeface="Calibri" panose="020F0502020204030204" pitchFamily="34" charset="0"/>
                <a:cs typeface="Times New Roman" panose="02020603050405020304" pitchFamily="18" charset="0"/>
              </a:rPr>
              <a:t>.</a:t>
            </a:r>
          </a:p>
          <a:p>
            <a:pPr marL="171450" marR="0" lvl="0" indent="-171450" algn="l" defTabSz="914400" rtl="0" eaLnBrk="0" fontAlgn="base" latinLnBrk="0" hangingPunct="0">
              <a:lnSpc>
                <a:spcPct val="100000"/>
              </a:lnSpc>
              <a:spcBef>
                <a:spcPct val="30000"/>
              </a:spcBef>
              <a:spcAft>
                <a:spcPct val="0"/>
              </a:spcAft>
              <a:buClrTx/>
              <a:buSzTx/>
              <a:buFont typeface="Arial" panose="020B0604020202020204" pitchFamily="34" charset="0"/>
              <a:buChar char="•"/>
              <a:tabLst/>
              <a:defRPr/>
            </a:pPr>
            <a:endParaRPr lang="en-US" sz="1000" b="1" dirty="0">
              <a:effectLst/>
              <a:latin typeface="+mn-lt"/>
              <a:ea typeface="Calibri" panose="020F0502020204030204" pitchFamily="34" charset="0"/>
              <a:cs typeface="Times New Roman" panose="02020603050405020304" pitchFamily="18" charset="0"/>
            </a:endParaRPr>
          </a:p>
          <a:p>
            <a:pPr marL="171450" indent="-171450">
              <a:lnSpc>
                <a:spcPct val="107000"/>
              </a:lnSpc>
              <a:buFont typeface="Arial" panose="020B0604020202020204" pitchFamily="34" charset="0"/>
              <a:buChar char="•"/>
            </a:pPr>
            <a:r>
              <a:rPr lang="en-US" sz="1000" b="0" dirty="0">
                <a:latin typeface="+mn-lt"/>
              </a:rPr>
              <a:t>A </a:t>
            </a:r>
            <a:r>
              <a:rPr lang="en-US" sz="1000" b="1" dirty="0">
                <a:latin typeface="+mn-lt"/>
              </a:rPr>
              <a:t>transformer</a:t>
            </a:r>
            <a:r>
              <a:rPr lang="en-US" sz="1000" b="0" dirty="0">
                <a:latin typeface="+mn-lt"/>
              </a:rPr>
              <a:t> </a:t>
            </a:r>
            <a:r>
              <a:rPr lang="en-US" sz="1000" b="1" dirty="0">
                <a:latin typeface="+mn-lt"/>
              </a:rPr>
              <a:t>model</a:t>
            </a:r>
            <a:r>
              <a:rPr lang="en-US" sz="1000" b="0" dirty="0">
                <a:latin typeface="+mn-lt"/>
              </a:rPr>
              <a:t> </a:t>
            </a:r>
            <a:r>
              <a:rPr lang="en-US" sz="1000" dirty="0">
                <a:latin typeface="+mn-lt"/>
              </a:rPr>
              <a:t>is a neural network architecture useful for understanding language, which does not have to understand words one at a time but can look at an entire sentence at once for context and disambiguation. A technique called self-attention allows these models to focus on the particular words that are important in understanding the meaning of the sentence. Transformers single-handedly spawned the world of foundation models and its birthplace research paper (Attention is all You Need) spawned the AI inflection point that is happening today. AI transformer models can be Encoder models (like BERT), Decoder models (like GPT), or Encoder and Decoder models (like T5). Learn more about Transformers at: </a:t>
            </a:r>
            <a:r>
              <a:rPr lang="en-US" sz="1000" dirty="0">
                <a:latin typeface="+mn-lt"/>
                <a:hlinkClick r:id="rId4"/>
              </a:rPr>
              <a:t>https://www.youtube.com/watch?v=ZXiruGOCn9s</a:t>
            </a:r>
            <a:r>
              <a:rPr lang="en-US" sz="1000" dirty="0">
                <a:latin typeface="+mn-lt"/>
              </a:rPr>
              <a:t>.</a:t>
            </a:r>
          </a:p>
          <a:p>
            <a:endParaRPr lang="en-US" b="1" dirty="0">
              <a:latin typeface="+mn-lt"/>
            </a:endParaRPr>
          </a:p>
          <a:p>
            <a:pPr marL="171450" indent="-171450">
              <a:buFont typeface="Arial" panose="020B0604020202020204" pitchFamily="34" charset="0"/>
              <a:buChar char="•"/>
            </a:pPr>
            <a:r>
              <a:rPr lang="en-US" sz="1000" b="0" dirty="0">
                <a:latin typeface="+mn-lt"/>
              </a:rPr>
              <a:t>An</a:t>
            </a:r>
            <a:r>
              <a:rPr lang="en-US" sz="1000" b="1" dirty="0">
                <a:latin typeface="+mn-lt"/>
              </a:rPr>
              <a:t> algorithm </a:t>
            </a:r>
            <a:r>
              <a:rPr lang="en-US" sz="1000" b="0" dirty="0">
                <a:latin typeface="+mn-lt"/>
              </a:rPr>
              <a:t>is a procedure used for solving a problem or performing a computation. Algorithms act as an exact list of instructions that conduct a sequence of specified actions in either hardware- or software-based routines.</a:t>
            </a:r>
          </a:p>
          <a:p>
            <a:pPr marL="171450" indent="-171450">
              <a:buFont typeface="Arial" panose="020B0604020202020204" pitchFamily="34" charset="0"/>
              <a:buChar char="•"/>
            </a:pPr>
            <a:endParaRPr lang="en-US" sz="1000"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Natural language processing (NLP) </a:t>
            </a:r>
            <a:r>
              <a:rPr lang="en-US" dirty="0">
                <a:latin typeface="+mn-lt"/>
              </a:rPr>
              <a:t>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a:t>
            </a:r>
          </a:p>
        </p:txBody>
      </p:sp>
      <p:sp>
        <p:nvSpPr>
          <p:cNvPr id="4" name="Slide Number Placeholder 3"/>
          <p:cNvSpPr>
            <a:spLocks noGrp="1"/>
          </p:cNvSpPr>
          <p:nvPr>
            <p:ph type="sldNum" sz="quarter" idx="5"/>
          </p:nvPr>
        </p:nvSpPr>
        <p:spPr/>
        <p:txBody>
          <a:bodyPr/>
          <a:lstStyle/>
          <a:p>
            <a:fld id="{6E2E38B8-B0B4-AD41-AC6E-B781F46A9FD3}" type="slidenum">
              <a:rPr lang="en-US" smtClean="0"/>
              <a:pPr/>
              <a:t>5</a:t>
            </a:fld>
            <a:endParaRPr lang="en-US" dirty="0"/>
          </a:p>
        </p:txBody>
      </p:sp>
    </p:spTree>
    <p:extLst>
      <p:ext uri="{BB962C8B-B14F-4D97-AF65-F5344CB8AC3E}">
        <p14:creationId xmlns:p14="http://schemas.microsoft.com/office/powerpoint/2010/main" val="308675407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Traditional applications are programmed using series of logical rules. For example, if someone was to write an application to categorize different shapes, a programmer would define a set of rules capturing the characteristics of those shapes; like, every triangle has three connected sides. For simple situations, it’s generally easy to program applications where situations call for simple rules. However, for more complex situations, like programming a chatbot identifying a type of car and so on, the application logic would be incredibly complex and difficult to program and maintain.</a:t>
            </a:r>
          </a:p>
          <a:p>
            <a:endParaRPr lang="en-US" dirty="0">
              <a:latin typeface="+mn-lt"/>
            </a:endParaRPr>
          </a:p>
          <a:p>
            <a:pPr marL="0" marR="0" lvl="0" indent="0" algn="l" defTabSz="2438522" rtl="0" eaLnBrk="1" fontAlgn="auto" latinLnBrk="0" hangingPunct="1">
              <a:lnSpc>
                <a:spcPct val="110000"/>
              </a:lnSpc>
              <a:spcBef>
                <a:spcPts val="0"/>
              </a:spcBef>
              <a:spcAft>
                <a:spcPts val="0"/>
              </a:spcAft>
              <a:buClrTx/>
              <a:buSzTx/>
              <a:buFontTx/>
              <a:buNone/>
              <a:tabLst/>
              <a:defRPr/>
            </a:pPr>
            <a:r>
              <a:rPr lang="en-US" dirty="0">
                <a:latin typeface="+mn-lt"/>
              </a:rPr>
              <a:t>In contrast to rules-based systems, intelligent systems (using artificial intelligence (AI) technology) are trained, not programmed. Instead of spelling out specific rules to solve a problem, practitioners feed the AI system examples of what it will encounter in the real world, and let the AI detect the patterns and produce its own ‘rules’. Quite simply, the AI </a:t>
            </a:r>
            <a:r>
              <a:rPr kumimoji="0" lang="en-US" sz="1000" b="0" i="0" u="none" strike="noStrike" kern="1200" cap="none" spc="0" normalizeH="0" baseline="0" noProof="0" dirty="0">
                <a:ln>
                  <a:noFill/>
                </a:ln>
                <a:effectLst/>
                <a:uLnTx/>
                <a:uFillTx/>
                <a:latin typeface="+mn-lt"/>
                <a:ea typeface="ＭＳ Ｐゴシック"/>
                <a:cs typeface="Arial" charset="0"/>
              </a:rPr>
              <a:t>builds its own logic, and practitioners explain the domain of interest to the AI with labeled examples instead of instructions.</a:t>
            </a:r>
          </a:p>
          <a:p>
            <a:pPr marL="0" marR="0" lvl="0" indent="0" algn="l" defTabSz="2438522" rtl="0" eaLnBrk="1" fontAlgn="auto" latinLnBrk="0" hangingPunct="1">
              <a:lnSpc>
                <a:spcPct val="110000"/>
              </a:lnSpc>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latin typeface="+mn-lt"/>
              <a:ea typeface="ＭＳ Ｐゴシック"/>
              <a:cs typeface="Arial" charset="0"/>
            </a:endParaRPr>
          </a:p>
          <a:p>
            <a:r>
              <a:rPr lang="en-US" dirty="0">
                <a:latin typeface="+mn-lt"/>
              </a:rPr>
              <a:t>The AI systems approach allowing machines to find patterns is beneficial over spelling out the instructions (the rules-based systems approach)… especially when the instructions are hard or unknown or when the data has many different variables; for example, developing medications, or predicting the stock market. What’s more, to change the focus of the AI, feed the AI different data versus reprogram the rules… this allows for efficiency like transfer lessons.</a:t>
            </a:r>
          </a:p>
          <a:p>
            <a:endParaRPr lang="en-US" dirty="0">
              <a:latin typeface="+mn-lt"/>
            </a:endParaRPr>
          </a:p>
          <a:p>
            <a:r>
              <a:rPr lang="en-US" dirty="0">
                <a:latin typeface="+mn-lt"/>
              </a:rPr>
              <a:t>This leads to such benefit: portability. While AI systems need to be fine-tuned during the building phase, getting an AI to recognize a cat instead of a dog only requires pictures of cats to be ‘fed’ to AI systems… not a redefinition of pre-established rules. (In fact, using a process called transfer learning, an AI can quickly learn the domain of cats because it has been trained on other images, such as dogs).</a:t>
            </a:r>
          </a:p>
        </p:txBody>
      </p:sp>
      <p:sp>
        <p:nvSpPr>
          <p:cNvPr id="4" name="Slide Number Placeholder 3"/>
          <p:cNvSpPr>
            <a:spLocks noGrp="1"/>
          </p:cNvSpPr>
          <p:nvPr>
            <p:ph type="sldNum" sz="quarter" idx="5"/>
          </p:nvPr>
        </p:nvSpPr>
        <p:spPr/>
        <p:txBody>
          <a:bodyPr/>
          <a:lstStyle/>
          <a:p>
            <a:fld id="{6E2E38B8-B0B4-AD41-AC6E-B781F46A9FD3}" type="slidenum">
              <a:rPr lang="en-US" smtClean="0"/>
              <a:pPr/>
              <a:t>6</a:t>
            </a:fld>
            <a:endParaRPr lang="en-US" dirty="0"/>
          </a:p>
        </p:txBody>
      </p:sp>
    </p:spTree>
    <p:extLst>
      <p:ext uri="{BB962C8B-B14F-4D97-AF65-F5344CB8AC3E}">
        <p14:creationId xmlns:p14="http://schemas.microsoft.com/office/powerpoint/2010/main" val="213683219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s-ES" dirty="0">
                <a:latin typeface="+mn-lt"/>
              </a:rPr>
              <a:t>Aunque se dedica una cantidad significativa de tiempo a obtener y preparar datos para el aprendizaje automático (ML), la mayor parte del flujo de trabajo de ML se centra en la creación, el entrenamiento, la implementación y la supervisión de "modelos". El término "modelos" se utiliza con frecuencia y es un concepto central.</a:t>
            </a:r>
          </a:p>
          <a:p>
            <a:endParaRPr lang="en-US" dirty="0">
              <a:latin typeface="+mn-lt"/>
            </a:endParaRPr>
          </a:p>
          <a:p>
            <a:r>
              <a:rPr lang="es-ES" dirty="0">
                <a:latin typeface="+mn-lt"/>
              </a:rPr>
              <a:t>La esencia del aprendizaje automático se puede resumir en tres cosas</a:t>
            </a:r>
            <a:r>
              <a:rPr lang="en-US" dirty="0">
                <a:latin typeface="+mn-lt"/>
              </a:rPr>
              <a:t>:</a:t>
            </a:r>
          </a:p>
          <a:p>
            <a:endParaRPr lang="en-US" dirty="0">
              <a:latin typeface="+mn-lt"/>
            </a:endParaRPr>
          </a:p>
          <a:p>
            <a:pPr marL="228600" lvl="0" indent="-228600">
              <a:buFont typeface="+mj-lt"/>
              <a:buAutoNum type="arabicPeriod"/>
            </a:pPr>
            <a:r>
              <a:rPr lang="es-ES" dirty="0">
                <a:latin typeface="+mn-lt"/>
              </a:rPr>
              <a:t>Una organización tiene datos históricos</a:t>
            </a:r>
          </a:p>
          <a:p>
            <a:pPr marL="228600" lvl="0" indent="-228600">
              <a:buFont typeface="+mj-lt"/>
              <a:buAutoNum type="arabicPeriod"/>
            </a:pPr>
            <a:r>
              <a:rPr lang="es-ES" dirty="0">
                <a:latin typeface="+mn-lt"/>
              </a:rPr>
              <a:t>Existen patrones en estos datos</a:t>
            </a:r>
          </a:p>
          <a:p>
            <a:pPr marL="228600" lvl="0" indent="-228600">
              <a:buFont typeface="+mj-lt"/>
              <a:buAutoNum type="arabicPeriod"/>
            </a:pPr>
            <a:r>
              <a:rPr lang="es-ES" dirty="0">
                <a:latin typeface="+mn-lt"/>
              </a:rPr>
              <a:t>Una vez que se identifica un patrón, se puede usar para hacer predicciones sobre acciones o comportamientos futuros</a:t>
            </a:r>
          </a:p>
          <a:p>
            <a:pPr marL="228600" lvl="0" indent="-228600">
              <a:buFont typeface="+mj-lt"/>
              <a:buAutoNum type="arabicPeriod"/>
            </a:pPr>
            <a:endParaRPr lang="en-US" dirty="0">
              <a:latin typeface="+mn-lt"/>
            </a:endParaRPr>
          </a:p>
          <a:p>
            <a:r>
              <a:rPr lang="es-ES" dirty="0">
                <a:latin typeface="+mn-lt"/>
              </a:rPr>
              <a:t>Para las personas familiarizadas con </a:t>
            </a:r>
            <a:r>
              <a:rPr lang="es-ES" dirty="0" err="1">
                <a:latin typeface="+mn-lt"/>
              </a:rPr>
              <a:t>Yahoo</a:t>
            </a:r>
            <a:r>
              <a:rPr lang="es-ES" dirty="0">
                <a:latin typeface="+mn-lt"/>
              </a:rPr>
              <a:t> o Google Mail, probablemente habrán visto una carpeta llamada "Correo no deseado" o "Spam". Al mirar dentro de esta carpeta, las personas generalmente encuentran que contiene mensajes de correo electrónico que realmente no querían recibir. Cuando las personas desechan continuamente mensajes que provienen del mismo remitente sin leerlos, en algún momento descubrirán que estos mensajes se colocan automáticamente en la carpeta de correo no deseado / spam de su proveedor de correo electrónico. Es muy probable que se haya utilizado un algoritmo de ML para crear un modelo que realice estas tareas de "filtrado de spam". Por lo tanto, el filtrado de spam es un excelente ejemplo para ilustrar qué es un modelo de aprendizaje automático</a:t>
            </a:r>
            <a:r>
              <a:rPr lang="en-US" dirty="0">
                <a:latin typeface="+mn-lt"/>
              </a:rPr>
              <a:t>.</a:t>
            </a:r>
          </a:p>
          <a:p>
            <a:endParaRPr lang="en-US" dirty="0">
              <a:latin typeface="+mn-lt"/>
            </a:endParaRPr>
          </a:p>
          <a:p>
            <a:r>
              <a:rPr lang="es-ES" dirty="0">
                <a:latin typeface="+mn-lt"/>
              </a:rPr>
              <a:t>En la ilustración que se muestra en esta diapositiva, un modelo de aprendizaje consta de dos componentes: un algoritmo que un científico de datos eligió para encontrar un patrón que existe (en este caso, un patrón que indica si un mensaje de correo electrónico entrante es spam), en función de la probabilidad de que realice la tarea que se espera que haga una vez que se haya entrenado</a:t>
            </a:r>
            <a:r>
              <a:rPr lang="en-US" i="1" dirty="0">
                <a:latin typeface="+mn-lt"/>
              </a:rPr>
              <a:t>.</a:t>
            </a:r>
            <a:endParaRPr lang="en-US" dirty="0">
              <a:latin typeface="+mn-lt"/>
            </a:endParaRPr>
          </a:p>
          <a:p>
            <a:endParaRPr lang="en-US" dirty="0">
              <a:latin typeface="+mn-lt"/>
            </a:endParaRPr>
          </a:p>
          <a:p>
            <a:r>
              <a:rPr lang="es-ES" dirty="0">
                <a:latin typeface="+mn-lt"/>
              </a:rPr>
              <a:t>Se puede pensar que los modelos de ML tienen dos fases: una fase de entrenamiento y una fase de predicción o puntuación. Volviendo al ejemplo del filtrado de spam por correo electrónico, un mensaje de correo electrónico no deseado típico contiene palabras como "sorteo", "herencia" o "Viagra". Por otro lado, es probable que estas palabras no aparezcan muy a menudo en los correos electrónicos que probablemente se consideren válidos. Durante la fase de entrenamiento del modelo, el científico de datos le diría al algoritmo elegido que mire los datos históricos y anote la probabilidad con la que cada una de estas palabras aparece tanto en los mensajes de correo electrónico no deseado como en los válidos</a:t>
            </a:r>
            <a:r>
              <a:rPr lang="en-US" dirty="0">
                <a:latin typeface="+mn-lt"/>
              </a:rPr>
              <a:t>.</a:t>
            </a:r>
          </a:p>
          <a:p>
            <a:endParaRPr lang="en-US" dirty="0">
              <a:latin typeface="+mn-lt"/>
            </a:endParaRPr>
          </a:p>
          <a:p>
            <a:r>
              <a:rPr lang="es-ES" dirty="0">
                <a:latin typeface="+mn-lt"/>
              </a:rPr>
              <a:t>Por ejemplo, si se sabe que 6.000 de los 10.000 mensajes del conjunto de datos de entrenamiento son spam y si la palabra "sorteo" aparece en 2.000 correos electrónicos no deseados y 10 correos electrónicos válidos, la probabilidad de que un mensaje de correo electrónico no deseado contenga la palabra sorteo es 0,333 (2000/6000 = 0,333). Y la probabilidad de que esta palabra aparezca en un mensaje de correo electrónico válido es 0,0025 (10/4000 = 0,0025). Por lo tanto, si un mensaje de correo electrónico entrante contiene la palabra "sorteo", la probabilidad de que el mensaje sea spam es mucho mayor que la probabilidad de que el mensaje sea válido</a:t>
            </a:r>
            <a:r>
              <a:rPr lang="en-US" dirty="0">
                <a:latin typeface="+mn-lt"/>
              </a:rPr>
              <a:t>.</a:t>
            </a:r>
          </a:p>
          <a:p>
            <a:endParaRPr lang="en-US" dirty="0">
              <a:latin typeface="+mn-lt"/>
            </a:endParaRPr>
          </a:p>
          <a:p>
            <a:r>
              <a:rPr lang="en-US" b="1" dirty="0">
                <a:latin typeface="+mn-lt"/>
              </a:rPr>
              <a:t>Notes:</a:t>
            </a:r>
          </a:p>
          <a:p>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s-ES" sz="1000" dirty="0">
                <a:latin typeface="+mn-lt"/>
              </a:rPr>
              <a:t>Se refiere a un amplio conjunto de técnicas para entrenar a una computadora para que aprenda de sus entradas, utilizando datos existentes, y uno o más métodos de "entrenamiento", en lugar de ser programados explícitamente. El aprendizaje automático ayuda a una computadora a lograr la IA.</a:t>
            </a:r>
            <a:r>
              <a:rPr lang="en-US" dirty="0">
                <a:latin typeface="+mn-lt"/>
              </a:rPr>
              <a:t> </a:t>
            </a:r>
          </a:p>
          <a:p>
            <a:endParaRPr lang="en-US" dirty="0">
              <a:latin typeface="+mn-lt"/>
            </a:endParaRPr>
          </a:p>
          <a:p>
            <a:pPr marL="171450" indent="-171450">
              <a:buFont typeface="Arial" panose="020B0604020202020204" pitchFamily="34" charset="0"/>
              <a:buChar char="•"/>
            </a:pPr>
            <a:r>
              <a:rPr lang="en-US" sz="1000" b="0" dirty="0">
                <a:latin typeface="+mn-lt"/>
              </a:rPr>
              <a:t>Un</a:t>
            </a:r>
            <a:r>
              <a:rPr lang="en-US" sz="1000" b="1" dirty="0">
                <a:latin typeface="+mn-lt"/>
              </a:rPr>
              <a:t> algorithm </a:t>
            </a:r>
            <a:r>
              <a:rPr lang="es-ES" sz="1000" b="0" dirty="0">
                <a:latin typeface="+mn-lt"/>
              </a:rPr>
              <a:t>es un procedimiento utilizado para resolver un problema o realizar un cálculo. Los algoritmos actúan como una lista exacta de instrucciones que llevan a cabo una secuencia de acciones especificadas en rutinas basadas en hardware o software</a:t>
            </a:r>
            <a:r>
              <a:rPr lang="en-US" sz="1000" b="0" dirty="0">
                <a:latin typeface="+mn-lt"/>
              </a:rPr>
              <a:t>.</a:t>
            </a:r>
          </a:p>
        </p:txBody>
      </p:sp>
      <p:sp>
        <p:nvSpPr>
          <p:cNvPr id="4" name="Slide Number Placeholder 3"/>
          <p:cNvSpPr>
            <a:spLocks noGrp="1"/>
          </p:cNvSpPr>
          <p:nvPr>
            <p:ph type="sldNum" sz="quarter" idx="5"/>
          </p:nvPr>
        </p:nvSpPr>
        <p:spPr/>
        <p:txBody>
          <a:bodyPr/>
          <a:lstStyle/>
          <a:p>
            <a:fld id="{6E2E38B8-B0B4-AD41-AC6E-B781F46A9FD3}" type="slidenum">
              <a:rPr lang="en-US" smtClean="0"/>
              <a:pPr/>
              <a:t>7</a:t>
            </a:fld>
            <a:endParaRPr lang="en-US" dirty="0"/>
          </a:p>
        </p:txBody>
      </p:sp>
    </p:spTree>
    <p:extLst>
      <p:ext uri="{BB962C8B-B14F-4D97-AF65-F5344CB8AC3E}">
        <p14:creationId xmlns:p14="http://schemas.microsoft.com/office/powerpoint/2010/main" val="265562003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Classification models are widely used in various fields to predict a specific label or category based on one or more input features. </a:t>
            </a:r>
          </a:p>
          <a:p>
            <a:endParaRPr lang="en-US" dirty="0">
              <a:latin typeface="+mn-lt"/>
            </a:endParaRPr>
          </a:p>
          <a:p>
            <a:r>
              <a:rPr lang="en-US" dirty="0">
                <a:latin typeface="+mn-lt"/>
              </a:rPr>
              <a:t>These are some common use cases for classification models:</a:t>
            </a:r>
          </a:p>
          <a:p>
            <a:endParaRPr lang="en-US" dirty="0">
              <a:latin typeface="+mn-lt"/>
            </a:endParaRPr>
          </a:p>
          <a:p>
            <a:pPr marL="171450" indent="-171450">
              <a:buFont typeface="Arial" panose="020B0604020202020204" pitchFamily="34" charset="0"/>
              <a:buChar char="•"/>
            </a:pPr>
            <a:r>
              <a:rPr lang="en-US" b="1" dirty="0">
                <a:latin typeface="+mn-lt"/>
              </a:rPr>
              <a:t>Spam detection: </a:t>
            </a:r>
            <a:r>
              <a:rPr lang="en-US" dirty="0">
                <a:latin typeface="+mn-lt"/>
              </a:rPr>
              <a:t>Classification models can be used to classify emails as spam or not spam based on their content, sender, and other factors.</a:t>
            </a: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1" dirty="0">
                <a:latin typeface="+mn-lt"/>
              </a:rPr>
              <a:t>Fraud detection: </a:t>
            </a:r>
            <a:r>
              <a:rPr lang="en-US" dirty="0">
                <a:latin typeface="+mn-lt"/>
              </a:rPr>
              <a:t>Classification models can be used to detect fraudulent transactions, insurance claims, or other activities based on patterns in data.</a:t>
            </a: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1" dirty="0">
                <a:latin typeface="+mn-lt"/>
              </a:rPr>
              <a:t>Sentiment analysis: </a:t>
            </a:r>
            <a:r>
              <a:rPr lang="en-US" dirty="0">
                <a:latin typeface="+mn-lt"/>
              </a:rPr>
              <a:t>Classification models can be used to classify text as positive, negative, or neutral sentiment based on the words used and the context.</a:t>
            </a: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1" dirty="0">
                <a:latin typeface="+mn-lt"/>
              </a:rPr>
              <a:t>Medical diagnosis: </a:t>
            </a:r>
            <a:r>
              <a:rPr lang="en-US" dirty="0">
                <a:latin typeface="+mn-lt"/>
              </a:rPr>
              <a:t>Classification models can be used to diagnose diseases based on symptoms, medical history, and other factors.</a:t>
            </a: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1" dirty="0">
                <a:latin typeface="+mn-lt"/>
              </a:rPr>
              <a:t>Image recognition: </a:t>
            </a:r>
            <a:r>
              <a:rPr lang="en-US" dirty="0">
                <a:latin typeface="+mn-lt"/>
              </a:rPr>
              <a:t>Classification models can be used to recognize objects or identify people in images or videos based on their features and characteristics.</a:t>
            </a: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1" dirty="0">
                <a:latin typeface="+mn-lt"/>
              </a:rPr>
              <a:t>Credit scoring: </a:t>
            </a:r>
            <a:r>
              <a:rPr lang="en-US" dirty="0">
                <a:latin typeface="+mn-lt"/>
              </a:rPr>
              <a:t>Classification models can be used to predict the likelihood of default on a loan or credit card based on the applicant's credit history, income, and other factors.</a:t>
            </a: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1" dirty="0">
                <a:latin typeface="+mn-lt"/>
              </a:rPr>
              <a:t>Customer segmentation: </a:t>
            </a:r>
            <a:r>
              <a:rPr lang="en-US" dirty="0">
                <a:latin typeface="+mn-lt"/>
              </a:rPr>
              <a:t>Classification models can be used to segment customers into different groups based on their behavior, preferences, and demographics.</a:t>
            </a:r>
          </a:p>
          <a:p>
            <a:endParaRPr lang="en-US" dirty="0">
              <a:latin typeface="+mn-lt"/>
            </a:endParaRPr>
          </a:p>
          <a:p>
            <a:r>
              <a:rPr lang="en-US" dirty="0">
                <a:latin typeface="+mn-lt"/>
              </a:rPr>
              <a:t>In summary, classification models are a powerful tool for predicting discrete labels or categories based on input features and have a wide range of applications in fields such as finance, healthcare, marketing, and more.</a:t>
            </a:r>
          </a:p>
          <a:p>
            <a:endParaRPr lang="en-US" dirty="0">
              <a:latin typeface="+mn-lt"/>
            </a:endParaRPr>
          </a:p>
          <a:p>
            <a:r>
              <a:rPr lang="en-US" b="1" dirty="0">
                <a:latin typeface="+mn-lt"/>
              </a:rPr>
              <a:t>Note:</a:t>
            </a:r>
          </a:p>
          <a:p>
            <a:endParaRPr lang="en-US" b="1"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n-US" sz="1000" dirty="0">
                <a:latin typeface="+mn-lt"/>
              </a:rPr>
              <a:t>refers to a broad set of techniques to train a computer to learn from its inputs, using existing data, and one or more “training” methods, instead of being explicitly programmed. </a:t>
            </a:r>
            <a:r>
              <a:rPr lang="en-US" dirty="0">
                <a:latin typeface="+mn-lt"/>
              </a:rPr>
              <a:t>ML helps a computer to achieve AI. </a:t>
            </a:r>
          </a:p>
        </p:txBody>
      </p:sp>
      <p:sp>
        <p:nvSpPr>
          <p:cNvPr id="4" name="Slide Number Placeholder 3"/>
          <p:cNvSpPr>
            <a:spLocks noGrp="1"/>
          </p:cNvSpPr>
          <p:nvPr>
            <p:ph type="sldNum" sz="quarter" idx="5"/>
          </p:nvPr>
        </p:nvSpPr>
        <p:spPr/>
        <p:txBody>
          <a:bodyPr/>
          <a:lstStyle/>
          <a:p>
            <a:fld id="{6E2E38B8-B0B4-AD41-AC6E-B781F46A9FD3}" type="slidenum">
              <a:rPr lang="en-US" smtClean="0"/>
              <a:pPr/>
              <a:t>8</a:t>
            </a:fld>
            <a:endParaRPr lang="en-US" dirty="0"/>
          </a:p>
        </p:txBody>
      </p:sp>
    </p:spTree>
    <p:extLst>
      <p:ext uri="{BB962C8B-B14F-4D97-AF65-F5344CB8AC3E}">
        <p14:creationId xmlns:p14="http://schemas.microsoft.com/office/powerpoint/2010/main" val="117101337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CA" dirty="0">
                <a:latin typeface="+mn-lt"/>
              </a:rPr>
              <a:t>In machine learning (ML), regression refers to a type of supervised learning algorithm that is used to predict a numerical value (the target) based on a set of input features. The example on this slide is a regression model that predicts house prices.</a:t>
            </a:r>
          </a:p>
          <a:p>
            <a:endParaRPr lang="en-CA" dirty="0">
              <a:latin typeface="+mn-lt"/>
            </a:endParaRPr>
          </a:p>
          <a:p>
            <a:r>
              <a:rPr lang="en-CA" dirty="0">
                <a:latin typeface="+mn-lt"/>
              </a:rPr>
              <a:t>Regression models are trained with labeled (the supervised part) historical data, for example, real estate market data where the target field, which is the sale sale price of houses is listed alongside multiple other “features” (data fields of interest), like square footage, number of bedrooms and bathrooms, address, sale date, and number of days on market.</a:t>
            </a:r>
          </a:p>
          <a:p>
            <a:endParaRPr lang="en-CA" dirty="0">
              <a:latin typeface="+mn-lt"/>
            </a:endParaRPr>
          </a:p>
          <a:p>
            <a:r>
              <a:rPr lang="en-CA" dirty="0">
                <a:latin typeface="+mn-lt"/>
              </a:rPr>
              <a:t>The goal of a regression model is to identify the relationship between the input features and the target variables. In this case, when a house price prediction model is being trained, it looks for relationships between the various features listed earlier (like address) with the target value (house price). Once it’s been trained, the model then uses this relationship to predict the house price for new input data (now houses the model will evaluate that it’s never seen before).</a:t>
            </a:r>
          </a:p>
          <a:p>
            <a:endParaRPr lang="en-CA" dirty="0">
              <a:latin typeface="+mn-lt"/>
            </a:endParaRPr>
          </a:p>
          <a:p>
            <a:r>
              <a:rPr lang="en-CA" dirty="0">
                <a:latin typeface="+mn-lt"/>
              </a:rPr>
              <a:t>Regression models are widely used in many fields, including finance, healthcare, and engineering, where they can be used to predict values such as stock prices, patient outcomes, sales forecasts, or customer behavior based on input features.</a:t>
            </a:r>
          </a:p>
          <a:p>
            <a:endParaRPr lang="en-US" dirty="0">
              <a:latin typeface="+mn-lt"/>
            </a:endParaRPr>
          </a:p>
          <a:p>
            <a:r>
              <a:rPr lang="en-US" b="1" dirty="0">
                <a:latin typeface="+mn-lt"/>
              </a:rPr>
              <a:t>Notes:</a:t>
            </a:r>
          </a:p>
          <a:p>
            <a:endParaRPr lang="en-US" b="1"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n-US" sz="1000" dirty="0">
                <a:latin typeface="+mn-lt"/>
              </a:rPr>
              <a:t>refers to a broad set of techniques to train a computer to learn from its inputs, using existing data, and one or more “training” methods, instead of being explicitly programmed. </a:t>
            </a:r>
            <a:r>
              <a:rPr lang="en-US" dirty="0">
                <a:latin typeface="+mn-lt"/>
              </a:rPr>
              <a:t>ML helps a computer to achieve AI. </a:t>
            </a:r>
          </a:p>
          <a:p>
            <a:endParaRPr lang="en-US" b="1" dirty="0">
              <a:latin typeface="+mn-lt"/>
            </a:endParaRPr>
          </a:p>
          <a:p>
            <a:pPr marL="171450" indent="-171450">
              <a:buFont typeface="Arial" panose="020B0604020202020204" pitchFamily="34" charset="0"/>
              <a:buChar char="•"/>
            </a:pPr>
            <a:r>
              <a:rPr lang="en-US" sz="1000" b="0" dirty="0">
                <a:latin typeface="+mn-lt"/>
              </a:rPr>
              <a:t>An</a:t>
            </a:r>
            <a:r>
              <a:rPr lang="en-US" sz="1000" b="1" dirty="0">
                <a:latin typeface="+mn-lt"/>
              </a:rPr>
              <a:t> algorithm </a:t>
            </a:r>
            <a:r>
              <a:rPr lang="en-US" sz="1000" b="0" dirty="0">
                <a:latin typeface="+mn-lt"/>
              </a:rPr>
              <a:t>is a procedure used for solving a problem or performing a computation. Algorithms act as an exact list of instructions that conduct a sequence of specified actions in either hardware- or software-based routines.</a:t>
            </a:r>
          </a:p>
        </p:txBody>
      </p:sp>
      <p:sp>
        <p:nvSpPr>
          <p:cNvPr id="4" name="Slide Number Placeholder 3"/>
          <p:cNvSpPr>
            <a:spLocks noGrp="1"/>
          </p:cNvSpPr>
          <p:nvPr>
            <p:ph type="sldNum" sz="quarter" idx="5"/>
          </p:nvPr>
        </p:nvSpPr>
        <p:spPr/>
        <p:txBody>
          <a:bodyPr/>
          <a:lstStyle/>
          <a:p>
            <a:fld id="{6E2E38B8-B0B4-AD41-AC6E-B781F46A9FD3}" type="slidenum">
              <a:rPr lang="en-US" smtClean="0"/>
              <a:pPr/>
              <a:t>9</a:t>
            </a:fld>
            <a:endParaRPr lang="en-US" dirty="0"/>
          </a:p>
        </p:txBody>
      </p:sp>
    </p:spTree>
    <p:extLst>
      <p:ext uri="{BB962C8B-B14F-4D97-AF65-F5344CB8AC3E}">
        <p14:creationId xmlns:p14="http://schemas.microsoft.com/office/powerpoint/2010/main" val="270792267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Clustering is a type of unsupervised learning where data is grouped into clusters based on similarities between data points. </a:t>
            </a:r>
          </a:p>
          <a:p>
            <a:endParaRPr lang="en-US" dirty="0">
              <a:latin typeface="+mn-lt"/>
            </a:endParaRPr>
          </a:p>
          <a:p>
            <a:r>
              <a:rPr lang="en-US" dirty="0">
                <a:latin typeface="+mn-lt"/>
              </a:rPr>
              <a:t>These are some common use cases for clustering:</a:t>
            </a:r>
          </a:p>
          <a:p>
            <a:endParaRPr lang="en-US" dirty="0">
              <a:latin typeface="+mn-lt"/>
            </a:endParaRPr>
          </a:p>
          <a:p>
            <a:pPr marL="171450" indent="-171450">
              <a:buFont typeface="Arial" panose="020B0604020202020204" pitchFamily="34" charset="0"/>
              <a:buChar char="•"/>
            </a:pPr>
            <a:r>
              <a:rPr lang="en-US" b="1" dirty="0">
                <a:latin typeface="+mn-lt"/>
              </a:rPr>
              <a:t>Customer segmentation: </a:t>
            </a:r>
            <a:r>
              <a:rPr lang="en-US" dirty="0">
                <a:latin typeface="+mn-lt"/>
              </a:rPr>
              <a:t>Clustering can be used to group customers with similar behaviors, preferences, and demographics for targeted marketing campaigns and personalized recommendations.</a:t>
            </a: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1" dirty="0">
                <a:latin typeface="+mn-lt"/>
              </a:rPr>
              <a:t>Image segmentation: </a:t>
            </a:r>
            <a:r>
              <a:rPr lang="en-US" dirty="0">
                <a:latin typeface="+mn-lt"/>
              </a:rPr>
              <a:t>Clustering can be used to segment images into different regions based on color, texture, and other features.</a:t>
            </a:r>
          </a:p>
          <a:p>
            <a:pPr marL="171450" indent="-171450">
              <a:buFont typeface="Arial" panose="020B0604020202020204" pitchFamily="34" charset="0"/>
              <a:buChar char="•"/>
            </a:pPr>
            <a:endParaRPr lang="en-US" b="1" dirty="0">
              <a:latin typeface="+mn-lt"/>
            </a:endParaRPr>
          </a:p>
          <a:p>
            <a:pPr marL="171450" indent="-171450">
              <a:buFont typeface="Arial" panose="020B0604020202020204" pitchFamily="34" charset="0"/>
              <a:buChar char="•"/>
            </a:pPr>
            <a:r>
              <a:rPr lang="en-US" b="1" dirty="0">
                <a:latin typeface="+mn-lt"/>
              </a:rPr>
              <a:t>Anomaly detection: </a:t>
            </a:r>
            <a:r>
              <a:rPr lang="en-US" dirty="0">
                <a:latin typeface="+mn-lt"/>
              </a:rPr>
              <a:t>Clustering can be used to identify outliers or anomalies in data that do not belong to any of the existing clusters.</a:t>
            </a: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1" dirty="0">
                <a:latin typeface="+mn-lt"/>
              </a:rPr>
              <a:t>Document clustering: </a:t>
            </a:r>
            <a:r>
              <a:rPr lang="en-US" dirty="0">
                <a:latin typeface="+mn-lt"/>
              </a:rPr>
              <a:t>Clustering can be used to group similar documents together for better organization and searchability.</a:t>
            </a: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1" dirty="0">
                <a:latin typeface="+mn-lt"/>
              </a:rPr>
              <a:t>Genetic analysis: </a:t>
            </a:r>
            <a:r>
              <a:rPr lang="en-US" dirty="0">
                <a:latin typeface="+mn-lt"/>
              </a:rPr>
              <a:t>Clustering can be used to group genes with similar functions or characteristics for better understanding of genetic processes.</a:t>
            </a: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1" dirty="0">
                <a:latin typeface="+mn-lt"/>
              </a:rPr>
              <a:t>Social network analysis: </a:t>
            </a:r>
            <a:r>
              <a:rPr lang="en-US" dirty="0">
                <a:latin typeface="+mn-lt"/>
              </a:rPr>
              <a:t>Clustering can be used to identify communities or groups within a social network based on connections between individuals.</a:t>
            </a:r>
          </a:p>
          <a:p>
            <a:pPr marL="171450" indent="-171450">
              <a:buFont typeface="Arial" panose="020B0604020202020204" pitchFamily="34" charset="0"/>
              <a:buChar char="•"/>
            </a:pPr>
            <a:endParaRPr lang="en-US" b="1" dirty="0">
              <a:latin typeface="+mn-lt"/>
            </a:endParaRPr>
          </a:p>
          <a:p>
            <a:pPr marL="171450" indent="-171450">
              <a:buFont typeface="Arial" panose="020B0604020202020204" pitchFamily="34" charset="0"/>
              <a:buChar char="•"/>
            </a:pPr>
            <a:r>
              <a:rPr lang="en-US" b="1" dirty="0">
                <a:latin typeface="+mn-lt"/>
              </a:rPr>
              <a:t>Market basket analysis: </a:t>
            </a:r>
            <a:r>
              <a:rPr lang="en-US" dirty="0">
                <a:latin typeface="+mn-lt"/>
              </a:rPr>
              <a:t>Clustering can be used to identify groups of items that are often purchased together in a market basket analysis.</a:t>
            </a:r>
          </a:p>
          <a:p>
            <a:pPr marL="171450" indent="-171450">
              <a:buFont typeface="Arial" panose="020B0604020202020204" pitchFamily="34" charset="0"/>
              <a:buChar char="•"/>
            </a:pPr>
            <a:endParaRPr lang="en-US" dirty="0">
              <a:latin typeface="+mn-lt"/>
            </a:endParaRPr>
          </a:p>
          <a:p>
            <a:r>
              <a:rPr lang="en-US" dirty="0">
                <a:latin typeface="+mn-lt"/>
              </a:rPr>
              <a:t>In summary, clustering is a powerful tool for unsupervised learning and has a wide range of applications in fields such as marketing, biology, social sciences, and more. </a:t>
            </a:r>
          </a:p>
          <a:p>
            <a:endParaRPr lang="en-US" dirty="0">
              <a:latin typeface="+mn-lt"/>
            </a:endParaRPr>
          </a:p>
          <a:p>
            <a:r>
              <a:rPr lang="en-US" b="1" dirty="0">
                <a:latin typeface="+mn-lt"/>
              </a:rPr>
              <a:t>Note:</a:t>
            </a:r>
          </a:p>
          <a:p>
            <a:endParaRPr lang="en-US" b="1"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n-US" sz="1000" dirty="0">
                <a:latin typeface="+mn-lt"/>
              </a:rPr>
              <a:t>refers to a broad set of techniques to train a computer to learn from its inputs, using existing data, and one or more “training” methods, instead of being explicitly programmed. </a:t>
            </a:r>
            <a:r>
              <a:rPr lang="en-US" dirty="0">
                <a:latin typeface="+mn-lt"/>
              </a:rPr>
              <a:t>ML helps a computer to achieve AI. </a:t>
            </a:r>
          </a:p>
        </p:txBody>
      </p:sp>
      <p:sp>
        <p:nvSpPr>
          <p:cNvPr id="4" name="Slide Number Placeholder 3"/>
          <p:cNvSpPr>
            <a:spLocks noGrp="1"/>
          </p:cNvSpPr>
          <p:nvPr>
            <p:ph type="sldNum" sz="quarter" idx="5"/>
          </p:nvPr>
        </p:nvSpPr>
        <p:spPr/>
        <p:txBody>
          <a:bodyPr/>
          <a:lstStyle/>
          <a:p>
            <a:fld id="{6E2E38B8-B0B4-AD41-AC6E-B781F46A9FD3}" type="slidenum">
              <a:rPr lang="en-US" smtClean="0"/>
              <a:pPr/>
              <a:t>10</a:t>
            </a:fld>
            <a:endParaRPr lang="en-US" dirty="0"/>
          </a:p>
        </p:txBody>
      </p:sp>
    </p:spTree>
    <p:extLst>
      <p:ext uri="{BB962C8B-B14F-4D97-AF65-F5344CB8AC3E}">
        <p14:creationId xmlns:p14="http://schemas.microsoft.com/office/powerpoint/2010/main" val="329422724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Companies build, train, deploy, and use machine learning (ML) and deep learning (DL) models by going through the steps illustrated on this slide. This is known as the machine learning operations (MLOps) lifecycle.</a:t>
            </a:r>
          </a:p>
          <a:p>
            <a:endParaRPr lang="en-US" dirty="0">
              <a:latin typeface="+mn-lt"/>
            </a:endParaRPr>
          </a:p>
          <a:p>
            <a:r>
              <a:rPr lang="en-US" dirty="0">
                <a:latin typeface="+mn-lt"/>
              </a:rPr>
              <a:t>There is a great deal more to developing artificial intelligence (AI) models than ML, and it involves people from different areas such as business-people, data engineers, data stewards, data scientist, MLOps people, and others. This is a team effort that requires smooth communication and information sharing. This cycle begins when the line of business people define the use case and objectives for the machine learning project.</a:t>
            </a:r>
          </a:p>
          <a:p>
            <a:endParaRPr lang="en-US" dirty="0">
              <a:latin typeface="+mn-lt"/>
            </a:endParaRPr>
          </a:p>
          <a:p>
            <a:r>
              <a:rPr lang="en-US" dirty="0">
                <a:latin typeface="+mn-lt"/>
              </a:rPr>
              <a:t>One key activity is finding the data required to create the machine learning model. This is done with the help of data stewards and data engineers. The data could be from within the enterprise or come from public sites such as federal, state, or city governments. The data needs to be examined and cleaned up. The resulting understanding can uncover additional needs that would add additional requirements. Then the data sources and data needs to be catalogued and privacy rules need to be applied so only the appropriate people will see the exact data.</a:t>
            </a:r>
          </a:p>
          <a:p>
            <a:endParaRPr lang="en-US" dirty="0">
              <a:latin typeface="+mn-lt"/>
            </a:endParaRPr>
          </a:p>
          <a:p>
            <a:r>
              <a:rPr lang="en-US" dirty="0">
                <a:latin typeface="+mn-lt"/>
              </a:rPr>
              <a:t>The data processing is not over. Some features may need to be converted from character to numerical values. For example, if the business must predict the number of widgets that will be sold next month, it might be required to specify how many of each available color. So, the colors red, white, and blue are converted to numbers with a special processing indicating these are categorical values. If there is a need to predict how many resources are needed on a future Tuesday, it might be required to extract the day of the week from the training records dates. These type of conversions are called feature engineering.</a:t>
            </a:r>
          </a:p>
          <a:p>
            <a:endParaRPr lang="en-US" dirty="0">
              <a:latin typeface="+mn-lt"/>
            </a:endParaRPr>
          </a:p>
          <a:p>
            <a:r>
              <a:rPr lang="en-US" dirty="0">
                <a:latin typeface="+mn-lt"/>
              </a:rPr>
              <a:t>The iterative process of  data collection, understanding, and preparation consumes around 80% of the time spent in data science projects. Often, the first look at the enterprise data results in a rude awakening where the enterprise data may not have the quality expected.</a:t>
            </a:r>
          </a:p>
          <a:p>
            <a:endParaRPr lang="en-US" dirty="0">
              <a:latin typeface="+mn-lt"/>
            </a:endParaRPr>
          </a:p>
          <a:p>
            <a:r>
              <a:rPr lang="en-US" dirty="0">
                <a:latin typeface="+mn-lt"/>
              </a:rPr>
              <a:t>After the proper data with the desired feature engineering is collected and preforms, it is time to create the model where the data scientist can try multiple algorithms with different hyper parameters. The resulting models are evaluated, and the best model chosen for deployment. The MLOps people get involved in the model deployment and monitoring so feedback can be returned, and a decision can be made as to when the model needs to be refreshed or retired altogether.</a:t>
            </a:r>
          </a:p>
          <a:p>
            <a:endParaRPr lang="en-US" dirty="0">
              <a:latin typeface="+mn-lt"/>
            </a:endParaRPr>
          </a:p>
          <a:p>
            <a:r>
              <a:rPr lang="en-US" dirty="0">
                <a:latin typeface="+mn-lt"/>
              </a:rPr>
              <a:t>In brief, many people’s expertise and experience is applied in the process to go from a business problem to a successfully deployed machine learning model. </a:t>
            </a:r>
          </a:p>
          <a:p>
            <a:endParaRPr lang="en-US" dirty="0">
              <a:latin typeface="+mn-lt"/>
            </a:endParaRPr>
          </a:p>
          <a:p>
            <a:r>
              <a:rPr lang="en-US" b="1" dirty="0">
                <a:latin typeface="+mn-lt"/>
              </a:rPr>
              <a:t>Notes:</a:t>
            </a:r>
          </a:p>
          <a:p>
            <a:endParaRPr lang="en-US" b="1"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n-US" sz="1000" dirty="0">
                <a:latin typeface="+mn-lt"/>
              </a:rPr>
              <a:t>refers to a broad set of techniques to train a computer to learn from its inputs, using existing data, and one or more “training” methods, instead of being explicitly programmed. </a:t>
            </a:r>
            <a:r>
              <a:rPr lang="en-US" dirty="0">
                <a:latin typeface="+mn-lt"/>
              </a:rPr>
              <a:t>ML helps a computer to achieve AI. </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indent="-171450">
              <a:buFont typeface="Arial" panose="020B0604020202020204" pitchFamily="34" charset="0"/>
              <a:buChar char="•"/>
              <a:defRPr/>
            </a:pPr>
            <a:r>
              <a:rPr lang="en-US" sz="1000" b="1" dirty="0">
                <a:latin typeface="+mn-lt"/>
              </a:rPr>
              <a:t>Deep learning (DL) </a:t>
            </a:r>
            <a:r>
              <a:rPr lang="en-US" sz="1000" b="0" dirty="0">
                <a:latin typeface="+mn-lt"/>
              </a:rPr>
              <a:t>is a technique for implementing </a:t>
            </a:r>
            <a:r>
              <a:rPr lang="en-US" sz="1000" dirty="0">
                <a:latin typeface="+mn-lt"/>
              </a:rPr>
              <a:t>machine learning (ML) </a:t>
            </a:r>
            <a:r>
              <a:rPr lang="en-US" sz="1000" b="0" dirty="0">
                <a:latin typeface="+mn-lt"/>
              </a:rPr>
              <a:t>that relies on deep artificial neural networks to perform complex tasks such as image recognition, object detection, and natural language processing (NLP). Neural networks are a set of algorithms, modeled loosely after the neural networks found in the human brain, which are designed to recognize hidden patterns in data. The “deep” in DL refers to a neural network comprised of more than three layers (which include the input and the output layers). </a:t>
            </a:r>
          </a:p>
          <a:p>
            <a:pPr marL="171450" indent="-171450">
              <a:buFont typeface="Arial" panose="020B0604020202020204" pitchFamily="34" charset="0"/>
              <a:buChar char="•"/>
              <a:defRPr/>
            </a:pPr>
            <a:endParaRPr lang="en-US" dirty="0">
              <a:latin typeface="+mn-lt"/>
            </a:endParaRPr>
          </a:p>
          <a:p>
            <a:pPr marL="171450" indent="-171450">
              <a:buFont typeface="Arial" panose="020B0604020202020204" pitchFamily="34" charset="0"/>
              <a:buChar char="•"/>
              <a:defRPr/>
            </a:pPr>
            <a:r>
              <a:rPr lang="en-US" sz="1000" b="1" dirty="0">
                <a:latin typeface="+mn-lt"/>
              </a:rPr>
              <a:t>Natural language processing (NLP) </a:t>
            </a:r>
            <a:r>
              <a:rPr lang="en-US" sz="1000" dirty="0">
                <a:latin typeface="+mn-lt"/>
              </a:rPr>
              <a:t>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 </a:t>
            </a:r>
          </a:p>
          <a:p>
            <a:pPr marL="171450" indent="-171450">
              <a:buFont typeface="Arial" panose="020B0604020202020204" pitchFamily="34" charset="0"/>
              <a:buChar char="•"/>
              <a:defRPr/>
            </a:pPr>
            <a:endParaRPr lang="en-US" dirty="0">
              <a:latin typeface="+mn-lt"/>
            </a:endParaRPr>
          </a:p>
          <a:p>
            <a:pPr marL="171450" indent="-171450">
              <a:buFont typeface="Arial" panose="020B0604020202020204" pitchFamily="34" charset="0"/>
              <a:buChar char="•"/>
              <a:defRPr/>
            </a:pPr>
            <a:r>
              <a:rPr lang="en-US" sz="1000" b="1" dirty="0">
                <a:latin typeface="+mn-lt"/>
              </a:rPr>
              <a:t>Neural networks </a:t>
            </a:r>
            <a:r>
              <a:rPr lang="en-US" sz="1000" b="0" dirty="0">
                <a:latin typeface="+mn-lt"/>
              </a:rPr>
              <a:t>are a set of algorithms, modeled loosely after the neural networks found in the human brain, that are designed to recognize hidden patterns in data</a:t>
            </a:r>
            <a:r>
              <a:rPr lang="en-US" sz="1000" b="0" dirty="0">
                <a:effectLst/>
                <a:latin typeface="+mn-lt"/>
                <a:ea typeface="Calibri" panose="020F0502020204030204" pitchFamily="34" charset="0"/>
                <a:cs typeface="Times New Roman" panose="02020603050405020304" pitchFamily="18" charset="0"/>
              </a:rPr>
              <a:t>. </a:t>
            </a:r>
          </a:p>
          <a:p>
            <a:pPr marL="171450" indent="-171450">
              <a:buFont typeface="Arial" panose="020B0604020202020204" pitchFamily="34" charset="0"/>
              <a:buChar char="•"/>
              <a:defRPr/>
            </a:pPr>
            <a:endParaRPr lang="en-US" dirty="0">
              <a:latin typeface="+mn-lt"/>
              <a:ea typeface="Calibri" panose="020F0502020204030204" pitchFamily="34" charset="0"/>
              <a:cs typeface="Times New Roman" panose="02020603050405020304" pitchFamily="18" charset="0"/>
            </a:endParaRPr>
          </a:p>
          <a:p>
            <a:pPr marL="171450" indent="-171450">
              <a:buFont typeface="Arial" panose="020B0604020202020204" pitchFamily="34" charset="0"/>
              <a:buChar char="•"/>
              <a:defRPr/>
            </a:pPr>
            <a:r>
              <a:rPr lang="en-US" sz="1000" b="0" dirty="0">
                <a:latin typeface="+mn-lt"/>
              </a:rPr>
              <a:t>An </a:t>
            </a:r>
            <a:r>
              <a:rPr lang="en-US" sz="1000" b="1" dirty="0">
                <a:latin typeface="+mn-lt"/>
              </a:rPr>
              <a:t>algorithm</a:t>
            </a:r>
            <a:r>
              <a:rPr lang="en-US" sz="1000" b="0" dirty="0">
                <a:latin typeface="+mn-lt"/>
              </a:rPr>
              <a:t> is a procedure used for solving a problem or performing a computation. Algorithms act as an exact list of instructions that conduct a sequence of specified actions in either hardware- or software-based routines.</a:t>
            </a:r>
          </a:p>
          <a:p>
            <a:pPr marL="171450" indent="-171450">
              <a:buFont typeface="Arial" panose="020B0604020202020204" pitchFamily="34" charset="0"/>
              <a:buChar char="•"/>
              <a:defRPr/>
            </a:pPr>
            <a:endParaRPr lang="en-US" sz="1000"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effectLst/>
                <a:latin typeface="+mn-lt"/>
                <a:ea typeface="Calibri" panose="020F0502020204030204" pitchFamily="34" charset="0"/>
                <a:cs typeface="Times New Roman" panose="02020603050405020304" pitchFamily="18" charset="0"/>
              </a:rPr>
              <a:t>Parameters</a:t>
            </a:r>
            <a:r>
              <a:rPr lang="en-US" dirty="0">
                <a:effectLst/>
                <a:latin typeface="+mn-lt"/>
                <a:ea typeface="Calibri" panose="020F0502020204030204" pitchFamily="34" charset="0"/>
                <a:cs typeface="Times New Roman" panose="02020603050405020304" pitchFamily="18" charset="0"/>
              </a:rPr>
              <a:t> are numerical values that define a large language model’s (LLM) structure and behavior, like clues that help it guess what words come next. Modern systems like ChatGPT are thought to have hundreds of billions of parameters. </a:t>
            </a:r>
          </a:p>
          <a:p>
            <a:pPr marL="0" indent="0">
              <a:buFont typeface="Arial" panose="020B0604020202020204" pitchFamily="34" charset="0"/>
              <a:buNone/>
              <a:defRPr/>
            </a:pPr>
            <a:endParaRPr lang="en-US" dirty="0">
              <a:latin typeface="+mn-lt"/>
            </a:endParaRPr>
          </a:p>
        </p:txBody>
      </p:sp>
      <p:sp>
        <p:nvSpPr>
          <p:cNvPr id="4" name="Slide Number Placeholder 3"/>
          <p:cNvSpPr>
            <a:spLocks noGrp="1"/>
          </p:cNvSpPr>
          <p:nvPr>
            <p:ph type="sldNum" sz="quarter" idx="5"/>
          </p:nvPr>
        </p:nvSpPr>
        <p:spPr/>
        <p:txBody>
          <a:bodyPr/>
          <a:lstStyle/>
          <a:p>
            <a:fld id="{6E2E38B8-B0B4-AD41-AC6E-B781F46A9FD3}" type="slidenum">
              <a:rPr lang="en-US" smtClean="0"/>
              <a:pPr/>
              <a:t>11</a:t>
            </a:fld>
            <a:endParaRPr lang="en-US" dirty="0"/>
          </a:p>
        </p:txBody>
      </p:sp>
    </p:spTree>
    <p:extLst>
      <p:ext uri="{BB962C8B-B14F-4D97-AF65-F5344CB8AC3E}">
        <p14:creationId xmlns:p14="http://schemas.microsoft.com/office/powerpoint/2010/main" val="429265937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Machine learning (</a:t>
            </a:r>
            <a:r>
              <a:rPr lang="en-US" sz="1000" dirty="0">
                <a:latin typeface="+mn-lt"/>
              </a:rPr>
              <a:t>ML) </a:t>
            </a:r>
            <a:r>
              <a:rPr lang="en-US" dirty="0">
                <a:latin typeface="+mn-lt"/>
              </a:rPr>
              <a:t>uses</a:t>
            </a:r>
            <a:r>
              <a:rPr lang="en-US" sz="1000" dirty="0">
                <a:latin typeface="+mn-lt"/>
              </a:rPr>
              <a:t> a broad set of techniques to train a computer to learn from its inputs, using existing data, and one or more “training” </a:t>
            </a:r>
            <a:r>
              <a:rPr lang="en-US" dirty="0">
                <a:latin typeface="+mn-lt"/>
              </a:rPr>
              <a:t>methods</a:t>
            </a:r>
            <a:r>
              <a:rPr lang="en-US" sz="1000" dirty="0">
                <a:latin typeface="+mn-lt"/>
              </a:rPr>
              <a:t>, instead of being explicitly programmed. </a:t>
            </a:r>
            <a:r>
              <a:rPr lang="en-US" dirty="0">
                <a:latin typeface="+mn-lt"/>
              </a:rPr>
              <a:t>ML helps a computer to achieve artificial intelligence (AI), gradually improving its accuracy over time.</a:t>
            </a:r>
          </a:p>
          <a:p>
            <a:endParaRPr lang="en-US" dirty="0">
              <a:latin typeface="+mn-lt"/>
            </a:endParaRPr>
          </a:p>
          <a:p>
            <a:r>
              <a:rPr lang="en-US" dirty="0">
                <a:latin typeface="+mn-lt"/>
              </a:rPr>
              <a:t>ML helps computer systems learn and improve from experience. As more and more data is inputted into a machine, it helps the algorithms teach the computer, thus improving the delivered results. For example, if a user asks Amazon’s Alexa to play their favorite music station on their Amazon Echo device, Alexa will go to the station the user has played most often — something Alexa inferred by observing all that times that user listened to music, what kind of music they listened, to, when they listened to music, for how long, what where they doing while listening to music (working our or driving), and of course what music streaming channel they listened to the most. A user can further improve and refine their listening experience by telling Alexa to skip songs, adjust the volume, and other commands (which means Alexa has been trained to understand the tasks of music listening).</a:t>
            </a:r>
          </a:p>
          <a:p>
            <a:endParaRPr lang="en-US" dirty="0">
              <a:latin typeface="+mn-lt"/>
            </a:endParaRPr>
          </a:p>
          <a:p>
            <a:r>
              <a:rPr lang="en-US" dirty="0">
                <a:latin typeface="+mn-lt"/>
              </a:rPr>
              <a:t>There are four main types of ML algorithms: supervised, semi-supervised, unsupervised, and reinforcement learning.</a:t>
            </a:r>
          </a:p>
          <a:p>
            <a:endParaRPr lang="en-US" b="1" dirty="0">
              <a:latin typeface="+mn-lt"/>
            </a:endParaRPr>
          </a:p>
          <a:p>
            <a:r>
              <a:rPr lang="en-US" dirty="0">
                <a:latin typeface="+mn-lt"/>
              </a:rPr>
              <a:t>In </a:t>
            </a:r>
            <a:r>
              <a:rPr lang="en-US" b="1" dirty="0">
                <a:latin typeface="+mn-lt"/>
              </a:rPr>
              <a:t>supervised learning, </a:t>
            </a:r>
            <a:r>
              <a:rPr lang="en-US" dirty="0">
                <a:latin typeface="+mn-lt"/>
              </a:rPr>
              <a:t>an operator provides the ML algorithm with a known dataset that includes desired inputs and outputs (referred to as labelled data). The algorithm identifies patterns in data, learns from observations, and makes predictions. The operator corrects the algorithm, and the process continues until the algorithm achieves a high level of accuracy. Supervised learning is very accurate but can be very very expensive because a lot of time must be spent labelling the data outputs to inputs; when taking into account the sheer volume of data needed to train AI, this has proven onerous and as a source of friction for many companies on their AI journey because of the time and cost to label data.</a:t>
            </a:r>
          </a:p>
          <a:p>
            <a:endParaRPr lang="en-US" dirty="0">
              <a:latin typeface="+mn-lt"/>
            </a:endParaRPr>
          </a:p>
          <a:p>
            <a:r>
              <a:rPr lang="en-US" dirty="0">
                <a:latin typeface="+mn-lt"/>
              </a:rPr>
              <a:t>Under the umbrella of supervised learning fall: classification, regression, and forecasting.</a:t>
            </a:r>
          </a:p>
          <a:p>
            <a:endParaRPr lang="en-US" b="1" dirty="0">
              <a:latin typeface="+mn-lt"/>
            </a:endParaRPr>
          </a:p>
          <a:p>
            <a:pPr marL="228600" indent="-228600">
              <a:buFont typeface="Arial" panose="020B0604020202020204" pitchFamily="34" charset="0"/>
              <a:buChar char="•"/>
            </a:pPr>
            <a:r>
              <a:rPr lang="en-US" dirty="0">
                <a:latin typeface="+mn-lt"/>
              </a:rPr>
              <a:t>In </a:t>
            </a:r>
            <a:r>
              <a:rPr lang="en-US" b="1" dirty="0">
                <a:latin typeface="+mn-lt"/>
              </a:rPr>
              <a:t>classification</a:t>
            </a:r>
            <a:r>
              <a:rPr lang="en-US" dirty="0">
                <a:latin typeface="+mn-lt"/>
              </a:rPr>
              <a:t> tasks, the ML program must draw a conclusion from observed values and determine to what category new observations belong. For example, when filtering emails as ‘spam’ or ‘not spam,’ the program must look at existing observational data and filter the emails accordingly.</a:t>
            </a:r>
          </a:p>
          <a:p>
            <a:pPr marL="228600" indent="-228600">
              <a:buFont typeface="Arial" panose="020B0604020202020204" pitchFamily="34" charset="0"/>
              <a:buChar char="•"/>
            </a:pPr>
            <a:endParaRPr lang="en-US" dirty="0">
              <a:latin typeface="+mn-lt"/>
            </a:endParaRPr>
          </a:p>
          <a:p>
            <a:pPr marL="228600" indent="-228600">
              <a:buFont typeface="Arial" panose="020B0604020202020204" pitchFamily="34" charset="0"/>
              <a:buChar char="•"/>
            </a:pPr>
            <a:r>
              <a:rPr lang="en-US" dirty="0">
                <a:latin typeface="+mn-lt"/>
              </a:rPr>
              <a:t>In </a:t>
            </a:r>
            <a:r>
              <a:rPr lang="en-US" b="1" dirty="0">
                <a:latin typeface="+mn-lt"/>
              </a:rPr>
              <a:t>regression </a:t>
            </a:r>
            <a:r>
              <a:rPr lang="en-US" dirty="0">
                <a:latin typeface="+mn-lt"/>
              </a:rPr>
              <a:t>tasks, the ML program must estimate and understand the relationships among variables. Regression analysis focuses on one dependent variable and a series of other changing variables, making it particularly useful for prediction and forecasting. For example, how does the number of bedrooms, proximity to schools (and so on) affect the price of a house for sale.</a:t>
            </a:r>
          </a:p>
          <a:p>
            <a:pPr marL="228600" indent="-228600">
              <a:buFont typeface="Arial" panose="020B0604020202020204" pitchFamily="34" charset="0"/>
              <a:buChar char="•"/>
            </a:pPr>
            <a:endParaRPr lang="en-US" dirty="0">
              <a:latin typeface="+mn-lt"/>
            </a:endParaRPr>
          </a:p>
          <a:p>
            <a:pPr marL="228600" indent="-228600">
              <a:buFont typeface="Arial" panose="020B0604020202020204" pitchFamily="34" charset="0"/>
              <a:buChar char="•"/>
            </a:pPr>
            <a:r>
              <a:rPr lang="en-US" b="1" dirty="0">
                <a:latin typeface="+mn-lt"/>
              </a:rPr>
              <a:t>Forecasting</a:t>
            </a:r>
            <a:r>
              <a:rPr lang="en-US" dirty="0">
                <a:latin typeface="+mn-lt"/>
              </a:rPr>
              <a:t> is the process of making predictions about the future based on the past and present data and is commonly used to analyze trends. For example, at certain temperatures, people are more likely to buy certain products and restaurants with dynamic menus will change their drive-thru menus based on these predictions to maximize sales.</a:t>
            </a:r>
          </a:p>
          <a:p>
            <a:pPr marL="171450" indent="-171450">
              <a:buFont typeface="Arial" panose="020B0604020202020204" pitchFamily="34" charset="0"/>
              <a:buChar char="•"/>
            </a:pPr>
            <a:endParaRPr lang="en-US" dirty="0">
              <a:latin typeface="+mn-lt"/>
            </a:endParaRPr>
          </a:p>
          <a:p>
            <a:r>
              <a:rPr lang="en-US" b="1" dirty="0">
                <a:latin typeface="+mn-lt"/>
              </a:rPr>
              <a:t>Semi-supervised</a:t>
            </a:r>
            <a:r>
              <a:rPr lang="en-US" dirty="0">
                <a:latin typeface="+mn-lt"/>
              </a:rPr>
              <a:t> learning uses both labeled and unlabeled data. Labeled data is essentially information that has meaningful tags so that the algorithm can understand the data, while unlabeled data lacks that information. By using this combination, ML algorithms can learn to label unlabeled data.</a:t>
            </a:r>
          </a:p>
          <a:p>
            <a:pPr marL="171450" indent="-171450">
              <a:buFont typeface="Arial" panose="020B0604020202020204" pitchFamily="34" charset="0"/>
              <a:buChar char="•"/>
            </a:pPr>
            <a:endParaRPr lang="en-US" dirty="0">
              <a:latin typeface="+mn-lt"/>
            </a:endParaRPr>
          </a:p>
          <a:p>
            <a:r>
              <a:rPr lang="en-US" dirty="0">
                <a:latin typeface="+mn-lt"/>
              </a:rPr>
              <a:t>In </a:t>
            </a:r>
            <a:r>
              <a:rPr lang="en-US" b="1" dirty="0">
                <a:latin typeface="+mn-lt"/>
              </a:rPr>
              <a:t>unsupervised learning, </a:t>
            </a:r>
            <a:r>
              <a:rPr lang="en-US" dirty="0">
                <a:latin typeface="+mn-lt"/>
              </a:rPr>
              <a:t>the ML algorithm studies data to identify patterns. There is no answer key or human operator to provide instruction. Instead, the machine determines the correlations and relationships by analyzing available data. In this process, the ML algorithm is left to interpret large data sets and address that data accordingly. The algorithm tries to organize that data in some way to describe its structure. This might mean grouping the data into clusters or arranging it in a way that looks more organized. As it assesses more data, the algorithm’s ability to make decisions on that data gradually improves and becomes more refined. Under the umbrella of unsupervised learning, fall: clustering and dimension reduction.</a:t>
            </a:r>
          </a:p>
          <a:p>
            <a:endParaRPr lang="en-US" dirty="0">
              <a:latin typeface="+mn-lt"/>
            </a:endParaRPr>
          </a:p>
          <a:p>
            <a:pPr marL="228600" indent="-228600">
              <a:buFont typeface="Arial" panose="020B0604020202020204" pitchFamily="34" charset="0"/>
              <a:buChar char="•"/>
            </a:pPr>
            <a:r>
              <a:rPr lang="en-US" b="1" dirty="0">
                <a:latin typeface="+mn-lt"/>
              </a:rPr>
              <a:t>Clustering</a:t>
            </a:r>
            <a:r>
              <a:rPr lang="en-US" dirty="0">
                <a:latin typeface="+mn-lt"/>
              </a:rPr>
              <a:t> involves grouping sets of similar data (based on defined criteria). It’s useful for segmenting data into several groups and performing analysis on each data set to find patterns. For example, an insurance algorithm that looks at a health claim and automatically adjudicates it for payment… perhaps the claim is rejected, and the AI moves it to a follow-up process, or flags it for fraud.</a:t>
            </a:r>
          </a:p>
          <a:p>
            <a:pPr marL="228600" indent="-228600">
              <a:buFont typeface="Arial" panose="020B0604020202020204" pitchFamily="34" charset="0"/>
              <a:buChar char="•"/>
            </a:pPr>
            <a:endParaRPr lang="en-US" dirty="0">
              <a:latin typeface="+mn-lt"/>
            </a:endParaRPr>
          </a:p>
          <a:p>
            <a:pPr marL="228600" indent="-228600">
              <a:buFont typeface="Arial" panose="020B0604020202020204" pitchFamily="34" charset="0"/>
              <a:buChar char="•"/>
            </a:pPr>
            <a:r>
              <a:rPr lang="en-US" b="1" dirty="0">
                <a:latin typeface="+mn-lt"/>
              </a:rPr>
              <a:t>Dimension reduction </a:t>
            </a:r>
            <a:r>
              <a:rPr lang="en-US" dirty="0">
                <a:latin typeface="+mn-lt"/>
              </a:rPr>
              <a:t>reduces the number of variables (features) being considered to find the exact information required. This is a key component because the more dimensions used, the more complex an algorithm becomes (and potentially the more prone to over-fitting it becomes too).</a:t>
            </a:r>
          </a:p>
          <a:p>
            <a:endParaRPr lang="en-US" b="1" dirty="0">
              <a:latin typeface="+mn-lt"/>
            </a:endParaRPr>
          </a:p>
          <a:p>
            <a:pPr marL="0" marR="0" lvl="0" indent="0" algn="l" defTabSz="2438522" rtl="0" eaLnBrk="1" fontAlgn="auto" latinLnBrk="0" hangingPunct="1">
              <a:lnSpc>
                <a:spcPct val="110000"/>
              </a:lnSpc>
              <a:spcBef>
                <a:spcPts val="0"/>
              </a:spcBef>
              <a:spcAft>
                <a:spcPts val="0"/>
              </a:spcAft>
              <a:buClrTx/>
              <a:buSzTx/>
              <a:buFontTx/>
              <a:buNone/>
              <a:tabLst/>
              <a:defRPr/>
            </a:pPr>
            <a:r>
              <a:rPr lang="en-US" b="1" dirty="0">
                <a:latin typeface="+mn-lt"/>
              </a:rPr>
              <a:t>Reinforcement learning </a:t>
            </a:r>
            <a:r>
              <a:rPr lang="en-US" b="0" dirty="0">
                <a:effectLst/>
                <a:latin typeface="+mn-lt"/>
                <a:ea typeface="Calibri" panose="020F0502020204030204" pitchFamily="34" charset="0"/>
                <a:cs typeface="Times New Roman" panose="02020603050405020304" pitchFamily="18" charset="0"/>
              </a:rPr>
              <a:t>is a technique that teaches an AI model to find the best result by trial and error. A</a:t>
            </a:r>
            <a:r>
              <a:rPr lang="en-US" dirty="0">
                <a:latin typeface="+mn-lt"/>
              </a:rPr>
              <a:t> ML algorithm is provided with a set of actions, parameters, and end values. By defining the rules, the ML algorithm then tries to explore different options and possibilities, monitoring and evaluating each result to determine which one is optimal. Reinforcement learning teaches the machine by trial and error,</a:t>
            </a:r>
            <a:r>
              <a:rPr lang="en-US" b="0" dirty="0">
                <a:effectLst/>
                <a:latin typeface="+mn-lt"/>
                <a:ea typeface="Calibri" panose="020F0502020204030204" pitchFamily="34" charset="0"/>
                <a:cs typeface="Times New Roman" panose="02020603050405020304" pitchFamily="18" charset="0"/>
              </a:rPr>
              <a:t> receiving rewards (or punishment) from an algorithm based on its results. </a:t>
            </a:r>
            <a:r>
              <a:rPr lang="en-US" dirty="0">
                <a:latin typeface="+mn-lt"/>
              </a:rPr>
              <a:t>It learns from past experiences and begins to adapt its approach in response to the situation to achieve the best possible result. </a:t>
            </a:r>
            <a:r>
              <a:rPr lang="en-US" b="0" dirty="0">
                <a:effectLst/>
                <a:latin typeface="+mn-lt"/>
                <a:ea typeface="Calibri" panose="020F0502020204030204" pitchFamily="34" charset="0"/>
                <a:cs typeface="Times New Roman" panose="02020603050405020304" pitchFamily="18" charset="0"/>
              </a:rPr>
              <a:t>These systems can be enhanced by humans giving feedback on its performance. A great example of Reinforcement learning is watching the space of game playing by computers (from board games like Chess and Go to video games like Super Mario Brothers or Atari Breakout, among  others).</a:t>
            </a:r>
          </a:p>
          <a:p>
            <a:endParaRPr lang="en-US" dirty="0">
              <a:latin typeface="+mn-lt"/>
            </a:endParaRPr>
          </a:p>
          <a:p>
            <a:r>
              <a:rPr lang="en-US" b="1" dirty="0">
                <a:latin typeface="+mn-lt"/>
              </a:rPr>
              <a:t>Notes:</a:t>
            </a:r>
          </a:p>
          <a:p>
            <a:endParaRPr lang="en-US" b="1"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0" dirty="0">
                <a:latin typeface="+mn-lt"/>
              </a:rPr>
              <a:t>An </a:t>
            </a:r>
            <a:r>
              <a:rPr lang="en-US" sz="1000" b="1" dirty="0">
                <a:latin typeface="+mn-lt"/>
              </a:rPr>
              <a:t>algorithm </a:t>
            </a:r>
            <a:r>
              <a:rPr lang="en-US" sz="1000" b="0" dirty="0">
                <a:latin typeface="+mn-lt"/>
              </a:rPr>
              <a:t>is a procedure used for solving a problem or performing a computation. Algorithms act as an exact list of instructions that conduct a sequence of specified actions in either hardware- or software-based routines.</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indent="-171450">
              <a:buFont typeface="Arial" panose="020B0604020202020204" pitchFamily="34" charset="0"/>
              <a:buChar char="•"/>
              <a:defRPr/>
            </a:pPr>
            <a:r>
              <a:rPr lang="en-US" b="1" dirty="0">
                <a:effectLst/>
                <a:latin typeface="+mn-lt"/>
                <a:ea typeface="Calibri" panose="020F0502020204030204" pitchFamily="34" charset="0"/>
                <a:cs typeface="Times New Roman" panose="02020603050405020304" pitchFamily="18" charset="0"/>
              </a:rPr>
              <a:t>Parameters</a:t>
            </a:r>
            <a:r>
              <a:rPr lang="en-US" dirty="0">
                <a:effectLst/>
                <a:latin typeface="+mn-lt"/>
                <a:ea typeface="Calibri" panose="020F0502020204030204" pitchFamily="34" charset="0"/>
                <a:cs typeface="Times New Roman" panose="02020603050405020304" pitchFamily="18" charset="0"/>
              </a:rPr>
              <a:t> are numerical values that define a large language model’s (LLM) structure and behavior, like clues that help it guess what words come next. Modern systems like ChatGPT are thought to have hundreds of billions of parameters. </a:t>
            </a:r>
          </a:p>
          <a:p>
            <a:pPr marL="171450" indent="-171450">
              <a:buFont typeface="Arial" panose="020B0604020202020204" pitchFamily="34" charset="0"/>
              <a:buChar char="•"/>
              <a:defRPr/>
            </a:pPr>
            <a:endParaRPr lang="en-US"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solidFill>
                  <a:srgbClr val="0563C1"/>
                </a:solidFill>
                <a:effectLst/>
                <a:latin typeface="+mn-lt"/>
                <a:ea typeface="Times New Roman" panose="02020603050405020304" pitchFamily="18" charset="0"/>
                <a:hlinkClick r:id="rId3"/>
              </a:rPr>
              <a:t>ChatGPT</a:t>
            </a:r>
            <a:r>
              <a:rPr lang="en-US" sz="1000" dirty="0">
                <a:effectLst/>
                <a:latin typeface="+mn-lt"/>
                <a:ea typeface="Times New Roman" panose="02020603050405020304" pitchFamily="18" charset="0"/>
                <a:cs typeface="Times New Roman" panose="02020603050405020304" pitchFamily="18" charset="0"/>
              </a:rPr>
              <a:t> is an AI-generative engine that automatically generates text based on written prompts in a fashion that is very advanced, creative, and conversational in nature.</a:t>
            </a:r>
            <a:r>
              <a:rPr lang="en-US" sz="1000" dirty="0">
                <a:effectLst/>
                <a:latin typeface="+mn-lt"/>
                <a:ea typeface="Calibri" panose="020F0502020204030204" pitchFamily="34" charset="0"/>
                <a:cs typeface="Times New Roman" panose="02020603050405020304" pitchFamily="18" charset="0"/>
              </a:rPr>
              <a:t> </a:t>
            </a:r>
            <a:r>
              <a:rPr lang="en-US" sz="1000" dirty="0">
                <a:effectLst/>
                <a:latin typeface="+mn-lt"/>
                <a:ea typeface="Times New Roman" panose="02020603050405020304" pitchFamily="18" charset="0"/>
              </a:rPr>
              <a:t>AI research lab </a:t>
            </a:r>
            <a:r>
              <a:rPr lang="en-US" sz="1000" dirty="0">
                <a:solidFill>
                  <a:srgbClr val="0563C1"/>
                </a:solidFill>
                <a:effectLst/>
                <a:latin typeface="+mn-lt"/>
                <a:ea typeface="Times New Roman" panose="02020603050405020304" pitchFamily="18" charset="0"/>
                <a:hlinkClick r:id="rId4"/>
              </a:rPr>
              <a:t>OpenAI</a:t>
            </a:r>
            <a:r>
              <a:rPr lang="en-US" sz="1000" dirty="0">
                <a:solidFill>
                  <a:srgbClr val="0563C1"/>
                </a:solidFill>
                <a:effectLst/>
                <a:latin typeface="+mn-lt"/>
                <a:ea typeface="Times New Roman" panose="02020603050405020304" pitchFamily="18" charset="0"/>
              </a:rPr>
              <a:t> </a:t>
            </a:r>
            <a:r>
              <a:rPr lang="en-US" sz="1000" dirty="0">
                <a:latin typeface="+mn-lt"/>
              </a:rPr>
              <a:t> launched it for public use </a:t>
            </a:r>
            <a:r>
              <a:rPr lang="en-US" sz="1000" dirty="0">
                <a:effectLst/>
                <a:latin typeface="+mn-lt"/>
                <a:ea typeface="Times New Roman" panose="02020603050405020304" pitchFamily="18" charset="0"/>
              </a:rPr>
              <a:t>on November 30, 2022. GPT stands for Generative Pre-trained Transformer and refers to a family of neural network-based large language models (LLMs) developed by OpenAI</a:t>
            </a:r>
            <a:r>
              <a:rPr lang="en-US" sz="1000" dirty="0">
                <a:effectLst/>
                <a:latin typeface="+mn-lt"/>
                <a:ea typeface="Calibri" panose="020F0502020204030204" pitchFamily="34" charset="0"/>
                <a:cs typeface="Times New Roman" panose="02020603050405020304" pitchFamily="18" charset="0"/>
              </a:rPr>
              <a:t>.</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dirty="0">
                <a:latin typeface="+mn-lt"/>
              </a:rPr>
              <a:t>Amazon’s Alexa is a virtual assistant technology. The cloud-based voice service is available on more than 100 million devices from Amazon and third-party device manufacturers.</a:t>
            </a:r>
            <a:endParaRPr lang="en-US" sz="1000" b="0" dirty="0">
              <a:latin typeface="+mn-lt"/>
            </a:endParaRP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endParaRPr lang="en-US" dirty="0">
              <a:latin typeface="+mn-lt"/>
            </a:endParaRPr>
          </a:p>
          <a:p>
            <a:r>
              <a:rPr lang="en-US" b="1" dirty="0">
                <a:latin typeface="+mn-lt"/>
              </a:rPr>
              <a:t>Sources:</a:t>
            </a:r>
          </a:p>
          <a:p>
            <a:endParaRPr lang="en-US" b="1" dirty="0">
              <a:latin typeface="+mn-lt"/>
            </a:endParaRPr>
          </a:p>
          <a:p>
            <a:pPr marL="171450" indent="-171450">
              <a:buFont typeface="Arial" panose="020B0604020202020204" pitchFamily="34" charset="0"/>
              <a:buChar char="•"/>
            </a:pPr>
            <a:r>
              <a:rPr lang="en-US" dirty="0">
                <a:latin typeface="+mn-lt"/>
              </a:rPr>
              <a:t>What is machine learning? Webpage: </a:t>
            </a:r>
            <a:r>
              <a:rPr lang="en-US" dirty="0">
                <a:latin typeface="+mn-lt"/>
                <a:hlinkClick r:id="rId5"/>
              </a:rPr>
              <a:t>https://www.ibm.com/topics/machine-learning</a:t>
            </a:r>
            <a:endParaRPr lang="en-US" dirty="0">
              <a:latin typeface="+mn-lt"/>
            </a:endParaRP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dirty="0">
                <a:latin typeface="+mn-lt"/>
              </a:rPr>
              <a:t>What is unsupervised learning? Webpage: </a:t>
            </a:r>
            <a:r>
              <a:rPr lang="en-US" dirty="0">
                <a:latin typeface="+mn-lt"/>
                <a:hlinkClick r:id="rId6"/>
              </a:rPr>
              <a:t>https://www.ibm.com/topics/unsupervised-learning</a:t>
            </a:r>
            <a:endParaRPr lang="en-US" dirty="0">
              <a:latin typeface="+mn-lt"/>
            </a:endParaRP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dirty="0">
                <a:latin typeface="+mn-lt"/>
              </a:rPr>
              <a:t>A guide to the types of machine learning algorithms and their applications Webpage:  </a:t>
            </a:r>
            <a:r>
              <a:rPr lang="en-US" dirty="0">
                <a:latin typeface="+mn-lt"/>
                <a:hlinkClick r:id="rId7"/>
              </a:rPr>
              <a:t>https://www.sas.com/en_gb/insights/articles/analytics/machine-learning-algorithms.html</a:t>
            </a:r>
            <a:endParaRPr lang="en-US" dirty="0">
              <a:latin typeface="+mn-lt"/>
            </a:endParaRPr>
          </a:p>
        </p:txBody>
      </p:sp>
      <p:sp>
        <p:nvSpPr>
          <p:cNvPr id="4" name="Slide Number Placeholder 3"/>
          <p:cNvSpPr>
            <a:spLocks noGrp="1"/>
          </p:cNvSpPr>
          <p:nvPr>
            <p:ph type="sldNum" sz="quarter" idx="5"/>
          </p:nvPr>
        </p:nvSpPr>
        <p:spPr/>
        <p:txBody>
          <a:bodyPr/>
          <a:lstStyle/>
          <a:p>
            <a:fld id="{6E2E38B8-B0B4-AD41-AC6E-B781F46A9FD3}" type="slidenum">
              <a:rPr lang="en-US" smtClean="0"/>
              <a:pPr/>
              <a:t>12</a:t>
            </a:fld>
            <a:endParaRPr lang="en-US" dirty="0"/>
          </a:p>
        </p:txBody>
      </p:sp>
    </p:spTree>
    <p:extLst>
      <p:ext uri="{BB962C8B-B14F-4D97-AF65-F5344CB8AC3E}">
        <p14:creationId xmlns:p14="http://schemas.microsoft.com/office/powerpoint/2010/main" val="362655391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A relatively new kind of machine learning (ML) model is a generative model. In this case, rather than having a specific kind of output (like a prediction or classification), the output can be far further ranging. For example, the most common kinds of generative models are for text, which can be designed for human-readable text, computer code, or synthetically generated data sets. There are also generative models, which can generate binary data, like images, video, and music, all based on an input prompt which asks the AI for something.</a:t>
            </a:r>
          </a:p>
          <a:p>
            <a:endParaRPr lang="en-US" dirty="0">
              <a:latin typeface="+mn-lt"/>
            </a:endParaRPr>
          </a:p>
          <a:p>
            <a:r>
              <a:rPr lang="en-US" dirty="0">
                <a:latin typeface="+mn-lt"/>
              </a:rPr>
              <a:t>The pattern for how generative models are trained is similar to other kinds of ML models: in the case of a foundation model, very large sets of unlabeled text data train the model, which is then deployed. Text-based foundation models (which are specifically known as large language models (LLMs), like the widely used ChatGPT) are frequently deployed in chatbot applications, where people can submit questions to them, and receive answers. </a:t>
            </a:r>
          </a:p>
          <a:p>
            <a:endParaRPr lang="en-US" dirty="0">
              <a:latin typeface="+mn-lt"/>
            </a:endParaRPr>
          </a:p>
          <a:p>
            <a:pPr marL="0" marR="0">
              <a:spcBef>
                <a:spcPts val="0"/>
              </a:spcBef>
              <a:spcAft>
                <a:spcPts val="0"/>
              </a:spcAft>
            </a:pPr>
            <a:r>
              <a:rPr lang="en-US" sz="1000" b="1" dirty="0">
                <a:effectLst/>
                <a:latin typeface="+mn-lt"/>
                <a:ea typeface="Times New Roman" panose="02020603050405020304" pitchFamily="18" charset="0"/>
              </a:rPr>
              <a:t>Notes:</a:t>
            </a:r>
          </a:p>
          <a:p>
            <a:pPr marL="171450" indent="-171450">
              <a:buFont typeface="Arial" panose="020B0604020202020204" pitchFamily="34" charset="0"/>
              <a:buChar char="•"/>
            </a:pPr>
            <a:endParaRPr lang="en-US" sz="1000"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n-US" sz="1000" b="0" dirty="0">
                <a:latin typeface="+mn-lt"/>
              </a:rPr>
              <a:t>refers to a broad set of techniques to train a computer to learn from its inputs, using existing data, and one or more “training” </a:t>
            </a:r>
            <a:r>
              <a:rPr lang="en-US" sz="1000" dirty="0">
                <a:latin typeface="+mn-lt"/>
              </a:rPr>
              <a:t>methods</a:t>
            </a:r>
            <a:r>
              <a:rPr lang="en-US" sz="1000" b="0" dirty="0">
                <a:latin typeface="+mn-lt"/>
              </a:rPr>
              <a:t>, instead of being explicitly programmed. ML helps a computer to achieve AI. </a:t>
            </a:r>
          </a:p>
          <a:p>
            <a:pPr marL="0" marR="0">
              <a:spcBef>
                <a:spcPts val="0"/>
              </a:spcBef>
              <a:spcAft>
                <a:spcPts val="0"/>
              </a:spcAft>
            </a:pPr>
            <a:endParaRPr lang="en-US" sz="1000" b="1" dirty="0">
              <a:effectLst/>
              <a:latin typeface="+mn-lt"/>
              <a:ea typeface="Times New Roman" panose="02020603050405020304" pitchFamily="18" charset="0"/>
            </a:endParaRPr>
          </a:p>
          <a:p>
            <a:pPr marL="171450" indent="-171450">
              <a:buFont typeface="Arial" panose="020B0604020202020204" pitchFamily="34" charset="0"/>
              <a:buChar char="•"/>
            </a:pPr>
            <a:r>
              <a:rPr lang="en-US" sz="1000" b="1" dirty="0">
                <a:effectLst/>
                <a:latin typeface="+mn-lt"/>
                <a:ea typeface="Calibri" panose="020F0502020204030204" pitchFamily="34" charset="0"/>
                <a:cs typeface="Times New Roman" panose="02020603050405020304" pitchFamily="18" charset="0"/>
              </a:rPr>
              <a:t>Generative AI </a:t>
            </a:r>
            <a:r>
              <a:rPr lang="en-US" sz="1000" dirty="0">
                <a:effectLst/>
                <a:latin typeface="+mn-lt"/>
                <a:ea typeface="Calibri" panose="020F0502020204030204" pitchFamily="34" charset="0"/>
                <a:cs typeface="Times New Roman" panose="02020603050405020304" pitchFamily="18" charset="0"/>
              </a:rPr>
              <a:t>refers to a set of AI algorithms that can generate new outputs — such as text, images, code, or audio — based on the training data, unlike traditional AI systems that are designed to recognize patterns and make predictions. Sometimes the AI that powers these solutions are referred to as decoders.</a:t>
            </a:r>
          </a:p>
          <a:p>
            <a:pPr marL="171450" indent="-171450">
              <a:buFont typeface="Arial" panose="020B0604020202020204" pitchFamily="34" charset="0"/>
              <a:buChar char="•"/>
            </a:pPr>
            <a:endParaRPr lang="en-US" dirty="0">
              <a:latin typeface="+mn-lt"/>
              <a:ea typeface="Calibri" panose="020F0502020204030204" pitchFamily="34" charset="0"/>
              <a:cs typeface="Times New Roman" panose="02020603050405020304" pitchFamily="18" charset="0"/>
            </a:endParaRPr>
          </a:p>
          <a:p>
            <a:pPr marL="171450" indent="-171450">
              <a:buFont typeface="Arial" panose="020B0604020202020204" pitchFamily="34" charset="0"/>
              <a:buChar char="•"/>
            </a:pPr>
            <a:r>
              <a:rPr lang="en-US" sz="1000" b="0" dirty="0">
                <a:latin typeface="+mn-lt"/>
              </a:rPr>
              <a:t>An </a:t>
            </a:r>
            <a:r>
              <a:rPr lang="en-US" sz="1000" b="1" dirty="0">
                <a:latin typeface="+mn-lt"/>
              </a:rPr>
              <a:t>algorithm</a:t>
            </a:r>
            <a:r>
              <a:rPr lang="en-US" sz="1000" b="0" dirty="0">
                <a:latin typeface="+mn-lt"/>
              </a:rPr>
              <a:t> is a procedure used for solving a problem or performing a computation. Algorithms act as an exact list of instructions that conduct a sequence of specified actions in either hardware- or software-based routines.</a:t>
            </a:r>
          </a:p>
          <a:p>
            <a:pPr marL="0" marR="0">
              <a:spcBef>
                <a:spcPts val="0"/>
              </a:spcBef>
              <a:spcAft>
                <a:spcPts val="0"/>
              </a:spcAft>
            </a:pPr>
            <a:endParaRPr lang="en-US" sz="1000" b="1" dirty="0">
              <a:effectLst/>
              <a:latin typeface="+mn-lt"/>
              <a:ea typeface="Times New Roman" panose="02020603050405020304" pitchFamily="18" charset="0"/>
            </a:endParaRP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r>
              <a:rPr lang="en-US" sz="1000" b="1" dirty="0">
                <a:latin typeface="+mn-lt"/>
              </a:rPr>
              <a:t>Foundation models </a:t>
            </a:r>
            <a:r>
              <a:rPr lang="en-US" sz="1000" dirty="0">
                <a:latin typeface="+mn-lt"/>
              </a:rPr>
              <a:t>are typically built using a specific kind of neural network architecture, called a transformer, which is designed to generate sequences of related data elements (for example, like a sentence). </a:t>
            </a: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endParaRPr lang="en-US" sz="1000" dirty="0">
              <a:latin typeface="+mn-lt"/>
            </a:endParaRPr>
          </a:p>
          <a:p>
            <a:pPr marL="171450" indent="-171450">
              <a:lnSpc>
                <a:spcPct val="107000"/>
              </a:lnSpc>
              <a:buFont typeface="Arial" panose="020B0604020202020204" pitchFamily="34" charset="0"/>
              <a:buChar char="•"/>
            </a:pPr>
            <a:r>
              <a:rPr lang="en-US" sz="1000" b="0" dirty="0">
                <a:latin typeface="+mn-lt"/>
              </a:rPr>
              <a:t>A </a:t>
            </a:r>
            <a:r>
              <a:rPr lang="en-US" sz="1000" b="1" dirty="0">
                <a:latin typeface="+mn-lt"/>
              </a:rPr>
              <a:t>transformer</a:t>
            </a:r>
            <a:r>
              <a:rPr lang="en-US" sz="1000" b="0" dirty="0">
                <a:latin typeface="+mn-lt"/>
              </a:rPr>
              <a:t> </a:t>
            </a:r>
            <a:r>
              <a:rPr lang="en-US" sz="1000" b="1" dirty="0">
                <a:latin typeface="+mn-lt"/>
              </a:rPr>
              <a:t>model</a:t>
            </a:r>
            <a:r>
              <a:rPr lang="en-US" sz="1000" b="0" dirty="0">
                <a:latin typeface="+mn-lt"/>
              </a:rPr>
              <a:t> </a:t>
            </a:r>
            <a:r>
              <a:rPr lang="en-US" sz="1000" dirty="0">
                <a:latin typeface="+mn-lt"/>
              </a:rPr>
              <a:t>is a neural network architecture useful for understanding language, which does not have to understand words one at a time but can look at an entire sentence at once for context and disambiguation. A technique called self-attention allows these models to focus on the particular words that are important in understanding the meaning of the sentence. Transformers single-handedly spawned the world of foundation models and its birthplace research paper (Attention is all You Need) spawned the AI inflection point that is happening today. AI transformer models can be Encoder models (like BERT), Decoder models (like GPT), or Encoder and Decoder models (like T5). Learn more about Transformers at: </a:t>
            </a:r>
            <a:r>
              <a:rPr lang="en-US" sz="1000" dirty="0">
                <a:latin typeface="+mn-lt"/>
                <a:hlinkClick r:id="rId3"/>
              </a:rPr>
              <a:t>https://www.youtube.com/watch?v=ZXiruGOCn9s</a:t>
            </a:r>
            <a:r>
              <a:rPr lang="en-US" sz="1000" dirty="0">
                <a:latin typeface="+mn-lt"/>
              </a:rPr>
              <a:t>.</a:t>
            </a:r>
          </a:p>
          <a:p>
            <a:pPr marL="171450" marR="0" indent="-171450">
              <a:lnSpc>
                <a:spcPct val="107000"/>
              </a:lnSpc>
              <a:spcBef>
                <a:spcPts val="0"/>
              </a:spcBef>
              <a:spcAft>
                <a:spcPts val="0"/>
              </a:spcAft>
              <a:buFont typeface="Arial" panose="020B0604020202020204" pitchFamily="34" charset="0"/>
              <a:buChar char="•"/>
            </a:pPr>
            <a:endParaRPr lang="en-US" sz="1000"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Neural networks </a:t>
            </a:r>
            <a:r>
              <a:rPr lang="en-US" sz="1000" b="0" dirty="0">
                <a:latin typeface="+mn-lt"/>
              </a:rPr>
              <a:t>are a set of algorithms, modeled loosely after the neural networks found in the human brain, that are designed to recognize hidden patterns in data</a:t>
            </a:r>
            <a:r>
              <a:rPr lang="en-US" sz="1000" b="0" dirty="0">
                <a:effectLst/>
                <a:latin typeface="+mn-lt"/>
                <a:ea typeface="Calibri" panose="020F0502020204030204" pitchFamily="34" charset="0"/>
                <a:cs typeface="Times New Roman" panose="02020603050405020304" pitchFamily="18" charset="0"/>
              </a:rPr>
              <a:t>.</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a typeface="Calibri" panose="020F0502020204030204" pitchFamily="34" charset="0"/>
              <a:cs typeface="Times New Roman" panose="02020603050405020304" pitchFamily="18" charset="0"/>
            </a:endParaRPr>
          </a:p>
          <a:p>
            <a:pPr marL="171450" marR="0" indent="-171450">
              <a:spcBef>
                <a:spcPts val="0"/>
              </a:spcBef>
              <a:spcAft>
                <a:spcPts val="0"/>
              </a:spcAft>
              <a:buFont typeface="Arial" panose="020B0604020202020204" pitchFamily="34" charset="0"/>
              <a:buChar char="•"/>
            </a:pPr>
            <a:r>
              <a:rPr lang="en-US" sz="1000" b="0" dirty="0">
                <a:effectLst/>
                <a:latin typeface="+mn-lt"/>
                <a:ea typeface="Calibri" panose="020F0502020204030204" pitchFamily="34" charset="0"/>
                <a:cs typeface="Times New Roman" panose="02020603050405020304" pitchFamily="18" charset="0"/>
              </a:rPr>
              <a:t>A </a:t>
            </a:r>
            <a:r>
              <a:rPr lang="en-US" sz="1000" b="1" dirty="0">
                <a:effectLst/>
                <a:latin typeface="+mn-lt"/>
                <a:ea typeface="Calibri" panose="020F0502020204030204" pitchFamily="34" charset="0"/>
                <a:cs typeface="Times New Roman" panose="02020603050405020304" pitchFamily="18" charset="0"/>
              </a:rPr>
              <a:t>large language model (LLM) </a:t>
            </a:r>
            <a:r>
              <a:rPr lang="en-US" sz="1000" dirty="0">
                <a:effectLst/>
                <a:latin typeface="+mn-lt"/>
                <a:ea typeface="Calibri" panose="020F0502020204030204" pitchFamily="34" charset="0"/>
                <a:cs typeface="Times New Roman" panose="02020603050405020304" pitchFamily="18" charset="0"/>
              </a:rPr>
              <a:t>is a t</a:t>
            </a:r>
            <a:r>
              <a:rPr lang="en-US" sz="1000" dirty="0">
                <a:latin typeface="+mn-lt"/>
              </a:rPr>
              <a:t>ype of machine learning model that has been trained on large quantities of unlabeled text using self-supervised learning and can perform a variety of natural language processing (NLP) tasks (even when that language is a programming language). Output</a:t>
            </a:r>
            <a:r>
              <a:rPr lang="en-US" sz="1000" dirty="0">
                <a:effectLst/>
                <a:latin typeface="+mn-lt"/>
                <a:ea typeface="Calibri" panose="020F0502020204030204" pitchFamily="34" charset="0"/>
                <a:cs typeface="Times New Roman" panose="02020603050405020304" pitchFamily="18" charset="0"/>
              </a:rPr>
              <a:t> may range from books, articles, social media posts, online conversations, and even code. The architecture of an LLM consists of layers of neural networks that learn to generate language in a way that is similar to how humans use language</a:t>
            </a:r>
            <a:endParaRPr lang="en-US" sz="1000" b="1" dirty="0">
              <a:effectLst/>
              <a:latin typeface="+mn-lt"/>
              <a:ea typeface="Times New Roman" panose="02020603050405020304" pitchFamily="18" charset="0"/>
            </a:endParaRP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endParaRPr lang="en-US" sz="1000" b="1" dirty="0">
              <a:latin typeface="+mn-lt"/>
            </a:endParaRP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r>
              <a:rPr lang="en-US" sz="1000" b="1" dirty="0">
                <a:solidFill>
                  <a:srgbClr val="0563C1"/>
                </a:solidFill>
                <a:effectLst/>
                <a:latin typeface="+mn-lt"/>
                <a:ea typeface="Times New Roman" panose="02020603050405020304" pitchFamily="18" charset="0"/>
                <a:hlinkClick r:id="rId4"/>
              </a:rPr>
              <a:t>ChatGPT</a:t>
            </a:r>
            <a:r>
              <a:rPr lang="en-US" sz="1000" dirty="0">
                <a:effectLst/>
                <a:latin typeface="+mn-lt"/>
                <a:ea typeface="Times New Roman" panose="02020603050405020304" pitchFamily="18" charset="0"/>
                <a:cs typeface="Times New Roman" panose="02020603050405020304" pitchFamily="18" charset="0"/>
              </a:rPr>
              <a:t> is an AI-generative engine that automatically generates text based on written prompts in a fashion that is very advanced, creative, and conversational in nature.</a:t>
            </a:r>
            <a:r>
              <a:rPr lang="en-US" sz="1000" dirty="0">
                <a:effectLst/>
                <a:latin typeface="+mn-lt"/>
                <a:ea typeface="Calibri" panose="020F0502020204030204" pitchFamily="34" charset="0"/>
                <a:cs typeface="Times New Roman" panose="02020603050405020304" pitchFamily="18" charset="0"/>
              </a:rPr>
              <a:t> </a:t>
            </a:r>
            <a:r>
              <a:rPr lang="en-US" sz="1000" dirty="0">
                <a:effectLst/>
                <a:latin typeface="+mn-lt"/>
                <a:ea typeface="Times New Roman" panose="02020603050405020304" pitchFamily="18" charset="0"/>
              </a:rPr>
              <a:t>AI research lab </a:t>
            </a:r>
            <a:r>
              <a:rPr lang="en-US" sz="1000" dirty="0">
                <a:solidFill>
                  <a:srgbClr val="0563C1"/>
                </a:solidFill>
                <a:effectLst/>
                <a:latin typeface="+mn-lt"/>
                <a:ea typeface="Times New Roman" panose="02020603050405020304" pitchFamily="18" charset="0"/>
                <a:hlinkClick r:id="rId5"/>
              </a:rPr>
              <a:t>OpenAI</a:t>
            </a:r>
            <a:r>
              <a:rPr lang="en-US" sz="1000" dirty="0">
                <a:solidFill>
                  <a:srgbClr val="0563C1"/>
                </a:solidFill>
                <a:effectLst/>
                <a:latin typeface="+mn-lt"/>
                <a:ea typeface="Times New Roman" panose="02020603050405020304" pitchFamily="18" charset="0"/>
              </a:rPr>
              <a:t> </a:t>
            </a:r>
            <a:r>
              <a:rPr lang="en-US" sz="1000" dirty="0">
                <a:latin typeface="+mn-lt"/>
              </a:rPr>
              <a:t> launched it for public use </a:t>
            </a:r>
            <a:r>
              <a:rPr lang="en-US" sz="1000" dirty="0">
                <a:effectLst/>
                <a:latin typeface="+mn-lt"/>
                <a:ea typeface="Times New Roman" panose="02020603050405020304" pitchFamily="18" charset="0"/>
              </a:rPr>
              <a:t>on November 30, 2022. GPT stands for Generative Pre-trained Transformer and refers to a family of neural network-based large language models (LLMs) developed by OpenAI</a:t>
            </a:r>
            <a:r>
              <a:rPr lang="en-US" sz="1000" dirty="0">
                <a:effectLst/>
                <a:latin typeface="+mn-lt"/>
                <a:ea typeface="Calibri" panose="020F0502020204030204" pitchFamily="34" charset="0"/>
                <a:cs typeface="Times New Roman" panose="02020603050405020304" pitchFamily="18" charset="0"/>
              </a:rPr>
              <a:t>.</a:t>
            </a:r>
          </a:p>
          <a:p>
            <a:endParaRPr lang="en-US" sz="1000" b="0"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Natural language processing (NLP) </a:t>
            </a:r>
            <a:r>
              <a:rPr lang="en-US" sz="1000" dirty="0">
                <a:latin typeface="+mn-lt"/>
              </a:rPr>
              <a:t>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a:t>
            </a:r>
          </a:p>
          <a:p>
            <a:pPr marL="171450" indent="-171450">
              <a:buFont typeface="Arial" panose="020B0604020202020204" pitchFamily="34" charset="0"/>
              <a:buChar char="•"/>
            </a:pPr>
            <a:endParaRPr lang="en-US" sz="1000"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Deep learning (DL) </a:t>
            </a:r>
            <a:r>
              <a:rPr lang="en-US" sz="1000" b="0" dirty="0">
                <a:latin typeface="+mn-lt"/>
              </a:rPr>
              <a:t>is a technique for implementing </a:t>
            </a:r>
            <a:r>
              <a:rPr lang="en-US" sz="1000" dirty="0">
                <a:latin typeface="+mn-lt"/>
              </a:rPr>
              <a:t>machine learning (ML) </a:t>
            </a:r>
            <a:r>
              <a:rPr lang="en-US" sz="1000" b="0" dirty="0">
                <a:latin typeface="+mn-lt"/>
              </a:rPr>
              <a:t>that relies on deep artificial neural networks to perform complex tasks such as image recognition, object detection, and natural language processing (NLP). Neural networks are a set of algorithms, modeled loosely after the neural networks found in the human brain, which are designed to recognize hidden patterns in data. The “deep” in DL refers to a neural network comprised of more than three layers (which include the input and the output layers).</a:t>
            </a:r>
          </a:p>
        </p:txBody>
      </p:sp>
      <p:sp>
        <p:nvSpPr>
          <p:cNvPr id="4" name="Slide Number Placeholder 3"/>
          <p:cNvSpPr>
            <a:spLocks noGrp="1"/>
          </p:cNvSpPr>
          <p:nvPr>
            <p:ph type="sldNum" sz="quarter" idx="5"/>
          </p:nvPr>
        </p:nvSpPr>
        <p:spPr/>
        <p:txBody>
          <a:bodyPr/>
          <a:lstStyle/>
          <a:p>
            <a:fld id="{6E2E38B8-B0B4-AD41-AC6E-B781F46A9FD3}" type="slidenum">
              <a:rPr lang="en-US" smtClean="0"/>
              <a:pPr/>
              <a:t>13</a:t>
            </a:fld>
            <a:endParaRPr lang="en-US" dirty="0"/>
          </a:p>
        </p:txBody>
      </p:sp>
    </p:spTree>
    <p:extLst>
      <p:ext uri="{BB962C8B-B14F-4D97-AF65-F5344CB8AC3E}">
        <p14:creationId xmlns:p14="http://schemas.microsoft.com/office/powerpoint/2010/main" val="127962554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pPr marL="0" indent="0">
              <a:buFont typeface="Arial" panose="020B0604020202020204" pitchFamily="34" charset="0"/>
              <a:buNone/>
            </a:pPr>
            <a:r>
              <a:rPr lang="en-US" dirty="0">
                <a:latin typeface="+mn-lt"/>
              </a:rPr>
              <a:t>Conventional artificial intelligence (AI) techniques involve task-specific models being trained with large sets of labeled training data. A recent innovation, known as foundation models, is creating a massive disruption in this conventional AI approach.</a:t>
            </a:r>
          </a:p>
          <a:p>
            <a:pPr marL="0" indent="0">
              <a:buFont typeface="Arial" panose="020B0604020202020204" pitchFamily="34" charset="0"/>
              <a:buNone/>
            </a:pPr>
            <a:endParaRPr lang="en-US" dirty="0">
              <a:latin typeface="+mn-lt"/>
            </a:endParaRPr>
          </a:p>
          <a:p>
            <a:pPr marL="0" indent="0">
              <a:buFont typeface="Arial" panose="020B0604020202020204" pitchFamily="34" charset="0"/>
              <a:buNone/>
            </a:pPr>
            <a:r>
              <a:rPr lang="en-US" dirty="0">
                <a:latin typeface="+mn-lt"/>
              </a:rPr>
              <a:t>Foundation models are large general-purpose models that are trained on extremely large unlabeled data sets, using transformer models. These models can be customized for down-stream tasks (fine-tuned) with small sets of labeled data and yield exceptional customization results for tasks that a trained foundation model wasn’t trained on.</a:t>
            </a:r>
          </a:p>
          <a:p>
            <a:pPr marL="0" indent="0">
              <a:buFont typeface="Arial" panose="020B0604020202020204" pitchFamily="34" charset="0"/>
              <a:buNone/>
            </a:pPr>
            <a:endParaRPr lang="en-US" dirty="0">
              <a:latin typeface="+mn-lt"/>
            </a:endParaRPr>
          </a:p>
          <a:p>
            <a:pPr marL="0" indent="0">
              <a:buFont typeface="Arial" panose="020B0604020202020204" pitchFamily="34" charset="0"/>
              <a:buNone/>
            </a:pPr>
            <a:r>
              <a:rPr lang="en-US" dirty="0">
                <a:latin typeface="+mn-lt"/>
              </a:rPr>
              <a:t>And while the underlying model is generative, these models can be adapted to perform any number tasks (referred to as down-stream tasks), including those not normally thought of as being generative.</a:t>
            </a:r>
          </a:p>
          <a:p>
            <a:pPr marL="0" indent="0">
              <a:buFont typeface="Arial" panose="020B0604020202020204" pitchFamily="34" charset="0"/>
              <a:buNone/>
            </a:pPr>
            <a:endParaRPr lang="en-US" dirty="0">
              <a:latin typeface="+mn-lt"/>
            </a:endParaRPr>
          </a:p>
          <a:p>
            <a:pPr marL="0" indent="0">
              <a:buFont typeface="Arial" panose="020B0604020202020204" pitchFamily="34" charset="0"/>
              <a:buNone/>
            </a:pPr>
            <a:r>
              <a:rPr lang="en-US" dirty="0">
                <a:latin typeface="+mn-lt"/>
              </a:rPr>
              <a:t>There is a significant opportunity for IBM to build the next suite of tools and capabilities that empower clients to harness the power of foundation models.</a:t>
            </a:r>
          </a:p>
          <a:p>
            <a:pPr marL="0" indent="0">
              <a:buFont typeface="Arial" panose="020B0604020202020204" pitchFamily="34" charset="0"/>
              <a:buNone/>
            </a:pPr>
            <a:endParaRPr lang="en-US" dirty="0">
              <a:latin typeface="+mn-lt"/>
            </a:endParaRPr>
          </a:p>
          <a:p>
            <a:pPr marL="0" marR="0">
              <a:lnSpc>
                <a:spcPct val="107000"/>
              </a:lnSpc>
              <a:spcBef>
                <a:spcPts val="0"/>
              </a:spcBef>
              <a:spcAft>
                <a:spcPts val="0"/>
              </a:spcAft>
            </a:pPr>
            <a:r>
              <a:rPr lang="en-US" b="1" kern="100" dirty="0">
                <a:effectLst/>
                <a:latin typeface="+mn-lt"/>
                <a:ea typeface="Calibri" panose="020F0502020204030204" pitchFamily="34" charset="0"/>
                <a:cs typeface="Times New Roman" panose="02020603050405020304" pitchFamily="18" charset="0"/>
              </a:rPr>
              <a:t>What is Prompting?</a:t>
            </a:r>
            <a:endParaRPr lang="en-US" kern="100"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pPr>
            <a:r>
              <a:rPr lang="en-US" kern="100" dirty="0">
                <a:effectLst/>
                <a:latin typeface="+mn-lt"/>
                <a:ea typeface="Calibri" panose="020F0502020204030204" pitchFamily="34" charset="0"/>
                <a:cs typeface="Times New Roman" panose="02020603050405020304" pitchFamily="18" charset="0"/>
              </a:rPr>
              <a:t>Foundation models can be “instructed” to solve various natural language processing (NLP) tasks through a process called </a:t>
            </a:r>
            <a:r>
              <a:rPr lang="en-US" i="1" kern="100" dirty="0">
                <a:effectLst/>
                <a:latin typeface="+mn-lt"/>
                <a:ea typeface="Calibri" panose="020F0502020204030204" pitchFamily="34" charset="0"/>
                <a:cs typeface="Times New Roman" panose="02020603050405020304" pitchFamily="18" charset="0"/>
              </a:rPr>
              <a:t>“prompt engineering”</a:t>
            </a:r>
            <a:r>
              <a:rPr lang="en-US" kern="100" dirty="0">
                <a:effectLst/>
                <a:latin typeface="+mn-lt"/>
                <a:ea typeface="Calibri" panose="020F0502020204030204" pitchFamily="34" charset="0"/>
                <a:cs typeface="Times New Roman" panose="02020603050405020304" pitchFamily="18" charset="0"/>
              </a:rPr>
              <a:t> (some people will refer to this as instruction promoting). </a:t>
            </a:r>
            <a:r>
              <a:rPr lang="en-CA" kern="100" dirty="0">
                <a:effectLst/>
                <a:latin typeface="+mn-lt"/>
                <a:ea typeface="Calibri" panose="020F0502020204030204" pitchFamily="34" charset="0"/>
                <a:cs typeface="Times New Roman" panose="02020603050405020304" pitchFamily="18" charset="0"/>
              </a:rPr>
              <a:t>Prompt engineering is a process of designing, creating, and testing prompts for natural language generation systems. Specifically, prompt engineering (also known as In-Context Prompting), refers to methods for how to communicate with large language models (LLMs) to steer its behavior for desired outcomes without updating the model weights. At its core, the goal of prompt engineering is about alignment and model steerability.</a:t>
            </a:r>
          </a:p>
          <a:p>
            <a:pPr marL="0" marR="0">
              <a:lnSpc>
                <a:spcPct val="107000"/>
              </a:lnSpc>
              <a:spcBef>
                <a:spcPts val="0"/>
              </a:spcBef>
              <a:spcAft>
                <a:spcPts val="0"/>
              </a:spcAft>
            </a:pPr>
            <a:endParaRPr lang="en-US" kern="100"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pPr>
            <a:r>
              <a:rPr lang="en-CA" kern="100" dirty="0">
                <a:effectLst/>
                <a:latin typeface="+mn-lt"/>
                <a:ea typeface="Calibri" panose="020F0502020204030204" pitchFamily="34" charset="0"/>
                <a:cs typeface="Times New Roman" panose="02020603050405020304" pitchFamily="18" charset="0"/>
              </a:rPr>
              <a:t>Just what is a prompt? A prompt is a piece of text inserted as input examples to a LLM so that the original task can be formulated as a (masked) language modeling problem. With the right mix of creativity and technological skill, these powerful tools can be combined to create text generation models with impressive accuracy and flexibility for all types of applications. </a:t>
            </a:r>
            <a:r>
              <a:rPr lang="en-US" kern="100" dirty="0">
                <a:effectLst/>
                <a:latin typeface="+mn-lt"/>
                <a:ea typeface="Calibri" panose="020F0502020204030204" pitchFamily="34" charset="0"/>
                <a:cs typeface="Times New Roman" panose="02020603050405020304" pitchFamily="18" charset="0"/>
              </a:rPr>
              <a:t>In fact, the Prompt Engineer is a super-hot new job that has been created because of generative AI. Prompts are the inputs into the algorithm and especially because of their pricing mechanics (clients often get charged for how much gets built, or </a:t>
            </a:r>
            <a:r>
              <a:rPr lang="en-US" kern="100" dirty="0">
                <a:latin typeface="+mn-lt"/>
                <a:ea typeface="Calibri" panose="020F0502020204030204" pitchFamily="34" charset="0"/>
                <a:cs typeface="Times New Roman" panose="02020603050405020304" pitchFamily="18" charset="0"/>
              </a:rPr>
              <a:t>for the frequency of </a:t>
            </a:r>
            <a:r>
              <a:rPr lang="en-US" kern="100" dirty="0">
                <a:effectLst/>
                <a:latin typeface="+mn-lt"/>
                <a:ea typeface="Calibri" panose="020F0502020204030204" pitchFamily="34" charset="0"/>
                <a:cs typeface="Times New Roman" panose="02020603050405020304" pitchFamily="18" charset="0"/>
              </a:rPr>
              <a:t>submissions) it’s important to get the right combinations of prompts to get the full value out of a cycle of the model. Truthfully, prompt engineering is somewhat of an “art”: it requires experimentation to achieve good results and is an active area of research and discussion. That said, hand-crafting good prompts can be tricky, requiring domain expertise, and the outcome can be unintuitive. </a:t>
            </a:r>
          </a:p>
          <a:p>
            <a:pPr marL="0" marR="0">
              <a:lnSpc>
                <a:spcPct val="107000"/>
              </a:lnSpc>
              <a:spcBef>
                <a:spcPts val="0"/>
              </a:spcBef>
              <a:spcAft>
                <a:spcPts val="0"/>
              </a:spcAft>
            </a:pPr>
            <a:endParaRPr lang="en-US" kern="100"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pPr>
            <a:r>
              <a:rPr lang="en-US" kern="100" dirty="0">
                <a:effectLst/>
                <a:latin typeface="+mn-lt"/>
                <a:ea typeface="Calibri" panose="020F0502020204030204" pitchFamily="34" charset="0"/>
                <a:cs typeface="Times New Roman" panose="02020603050405020304" pitchFamily="18" charset="0"/>
              </a:rPr>
              <a:t>There are three types of prompting:</a:t>
            </a:r>
          </a:p>
          <a:p>
            <a:pPr marL="0" marR="0" lvl="0" indent="0" algn="l" defTabSz="1218936" rtl="0" eaLnBrk="1" fontAlgn="auto" latinLnBrk="0" hangingPunct="1">
              <a:lnSpc>
                <a:spcPct val="100000"/>
              </a:lnSpc>
              <a:spcBef>
                <a:spcPts val="800"/>
              </a:spcBef>
              <a:spcAft>
                <a:spcPts val="0"/>
              </a:spcAft>
              <a:buClrTx/>
              <a:buSzTx/>
              <a:buFontTx/>
              <a:buNone/>
              <a:tabLst/>
              <a:defRPr/>
            </a:pPr>
            <a:endParaRPr kumimoji="0" lang="en-US" b="0" i="0" u="none" strike="noStrike" kern="1200" cap="none" spc="0" normalizeH="0" baseline="0" noProof="0" dirty="0">
              <a:ln>
                <a:noFill/>
              </a:ln>
              <a:effectLst/>
              <a:uLnTx/>
              <a:uFillTx/>
              <a:latin typeface="+mn-lt"/>
              <a:ea typeface="Calibri" panose="020F0502020204030204" pitchFamily="34" charset="0"/>
              <a:cs typeface="Times New Roman" panose="02020603050405020304" pitchFamily="18" charset="0"/>
            </a:endParaRPr>
          </a:p>
          <a:p>
            <a:pPr marL="342900" indent="-342900">
              <a:spcBef>
                <a:spcPts val="0"/>
              </a:spcBef>
              <a:spcAft>
                <a:spcPts val="0"/>
              </a:spcAft>
              <a:buFont typeface="+mj-lt"/>
              <a:buAutoNum type="arabicPeriod"/>
              <a:defRPr/>
            </a:pPr>
            <a:r>
              <a:rPr kumimoji="0" lang="en-US" b="1" i="0"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t>Few-shot prompting:</a:t>
            </a:r>
            <a:r>
              <a:rPr kumimoji="0" lang="en-US" b="0" i="0"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t> Few-shot learning presents a set of high-quality demonstrations, each consisting of both input and desired output, on the target task. In this form of prompting, the model receives a few (two, or up to a few tens) examples of input text along with the desired output… the model is then prompted to generate the output for </a:t>
            </a:r>
            <a:r>
              <a:rPr lang="en-US" dirty="0">
                <a:latin typeface="+mn-lt"/>
                <a:ea typeface="Times New Roman" panose="02020603050405020304" pitchFamily="18" charset="0"/>
                <a:cs typeface="Times New Roman" panose="02020603050405020304" pitchFamily="18" charset="0"/>
              </a:rPr>
              <a:t>the</a:t>
            </a:r>
            <a:r>
              <a:rPr kumimoji="0" lang="en-US" b="0" i="0"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t> unseen text. The prompt must be “engineered” appropriately for the specific task. </a:t>
            </a:r>
            <a:r>
              <a:rPr kumimoji="0" lang="en-CA" b="0" i="0" u="none" strike="noStrike" kern="1200" cap="none" spc="0" normalizeH="0" baseline="0" noProof="0" dirty="0">
                <a:ln>
                  <a:noFill/>
                </a:ln>
                <a:effectLst/>
                <a:uLnTx/>
                <a:uFillTx/>
                <a:latin typeface="+mn-lt"/>
                <a:ea typeface="ＭＳ Ｐゴシック" charset="0"/>
              </a:rPr>
              <a:t>Few-shot prompting is a technique where the model is given a small number of examples, typically between two and five, in order to quickly adapt to new examples of previously seen objects. </a:t>
            </a:r>
            <a:br>
              <a:rPr kumimoji="0" lang="en-CA" b="0" i="0" u="none" strike="noStrike" kern="1200" cap="none" spc="0" normalizeH="0" baseline="0" noProof="0" dirty="0">
                <a:ln>
                  <a:noFill/>
                </a:ln>
                <a:effectLst/>
                <a:uLnTx/>
                <a:uFillTx/>
                <a:latin typeface="+mn-lt"/>
                <a:ea typeface="ＭＳ Ｐゴシック" charset="0"/>
              </a:rPr>
            </a:br>
            <a:br>
              <a:rPr kumimoji="0" lang="en-CA" b="0" i="0" u="none" strike="noStrike" kern="1200" cap="none" spc="0" normalizeH="0" baseline="0" noProof="0" dirty="0">
                <a:ln>
                  <a:noFill/>
                </a:ln>
                <a:effectLst/>
                <a:uLnTx/>
                <a:uFillTx/>
                <a:latin typeface="+mn-lt"/>
                <a:ea typeface="ＭＳ Ｐゴシック" charset="0"/>
              </a:rPr>
            </a:br>
            <a:r>
              <a:rPr kumimoji="0" lang="en-CA" b="0" i="0" u="none" strike="noStrike" kern="1200" cap="none" spc="0" normalizeH="0" baseline="0" noProof="0" dirty="0">
                <a:ln>
                  <a:noFill/>
                </a:ln>
                <a:effectLst/>
                <a:uLnTx/>
                <a:uFillTx/>
                <a:latin typeface="+mn-lt"/>
                <a:ea typeface="ＭＳ Ｐゴシック" charset="0"/>
              </a:rPr>
              <a:t>Few-shot learning can be used, in the context of prompt engineering, to create natural language text with a limited amount of input data. Although it requires less data, this technique can allow for the creation of more versatile and adaptive text generation models. By using advanced techniques such as few-shot prompting, it is possible to create natural language generation models that are more flexible, adaptable, and engaging for human users. For example, a prompt engineer might give the LLM </a:t>
            </a:r>
            <a:r>
              <a:rPr lang="en-CA" dirty="0">
                <a:latin typeface="+mn-lt"/>
                <a:ea typeface="ＭＳ Ｐゴシック" charset="0"/>
              </a:rPr>
              <a:t>three </a:t>
            </a:r>
            <a:r>
              <a:rPr kumimoji="0" lang="en-CA" b="0" i="0" u="none" strike="noStrike" kern="1200" cap="none" spc="0" normalizeH="0" baseline="0" noProof="0" dirty="0">
                <a:ln>
                  <a:noFill/>
                </a:ln>
                <a:effectLst/>
                <a:uLnTx/>
                <a:uFillTx/>
                <a:latin typeface="+mn-lt"/>
                <a:ea typeface="ＭＳ Ｐゴシック" charset="0"/>
              </a:rPr>
              <a:t>examples of the output structure they want back from the model; then the model will guess with much higher accuracy and reliability of what is wanted and return text based on the given examples and its training about text.</a:t>
            </a:r>
            <a:br>
              <a:rPr kumimoji="0" lang="en-CA" b="0" i="0" u="none" strike="noStrike" kern="1200" cap="none" spc="0" normalizeH="0" baseline="0" noProof="0" dirty="0">
                <a:ln>
                  <a:noFill/>
                </a:ln>
                <a:effectLst/>
                <a:uLnTx/>
                <a:uFillTx/>
                <a:latin typeface="+mn-lt"/>
                <a:ea typeface="ＭＳ Ｐゴシック" charset="0"/>
              </a:rPr>
            </a:br>
            <a:br>
              <a:rPr kumimoji="0" lang="en-CA" b="0" i="0" u="none" strike="noStrike" kern="1200" cap="none" spc="0" normalizeH="0" baseline="0" noProof="0" dirty="0">
                <a:ln>
                  <a:noFill/>
                </a:ln>
                <a:effectLst/>
                <a:uLnTx/>
                <a:uFillTx/>
                <a:latin typeface="+mn-lt"/>
                <a:ea typeface="ＭＳ Ｐゴシック" charset="0"/>
              </a:rPr>
            </a:br>
            <a:r>
              <a:rPr kumimoji="0" lang="en-CA" b="0" i="0" u="none" strike="noStrike" kern="1200" cap="none" spc="0" normalizeH="0" baseline="0" noProof="0" dirty="0">
                <a:ln>
                  <a:noFill/>
                </a:ln>
                <a:effectLst/>
                <a:uLnTx/>
                <a:uFillTx/>
                <a:latin typeface="+mn-lt"/>
                <a:ea typeface="ＭＳ Ｐゴシック" charset="0"/>
              </a:rPr>
              <a:t>As the model first sees good examples, it can better understand the prompt’s intention and criteria for what kinds of answers are wanted. Therefore, few-shot learning often leads to better performance than zero-shot. However, it comes at the cost of more token consumption and may hit the context length limit for some LLMs when input and output text are long. </a:t>
            </a:r>
            <a:br>
              <a:rPr kumimoji="0" lang="en-CA" b="0" i="0" u="none" strike="noStrike" kern="1200" cap="none" spc="0" normalizeH="0" baseline="0" noProof="0" dirty="0">
                <a:ln>
                  <a:noFill/>
                </a:ln>
                <a:effectLst/>
                <a:uLnTx/>
                <a:uFillTx/>
                <a:latin typeface="+mn-lt"/>
                <a:ea typeface="ＭＳ Ｐゴシック" charset="0"/>
              </a:rPr>
            </a:br>
            <a:endParaRPr kumimoji="0" lang="en-CA" b="0" i="0" u="none" strike="noStrike" kern="1200" cap="none" spc="0" normalizeH="0" baseline="0" noProof="0" dirty="0">
              <a:ln>
                <a:noFill/>
              </a:ln>
              <a:effectLst/>
              <a:uLnTx/>
              <a:uFillTx/>
              <a:latin typeface="+mn-lt"/>
              <a:ea typeface="ＭＳ Ｐゴシック" charset="0"/>
            </a:endParaRPr>
          </a:p>
          <a:p>
            <a:pPr marL="342900" marR="0" lvl="0" indent="-342900" algn="l" defTabSz="914400" rtl="0" eaLnBrk="0" fontAlgn="base" latinLnBrk="0" hangingPunct="0">
              <a:lnSpc>
                <a:spcPct val="100000"/>
              </a:lnSpc>
              <a:spcBef>
                <a:spcPct val="30000"/>
              </a:spcBef>
              <a:spcAft>
                <a:spcPct val="0"/>
              </a:spcAft>
              <a:buClrTx/>
              <a:buSzTx/>
              <a:buFont typeface="+mj-lt"/>
              <a:buAutoNum type="arabicPeriod"/>
              <a:tabLst/>
              <a:defRPr/>
            </a:pPr>
            <a:r>
              <a:rPr kumimoji="0" lang="en-CA" b="1" i="0" u="none" strike="noStrike" kern="1200" cap="none" spc="0" normalizeH="0" baseline="0" noProof="0" dirty="0">
                <a:ln>
                  <a:noFill/>
                </a:ln>
                <a:effectLst/>
                <a:uLnTx/>
                <a:uFillTx/>
                <a:latin typeface="+mn-lt"/>
                <a:ea typeface="ＭＳ Ｐゴシック" charset="0"/>
              </a:rPr>
              <a:t>One shot prompting: </a:t>
            </a:r>
            <a:r>
              <a:rPr kumimoji="0" lang="en-CA" b="0" i="0" u="none" strike="noStrike" kern="1200" cap="none" spc="0" normalizeH="0" baseline="0" noProof="0" dirty="0">
                <a:ln>
                  <a:noFill/>
                </a:ln>
                <a:effectLst/>
                <a:uLnTx/>
                <a:uFillTx/>
                <a:latin typeface="+mn-lt"/>
                <a:ea typeface="ＭＳ Ｐゴシック" charset="0"/>
              </a:rPr>
              <a:t>In this prompting method, a prompt engineer gives the LLM just a single example of the output structure they would like to get back. The model will guess what is wanted and return text on the example and its training about text.</a:t>
            </a:r>
            <a:br>
              <a:rPr kumimoji="0" lang="en-CA" b="0" i="0" u="none" strike="noStrike" kern="1200" cap="none" spc="0" normalizeH="0" baseline="0" noProof="0" dirty="0">
                <a:ln>
                  <a:noFill/>
                </a:ln>
                <a:effectLst/>
                <a:uLnTx/>
                <a:uFillTx/>
                <a:latin typeface="+mn-lt"/>
                <a:ea typeface="ＭＳ Ｐゴシック" charset="0"/>
              </a:rPr>
            </a:br>
            <a:endParaRPr kumimoji="0" lang="en-CA" b="0" i="0" u="none" strike="noStrike" kern="1200" cap="none" spc="0" normalizeH="0" baseline="0" noProof="0" dirty="0">
              <a:ln>
                <a:noFill/>
              </a:ln>
              <a:effectLst/>
              <a:uLnTx/>
              <a:uFillTx/>
              <a:latin typeface="+mn-lt"/>
              <a:ea typeface="ＭＳ Ｐゴシック" charset="0"/>
            </a:endParaRPr>
          </a:p>
          <a:p>
            <a:pPr marL="342900" marR="0" lvl="0" indent="-342900" algn="l" defTabSz="914400" rtl="0" eaLnBrk="0" fontAlgn="base" latinLnBrk="0" hangingPunct="0">
              <a:lnSpc>
                <a:spcPct val="100000"/>
              </a:lnSpc>
              <a:spcBef>
                <a:spcPct val="30000"/>
              </a:spcBef>
              <a:spcAft>
                <a:spcPct val="0"/>
              </a:spcAft>
              <a:buClrTx/>
              <a:buSzTx/>
              <a:buFont typeface="+mj-lt"/>
              <a:buAutoNum type="arabicPeriod"/>
              <a:tabLst/>
              <a:defRPr/>
            </a:pPr>
            <a:r>
              <a:rPr kumimoji="0" lang="en-CA" b="1" i="0" u="none" strike="noStrike" kern="1200" cap="none" spc="0" normalizeH="0" baseline="0" noProof="0" dirty="0">
                <a:ln>
                  <a:noFill/>
                </a:ln>
                <a:effectLst/>
                <a:uLnTx/>
                <a:uFillTx/>
                <a:latin typeface="+mn-lt"/>
                <a:ea typeface="ＭＳ Ｐゴシック" charset="0"/>
              </a:rPr>
              <a:t>Zero shot prompting</a:t>
            </a:r>
            <a:r>
              <a:rPr kumimoji="0" lang="en-CA" b="0" i="0" u="none" strike="noStrike" kern="1200" cap="none" spc="0" normalizeH="0" baseline="0" noProof="0" dirty="0">
                <a:ln>
                  <a:noFill/>
                </a:ln>
                <a:effectLst/>
                <a:uLnTx/>
                <a:uFillTx/>
                <a:latin typeface="+mn-lt"/>
                <a:ea typeface="ＭＳ Ｐゴシック" charset="0"/>
              </a:rPr>
              <a:t>: </a:t>
            </a:r>
            <a:r>
              <a:rPr kumimoji="0" lang="en-US" b="0" i="0" u="none" strike="noStrike" kern="1200" cap="none" spc="0" normalizeH="0" baseline="0" noProof="0" dirty="0">
                <a:ln>
                  <a:noFill/>
                </a:ln>
                <a:effectLst/>
                <a:uLnTx/>
                <a:uFillTx/>
                <a:latin typeface="+mn-lt"/>
                <a:ea typeface="ＭＳ Ｐゴシック" charset="0"/>
              </a:rPr>
              <a:t>t</a:t>
            </a:r>
            <a:r>
              <a:rPr kumimoji="0" lang="en-US" b="0" i="0" u="none" strike="noStrike" kern="1200" cap="none" spc="0" normalizeH="0" baseline="0" noProof="0" dirty="0">
                <a:ln>
                  <a:noFill/>
                </a:ln>
                <a:effectLst/>
                <a:uLnTx/>
                <a:uFillTx/>
                <a:latin typeface="+mn-lt"/>
                <a:ea typeface="Times New Roman" panose="02020603050405020304" pitchFamily="18" charset="0"/>
              </a:rPr>
              <a:t>he model is provided with a description of the desired output, but no examples</a:t>
            </a:r>
            <a:r>
              <a:rPr kumimoji="0" lang="en-CA" b="0" i="0" u="none" strike="noStrike" kern="1200" cap="none" spc="0" normalizeH="0" baseline="0" noProof="0" dirty="0">
                <a:ln>
                  <a:noFill/>
                </a:ln>
                <a:effectLst/>
                <a:uLnTx/>
                <a:uFillTx/>
                <a:latin typeface="+mn-lt"/>
                <a:ea typeface="Times New Roman" panose="02020603050405020304" pitchFamily="18" charset="0"/>
              </a:rPr>
              <a:t>! </a:t>
            </a:r>
            <a:r>
              <a:rPr kumimoji="0" lang="en-CA" b="0" i="0" u="none" strike="noStrike" kern="1200" cap="none" spc="0" normalizeH="0" baseline="0" noProof="0" dirty="0">
                <a:ln>
                  <a:noFill/>
                </a:ln>
                <a:effectLst/>
                <a:uLnTx/>
                <a:uFillTx/>
                <a:latin typeface="+mn-lt"/>
                <a:ea typeface="ＭＳ Ｐゴシック" charset="0"/>
              </a:rPr>
              <a:t>Basically, the prompt engineer just gives the LLM a task to complete </a:t>
            </a:r>
            <a:r>
              <a:rPr kumimoji="0" lang="en-CA" b="0" i="1" u="none" strike="noStrike" kern="1200" cap="none" spc="0" normalizeH="0" baseline="0" noProof="0" dirty="0">
                <a:ln>
                  <a:noFill/>
                </a:ln>
                <a:effectLst/>
                <a:uLnTx/>
                <a:uFillTx/>
                <a:latin typeface="+mn-lt"/>
                <a:ea typeface="ＭＳ Ｐゴシック" charset="0"/>
              </a:rPr>
              <a:t>without any </a:t>
            </a:r>
            <a:r>
              <a:rPr kumimoji="0" lang="en-CA" b="0" i="0" u="none" strike="noStrike" kern="1200" cap="none" spc="0" normalizeH="0" baseline="0" noProof="0" dirty="0">
                <a:ln>
                  <a:noFill/>
                </a:ln>
                <a:effectLst/>
                <a:uLnTx/>
                <a:uFillTx/>
                <a:latin typeface="+mn-lt"/>
                <a:ea typeface="ＭＳ Ｐゴシック" charset="0"/>
              </a:rPr>
              <a:t>instructions. The model then guesses what the prompt engineer wants and returns some text (or translation in this slide’s example) based on its training and understanding about text.</a:t>
            </a:r>
          </a:p>
          <a:p>
            <a:pPr marL="342900" marR="0" lvl="0" indent="-342900" algn="l" defTabSz="914400" rtl="0" eaLnBrk="0" fontAlgn="base" latinLnBrk="0" hangingPunct="0">
              <a:lnSpc>
                <a:spcPct val="100000"/>
              </a:lnSpc>
              <a:spcBef>
                <a:spcPct val="30000"/>
              </a:spcBef>
              <a:spcAft>
                <a:spcPct val="0"/>
              </a:spcAft>
              <a:buClrTx/>
              <a:buSzTx/>
              <a:buFont typeface="+mj-lt"/>
              <a:buAutoNum type="arabicPeriod"/>
              <a:tabLst/>
              <a:defRPr/>
            </a:pPr>
            <a:endParaRPr kumimoji="0" lang="en-CA" b="0" i="0"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endParaRPr>
          </a:p>
          <a:p>
            <a:pPr marL="0" marR="0" lvl="0" indent="0" algn="l" defTabSz="914400" rtl="0" eaLnBrk="0" fontAlgn="base" latinLnBrk="0" hangingPunct="0">
              <a:lnSpc>
                <a:spcPct val="100000"/>
              </a:lnSpc>
              <a:spcBef>
                <a:spcPct val="30000"/>
              </a:spcBef>
              <a:spcAft>
                <a:spcPct val="0"/>
              </a:spcAft>
              <a:buClrTx/>
              <a:buSzTx/>
              <a:buFont typeface="+mj-lt"/>
              <a:buNone/>
              <a:tabLst/>
              <a:defRPr/>
            </a:pPr>
            <a:r>
              <a:rPr kumimoji="0" lang="en-US" b="0" i="0"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t>Intuitively, in “few-shot” mode, a prompt engineer has more control over the output by steering the model towards the desired output. Consider this example:</a:t>
            </a:r>
          </a:p>
          <a:p>
            <a:pPr marL="0" marR="0" lvl="0" indent="0" algn="l" defTabSz="914400" rtl="0" eaLnBrk="0" fontAlgn="base" latinLnBrk="0" hangingPunct="0">
              <a:lnSpc>
                <a:spcPct val="100000"/>
              </a:lnSpc>
              <a:spcBef>
                <a:spcPct val="30000"/>
              </a:spcBef>
              <a:spcAft>
                <a:spcPct val="0"/>
              </a:spcAft>
              <a:buClrTx/>
              <a:buSzTx/>
              <a:buFont typeface="+mj-lt"/>
              <a:buNone/>
              <a:tabLst/>
              <a:defRPr/>
            </a:pPr>
            <a:endParaRPr kumimoji="0" lang="en-US" b="0" i="0"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endParaRPr>
          </a:p>
          <a:p>
            <a:pPr marL="285750" marR="0" lvl="0" indent="-285750" algn="l" defTabSz="914400" rtl="0" eaLnBrk="0" fontAlgn="base" latinLnBrk="0" hangingPunct="0">
              <a:lnSpc>
                <a:spcPct val="100000"/>
              </a:lnSpc>
              <a:spcBef>
                <a:spcPts val="0"/>
              </a:spcBef>
              <a:spcAft>
                <a:spcPts val="0"/>
              </a:spcAft>
              <a:buClrTx/>
              <a:buSzTx/>
              <a:buFont typeface="Arial" panose="020B0604020202020204" pitchFamily="34" charset="0"/>
              <a:buChar char="•"/>
              <a:tabLst/>
              <a:defRPr/>
            </a:pPr>
            <a:r>
              <a:rPr kumimoji="0" lang="en-US" b="1"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t>Input</a:t>
            </a:r>
            <a:r>
              <a:rPr kumimoji="0" lang="en-US" b="0"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t>: “Today U.S. President Joseph R. Biden, Jr. and IBM (NYSE: IBM) Chairman and CEO Arvind Krishna will tour IBM's Poughkeepsie New York site to see firsthand where the future of computing is being innovated, designed and manufactured.”</a:t>
            </a:r>
            <a:endParaRPr kumimoji="0" lang="en-CA" b="0" i="0" u="none" strike="noStrike" kern="1200" cap="none" spc="0" normalizeH="0" baseline="0" noProof="0" dirty="0">
              <a:ln>
                <a:noFill/>
              </a:ln>
              <a:effectLst/>
              <a:uLnTx/>
              <a:uFillTx/>
              <a:latin typeface="+mn-lt"/>
              <a:ea typeface="Calibri" panose="020F0502020204030204" pitchFamily="34" charset="0"/>
              <a:cs typeface="Times New Roman" panose="02020603050405020304" pitchFamily="18" charset="0"/>
            </a:endParaRPr>
          </a:p>
          <a:p>
            <a:pPr marL="285750" marR="0" lvl="0" indent="-285750" algn="l" defTabSz="914400" rtl="0" eaLnBrk="0" fontAlgn="base" latinLnBrk="0" hangingPunct="0">
              <a:lnSpc>
                <a:spcPct val="100000"/>
              </a:lnSpc>
              <a:spcBef>
                <a:spcPts val="0"/>
              </a:spcBef>
              <a:spcAft>
                <a:spcPts val="0"/>
              </a:spcAft>
              <a:buClrTx/>
              <a:buSzTx/>
              <a:buFont typeface="Arial" panose="020B0604020202020204" pitchFamily="34" charset="0"/>
              <a:buChar char="•"/>
              <a:tabLst/>
              <a:defRPr/>
            </a:pPr>
            <a:endParaRPr kumimoji="0" lang="en-US" b="0"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endParaRPr>
          </a:p>
          <a:p>
            <a:pPr marL="285750" marR="0" lvl="0" indent="-285750" algn="l" defTabSz="914400" rtl="0" eaLnBrk="0" fontAlgn="base" latinLnBrk="0" hangingPunct="0">
              <a:lnSpc>
                <a:spcPct val="100000"/>
              </a:lnSpc>
              <a:spcBef>
                <a:spcPts val="0"/>
              </a:spcBef>
              <a:spcAft>
                <a:spcPts val="0"/>
              </a:spcAft>
              <a:buClrTx/>
              <a:buSzTx/>
              <a:buFont typeface="Arial" panose="020B0604020202020204" pitchFamily="34" charset="0"/>
              <a:buChar char="•"/>
              <a:tabLst/>
              <a:defRPr/>
            </a:pPr>
            <a:r>
              <a:rPr kumimoji="0" lang="en-US" b="1"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t>Input: </a:t>
            </a:r>
            <a:r>
              <a:rPr kumimoji="0" lang="en-US" b="0"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t>IBM: company, Joseph R. Biden, Jr.: person, Arvind Krishna: person, Armonk, US: location, Poughkeepsie: location, New York: location </a:t>
            </a:r>
            <a:br>
              <a:rPr kumimoji="0" lang="en-US" b="0"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br>
            <a:endParaRPr kumimoji="0" lang="en-US" b="0"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endParaRPr>
          </a:p>
          <a:p>
            <a:pPr marL="285750" marR="0" lvl="0" indent="-285750" algn="l" defTabSz="914400" rtl="0" eaLnBrk="0" fontAlgn="base" latinLnBrk="0" hangingPunct="0">
              <a:lnSpc>
                <a:spcPct val="100000"/>
              </a:lnSpc>
              <a:spcBef>
                <a:spcPts val="0"/>
              </a:spcBef>
              <a:spcAft>
                <a:spcPts val="0"/>
              </a:spcAft>
              <a:buClrTx/>
              <a:buSzTx/>
              <a:buFont typeface="Arial" panose="020B0604020202020204" pitchFamily="34" charset="0"/>
              <a:buChar char="•"/>
              <a:tabLst/>
              <a:defRPr/>
            </a:pPr>
            <a:r>
              <a:rPr kumimoji="0" lang="en-US" b="1"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t>Prompt: </a:t>
            </a:r>
            <a:r>
              <a:rPr kumimoji="0" lang="en-US" b="0"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t>Give me the entities from the following: </a:t>
            </a:r>
            <a:r>
              <a:rPr kumimoji="0" lang="en-US" b="0" i="1" u="none" strike="noStrike" kern="1200" cap="none" spc="0" normalizeH="0" baseline="0" noProof="0" dirty="0">
                <a:ln>
                  <a:noFill/>
                </a:ln>
                <a:effectLst/>
                <a:uLnTx/>
                <a:uFillTx/>
                <a:latin typeface="+mn-lt"/>
                <a:ea typeface="Times New Roman" panose="02020603050405020304" pitchFamily="18" charset="0"/>
              </a:rPr>
              <a:t>Microsoft has seen declining market share in the EU, Eric Schmidt said.</a:t>
            </a:r>
            <a:r>
              <a:rPr kumimoji="0" lang="en-CA" b="0" i="0" u="none" strike="noStrike" kern="1200" cap="none" spc="0" normalizeH="0" baseline="0" noProof="0" dirty="0">
                <a:ln>
                  <a:noFill/>
                </a:ln>
                <a:effectLst/>
                <a:uLnTx/>
                <a:uFillTx/>
                <a:latin typeface="+mn-lt"/>
                <a:ea typeface="ＭＳ Ｐゴシック" charset="0"/>
              </a:rPr>
              <a:t> </a:t>
            </a:r>
            <a:endParaRPr kumimoji="0" lang="en-US" b="1"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endParaRPr>
          </a:p>
          <a:p>
            <a:pPr marL="285750" marR="0" lvl="0" indent="-285750" algn="l" defTabSz="914400" rtl="0" eaLnBrk="0" fontAlgn="base" latinLnBrk="0" hangingPunct="0">
              <a:lnSpc>
                <a:spcPct val="100000"/>
              </a:lnSpc>
              <a:spcBef>
                <a:spcPts val="0"/>
              </a:spcBef>
              <a:spcAft>
                <a:spcPts val="0"/>
              </a:spcAft>
              <a:buClrTx/>
              <a:buSzTx/>
              <a:buFont typeface="Arial" panose="020B0604020202020204" pitchFamily="34" charset="0"/>
              <a:buChar char="•"/>
              <a:tabLst/>
              <a:defRPr/>
            </a:pPr>
            <a:endParaRPr kumimoji="0" lang="en-US" b="0"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endParaRPr>
          </a:p>
          <a:p>
            <a:pPr marL="285750" marR="0" lvl="0" indent="-285750" algn="l" defTabSz="914400" rtl="0" eaLnBrk="0" fontAlgn="base" latinLnBrk="0" hangingPunct="0">
              <a:lnSpc>
                <a:spcPct val="100000"/>
              </a:lnSpc>
              <a:spcBef>
                <a:spcPts val="0"/>
              </a:spcBef>
              <a:spcAft>
                <a:spcPts val="0"/>
              </a:spcAft>
              <a:buClrTx/>
              <a:buSzTx/>
              <a:buFont typeface="Arial" panose="020B0604020202020204" pitchFamily="34" charset="0"/>
              <a:buChar char="•"/>
              <a:tabLst/>
              <a:defRPr/>
            </a:pPr>
            <a:r>
              <a:rPr kumimoji="0" lang="en-CA" b="1"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t>Model Response: </a:t>
            </a:r>
            <a:r>
              <a:rPr kumimoji="0" lang="en-CA" b="0"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t>EU: country, Eric Schmidt: person</a:t>
            </a:r>
          </a:p>
          <a:p>
            <a:pPr marL="0" marR="0" lvl="0" indent="0" algn="l" defTabSz="914400" rtl="0" eaLnBrk="0" fontAlgn="base" latinLnBrk="0" hangingPunct="0">
              <a:lnSpc>
                <a:spcPct val="100000"/>
              </a:lnSpc>
              <a:spcBef>
                <a:spcPts val="0"/>
              </a:spcBef>
              <a:spcAft>
                <a:spcPts val="0"/>
              </a:spcAft>
              <a:buClrTx/>
              <a:buSzTx/>
              <a:buFontTx/>
              <a:buNone/>
              <a:tabLst/>
              <a:defRPr/>
            </a:pPr>
            <a:endParaRPr kumimoji="0" lang="en-CA" b="0" i="1"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endParaRPr>
          </a:p>
          <a:p>
            <a:pPr marL="0" marR="0" lvl="0" indent="0" algn="l" defTabSz="914400" rtl="0" eaLnBrk="0" fontAlgn="base" latinLnBrk="0" hangingPunct="0">
              <a:lnSpc>
                <a:spcPct val="100000"/>
              </a:lnSpc>
              <a:spcBef>
                <a:spcPts val="0"/>
              </a:spcBef>
              <a:spcAft>
                <a:spcPts val="0"/>
              </a:spcAft>
              <a:buClrTx/>
              <a:buSzTx/>
              <a:buFontTx/>
              <a:buNone/>
              <a:tabLst/>
              <a:defRPr/>
            </a:pPr>
            <a:r>
              <a:rPr kumimoji="0" lang="en-CA" b="0" i="0"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rPr>
              <a:t>Note how the input to the LLM included examples of entitles (labelled data) and the LLM was able to understand and draw conclusions that if IBM is a company than Microsoft must be a company too; if US is a country/location, then the European Union (EU) must be one too; and if Arvind Krishna is a person, it’s likely that Eric Schmidt is one too.</a:t>
            </a:r>
          </a:p>
          <a:p>
            <a:pPr marL="0" marR="0" lvl="0" indent="0" algn="l" defTabSz="914400" rtl="0" eaLnBrk="0" fontAlgn="base" latinLnBrk="0" hangingPunct="0">
              <a:lnSpc>
                <a:spcPct val="100000"/>
              </a:lnSpc>
              <a:spcBef>
                <a:spcPts val="0"/>
              </a:spcBef>
              <a:spcAft>
                <a:spcPts val="0"/>
              </a:spcAft>
              <a:buClrTx/>
              <a:buSzTx/>
              <a:buFontTx/>
              <a:buNone/>
              <a:tabLst/>
              <a:defRPr/>
            </a:pPr>
            <a:endParaRPr kumimoji="0" lang="en-CA" b="0" i="0" u="none" strike="noStrike" kern="1200" cap="none" spc="0" normalizeH="0" baseline="0" noProof="0" dirty="0">
              <a:ln>
                <a:noFill/>
              </a:ln>
              <a:effectLst/>
              <a:uLnTx/>
              <a:uFillTx/>
              <a:latin typeface="+mn-lt"/>
              <a:ea typeface="Times New Roman" panose="02020603050405020304" pitchFamily="18" charset="0"/>
              <a:cs typeface="Times New Roman" panose="02020603050405020304" pitchFamily="18" charset="0"/>
            </a:endParaRPr>
          </a:p>
          <a:p>
            <a:pPr marL="0" marR="0">
              <a:lnSpc>
                <a:spcPct val="107000"/>
              </a:lnSpc>
              <a:spcBef>
                <a:spcPts val="0"/>
              </a:spcBef>
              <a:spcAft>
                <a:spcPts val="0"/>
              </a:spcAft>
            </a:pPr>
            <a:r>
              <a:rPr lang="en-CA" kern="100" dirty="0">
                <a:effectLst/>
                <a:latin typeface="+mn-lt"/>
                <a:ea typeface="Calibri" panose="020F0502020204030204" pitchFamily="34" charset="0"/>
                <a:cs typeface="Times New Roman" panose="02020603050405020304" pitchFamily="18" charset="0"/>
              </a:rPr>
              <a:t>Learn more about prompting at: </a:t>
            </a:r>
            <a:r>
              <a:rPr lang="en-CA" u="sng" kern="100" dirty="0">
                <a:solidFill>
                  <a:srgbClr val="0563C1"/>
                </a:solidFill>
                <a:effectLst/>
                <a:latin typeface="+mn-lt"/>
                <a:ea typeface="Calibri" panose="020F0502020204030204" pitchFamily="34" charset="0"/>
                <a:cs typeface="Times New Roman" panose="02020603050405020304" pitchFamily="18" charset="0"/>
                <a:hlinkClick r:id="rId3"/>
              </a:rPr>
              <a:t>https://www.allabtai.com/prompt-engineering-tips-zero-one-and-few-shot-prompting/</a:t>
            </a:r>
            <a:r>
              <a:rPr lang="en-CA" kern="100" dirty="0">
                <a:effectLst/>
                <a:latin typeface="+mn-lt"/>
                <a:ea typeface="Calibri" panose="020F0502020204030204" pitchFamily="34" charset="0"/>
                <a:cs typeface="Times New Roman" panose="02020603050405020304" pitchFamily="18" charset="0"/>
              </a:rPr>
              <a:t> or </a:t>
            </a:r>
            <a:r>
              <a:rPr lang="en-CA" u="sng" kern="100" dirty="0">
                <a:solidFill>
                  <a:srgbClr val="0563C1"/>
                </a:solidFill>
                <a:effectLst/>
                <a:latin typeface="+mn-lt"/>
                <a:ea typeface="Calibri" panose="020F0502020204030204" pitchFamily="34" charset="0"/>
                <a:cs typeface="Times New Roman" panose="02020603050405020304" pitchFamily="18" charset="0"/>
                <a:hlinkClick r:id="rId4"/>
              </a:rPr>
              <a:t>https://thegradient.pub/prompting/</a:t>
            </a:r>
            <a:r>
              <a:rPr lang="en-CA" kern="100" dirty="0">
                <a:effectLst/>
                <a:latin typeface="+mn-lt"/>
                <a:ea typeface="Calibri" panose="020F0502020204030204" pitchFamily="34" charset="0"/>
                <a:cs typeface="Times New Roman" panose="02020603050405020304" pitchFamily="18" charset="0"/>
              </a:rPr>
              <a:t>.</a:t>
            </a:r>
          </a:p>
          <a:p>
            <a:pPr marL="0" marR="0">
              <a:lnSpc>
                <a:spcPct val="107000"/>
              </a:lnSpc>
              <a:spcBef>
                <a:spcPts val="0"/>
              </a:spcBef>
              <a:spcAft>
                <a:spcPts val="0"/>
              </a:spcAft>
            </a:pPr>
            <a:endParaRPr lang="en-US" kern="100"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pPr>
            <a:r>
              <a:rPr lang="en-US" b="1" kern="100" dirty="0">
                <a:effectLst/>
                <a:latin typeface="+mn-lt"/>
                <a:ea typeface="Calibri" panose="020F0502020204030204" pitchFamily="34" charset="0"/>
                <a:cs typeface="Times New Roman" panose="02020603050405020304" pitchFamily="18" charset="0"/>
              </a:rPr>
              <a:t>Data-driven tuning:</a:t>
            </a:r>
            <a:endParaRPr lang="en-US" kern="100"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pPr>
            <a:r>
              <a:rPr lang="en-US" kern="100" dirty="0">
                <a:effectLst/>
                <a:latin typeface="+mn-lt"/>
                <a:ea typeface="Calibri" panose="020F0502020204030204" pitchFamily="34" charset="0"/>
                <a:cs typeface="Times New Roman" panose="02020603050405020304" pitchFamily="18" charset="0"/>
              </a:rPr>
              <a:t>Tuning is the process of maximizing a model's performance without overfitting or creating too high of a variance. In machine learning (ML), this is accomplished by selecting appropriate hyperparameters. Hyperparameters can be thought of as the “dials” or “knobs” of a ML model that are used to set up the tuning process. The data-driven approach establishes, first and foremost, which key performance indicators (KPIs) are relevant to the company's business. It creates a group of decision-makers to make that data intelligible and thus truly exploitable.</a:t>
            </a:r>
          </a:p>
          <a:p>
            <a:pPr marL="0" marR="0">
              <a:lnSpc>
                <a:spcPct val="107000"/>
              </a:lnSpc>
              <a:spcBef>
                <a:spcPts val="0"/>
              </a:spcBef>
              <a:spcAft>
                <a:spcPts val="0"/>
              </a:spcAft>
            </a:pPr>
            <a:endParaRPr lang="en-US" b="1" kern="100"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pPr>
            <a:r>
              <a:rPr lang="en-US" b="1" kern="100" dirty="0">
                <a:effectLst/>
                <a:latin typeface="+mn-lt"/>
                <a:ea typeface="Calibri" panose="020F0502020204030204" pitchFamily="34" charset="0"/>
                <a:cs typeface="Times New Roman" panose="02020603050405020304" pitchFamily="18" charset="0"/>
              </a:rPr>
              <a:t>Notes:</a:t>
            </a:r>
          </a:p>
          <a:p>
            <a:pPr marL="0" marR="0">
              <a:lnSpc>
                <a:spcPct val="107000"/>
              </a:lnSpc>
              <a:spcBef>
                <a:spcPts val="0"/>
              </a:spcBef>
              <a:spcAft>
                <a:spcPts val="0"/>
              </a:spcAft>
            </a:pPr>
            <a:endParaRPr lang="en-US" b="1" kern="100"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b="1" dirty="0">
                <a:latin typeface="+mn-lt"/>
              </a:rPr>
              <a:t>Foundation models </a:t>
            </a:r>
            <a:r>
              <a:rPr lang="en-US" dirty="0">
                <a:latin typeface="+mn-lt"/>
              </a:rPr>
              <a:t>are typically built using a specific kind of neural network architecture, called a transformer, which is designed to generate sequences of related data elements (for example, like a sentence). </a:t>
            </a:r>
          </a:p>
          <a:p>
            <a:pPr marL="171450" marR="0" indent="-171450">
              <a:lnSpc>
                <a:spcPct val="107000"/>
              </a:lnSpc>
              <a:spcBef>
                <a:spcPts val="0"/>
              </a:spcBef>
              <a:spcAft>
                <a:spcPts val="0"/>
              </a:spcAft>
              <a:buFont typeface="Arial" panose="020B0604020202020204" pitchFamily="34" charset="0"/>
              <a:buChar char="•"/>
            </a:pPr>
            <a:endParaRPr lang="en-US" dirty="0">
              <a:latin typeface="+mn-lt"/>
            </a:endParaRPr>
          </a:p>
          <a:p>
            <a:pPr marL="171450" marR="0" indent="-171450">
              <a:lnSpc>
                <a:spcPct val="107000"/>
              </a:lnSpc>
              <a:spcBef>
                <a:spcPts val="0"/>
              </a:spcBef>
              <a:spcAft>
                <a:spcPts val="0"/>
              </a:spcAft>
              <a:buFont typeface="Arial" panose="020B0604020202020204" pitchFamily="34" charset="0"/>
              <a:buChar char="•"/>
            </a:pPr>
            <a:r>
              <a:rPr lang="en-US" sz="1000" b="1" dirty="0">
                <a:latin typeface="+mn-lt"/>
              </a:rPr>
              <a:t>Neural networks </a:t>
            </a:r>
            <a:r>
              <a:rPr lang="en-US" sz="1000" dirty="0">
                <a:latin typeface="+mn-lt"/>
              </a:rPr>
              <a:t>are a set of algorithms, modeled loosely after the neural networks found in the human brain, that are designed to recognize hidden patterns in data</a:t>
            </a:r>
            <a:r>
              <a:rPr lang="en-US" sz="1000" b="1" dirty="0">
                <a:effectLst/>
                <a:latin typeface="+mn-lt"/>
                <a:ea typeface="Calibri" panose="020F0502020204030204" pitchFamily="34" charset="0"/>
                <a:cs typeface="Times New Roman" panose="02020603050405020304" pitchFamily="18" charset="0"/>
              </a:rPr>
              <a:t>. </a:t>
            </a:r>
          </a:p>
          <a:p>
            <a:pPr marL="171450" marR="0" indent="-171450">
              <a:lnSpc>
                <a:spcPct val="107000"/>
              </a:lnSpc>
              <a:spcBef>
                <a:spcPts val="0"/>
              </a:spcBef>
              <a:spcAft>
                <a:spcPts val="0"/>
              </a:spcAft>
              <a:buFont typeface="Arial" panose="020B0604020202020204" pitchFamily="34" charset="0"/>
              <a:buChar char="•"/>
            </a:pPr>
            <a:endParaRPr lang="en-US" b="0" dirty="0">
              <a:latin typeface="+mn-lt"/>
            </a:endParaRPr>
          </a:p>
          <a:p>
            <a:pPr marL="171450" marR="0" indent="-171450">
              <a:lnSpc>
                <a:spcPct val="107000"/>
              </a:lnSpc>
              <a:spcBef>
                <a:spcPts val="0"/>
              </a:spcBef>
              <a:spcAft>
                <a:spcPts val="0"/>
              </a:spcAft>
              <a:buFont typeface="Arial" panose="020B0604020202020204" pitchFamily="34" charset="0"/>
              <a:buChar char="•"/>
            </a:pPr>
            <a:r>
              <a:rPr lang="en-US" b="0" dirty="0">
                <a:latin typeface="+mn-lt"/>
              </a:rPr>
              <a:t>A </a:t>
            </a:r>
            <a:r>
              <a:rPr lang="en-US" b="1" dirty="0">
                <a:latin typeface="+mn-lt"/>
              </a:rPr>
              <a:t>transformer</a:t>
            </a:r>
            <a:r>
              <a:rPr lang="en-US" b="0" dirty="0">
                <a:latin typeface="+mn-lt"/>
              </a:rPr>
              <a:t> </a:t>
            </a:r>
            <a:r>
              <a:rPr lang="en-US" b="1" dirty="0">
                <a:latin typeface="+mn-lt"/>
              </a:rPr>
              <a:t>model</a:t>
            </a:r>
            <a:r>
              <a:rPr lang="en-US" b="0" dirty="0">
                <a:latin typeface="+mn-lt"/>
              </a:rPr>
              <a:t> </a:t>
            </a:r>
            <a:r>
              <a:rPr lang="en-US" dirty="0">
                <a:latin typeface="+mn-lt"/>
              </a:rPr>
              <a:t>is a neural network architecture useful for understanding language, which does not have to understand words one at a time but can look at an entire sentence at once. A technique called self-attention allows the model to focus on the particular words that are important in understanding the meaning of the sentence. Transformers single-handedly spawned the world of foundation models and its birthplace research paper (Attention is all You) spawned the AI inflection point that is happening today. AI transformer models can be Encoder models (like BERT), Decoder models (like GPT), or Encoder and Decoder models (like T5). Learn more about Transformers at: </a:t>
            </a:r>
            <a:r>
              <a:rPr lang="en-US" dirty="0">
                <a:latin typeface="+mn-lt"/>
                <a:hlinkClick r:id="rId5"/>
              </a:rPr>
              <a:t>https://www.youtube.com/watch?v=ZXiruGOCn9s</a:t>
            </a:r>
            <a:r>
              <a:rPr lang="en-US" dirty="0">
                <a:latin typeface="+mn-lt"/>
              </a:rPr>
              <a:t>. </a:t>
            </a:r>
          </a:p>
          <a:p>
            <a:pPr marL="171450" marR="0" indent="-171450">
              <a:lnSpc>
                <a:spcPct val="107000"/>
              </a:lnSpc>
              <a:spcBef>
                <a:spcPts val="0"/>
              </a:spcBef>
              <a:spcAft>
                <a:spcPts val="0"/>
              </a:spcAft>
              <a:buFont typeface="Arial" panose="020B0604020202020204" pitchFamily="34" charset="0"/>
              <a:buChar char="•"/>
            </a:pPr>
            <a:endParaRPr lang="en-US" sz="1000" b="0" dirty="0">
              <a:latin typeface="+mn-lt"/>
            </a:endParaRPr>
          </a:p>
          <a:p>
            <a:pPr marL="171450" marR="0" indent="-171450">
              <a:lnSpc>
                <a:spcPct val="107000"/>
              </a:lnSpc>
              <a:spcBef>
                <a:spcPts val="0"/>
              </a:spcBef>
              <a:spcAft>
                <a:spcPts val="0"/>
              </a:spcAft>
              <a:buFont typeface="Arial" panose="020B0604020202020204" pitchFamily="34" charset="0"/>
              <a:buChar char="•"/>
            </a:pPr>
            <a:r>
              <a:rPr lang="en-US" sz="1000" b="0" dirty="0">
                <a:latin typeface="+mn-lt"/>
              </a:rPr>
              <a:t>An</a:t>
            </a:r>
            <a:r>
              <a:rPr lang="en-US" sz="1000" b="1" dirty="0">
                <a:latin typeface="+mn-lt"/>
              </a:rPr>
              <a:t> algorithm </a:t>
            </a:r>
            <a:r>
              <a:rPr lang="en-US" sz="1000" b="0" dirty="0">
                <a:latin typeface="+mn-lt"/>
              </a:rPr>
              <a:t>is a procedure used for solving a problem or performing a computation. Algorithms act as an exact list of instructions that conduct a sequence of specified actions in either hardware- or software-based routines. </a:t>
            </a:r>
          </a:p>
          <a:p>
            <a:pPr marL="171450" marR="0" indent="-171450">
              <a:lnSpc>
                <a:spcPct val="107000"/>
              </a:lnSpc>
              <a:spcBef>
                <a:spcPts val="0"/>
              </a:spcBef>
              <a:spcAft>
                <a:spcPts val="0"/>
              </a:spcAft>
              <a:buFont typeface="Arial" panose="020B0604020202020204" pitchFamily="34" charset="0"/>
              <a:buChar char="•"/>
            </a:pPr>
            <a:endParaRPr lang="en-US" b="1" dirty="0">
              <a:latin typeface="+mn-lt"/>
            </a:endParaRPr>
          </a:p>
          <a:p>
            <a:pPr marL="171450" marR="0" indent="-171450">
              <a:lnSpc>
                <a:spcPct val="107000"/>
              </a:lnSpc>
              <a:spcBef>
                <a:spcPts val="0"/>
              </a:spcBef>
              <a:spcAft>
                <a:spcPts val="0"/>
              </a:spcAft>
              <a:buFont typeface="Arial" panose="020B0604020202020204" pitchFamily="34" charset="0"/>
              <a:buChar char="•"/>
            </a:pPr>
            <a:r>
              <a:rPr lang="en-US" b="1" dirty="0">
                <a:latin typeface="+mn-lt"/>
              </a:rPr>
              <a:t>Natural language processing (NLP) </a:t>
            </a:r>
            <a:r>
              <a:rPr lang="en-US" dirty="0">
                <a:latin typeface="+mn-lt"/>
              </a:rPr>
              <a:t>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 </a:t>
            </a:r>
          </a:p>
          <a:p>
            <a:pPr marL="171450" marR="0" indent="-171450">
              <a:lnSpc>
                <a:spcPct val="107000"/>
              </a:lnSpc>
              <a:spcBef>
                <a:spcPts val="0"/>
              </a:spcBef>
              <a:spcAft>
                <a:spcPts val="0"/>
              </a:spcAft>
              <a:buFont typeface="Arial" panose="020B0604020202020204" pitchFamily="34" charset="0"/>
              <a:buChar char="•"/>
            </a:pPr>
            <a:endParaRPr lang="en-US" b="0"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b="0" dirty="0">
                <a:effectLst/>
                <a:latin typeface="+mn-lt"/>
                <a:ea typeface="Calibri" panose="020F0502020204030204" pitchFamily="34" charset="0"/>
                <a:cs typeface="Times New Roman" panose="02020603050405020304" pitchFamily="18" charset="0"/>
              </a:rPr>
              <a:t>A </a:t>
            </a:r>
            <a:r>
              <a:rPr lang="en-US" b="1" dirty="0">
                <a:effectLst/>
                <a:latin typeface="+mn-lt"/>
                <a:ea typeface="Calibri" panose="020F0502020204030204" pitchFamily="34" charset="0"/>
                <a:cs typeface="Times New Roman" panose="02020603050405020304" pitchFamily="18" charset="0"/>
              </a:rPr>
              <a:t>large language model (LLM) </a:t>
            </a:r>
            <a:r>
              <a:rPr lang="en-US" dirty="0">
                <a:effectLst/>
                <a:latin typeface="+mn-lt"/>
                <a:ea typeface="Calibri" panose="020F0502020204030204" pitchFamily="34" charset="0"/>
                <a:cs typeface="Times New Roman" panose="02020603050405020304" pitchFamily="18" charset="0"/>
              </a:rPr>
              <a:t>is a t</a:t>
            </a:r>
            <a:r>
              <a:rPr lang="en-US" dirty="0">
                <a:latin typeface="+mn-lt"/>
              </a:rPr>
              <a:t>ype of machine learning model that has been trained on large quantities of unlabeled text using self-supervised learning and can perform a variety of natural language processing (NLP) tasks (even when that language is a programming language). Output</a:t>
            </a:r>
            <a:r>
              <a:rPr lang="en-US" dirty="0">
                <a:effectLst/>
                <a:latin typeface="+mn-lt"/>
                <a:ea typeface="Calibri" panose="020F0502020204030204" pitchFamily="34" charset="0"/>
                <a:cs typeface="Times New Roman" panose="02020603050405020304" pitchFamily="18" charset="0"/>
              </a:rPr>
              <a:t> may range from books, articles, social media posts, and online conversations. The architecture of an LLM consists of layers of neural networks that learn to generate language in a way that is similar to how humans use language. </a:t>
            </a:r>
          </a:p>
          <a:p>
            <a:pPr marL="171450" marR="0" indent="-171450">
              <a:lnSpc>
                <a:spcPct val="107000"/>
              </a:lnSpc>
              <a:spcBef>
                <a:spcPts val="0"/>
              </a:spcBef>
              <a:spcAft>
                <a:spcPts val="0"/>
              </a:spcAft>
              <a:buFont typeface="Arial" panose="020B0604020202020204" pitchFamily="34" charset="0"/>
              <a:buChar char="•"/>
            </a:pPr>
            <a:endParaRPr lang="en-US" b="1" dirty="0">
              <a:latin typeface="+mn-lt"/>
            </a:endParaRPr>
          </a:p>
          <a:p>
            <a:pPr marL="171450" marR="0" indent="-171450">
              <a:lnSpc>
                <a:spcPct val="107000"/>
              </a:lnSpc>
              <a:spcBef>
                <a:spcPts val="0"/>
              </a:spcBef>
              <a:spcAft>
                <a:spcPts val="0"/>
              </a:spcAft>
              <a:buFont typeface="Arial" panose="020B0604020202020204" pitchFamily="34" charset="0"/>
              <a:buChar char="•"/>
            </a:pPr>
            <a:r>
              <a:rPr lang="en-US" b="1" dirty="0">
                <a:latin typeface="+mn-lt"/>
              </a:rPr>
              <a:t>Natural language generation (NLG) </a:t>
            </a:r>
            <a:r>
              <a:rPr lang="en-US" dirty="0">
                <a:latin typeface="+mn-lt"/>
              </a:rPr>
              <a:t>is a subtopic of natural language processing (NLP) that is the process of generating text that appears to be written by a human, without the need for a human to actually write it.</a:t>
            </a:r>
          </a:p>
          <a:p>
            <a:pPr marL="171450" marR="0" indent="-171450">
              <a:lnSpc>
                <a:spcPct val="107000"/>
              </a:lnSpc>
              <a:spcBef>
                <a:spcPts val="0"/>
              </a:spcBef>
              <a:spcAft>
                <a:spcPts val="0"/>
              </a:spcAft>
              <a:buFont typeface="Arial" panose="020B0604020202020204" pitchFamily="34" charset="0"/>
              <a:buChar char="•"/>
            </a:pPr>
            <a:endParaRPr lang="en-US" b="1"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b="1" dirty="0">
                <a:effectLst/>
                <a:latin typeface="+mn-lt"/>
                <a:ea typeface="Calibri" panose="020F0502020204030204" pitchFamily="34" charset="0"/>
                <a:cs typeface="Times New Roman" panose="02020603050405020304" pitchFamily="18" charset="0"/>
              </a:rPr>
              <a:t>Generative AI </a:t>
            </a:r>
            <a:r>
              <a:rPr lang="en-US" dirty="0">
                <a:effectLst/>
                <a:latin typeface="+mn-lt"/>
                <a:ea typeface="Calibri" panose="020F0502020204030204" pitchFamily="34" charset="0"/>
                <a:cs typeface="Times New Roman" panose="02020603050405020304" pitchFamily="18" charset="0"/>
              </a:rPr>
              <a:t>refers to a set of AI algorithms that can generate new outputs — such as text, images, code, or audio — based on the training data, unlike traditional AI systems that are designed to recognize patterns and make predictions. Sometimes the AI that powers these solutions are referred to as decoders. </a:t>
            </a:r>
          </a:p>
          <a:p>
            <a:pPr marL="171450" marR="0" indent="-171450">
              <a:lnSpc>
                <a:spcPct val="107000"/>
              </a:lnSpc>
              <a:spcBef>
                <a:spcPts val="0"/>
              </a:spcBef>
              <a:spcAft>
                <a:spcPts val="0"/>
              </a:spcAft>
              <a:buFont typeface="Arial" panose="020B0604020202020204" pitchFamily="34" charset="0"/>
              <a:buChar char="•"/>
            </a:pPr>
            <a:endParaRPr lang="en-US" sz="1000" b="1" dirty="0">
              <a:latin typeface="+mn-lt"/>
            </a:endParaRPr>
          </a:p>
          <a:p>
            <a:pPr marL="171450" marR="0" indent="-171450">
              <a:lnSpc>
                <a:spcPct val="107000"/>
              </a:lnSpc>
              <a:spcBef>
                <a:spcPts val="0"/>
              </a:spcBef>
              <a:spcAft>
                <a:spcPts val="0"/>
              </a:spcAft>
              <a:buFont typeface="Arial" panose="020B0604020202020204" pitchFamily="34" charset="0"/>
              <a:buChar char="•"/>
            </a:pPr>
            <a:r>
              <a:rPr lang="en-US" sz="1000" b="1" dirty="0">
                <a:latin typeface="+mn-lt"/>
              </a:rPr>
              <a:t>Machine learning (ML) </a:t>
            </a:r>
            <a:r>
              <a:rPr lang="en-US" sz="1000" dirty="0">
                <a:latin typeface="+mn-lt"/>
              </a:rPr>
              <a:t>refers to a broad set of techniques to train a computer to learn from its inputs, using existing data, and one or more “training” methods, instead of being explicitly programmed. </a:t>
            </a:r>
            <a:r>
              <a:rPr lang="en-US" dirty="0">
                <a:latin typeface="+mn-lt"/>
              </a:rPr>
              <a:t>ML helps a computer to achieve AI. </a:t>
            </a:r>
          </a:p>
          <a:p>
            <a:pPr marL="171450" marR="0" indent="-171450">
              <a:lnSpc>
                <a:spcPct val="107000"/>
              </a:lnSpc>
              <a:spcBef>
                <a:spcPts val="0"/>
              </a:spcBef>
              <a:spcAft>
                <a:spcPts val="0"/>
              </a:spcAft>
              <a:buFont typeface="Arial" panose="020B0604020202020204" pitchFamily="34" charset="0"/>
              <a:buChar char="•"/>
            </a:pPr>
            <a:endParaRPr lang="en-US" sz="1000" b="1" dirty="0">
              <a:latin typeface="+mn-lt"/>
            </a:endParaRPr>
          </a:p>
          <a:p>
            <a:pPr marL="171450" marR="0" indent="-171450">
              <a:lnSpc>
                <a:spcPct val="107000"/>
              </a:lnSpc>
              <a:spcBef>
                <a:spcPts val="0"/>
              </a:spcBef>
              <a:spcAft>
                <a:spcPts val="0"/>
              </a:spcAft>
              <a:buFont typeface="Arial" panose="020B0604020202020204" pitchFamily="34" charset="0"/>
              <a:buChar char="•"/>
            </a:pPr>
            <a:r>
              <a:rPr lang="en-US" sz="1000" b="1" dirty="0">
                <a:latin typeface="+mn-lt"/>
              </a:rPr>
              <a:t>Deep learning (DL)</a:t>
            </a:r>
            <a:r>
              <a:rPr lang="en-US" sz="1000" b="0" dirty="0">
                <a:latin typeface="+mn-lt"/>
              </a:rPr>
              <a:t> is a technique for implementing machine learning (ML) that relies on deep artificial neural networks to perform complex tasks such as image recognition, object detection, and natural language processing (NLP). Neural networks are a set of algorithms, modeled loosely after the neural networks found in the human brain, which are designed to recognize hidden patterns in data. The “deep” in DL refers to a neural network comprised of more than three layers (which include the input and the output layers). </a:t>
            </a:r>
          </a:p>
          <a:p>
            <a:pPr marL="171450" marR="0" indent="-171450">
              <a:lnSpc>
                <a:spcPct val="107000"/>
              </a:lnSpc>
              <a:spcBef>
                <a:spcPts val="0"/>
              </a:spcBef>
              <a:spcAft>
                <a:spcPts val="0"/>
              </a:spcAft>
              <a:buFont typeface="Arial" panose="020B0604020202020204" pitchFamily="34" charset="0"/>
              <a:buChar char="•"/>
            </a:pPr>
            <a:endParaRPr lang="en-US" sz="1000" b="0" dirty="0">
              <a:latin typeface="+mn-lt"/>
            </a:endParaRP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r>
              <a:rPr lang="en-US" b="1" dirty="0">
                <a:effectLst/>
                <a:latin typeface="+mn-lt"/>
                <a:ea typeface="Calibri" panose="020F0502020204030204" pitchFamily="34" charset="0"/>
                <a:cs typeface="Times New Roman" panose="02020603050405020304" pitchFamily="18" charset="0"/>
              </a:rPr>
              <a:t>Parameters</a:t>
            </a:r>
            <a:r>
              <a:rPr lang="en-US" dirty="0">
                <a:effectLst/>
                <a:latin typeface="+mn-lt"/>
                <a:ea typeface="Calibri" panose="020F0502020204030204" pitchFamily="34" charset="0"/>
                <a:cs typeface="Times New Roman" panose="02020603050405020304" pitchFamily="18" charset="0"/>
              </a:rPr>
              <a:t> are numerical values that define a large language model’s (LLM) structure and behavior, like clues that help it guess what words come next. Modern systems like </a:t>
            </a:r>
            <a:r>
              <a:rPr lang="en-US" dirty="0" err="1">
                <a:effectLst/>
                <a:latin typeface="+mn-lt"/>
                <a:ea typeface="Calibri" panose="020F0502020204030204" pitchFamily="34" charset="0"/>
                <a:cs typeface="Times New Roman" panose="02020603050405020304" pitchFamily="18" charset="0"/>
              </a:rPr>
              <a:t>ChatGPT</a:t>
            </a:r>
            <a:r>
              <a:rPr lang="en-US" dirty="0">
                <a:effectLst/>
                <a:latin typeface="+mn-lt"/>
                <a:ea typeface="Calibri" panose="020F0502020204030204" pitchFamily="34" charset="0"/>
                <a:cs typeface="Times New Roman" panose="02020603050405020304" pitchFamily="18" charset="0"/>
              </a:rPr>
              <a:t> are thought to have hundreds of billions of parameters. </a:t>
            </a:r>
          </a:p>
        </p:txBody>
      </p:sp>
      <p:sp>
        <p:nvSpPr>
          <p:cNvPr id="4" name="Slide Number Placeholder 3"/>
          <p:cNvSpPr>
            <a:spLocks noGrp="1"/>
          </p:cNvSpPr>
          <p:nvPr>
            <p:ph type="sldNum" sz="quarter" idx="5"/>
          </p:nvPr>
        </p:nvSpPr>
        <p:spPr/>
        <p:txBody>
          <a:bodyPr/>
          <a:lstStyle/>
          <a:p>
            <a:fld id="{6E2E38B8-B0B4-AD41-AC6E-B781F46A9FD3}" type="slidenum">
              <a:rPr lang="en-US" smtClean="0"/>
              <a:pPr/>
              <a:t>14</a:t>
            </a:fld>
            <a:endParaRPr lang="en-US" dirty="0"/>
          </a:p>
        </p:txBody>
      </p:sp>
    </p:spTree>
    <p:extLst>
      <p:ext uri="{BB962C8B-B14F-4D97-AF65-F5344CB8AC3E}">
        <p14:creationId xmlns:p14="http://schemas.microsoft.com/office/powerpoint/2010/main" val="418145292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Prompt tuning takes prompt engineering a step further. Instead of changing the prompt, users will pass in a set of labeled data. This is like using a “few-shot” prompt where, in this case, ”few” means up to hundreds (instead of single digit) of input/output examples. The user provides organization-specific data to the model to help attune it to the organization’s domain. This does not change any model weights; so this is not a computationally expensive operation. This approach does, however, require some effort by the users to provide quality labeled data, and is therefore more expensive to run/test than the prompt engineering approach.</a:t>
            </a:r>
          </a:p>
          <a:p>
            <a:endParaRPr lang="en-US" dirty="0">
              <a:latin typeface="+mn-lt"/>
            </a:endParaRPr>
          </a:p>
          <a:p>
            <a:r>
              <a:rPr lang="en-US" dirty="0">
                <a:latin typeface="+mn-lt"/>
              </a:rPr>
              <a:t>Neither prompt engineering nor prompt tuning requires a change to the underlying foundation model – so it is not as expensive to run as fine-tuning a model which updates its weights. Both can used via application programming interface (API) and can be used by anyone with access to the model.</a:t>
            </a:r>
          </a:p>
          <a:p>
            <a:endParaRPr lang="en-US" dirty="0">
              <a:latin typeface="+mn-lt"/>
            </a:endParaRPr>
          </a:p>
          <a:p>
            <a:r>
              <a:rPr lang="en-US" dirty="0">
                <a:latin typeface="+mn-lt"/>
              </a:rPr>
              <a:t>The main difference between prompt engineering and prompt tuning is that clients must pass in a set of labeled data with prompt tuning. This does mean a much larger set of tokens are being used (all models have a limit to the number of input tokens they can accept, so providing examples with prompt tuning consumes these tokens). With most models, this would mean it is more expensive. The advantage, however, is that clients can start with a smaller model, making it less expensive to run (larger models require more computation power, and are therefore more expensive to run), and with a proper set of training data prompt tuning can achieve near-fine-tuning performance.</a:t>
            </a:r>
          </a:p>
          <a:p>
            <a:endParaRPr lang="en-US" dirty="0">
              <a:latin typeface="+mn-lt"/>
            </a:endParaRPr>
          </a:p>
          <a:p>
            <a:pPr marL="0" marR="0">
              <a:spcBef>
                <a:spcPts val="0"/>
              </a:spcBef>
              <a:spcAft>
                <a:spcPts val="0"/>
              </a:spcAft>
            </a:pPr>
            <a:r>
              <a:rPr lang="en-US" sz="1000" b="1" dirty="0">
                <a:effectLst/>
                <a:latin typeface="+mn-lt"/>
                <a:ea typeface="Times New Roman" panose="02020603050405020304" pitchFamily="18" charset="0"/>
              </a:rPr>
              <a:t>Notes:</a:t>
            </a:r>
          </a:p>
          <a:p>
            <a:pPr marL="171450" indent="-171450">
              <a:buFont typeface="Arial" panose="020B0604020202020204" pitchFamily="34" charset="0"/>
              <a:buChar char="•"/>
            </a:pPr>
            <a:endParaRPr lang="en-US" sz="1000"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n-US" sz="1000" b="0" dirty="0">
                <a:latin typeface="+mn-lt"/>
              </a:rPr>
              <a:t>refers to a broad set of techniques to train a computer to learn from its inputs, using existing data, and one or more “training” </a:t>
            </a:r>
            <a:r>
              <a:rPr lang="en-US" sz="1000" dirty="0">
                <a:latin typeface="+mn-lt"/>
              </a:rPr>
              <a:t>methods</a:t>
            </a:r>
            <a:r>
              <a:rPr lang="en-US" sz="1000" b="0" dirty="0">
                <a:latin typeface="+mn-lt"/>
              </a:rPr>
              <a:t>, instead of being explicitly programmed. ML helps a computer to achieve AI. </a:t>
            </a:r>
          </a:p>
          <a:p>
            <a:pPr marL="0" marR="0">
              <a:spcBef>
                <a:spcPts val="0"/>
              </a:spcBef>
              <a:spcAft>
                <a:spcPts val="0"/>
              </a:spcAft>
            </a:pPr>
            <a:endParaRPr lang="en-US" sz="1000" b="1" dirty="0">
              <a:effectLst/>
              <a:latin typeface="+mn-lt"/>
              <a:ea typeface="Times New Roman" panose="02020603050405020304" pitchFamily="18" charset="0"/>
            </a:endParaRPr>
          </a:p>
          <a:p>
            <a:pPr marL="171450" indent="-171450">
              <a:buFont typeface="Arial" panose="020B0604020202020204" pitchFamily="34" charset="0"/>
              <a:buChar char="•"/>
            </a:pPr>
            <a:r>
              <a:rPr lang="en-US" sz="1000" b="1" dirty="0">
                <a:effectLst/>
                <a:latin typeface="+mn-lt"/>
                <a:ea typeface="Calibri" panose="020F0502020204030204" pitchFamily="34" charset="0"/>
                <a:cs typeface="Times New Roman" panose="02020603050405020304" pitchFamily="18" charset="0"/>
              </a:rPr>
              <a:t>Generative AI </a:t>
            </a:r>
            <a:r>
              <a:rPr lang="en-US" sz="1000" dirty="0">
                <a:effectLst/>
                <a:latin typeface="+mn-lt"/>
                <a:ea typeface="Calibri" panose="020F0502020204030204" pitchFamily="34" charset="0"/>
                <a:cs typeface="Times New Roman" panose="02020603050405020304" pitchFamily="18" charset="0"/>
              </a:rPr>
              <a:t>refers to a set of AI algorithms that can generate new outputs — such as text, images, code, or audio — based on the training data, unlike traditional AI systems that are designed to recognize patterns and make predictions. Sometimes the AI that powers these solutions are referred to as decoders.</a:t>
            </a:r>
          </a:p>
          <a:p>
            <a:pPr marL="171450" indent="-171450">
              <a:buFont typeface="Arial" panose="020B0604020202020204" pitchFamily="34" charset="0"/>
              <a:buChar char="•"/>
            </a:pPr>
            <a:endParaRPr lang="en-US" dirty="0">
              <a:latin typeface="+mn-lt"/>
              <a:ea typeface="Calibri" panose="020F0502020204030204" pitchFamily="34" charset="0"/>
              <a:cs typeface="Times New Roman" panose="02020603050405020304" pitchFamily="18" charset="0"/>
            </a:endParaRPr>
          </a:p>
          <a:p>
            <a:pPr marL="171450" indent="-171450">
              <a:buFont typeface="Arial" panose="020B0604020202020204" pitchFamily="34" charset="0"/>
              <a:buChar char="•"/>
            </a:pPr>
            <a:r>
              <a:rPr lang="en-US" sz="1000" b="0" dirty="0">
                <a:latin typeface="+mn-lt"/>
              </a:rPr>
              <a:t>An </a:t>
            </a:r>
            <a:r>
              <a:rPr lang="en-US" sz="1000" b="1" dirty="0">
                <a:latin typeface="+mn-lt"/>
              </a:rPr>
              <a:t>algorithm</a:t>
            </a:r>
            <a:r>
              <a:rPr lang="en-US" sz="1000" b="0" dirty="0">
                <a:latin typeface="+mn-lt"/>
              </a:rPr>
              <a:t> is a procedure used for solving a problem or performing a computation. Algorithms act as an exact list of instructions that conduct a sequence of specified actions in either hardware- or software-based routines.</a:t>
            </a:r>
          </a:p>
          <a:p>
            <a:pPr marL="0" marR="0">
              <a:spcBef>
                <a:spcPts val="0"/>
              </a:spcBef>
              <a:spcAft>
                <a:spcPts val="0"/>
              </a:spcAft>
            </a:pPr>
            <a:endParaRPr lang="en-US" sz="1000" b="1" dirty="0">
              <a:effectLst/>
              <a:latin typeface="+mn-lt"/>
              <a:ea typeface="Times New Roman" panose="02020603050405020304" pitchFamily="18" charset="0"/>
            </a:endParaRP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r>
              <a:rPr lang="en-US" sz="1000" b="1" dirty="0">
                <a:latin typeface="+mn-lt"/>
              </a:rPr>
              <a:t>Foundation models </a:t>
            </a:r>
            <a:r>
              <a:rPr lang="en-US" sz="1000" dirty="0">
                <a:latin typeface="+mn-lt"/>
              </a:rPr>
              <a:t>are typically built using a specific kind of neural network architecture, called a transformer, which is designed to generate sequences of related data elements (for example, like a sentence). </a:t>
            </a: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endParaRPr lang="en-US" sz="1000" dirty="0">
              <a:latin typeface="+mn-lt"/>
            </a:endParaRPr>
          </a:p>
          <a:p>
            <a:pPr marL="171450" indent="-171450">
              <a:lnSpc>
                <a:spcPct val="107000"/>
              </a:lnSpc>
              <a:buFont typeface="Arial" panose="020B0604020202020204" pitchFamily="34" charset="0"/>
              <a:buChar char="•"/>
            </a:pPr>
            <a:r>
              <a:rPr lang="en-US" sz="1000" b="0" dirty="0">
                <a:latin typeface="+mn-lt"/>
              </a:rPr>
              <a:t>A </a:t>
            </a:r>
            <a:r>
              <a:rPr lang="en-US" sz="1000" b="1" dirty="0">
                <a:latin typeface="+mn-lt"/>
              </a:rPr>
              <a:t>transformer</a:t>
            </a:r>
            <a:r>
              <a:rPr lang="en-US" sz="1000" b="0" dirty="0">
                <a:latin typeface="+mn-lt"/>
              </a:rPr>
              <a:t> </a:t>
            </a:r>
            <a:r>
              <a:rPr lang="en-US" sz="1000" b="1" dirty="0">
                <a:latin typeface="+mn-lt"/>
              </a:rPr>
              <a:t>model</a:t>
            </a:r>
            <a:r>
              <a:rPr lang="en-US" sz="1000" b="0" dirty="0">
                <a:latin typeface="+mn-lt"/>
              </a:rPr>
              <a:t> </a:t>
            </a:r>
            <a:r>
              <a:rPr lang="en-US" sz="1000" dirty="0">
                <a:latin typeface="+mn-lt"/>
              </a:rPr>
              <a:t>is a neural network architecture useful for understanding language, which does not have to understand words one at a time but can look at an entire sentence at once for context and disambiguation. A technique called self-attention allows these models to focus on the particular words that are important in understanding the meaning of the sentence. Transformers single-handedly spawned the world of foundation models and its birthplace research paper (Attention is all You Need) spawned the AI inflection point that is happening today. AI transformer models can be Encoder models (like BERT), Decoder models (like GPT), or Encoder and Decoder models (like T5). Learn more about Transformers at: </a:t>
            </a:r>
            <a:r>
              <a:rPr lang="en-US" sz="1000" dirty="0">
                <a:latin typeface="+mn-lt"/>
                <a:hlinkClick r:id="rId3"/>
              </a:rPr>
              <a:t>https://www.youtube.com/watch?v=ZXiruGOCn9s</a:t>
            </a:r>
            <a:r>
              <a:rPr lang="en-US" sz="1000" dirty="0">
                <a:latin typeface="+mn-lt"/>
              </a:rPr>
              <a:t>.</a:t>
            </a:r>
          </a:p>
          <a:p>
            <a:pPr marL="171450" marR="0" indent="-171450">
              <a:lnSpc>
                <a:spcPct val="107000"/>
              </a:lnSpc>
              <a:spcBef>
                <a:spcPts val="0"/>
              </a:spcBef>
              <a:spcAft>
                <a:spcPts val="0"/>
              </a:spcAft>
              <a:buFont typeface="Arial" panose="020B0604020202020204" pitchFamily="34" charset="0"/>
              <a:buChar char="•"/>
            </a:pPr>
            <a:endParaRPr lang="en-US" sz="1000"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Neural networks </a:t>
            </a:r>
            <a:r>
              <a:rPr lang="en-US" sz="1000" b="0" dirty="0">
                <a:latin typeface="+mn-lt"/>
              </a:rPr>
              <a:t>are a set of algorithms, modeled loosely after the neural networks found in the human brain, that are designed to recognize hidden patterns in data</a:t>
            </a:r>
            <a:r>
              <a:rPr lang="en-US" sz="1000" b="0" dirty="0">
                <a:effectLst/>
                <a:latin typeface="+mn-lt"/>
                <a:ea typeface="Calibri" panose="020F0502020204030204" pitchFamily="34" charset="0"/>
                <a:cs typeface="Times New Roman" panose="02020603050405020304" pitchFamily="18" charset="0"/>
              </a:rPr>
              <a:t>.</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a typeface="Calibri" panose="020F0502020204030204" pitchFamily="34" charset="0"/>
              <a:cs typeface="Times New Roman" panose="02020603050405020304" pitchFamily="18" charset="0"/>
            </a:endParaRPr>
          </a:p>
          <a:p>
            <a:pPr marL="171450" marR="0" indent="-171450">
              <a:spcBef>
                <a:spcPts val="0"/>
              </a:spcBef>
              <a:spcAft>
                <a:spcPts val="0"/>
              </a:spcAft>
              <a:buFont typeface="Arial" panose="020B0604020202020204" pitchFamily="34" charset="0"/>
              <a:buChar char="•"/>
            </a:pPr>
            <a:r>
              <a:rPr lang="en-US" sz="1000" b="0" dirty="0">
                <a:effectLst/>
                <a:latin typeface="+mn-lt"/>
                <a:ea typeface="Calibri" panose="020F0502020204030204" pitchFamily="34" charset="0"/>
                <a:cs typeface="Times New Roman" panose="02020603050405020304" pitchFamily="18" charset="0"/>
              </a:rPr>
              <a:t>A </a:t>
            </a:r>
            <a:r>
              <a:rPr lang="en-US" sz="1000" b="1" dirty="0">
                <a:effectLst/>
                <a:latin typeface="+mn-lt"/>
                <a:ea typeface="Calibri" panose="020F0502020204030204" pitchFamily="34" charset="0"/>
                <a:cs typeface="Times New Roman" panose="02020603050405020304" pitchFamily="18" charset="0"/>
              </a:rPr>
              <a:t>large language model (LLM) </a:t>
            </a:r>
            <a:r>
              <a:rPr lang="en-US" sz="1000" dirty="0">
                <a:effectLst/>
                <a:latin typeface="+mn-lt"/>
                <a:ea typeface="Calibri" panose="020F0502020204030204" pitchFamily="34" charset="0"/>
                <a:cs typeface="Times New Roman" panose="02020603050405020304" pitchFamily="18" charset="0"/>
              </a:rPr>
              <a:t>is a t</a:t>
            </a:r>
            <a:r>
              <a:rPr lang="en-US" sz="1000" dirty="0">
                <a:latin typeface="+mn-lt"/>
              </a:rPr>
              <a:t>ype of machine learning model that has been trained on large quantities of unlabeled text using self-supervised learning and can perform a variety of natural language processing (NLP) tasks (even when that language is a programming language). Output</a:t>
            </a:r>
            <a:r>
              <a:rPr lang="en-US" sz="1000" dirty="0">
                <a:effectLst/>
                <a:latin typeface="+mn-lt"/>
                <a:ea typeface="Calibri" panose="020F0502020204030204" pitchFamily="34" charset="0"/>
                <a:cs typeface="Times New Roman" panose="02020603050405020304" pitchFamily="18" charset="0"/>
              </a:rPr>
              <a:t> may range from books, articles, social media posts, online conversations, and even code. The architecture of an LLM consists of layers of neural networks that learn to generate language in a way that is similar to how humans use language</a:t>
            </a:r>
            <a:endParaRPr lang="en-US" sz="1000" b="1" dirty="0">
              <a:effectLst/>
              <a:latin typeface="+mn-lt"/>
              <a:ea typeface="Times New Roman" panose="02020603050405020304" pitchFamily="18" charset="0"/>
            </a:endParaRPr>
          </a:p>
          <a:p>
            <a:endParaRPr lang="en-US" sz="1000" b="0"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Natural language processing (NLP) </a:t>
            </a:r>
            <a:r>
              <a:rPr lang="en-US" sz="1000" dirty="0">
                <a:latin typeface="+mn-lt"/>
              </a:rPr>
              <a:t>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a:t>
            </a:r>
          </a:p>
          <a:p>
            <a:pPr marL="171450" indent="-171450">
              <a:buFont typeface="Arial" panose="020B0604020202020204" pitchFamily="34" charset="0"/>
              <a:buChar char="•"/>
            </a:pPr>
            <a:endParaRPr lang="en-US" sz="1000"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Deep learning (DL) </a:t>
            </a:r>
            <a:r>
              <a:rPr lang="en-US" sz="1000" b="0" dirty="0">
                <a:latin typeface="+mn-lt"/>
              </a:rPr>
              <a:t>is a technique for implementing </a:t>
            </a:r>
            <a:r>
              <a:rPr lang="en-US" sz="1000" dirty="0">
                <a:latin typeface="+mn-lt"/>
              </a:rPr>
              <a:t>machine learning (ML) </a:t>
            </a:r>
            <a:r>
              <a:rPr lang="en-US" sz="1000" b="0" dirty="0">
                <a:latin typeface="+mn-lt"/>
              </a:rPr>
              <a:t>that relies on deep artificial neural networks to perform complex tasks such as image recognition, object detection, and natural language processing (NLP). Neural networks are a set of algorithms, modeled loosely after the neural networks found in the human brain, which are designed to recognize hidden patterns in data. The “deep” in DL refers to a neural network comprised of more than three layers (which include the input and the output layers).</a:t>
            </a:r>
          </a:p>
        </p:txBody>
      </p:sp>
      <p:sp>
        <p:nvSpPr>
          <p:cNvPr id="4" name="Slide Number Placeholder 3"/>
          <p:cNvSpPr>
            <a:spLocks noGrp="1"/>
          </p:cNvSpPr>
          <p:nvPr>
            <p:ph type="sldNum" sz="quarter" idx="5"/>
          </p:nvPr>
        </p:nvSpPr>
        <p:spPr/>
        <p:txBody>
          <a:bodyPr/>
          <a:lstStyle/>
          <a:p>
            <a:fld id="{6E2E38B8-B0B4-AD41-AC6E-B781F46A9FD3}" type="slidenum">
              <a:rPr lang="en-US" smtClean="0"/>
              <a:pPr/>
              <a:t>15</a:t>
            </a:fld>
            <a:endParaRPr lang="en-US" dirty="0"/>
          </a:p>
        </p:txBody>
      </p:sp>
    </p:spTree>
    <p:extLst>
      <p:ext uri="{BB962C8B-B14F-4D97-AF65-F5344CB8AC3E}">
        <p14:creationId xmlns:p14="http://schemas.microsoft.com/office/powerpoint/2010/main" val="28565451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pPr marL="0" indent="0">
              <a:buFont typeface="Arial" panose="020B0604020202020204" pitchFamily="34" charset="0"/>
              <a:buNone/>
            </a:pPr>
            <a:r>
              <a:rPr lang="en-US" dirty="0">
                <a:latin typeface="+mn-lt"/>
              </a:rPr>
              <a:t>Fine tuning is an approach to customize a foundation model; it works by taking a pre-trained model, with all its billions of parameters, and retraining them using a large amount of labeled data (typically, in the range of hundreds of thousands of rows). The end result is a completely new model with updated parameters that will work very well for the specific task that corresponds to the labeled data.</a:t>
            </a:r>
          </a:p>
          <a:p>
            <a:pPr marL="0" indent="0">
              <a:buFont typeface="Arial" panose="020B0604020202020204" pitchFamily="34" charset="0"/>
              <a:buNone/>
            </a:pPr>
            <a:endParaRPr lang="en-US" dirty="0">
              <a:latin typeface="+mn-lt"/>
            </a:endParaRPr>
          </a:p>
          <a:p>
            <a:pPr marL="0" indent="0">
              <a:buFont typeface="Arial" panose="020B0604020202020204" pitchFamily="34" charset="0"/>
              <a:buNone/>
            </a:pPr>
            <a:r>
              <a:rPr lang="en-US" dirty="0">
                <a:latin typeface="+mn-lt"/>
              </a:rPr>
              <a:t>Fine tuning requires access to a larger resource pool to rebuilds parts of the model. This tuning method results in the best performance (accuracy) of the available model customization options as clients can train their model with very specific data from the business to very specific use cases. In addition, the data required to fine-tune a model is only a fraction of what it would take with a traditional Machine Learning (ML) model. If clients have fine-tuning in mind, they typically start with a smaller foundation model. This helps to control the cost of building and running the model. </a:t>
            </a:r>
          </a:p>
          <a:p>
            <a:endParaRPr lang="en-US" dirty="0">
              <a:latin typeface="+mn-lt"/>
            </a:endParaRPr>
          </a:p>
          <a:p>
            <a:pPr marL="0" marR="0">
              <a:spcBef>
                <a:spcPts val="0"/>
              </a:spcBef>
              <a:spcAft>
                <a:spcPts val="0"/>
              </a:spcAft>
            </a:pPr>
            <a:r>
              <a:rPr lang="en-US" sz="1000" b="1" dirty="0">
                <a:effectLst/>
                <a:latin typeface="+mn-lt"/>
                <a:ea typeface="Times New Roman" panose="02020603050405020304" pitchFamily="18" charset="0"/>
              </a:rPr>
              <a:t>Notes:</a:t>
            </a:r>
          </a:p>
          <a:p>
            <a:pPr marL="171450" indent="-171450">
              <a:buFont typeface="Arial" panose="020B0604020202020204" pitchFamily="34" charset="0"/>
              <a:buChar char="•"/>
            </a:pPr>
            <a:endParaRPr lang="en-US" sz="1000"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n-US" sz="1000" b="0" dirty="0">
                <a:latin typeface="+mn-lt"/>
              </a:rPr>
              <a:t>refers to a broad set of techniques to train a computer to learn from its inputs, using existing data, and one or more “training” </a:t>
            </a:r>
            <a:r>
              <a:rPr lang="en-US" sz="1000" dirty="0">
                <a:latin typeface="+mn-lt"/>
              </a:rPr>
              <a:t>methods</a:t>
            </a:r>
            <a:r>
              <a:rPr lang="en-US" sz="1000" b="0" dirty="0">
                <a:latin typeface="+mn-lt"/>
              </a:rPr>
              <a:t>, instead of being explicitly programmed. ML helps a computer to achieve AI. </a:t>
            </a:r>
          </a:p>
          <a:p>
            <a:pPr marL="0" marR="0">
              <a:spcBef>
                <a:spcPts val="0"/>
              </a:spcBef>
              <a:spcAft>
                <a:spcPts val="0"/>
              </a:spcAft>
            </a:pPr>
            <a:endParaRPr lang="en-US" sz="1000" b="1" dirty="0">
              <a:effectLst/>
              <a:latin typeface="+mn-lt"/>
              <a:ea typeface="Times New Roman" panose="02020603050405020304" pitchFamily="18" charset="0"/>
            </a:endParaRPr>
          </a:p>
          <a:p>
            <a:pPr marL="171450" indent="-171450">
              <a:buFont typeface="Arial" panose="020B0604020202020204" pitchFamily="34" charset="0"/>
              <a:buChar char="•"/>
            </a:pPr>
            <a:r>
              <a:rPr lang="en-US" sz="1000" b="1" dirty="0">
                <a:effectLst/>
                <a:latin typeface="+mn-lt"/>
                <a:ea typeface="Calibri" panose="020F0502020204030204" pitchFamily="34" charset="0"/>
                <a:cs typeface="Times New Roman" panose="02020603050405020304" pitchFamily="18" charset="0"/>
              </a:rPr>
              <a:t>Generative AI </a:t>
            </a:r>
            <a:r>
              <a:rPr lang="en-US" sz="1000" dirty="0">
                <a:effectLst/>
                <a:latin typeface="+mn-lt"/>
                <a:ea typeface="Calibri" panose="020F0502020204030204" pitchFamily="34" charset="0"/>
                <a:cs typeface="Times New Roman" panose="02020603050405020304" pitchFamily="18" charset="0"/>
              </a:rPr>
              <a:t>refers to a set of AI algorithms that can generate new outputs — such as text, images, code, or audio — based on the training data, unlike traditional AI systems that are designed to recognize patterns and make predictions. Sometimes the AI that powers these solutions are referred to as decoders.</a:t>
            </a:r>
          </a:p>
          <a:p>
            <a:pPr marL="171450" indent="-171450">
              <a:buFont typeface="Arial" panose="020B0604020202020204" pitchFamily="34" charset="0"/>
              <a:buChar char="•"/>
            </a:pPr>
            <a:endParaRPr lang="en-US" dirty="0">
              <a:latin typeface="+mn-lt"/>
              <a:ea typeface="Calibri" panose="020F0502020204030204" pitchFamily="34" charset="0"/>
              <a:cs typeface="Times New Roman" panose="02020603050405020304" pitchFamily="18" charset="0"/>
            </a:endParaRPr>
          </a:p>
          <a:p>
            <a:pPr marL="171450" indent="-171450">
              <a:buFont typeface="Arial" panose="020B0604020202020204" pitchFamily="34" charset="0"/>
              <a:buChar char="•"/>
            </a:pPr>
            <a:r>
              <a:rPr lang="en-US" sz="1000" b="0" dirty="0">
                <a:latin typeface="+mn-lt"/>
              </a:rPr>
              <a:t>An </a:t>
            </a:r>
            <a:r>
              <a:rPr lang="en-US" sz="1000" b="1" dirty="0">
                <a:latin typeface="+mn-lt"/>
              </a:rPr>
              <a:t>algorithm</a:t>
            </a:r>
            <a:r>
              <a:rPr lang="en-US" sz="1000" b="0" dirty="0">
                <a:latin typeface="+mn-lt"/>
              </a:rPr>
              <a:t> is a procedure used for solving a problem or performing a computation. Algorithms act as an exact list of instructions that conduct a sequence of specified actions in either hardware- or software-based routines.</a:t>
            </a:r>
          </a:p>
          <a:p>
            <a:pPr marL="0" marR="0">
              <a:spcBef>
                <a:spcPts val="0"/>
              </a:spcBef>
              <a:spcAft>
                <a:spcPts val="0"/>
              </a:spcAft>
            </a:pPr>
            <a:endParaRPr lang="en-US" sz="1000" b="1" dirty="0">
              <a:effectLst/>
              <a:latin typeface="+mn-lt"/>
              <a:ea typeface="Times New Roman" panose="02020603050405020304" pitchFamily="18" charset="0"/>
            </a:endParaRP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r>
              <a:rPr lang="en-US" sz="1000" b="1" dirty="0">
                <a:latin typeface="+mn-lt"/>
              </a:rPr>
              <a:t>Foundation models </a:t>
            </a:r>
            <a:r>
              <a:rPr lang="en-US" sz="1000" dirty="0">
                <a:latin typeface="+mn-lt"/>
              </a:rPr>
              <a:t>are typically built using a specific kind of neural network architecture, called a transformer, which is designed to generate sequences of related data elements (for example, like a sentence). </a:t>
            </a: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endParaRPr lang="en-US" sz="1000" dirty="0">
              <a:latin typeface="+mn-lt"/>
            </a:endParaRPr>
          </a:p>
          <a:p>
            <a:pPr marL="171450" indent="-171450">
              <a:lnSpc>
                <a:spcPct val="107000"/>
              </a:lnSpc>
              <a:buFont typeface="Arial" panose="020B0604020202020204" pitchFamily="34" charset="0"/>
              <a:buChar char="•"/>
            </a:pPr>
            <a:r>
              <a:rPr lang="en-US" sz="1000" b="0" dirty="0">
                <a:latin typeface="+mn-lt"/>
              </a:rPr>
              <a:t>A </a:t>
            </a:r>
            <a:r>
              <a:rPr lang="en-US" sz="1000" b="1" dirty="0">
                <a:latin typeface="+mn-lt"/>
              </a:rPr>
              <a:t>transformer</a:t>
            </a:r>
            <a:r>
              <a:rPr lang="en-US" sz="1000" b="0" dirty="0">
                <a:latin typeface="+mn-lt"/>
              </a:rPr>
              <a:t> </a:t>
            </a:r>
            <a:r>
              <a:rPr lang="en-US" sz="1000" b="1" dirty="0">
                <a:latin typeface="+mn-lt"/>
              </a:rPr>
              <a:t>model</a:t>
            </a:r>
            <a:r>
              <a:rPr lang="en-US" sz="1000" b="0" dirty="0">
                <a:latin typeface="+mn-lt"/>
              </a:rPr>
              <a:t> </a:t>
            </a:r>
            <a:r>
              <a:rPr lang="en-US" sz="1000" dirty="0">
                <a:latin typeface="+mn-lt"/>
              </a:rPr>
              <a:t>is a neural network architecture useful for understanding language, which does not have to understand words one at a time but can look at an entire sentence at once for context and disambiguation. A technique called self-attention allows these models to focus on the particular words that are important in understanding the meaning of the sentence. Transformers single-handedly spawned the world of foundation models and its birthplace research paper (Attention is all You Need) spawned the AI inflection point that is happening today. AI transformer models can be Encoder models (like BERT), Decoder models (like GPT), or Encoder and Decoder models (like T5). Learn more about Transformers at: </a:t>
            </a:r>
            <a:r>
              <a:rPr lang="en-US" sz="1000" dirty="0">
                <a:latin typeface="+mn-lt"/>
                <a:hlinkClick r:id="rId3"/>
              </a:rPr>
              <a:t>https://www.youtube.com/watch?v=ZXiruGOCn9s</a:t>
            </a:r>
            <a:r>
              <a:rPr lang="en-US" sz="1000" dirty="0">
                <a:latin typeface="+mn-lt"/>
              </a:rPr>
              <a:t>.</a:t>
            </a:r>
          </a:p>
          <a:p>
            <a:pPr marL="171450" marR="0" indent="-171450">
              <a:lnSpc>
                <a:spcPct val="107000"/>
              </a:lnSpc>
              <a:spcBef>
                <a:spcPts val="0"/>
              </a:spcBef>
              <a:spcAft>
                <a:spcPts val="0"/>
              </a:spcAft>
              <a:buFont typeface="Arial" panose="020B0604020202020204" pitchFamily="34" charset="0"/>
              <a:buChar char="•"/>
            </a:pPr>
            <a:endParaRPr lang="en-US" sz="1000"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Neural networks </a:t>
            </a:r>
            <a:r>
              <a:rPr lang="en-US" sz="1000" b="0" dirty="0">
                <a:latin typeface="+mn-lt"/>
              </a:rPr>
              <a:t>are a set of algorithms, modeled loosely after the neural networks found in the human brain, that are designed to recognize hidden patterns in data</a:t>
            </a:r>
            <a:r>
              <a:rPr lang="en-US" sz="1000" b="0" dirty="0">
                <a:effectLst/>
                <a:latin typeface="+mn-lt"/>
                <a:ea typeface="Calibri" panose="020F0502020204030204" pitchFamily="34" charset="0"/>
                <a:cs typeface="Times New Roman" panose="02020603050405020304" pitchFamily="18" charset="0"/>
              </a:rPr>
              <a:t>.</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a typeface="Calibri" panose="020F0502020204030204" pitchFamily="34" charset="0"/>
              <a:cs typeface="Times New Roman" panose="02020603050405020304" pitchFamily="18" charset="0"/>
            </a:endParaRPr>
          </a:p>
          <a:p>
            <a:pPr marL="171450" marR="0" indent="-171450">
              <a:spcBef>
                <a:spcPts val="0"/>
              </a:spcBef>
              <a:spcAft>
                <a:spcPts val="0"/>
              </a:spcAft>
              <a:buFont typeface="Arial" panose="020B0604020202020204" pitchFamily="34" charset="0"/>
              <a:buChar char="•"/>
            </a:pPr>
            <a:r>
              <a:rPr lang="en-US" sz="1000" b="0" dirty="0">
                <a:effectLst/>
                <a:latin typeface="+mn-lt"/>
                <a:ea typeface="Calibri" panose="020F0502020204030204" pitchFamily="34" charset="0"/>
                <a:cs typeface="Times New Roman" panose="02020603050405020304" pitchFamily="18" charset="0"/>
              </a:rPr>
              <a:t>A </a:t>
            </a:r>
            <a:r>
              <a:rPr lang="en-US" sz="1000" b="1" dirty="0">
                <a:effectLst/>
                <a:latin typeface="+mn-lt"/>
                <a:ea typeface="Calibri" panose="020F0502020204030204" pitchFamily="34" charset="0"/>
                <a:cs typeface="Times New Roman" panose="02020603050405020304" pitchFamily="18" charset="0"/>
              </a:rPr>
              <a:t>large language model (LLM) </a:t>
            </a:r>
            <a:r>
              <a:rPr lang="en-US" sz="1000" dirty="0">
                <a:effectLst/>
                <a:latin typeface="+mn-lt"/>
                <a:ea typeface="Calibri" panose="020F0502020204030204" pitchFamily="34" charset="0"/>
                <a:cs typeface="Times New Roman" panose="02020603050405020304" pitchFamily="18" charset="0"/>
              </a:rPr>
              <a:t>is a t</a:t>
            </a:r>
            <a:r>
              <a:rPr lang="en-US" sz="1000" dirty="0">
                <a:latin typeface="+mn-lt"/>
              </a:rPr>
              <a:t>ype of machine learning model that has been trained on large quantities of unlabeled text using self-supervised learning and can perform a variety of natural language processing (NLP) tasks (even when that language is a programming language). Output</a:t>
            </a:r>
            <a:r>
              <a:rPr lang="en-US" sz="1000" dirty="0">
                <a:effectLst/>
                <a:latin typeface="+mn-lt"/>
                <a:ea typeface="Calibri" panose="020F0502020204030204" pitchFamily="34" charset="0"/>
                <a:cs typeface="Times New Roman" panose="02020603050405020304" pitchFamily="18" charset="0"/>
              </a:rPr>
              <a:t> may range from books, articles, social media posts, online conversations, and even code. The architecture of an LLM consists of layers of neural networks that learn to generate language in a way that is similar to how humans use language</a:t>
            </a:r>
            <a:endParaRPr lang="en-US" sz="1000" b="1" dirty="0">
              <a:effectLst/>
              <a:latin typeface="+mn-lt"/>
              <a:ea typeface="Times New Roman" panose="02020603050405020304" pitchFamily="18" charset="0"/>
            </a:endParaRP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endParaRPr lang="en-US" sz="1000" b="1" dirty="0">
              <a:latin typeface="+mn-lt"/>
            </a:endParaRP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r>
              <a:rPr lang="en-US" sz="1000" b="1" dirty="0">
                <a:solidFill>
                  <a:srgbClr val="0563C1"/>
                </a:solidFill>
                <a:effectLst/>
                <a:latin typeface="+mn-lt"/>
                <a:ea typeface="Times New Roman" panose="02020603050405020304" pitchFamily="18" charset="0"/>
                <a:hlinkClick r:id="rId4"/>
              </a:rPr>
              <a:t>ChatGPT</a:t>
            </a:r>
            <a:r>
              <a:rPr lang="en-US" sz="1000" dirty="0">
                <a:effectLst/>
                <a:latin typeface="+mn-lt"/>
                <a:ea typeface="Times New Roman" panose="02020603050405020304" pitchFamily="18" charset="0"/>
                <a:cs typeface="Times New Roman" panose="02020603050405020304" pitchFamily="18" charset="0"/>
              </a:rPr>
              <a:t> is an AI-generative engine that automatically generates text based on written prompts in a fashion that is very advanced, creative, and conversational in nature.</a:t>
            </a:r>
            <a:r>
              <a:rPr lang="en-US" sz="1000" dirty="0">
                <a:effectLst/>
                <a:latin typeface="+mn-lt"/>
                <a:ea typeface="Calibri" panose="020F0502020204030204" pitchFamily="34" charset="0"/>
                <a:cs typeface="Times New Roman" panose="02020603050405020304" pitchFamily="18" charset="0"/>
              </a:rPr>
              <a:t> </a:t>
            </a:r>
            <a:r>
              <a:rPr lang="en-US" sz="1000" dirty="0">
                <a:effectLst/>
                <a:latin typeface="+mn-lt"/>
                <a:ea typeface="Times New Roman" panose="02020603050405020304" pitchFamily="18" charset="0"/>
              </a:rPr>
              <a:t>AI research lab </a:t>
            </a:r>
            <a:r>
              <a:rPr lang="en-US" sz="1000" dirty="0">
                <a:solidFill>
                  <a:srgbClr val="0563C1"/>
                </a:solidFill>
                <a:effectLst/>
                <a:latin typeface="+mn-lt"/>
                <a:ea typeface="Times New Roman" panose="02020603050405020304" pitchFamily="18" charset="0"/>
                <a:hlinkClick r:id="rId5"/>
              </a:rPr>
              <a:t>OpenAI</a:t>
            </a:r>
            <a:r>
              <a:rPr lang="en-US" sz="1000" dirty="0">
                <a:solidFill>
                  <a:srgbClr val="0563C1"/>
                </a:solidFill>
                <a:effectLst/>
                <a:latin typeface="+mn-lt"/>
                <a:ea typeface="Times New Roman" panose="02020603050405020304" pitchFamily="18" charset="0"/>
              </a:rPr>
              <a:t> </a:t>
            </a:r>
            <a:r>
              <a:rPr lang="en-US" sz="1000" dirty="0">
                <a:latin typeface="+mn-lt"/>
              </a:rPr>
              <a:t> launched it for public use </a:t>
            </a:r>
            <a:r>
              <a:rPr lang="en-US" sz="1000" dirty="0">
                <a:effectLst/>
                <a:latin typeface="+mn-lt"/>
                <a:ea typeface="Times New Roman" panose="02020603050405020304" pitchFamily="18" charset="0"/>
              </a:rPr>
              <a:t>on November 30, 2022. GPT stands for Generative Pre-trained Transformer and refers to a family of neural network-based large language models (LLMs) developed by OpenAI</a:t>
            </a:r>
            <a:r>
              <a:rPr lang="en-US" sz="1000" dirty="0">
                <a:effectLst/>
                <a:latin typeface="+mn-lt"/>
                <a:ea typeface="Calibri" panose="020F0502020204030204" pitchFamily="34" charset="0"/>
                <a:cs typeface="Times New Roman" panose="02020603050405020304" pitchFamily="18" charset="0"/>
              </a:rPr>
              <a:t>.</a:t>
            </a:r>
          </a:p>
          <a:p>
            <a:endParaRPr lang="en-US" sz="1000" b="0"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Natural language processing (NLP) </a:t>
            </a:r>
            <a:r>
              <a:rPr lang="en-US" sz="1000" dirty="0">
                <a:latin typeface="+mn-lt"/>
              </a:rPr>
              <a:t>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a:t>
            </a:r>
          </a:p>
          <a:p>
            <a:pPr marL="171450" indent="-171450">
              <a:buFont typeface="Arial" panose="020B0604020202020204" pitchFamily="34" charset="0"/>
              <a:buChar char="•"/>
            </a:pPr>
            <a:endParaRPr lang="en-US" sz="1000"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Deep learning (DL) </a:t>
            </a:r>
            <a:r>
              <a:rPr lang="en-US" sz="1000" b="0" dirty="0">
                <a:latin typeface="+mn-lt"/>
              </a:rPr>
              <a:t>is a technique for implementing </a:t>
            </a:r>
            <a:r>
              <a:rPr lang="en-US" sz="1000" dirty="0">
                <a:latin typeface="+mn-lt"/>
              </a:rPr>
              <a:t>machine learning (ML) </a:t>
            </a:r>
            <a:r>
              <a:rPr lang="en-US" sz="1000" b="0" dirty="0">
                <a:latin typeface="+mn-lt"/>
              </a:rPr>
              <a:t>that relies on deep artificial neural networks to perform complex tasks such as image recognition, object detection, and natural language processing (NLP). Neural networks are a set of algorithms, modeled loosely after the neural networks found in the human brain, which are designed to recognize hidden patterns in data. The “deep” in DL refers to a neural network comprised of more than three layers (which include the input and the output layers).</a:t>
            </a:r>
          </a:p>
        </p:txBody>
      </p:sp>
      <p:sp>
        <p:nvSpPr>
          <p:cNvPr id="4" name="Slide Number Placeholder 3"/>
          <p:cNvSpPr>
            <a:spLocks noGrp="1"/>
          </p:cNvSpPr>
          <p:nvPr>
            <p:ph type="sldNum" sz="quarter" idx="5"/>
          </p:nvPr>
        </p:nvSpPr>
        <p:spPr/>
        <p:txBody>
          <a:bodyPr/>
          <a:lstStyle/>
          <a:p>
            <a:fld id="{6E2E38B8-B0B4-AD41-AC6E-B781F46A9FD3}" type="slidenum">
              <a:rPr lang="en-US" smtClean="0"/>
              <a:pPr/>
              <a:t>16</a:t>
            </a:fld>
            <a:endParaRPr lang="en-US" dirty="0"/>
          </a:p>
        </p:txBody>
      </p:sp>
    </p:spTree>
    <p:extLst>
      <p:ext uri="{BB962C8B-B14F-4D97-AF65-F5344CB8AC3E}">
        <p14:creationId xmlns:p14="http://schemas.microsoft.com/office/powerpoint/2010/main" val="405906612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Companies choose, adapt, and deploy generative AI models by going through the steps illustrated on this slide. This is known as the generative AI development lifecycle.</a:t>
            </a:r>
          </a:p>
          <a:p>
            <a:endParaRPr lang="en-US" dirty="0">
              <a:latin typeface="+mn-lt"/>
            </a:endParaRPr>
          </a:p>
          <a:p>
            <a:pPr marL="0" marR="0" lvl="0" indent="0" algn="l" defTabSz="2438522" rtl="0" eaLnBrk="1" fontAlgn="auto" latinLnBrk="0" hangingPunct="1">
              <a:lnSpc>
                <a:spcPct val="110000"/>
              </a:lnSpc>
              <a:spcBef>
                <a:spcPts val="0"/>
              </a:spcBef>
              <a:spcAft>
                <a:spcPts val="0"/>
              </a:spcAft>
              <a:buClrTx/>
              <a:buSzTx/>
              <a:buFontTx/>
              <a:buNone/>
              <a:tabLst/>
              <a:defRPr/>
            </a:pPr>
            <a:r>
              <a:rPr lang="en-US" dirty="0">
                <a:latin typeface="+mn-lt"/>
              </a:rPr>
              <a:t>Any effective generative AI project needs to be tied to a specific business purpose, where there is an identified goal and well understood place for generative AI techniques. These projects involve people from different areas, such as business-people, data engineers, data stewards, developers, generative AI engineers, and others. This is a team effort that requires smooth communication and information sharing. This cycle begins when the line of business people define the use case and objectives for the generative AI project.</a:t>
            </a:r>
          </a:p>
          <a:p>
            <a:endParaRPr lang="en-US" dirty="0">
              <a:latin typeface="+mn-lt"/>
            </a:endParaRPr>
          </a:p>
          <a:p>
            <a:r>
              <a:rPr lang="en-US" dirty="0">
                <a:latin typeface="+mn-lt"/>
              </a:rPr>
              <a:t>Depending on whether the prompt tuning or fine tuning approaches are used, some labeled data will need to be found and prepared. This process is similar to the Find/Prepare stages for the Machine Learning Operations (</a:t>
            </a:r>
            <a:r>
              <a:rPr lang="en-US" dirty="0" err="1">
                <a:latin typeface="+mn-lt"/>
              </a:rPr>
              <a:t>MLOps</a:t>
            </a:r>
            <a:r>
              <a:rPr lang="en-US" dirty="0">
                <a:latin typeface="+mn-lt"/>
              </a:rPr>
              <a:t>) lifecycle, albeit at a smaller scale as the datasets used for prompt tuning and fine tuning do not need to be as large as is typically needed for Machine Learning model training. </a:t>
            </a:r>
            <a:r>
              <a:rPr lang="en-US" i="0" dirty="0">
                <a:latin typeface="+mn-lt"/>
              </a:rPr>
              <a:t>The typical approach to labeled data here is to provide examples of input and its expected output.</a:t>
            </a:r>
          </a:p>
          <a:p>
            <a:endParaRPr lang="en-US" i="0" dirty="0">
              <a:latin typeface="+mn-lt"/>
            </a:endParaRPr>
          </a:p>
          <a:p>
            <a:r>
              <a:rPr lang="en-US" i="0" dirty="0">
                <a:latin typeface="+mn-lt"/>
              </a:rPr>
              <a:t>A critical part of the process is the selection of the foundation model. Cost is a major factor as larger foundation models are considerably more expensive to run than smaller models. Another factor is suitability for the use case, and whether the model can easily be adapted by prompt tuning or fine tuning techniques.</a:t>
            </a:r>
          </a:p>
          <a:p>
            <a:endParaRPr lang="en-US" i="0" dirty="0">
              <a:latin typeface="+mn-lt"/>
            </a:endParaRPr>
          </a:p>
          <a:p>
            <a:r>
              <a:rPr lang="en-US" i="0" dirty="0">
                <a:latin typeface="+mn-lt"/>
              </a:rPr>
              <a:t>Where in Machine Learning scenarios, much of the experimentation and iteration happens during the model training phase, with foundation models, it happens as users experiment with various techniques to adapt or customize the model. The three most common approaches for adapting a foundation model are:</a:t>
            </a:r>
          </a:p>
          <a:p>
            <a:pPr marL="171450" indent="-171450">
              <a:buFont typeface="Arial" panose="020B0604020202020204" pitchFamily="34" charset="0"/>
              <a:buChar char="•"/>
            </a:pPr>
            <a:r>
              <a:rPr lang="en-US" i="0" dirty="0">
                <a:latin typeface="+mn-lt"/>
              </a:rPr>
              <a:t>prompt engineering</a:t>
            </a:r>
          </a:p>
          <a:p>
            <a:pPr marL="171450" indent="-171450">
              <a:buFont typeface="Arial" panose="020B0604020202020204" pitchFamily="34" charset="0"/>
              <a:buChar char="•"/>
            </a:pPr>
            <a:r>
              <a:rPr lang="en-US" i="0" dirty="0">
                <a:latin typeface="+mn-lt"/>
              </a:rPr>
              <a:t>prompt tuning</a:t>
            </a:r>
          </a:p>
          <a:p>
            <a:pPr marL="171450" indent="-171450">
              <a:buFont typeface="Arial" panose="020B0604020202020204" pitchFamily="34" charset="0"/>
              <a:buChar char="•"/>
            </a:pPr>
            <a:r>
              <a:rPr lang="en-US" i="0" dirty="0">
                <a:latin typeface="+mn-lt"/>
              </a:rPr>
              <a:t>fine tuning</a:t>
            </a:r>
          </a:p>
          <a:p>
            <a:endParaRPr lang="en-US" i="0" dirty="0">
              <a:latin typeface="+mn-lt"/>
            </a:endParaRPr>
          </a:p>
          <a:p>
            <a:r>
              <a:rPr lang="en-US" i="0" dirty="0">
                <a:latin typeface="+mn-lt"/>
              </a:rPr>
              <a:t>The adapted model then needs to be tested and evaluated to ensure it satisfies the original use case, and at this point it are deployed as a REST API end-point. This means the adapted model is available for inferencing by applications or by users who want to get answers from the model manually.</a:t>
            </a:r>
          </a:p>
          <a:p>
            <a:endParaRPr lang="en-US" i="0" dirty="0">
              <a:latin typeface="+mn-lt"/>
            </a:endParaRPr>
          </a:p>
          <a:p>
            <a:r>
              <a:rPr lang="en-US" i="0" dirty="0">
                <a:latin typeface="+mn-lt"/>
              </a:rPr>
              <a:t>Responsible use of any AI involves ongoing monitoring of the model – this applies to generative AI just as much as it does with Machine Learning.</a:t>
            </a:r>
          </a:p>
          <a:p>
            <a:endParaRPr lang="en-US" i="0" dirty="0">
              <a:latin typeface="+mn-lt"/>
            </a:endParaRPr>
          </a:p>
          <a:p>
            <a:r>
              <a:rPr lang="en-US" i="0" dirty="0">
                <a:latin typeface="+mn-lt"/>
              </a:rPr>
              <a:t>Also just like </a:t>
            </a:r>
            <a:r>
              <a:rPr lang="en-US" dirty="0">
                <a:latin typeface="+mn-lt"/>
              </a:rPr>
              <a:t>with machine learning models, it takes the involvement of many people’s expertise and experience to go from a business problem to a successfully deployed generative AI model adaptation.</a:t>
            </a:r>
          </a:p>
          <a:p>
            <a:endParaRPr lang="en-US" dirty="0">
              <a:latin typeface="+mn-lt"/>
            </a:endParaRPr>
          </a:p>
          <a:p>
            <a:r>
              <a:rPr lang="en-US" b="1" dirty="0">
                <a:latin typeface="+mn-lt"/>
              </a:rPr>
              <a:t>Notes:</a:t>
            </a:r>
          </a:p>
          <a:p>
            <a:endParaRPr lang="en-US" b="1"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n-US" sz="1000" dirty="0">
                <a:latin typeface="+mn-lt"/>
              </a:rPr>
              <a:t>refers to a broad set of techniques to train a computer to learn from its inputs, using existing data, and one or more “training” methods, instead of being explicitly programmed. </a:t>
            </a:r>
            <a:r>
              <a:rPr lang="en-US" dirty="0">
                <a:latin typeface="+mn-lt"/>
              </a:rPr>
              <a:t>ML helps a computer to achieve AI. </a:t>
            </a:r>
          </a:p>
          <a:p>
            <a:pPr marL="171450" indent="-171450">
              <a:buFont typeface="Arial" panose="020B0604020202020204" pitchFamily="34" charset="0"/>
              <a:buChar char="•"/>
              <a:defRPr/>
            </a:pPr>
            <a:endParaRPr lang="en-US" dirty="0">
              <a:latin typeface="+mn-lt"/>
              <a:ea typeface="Calibri" panose="020F0502020204030204" pitchFamily="34" charset="0"/>
              <a:cs typeface="Times New Roman" panose="02020603050405020304" pitchFamily="18" charset="0"/>
            </a:endParaRPr>
          </a:p>
          <a:p>
            <a:pPr marL="171450" indent="-171450">
              <a:buFont typeface="Arial" panose="020B0604020202020204" pitchFamily="34" charset="0"/>
              <a:buChar char="•"/>
              <a:defRPr/>
            </a:pPr>
            <a:r>
              <a:rPr lang="en-US" sz="1000" b="0" dirty="0">
                <a:latin typeface="+mn-lt"/>
              </a:rPr>
              <a:t>An </a:t>
            </a:r>
            <a:r>
              <a:rPr lang="en-US" sz="1000" b="1" dirty="0">
                <a:latin typeface="+mn-lt"/>
              </a:rPr>
              <a:t>algorithm</a:t>
            </a:r>
            <a:r>
              <a:rPr lang="en-US" sz="1000" b="0" dirty="0">
                <a:latin typeface="+mn-lt"/>
              </a:rPr>
              <a:t> is a procedure used for solving a problem or performing a computation. Algorithms act as an exact list of instructions that conduct a sequence of specified actions in either hardware- or software-based routines.</a:t>
            </a:r>
          </a:p>
          <a:p>
            <a:pPr marL="171450" indent="-171450">
              <a:buFont typeface="Arial" panose="020B0604020202020204" pitchFamily="34" charset="0"/>
              <a:buChar char="•"/>
              <a:defRPr/>
            </a:pPr>
            <a:endParaRPr lang="en-US" sz="1000"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effectLst/>
                <a:latin typeface="+mn-lt"/>
                <a:ea typeface="Calibri" panose="020F0502020204030204" pitchFamily="34" charset="0"/>
                <a:cs typeface="Times New Roman" panose="02020603050405020304" pitchFamily="18" charset="0"/>
              </a:rPr>
              <a:t>Parameters</a:t>
            </a:r>
            <a:r>
              <a:rPr lang="en-US" dirty="0">
                <a:effectLst/>
                <a:latin typeface="+mn-lt"/>
                <a:ea typeface="Calibri" panose="020F0502020204030204" pitchFamily="34" charset="0"/>
                <a:cs typeface="Times New Roman" panose="02020603050405020304" pitchFamily="18" charset="0"/>
              </a:rPr>
              <a:t> are numerical values that define a large language model’s (LLM) structure and behavior, like clues that help it guess what words come next. Modern systems like ChatGPT are thought to have hundreds of billions of parameters. </a:t>
            </a:r>
          </a:p>
          <a:p>
            <a:pPr marL="0" indent="0">
              <a:buFont typeface="Arial" panose="020B0604020202020204" pitchFamily="34" charset="0"/>
              <a:buNone/>
              <a:defRPr/>
            </a:pPr>
            <a:endParaRPr lang="en-US" dirty="0">
              <a:latin typeface="+mn-lt"/>
            </a:endParaRPr>
          </a:p>
        </p:txBody>
      </p:sp>
      <p:sp>
        <p:nvSpPr>
          <p:cNvPr id="4" name="Slide Number Placeholder 3"/>
          <p:cNvSpPr>
            <a:spLocks noGrp="1"/>
          </p:cNvSpPr>
          <p:nvPr>
            <p:ph type="sldNum" sz="quarter" idx="5"/>
          </p:nvPr>
        </p:nvSpPr>
        <p:spPr/>
        <p:txBody>
          <a:bodyPr/>
          <a:lstStyle/>
          <a:p>
            <a:fld id="{6E2E38B8-B0B4-AD41-AC6E-B781F46A9FD3}" type="slidenum">
              <a:rPr lang="en-US" smtClean="0"/>
              <a:pPr/>
              <a:t>17</a:t>
            </a:fld>
            <a:endParaRPr lang="en-US" dirty="0"/>
          </a:p>
        </p:txBody>
      </p:sp>
    </p:spTree>
    <p:extLst>
      <p:ext uri="{BB962C8B-B14F-4D97-AF65-F5344CB8AC3E}">
        <p14:creationId xmlns:p14="http://schemas.microsoft.com/office/powerpoint/2010/main" val="291911501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Practically overnight, </a:t>
            </a:r>
            <a:r>
              <a:rPr lang="en-US" dirty="0">
                <a:effectLst/>
                <a:latin typeface="+mn-lt"/>
                <a:ea typeface="Times New Roman" panose="02020603050405020304" pitchFamily="18" charset="0"/>
                <a:hlinkClick r:id="rId3">
                  <a:extLst>
                    <a:ext uri="{A12FA001-AC4F-418D-AE19-62706E023703}">
                      <ahyp:hlinkClr xmlns:ahyp="http://schemas.microsoft.com/office/drawing/2018/hyperlinkcolor" val="tx"/>
                    </a:ext>
                  </a:extLst>
                </a:hlinkClick>
              </a:rPr>
              <a:t>OpenAI’s</a:t>
            </a:r>
            <a:r>
              <a:rPr lang="en-US" dirty="0">
                <a:latin typeface="+mn-lt"/>
              </a:rPr>
              <a:t> </a:t>
            </a:r>
            <a:r>
              <a:rPr lang="en-US" dirty="0">
                <a:effectLst/>
                <a:latin typeface="+mn-lt"/>
                <a:ea typeface="Times New Roman" panose="02020603050405020304" pitchFamily="18" charset="0"/>
                <a:hlinkClick r:id="rId4">
                  <a:extLst>
                    <a:ext uri="{A12FA001-AC4F-418D-AE19-62706E023703}">
                      <ahyp:hlinkClr xmlns:ahyp="http://schemas.microsoft.com/office/drawing/2018/hyperlinkcolor" val="tx"/>
                    </a:ext>
                  </a:extLst>
                </a:hlinkClick>
              </a:rPr>
              <a:t>ChatGPT</a:t>
            </a:r>
            <a:r>
              <a:rPr lang="en-US" dirty="0">
                <a:latin typeface="+mn-lt"/>
              </a:rPr>
              <a:t> released the powers of artificial intelligence (AI) and large language models (LLMs) from the abstract into something more graspable. </a:t>
            </a:r>
            <a:r>
              <a:rPr lang="en-US" dirty="0">
                <a:latin typeface="+mn-lt"/>
                <a:ea typeface="Calibri" panose="020F0502020204030204" pitchFamily="34" charset="0"/>
                <a:cs typeface="Times New Roman" panose="02020603050405020304" pitchFamily="18" charset="0"/>
              </a:rPr>
              <a:t>ChatGPT</a:t>
            </a:r>
            <a:r>
              <a:rPr lang="en-US" dirty="0">
                <a:effectLst/>
                <a:latin typeface="+mn-lt"/>
                <a:ea typeface="Times New Roman" panose="02020603050405020304" pitchFamily="18" charset="0"/>
              </a:rPr>
              <a:t> is a generative AI chatbot developed by the OpenAI research lab. GPT stands for Generative Pre-trained Transformer (GPT) and refers to a family of neural network-based LLMs developed by OpenAI. It</a:t>
            </a:r>
            <a:r>
              <a:rPr lang="en-US" dirty="0">
                <a:latin typeface="+mn-lt"/>
              </a:rPr>
              <a:t> was trained on a large body of text from a variety of sources (Wikipedia, 3-star or above ratings on Reddit reviews, and more). Once it answers a question, the individual asking that question can amend, reword, reorganize, probe deeper, or even rewrite it in a different language style by interacting with this AI agent.</a:t>
            </a:r>
          </a:p>
          <a:p>
            <a:pPr marL="0" marR="0" lvl="0" indent="0" algn="l" defTabSz="2438522" rtl="0" eaLnBrk="1" fontAlgn="auto" latinLnBrk="0" hangingPunct="1">
              <a:lnSpc>
                <a:spcPct val="110000"/>
              </a:lnSpc>
              <a:spcBef>
                <a:spcPts val="0"/>
              </a:spcBef>
              <a:spcAft>
                <a:spcPts val="0"/>
              </a:spcAft>
              <a:buClrTx/>
              <a:buSzTx/>
              <a:buFontTx/>
              <a:buNone/>
              <a:tabLst/>
              <a:defRPr/>
            </a:pPr>
            <a:endParaRPr lang="en-US" b="1" dirty="0">
              <a:effectLst/>
              <a:latin typeface="+mn-lt"/>
              <a:ea typeface="Calibri" panose="020F0502020204030204" pitchFamily="34" charset="0"/>
              <a:cs typeface="Times New Roman" panose="02020603050405020304" pitchFamily="18" charset="0"/>
            </a:endParaRPr>
          </a:p>
          <a:p>
            <a:pPr marL="0" marR="0" lvl="0" indent="0" algn="l" defTabSz="2438522" rtl="0" eaLnBrk="1" fontAlgn="auto" latinLnBrk="0" hangingPunct="1">
              <a:lnSpc>
                <a:spcPct val="110000"/>
              </a:lnSpc>
              <a:spcBef>
                <a:spcPts val="0"/>
              </a:spcBef>
              <a:spcAft>
                <a:spcPts val="0"/>
              </a:spcAft>
              <a:buClrTx/>
              <a:buSzTx/>
              <a:buFontTx/>
              <a:buNone/>
              <a:tabLst/>
              <a:defRPr/>
            </a:pPr>
            <a:r>
              <a:rPr lang="en-US" b="0" dirty="0">
                <a:effectLst/>
                <a:latin typeface="+mn-lt"/>
                <a:ea typeface="Calibri" panose="020F0502020204030204" pitchFamily="34" charset="0"/>
                <a:cs typeface="Times New Roman" panose="02020603050405020304" pitchFamily="18" charset="0"/>
              </a:rPr>
              <a:t>A </a:t>
            </a:r>
            <a:r>
              <a:rPr lang="en-US" dirty="0">
                <a:effectLst/>
                <a:latin typeface="+mn-lt"/>
                <a:ea typeface="Calibri" panose="020F0502020204030204" pitchFamily="34" charset="0"/>
                <a:cs typeface="Times New Roman" panose="02020603050405020304" pitchFamily="18" charset="0"/>
              </a:rPr>
              <a:t>LLM is a t</a:t>
            </a:r>
            <a:r>
              <a:rPr lang="en-US" dirty="0">
                <a:latin typeface="+mn-lt"/>
              </a:rPr>
              <a:t>ype of AI model that has been trained on large quantities of unlabeled text using self-supervised learning and can perform a variety of natural language processing (NLP) tasks. The text </a:t>
            </a:r>
            <a:r>
              <a:rPr lang="en-US" dirty="0">
                <a:effectLst/>
                <a:latin typeface="+mn-lt"/>
                <a:ea typeface="Calibri" panose="020F0502020204030204" pitchFamily="34" charset="0"/>
                <a:cs typeface="Times New Roman" panose="02020603050405020304" pitchFamily="18" charset="0"/>
              </a:rPr>
              <a:t>data may range from books, articles, social media posts, and online conversations (but LLMs can also learn the language of code). The architecture of an LLM consists of layers of neural networks that learn to generate language in a way that is similar to how humans use language. </a:t>
            </a:r>
            <a:r>
              <a:rPr lang="en-US" dirty="0">
                <a:latin typeface="+mn-lt"/>
              </a:rPr>
              <a:t>NLP tasks include generating and classifying text, answering questions in a conversational manner, and translating text from one language to another. </a:t>
            </a:r>
          </a:p>
          <a:p>
            <a:pPr marL="0" marR="0" lvl="0" indent="0" algn="l" defTabSz="2438522" rtl="0" eaLnBrk="1" fontAlgn="auto" latinLnBrk="0" hangingPunct="1">
              <a:lnSpc>
                <a:spcPct val="110000"/>
              </a:lnSpc>
              <a:spcBef>
                <a:spcPts val="0"/>
              </a:spcBef>
              <a:spcAft>
                <a:spcPts val="0"/>
              </a:spcAft>
              <a:buClrTx/>
              <a:buSzTx/>
              <a:buFontTx/>
              <a:buNone/>
              <a:tabLst/>
              <a:defRPr/>
            </a:pPr>
            <a:endParaRPr lang="en-US" dirty="0">
              <a:effectLst/>
              <a:latin typeface="+mn-lt"/>
              <a:ea typeface="Calibri" panose="020F0502020204030204" pitchFamily="34" charset="0"/>
              <a:cs typeface="Times New Roman" panose="02020603050405020304" pitchFamily="18" charset="0"/>
            </a:endParaRPr>
          </a:p>
          <a:p>
            <a:pPr marL="0" marR="0" lvl="0" indent="0" algn="l" defTabSz="2438522" rtl="0" eaLnBrk="1" fontAlgn="auto" latinLnBrk="0" hangingPunct="1">
              <a:lnSpc>
                <a:spcPct val="110000"/>
              </a:lnSpc>
              <a:spcBef>
                <a:spcPts val="0"/>
              </a:spcBef>
              <a:spcAft>
                <a:spcPts val="0"/>
              </a:spcAft>
              <a:buClrTx/>
              <a:buSzTx/>
              <a:buFontTx/>
              <a:buNone/>
              <a:tabLst/>
              <a:defRPr/>
            </a:pPr>
            <a:r>
              <a:rPr lang="en-US" dirty="0">
                <a:effectLst/>
                <a:latin typeface="+mn-lt"/>
                <a:ea typeface="Calibri" panose="020F0502020204030204" pitchFamily="34" charset="0"/>
                <a:cs typeface="Times New Roman" panose="02020603050405020304" pitchFamily="18" charset="0"/>
              </a:rPr>
              <a:t>Parameters are numerical values that define a LLM’s structure and behavior, like clues that help it guess what words come next. Modern systems like ChatGPT have hundreds of billions of parameters. These parameters are in place to train the system. Although, bias and hallucinations are still a concern for these LLMs.</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pPr>
            <a:r>
              <a:rPr lang="en-US" b="1" dirty="0">
                <a:effectLst/>
                <a:latin typeface="+mn-lt"/>
                <a:ea typeface="Calibri" panose="020F0502020204030204" pitchFamily="34" charset="0"/>
                <a:cs typeface="Times New Roman" panose="02020603050405020304" pitchFamily="18" charset="0"/>
              </a:rPr>
              <a:t>Notes:</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b="1" dirty="0">
                <a:effectLst/>
                <a:latin typeface="+mn-lt"/>
                <a:ea typeface="Calibri" panose="020F0502020204030204" pitchFamily="34" charset="0"/>
                <a:cs typeface="Times New Roman" panose="02020603050405020304" pitchFamily="18" charset="0"/>
              </a:rPr>
              <a:t>Generative AI </a:t>
            </a:r>
            <a:r>
              <a:rPr lang="en-US" dirty="0">
                <a:effectLst/>
                <a:latin typeface="+mn-lt"/>
                <a:ea typeface="Calibri" panose="020F0502020204030204" pitchFamily="34" charset="0"/>
                <a:cs typeface="Times New Roman" panose="02020603050405020304" pitchFamily="18" charset="0"/>
              </a:rPr>
              <a:t>refers to a set of AI algorithms that can generate new outputs — such as text, images, code, or audio — based on the training data, unlike traditional AI systems that are designed to recognize patterns and make predictions. Sometimes the AI that powers these solutions are referred to as decoders.</a:t>
            </a: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endParaRPr lang="en-US" b="0"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r>
              <a:rPr lang="en-US" b="1" dirty="0">
                <a:effectLst/>
                <a:latin typeface="+mn-lt"/>
                <a:ea typeface="Times New Roman" panose="02020603050405020304" pitchFamily="18" charset="0"/>
              </a:rPr>
              <a:t>GPT</a:t>
            </a:r>
            <a:r>
              <a:rPr lang="en-US" dirty="0">
                <a:effectLst/>
                <a:latin typeface="+mn-lt"/>
                <a:ea typeface="Times New Roman" panose="02020603050405020304" pitchFamily="18" charset="0"/>
              </a:rPr>
              <a:t> stands for Generative Pre-trained Transformer and refers to a family of neural network-based large language models (LLMs) developed by OpenAI; for example, GPT-3 and GPT-4</a:t>
            </a:r>
            <a:r>
              <a:rPr lang="en-US" dirty="0">
                <a:effectLst/>
                <a:latin typeface="+mn-lt"/>
                <a:ea typeface="Calibri" panose="020F0502020204030204" pitchFamily="34" charset="0"/>
                <a:cs typeface="Times New Roman" panose="02020603050405020304" pitchFamily="18" charset="0"/>
              </a:rPr>
              <a:t>. </a:t>
            </a: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endParaRPr lang="en-US"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r>
              <a:rPr lang="en-US" b="1" dirty="0">
                <a:latin typeface="+mn-lt"/>
              </a:rPr>
              <a:t>Natural language processing (NLP) </a:t>
            </a:r>
            <a:r>
              <a:rPr lang="en-US" dirty="0">
                <a:latin typeface="+mn-lt"/>
              </a:rPr>
              <a:t>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a:t>
            </a:r>
          </a:p>
          <a:p>
            <a:pPr marL="171450" marR="0" indent="-171450">
              <a:lnSpc>
                <a:spcPct val="107000"/>
              </a:lnSpc>
              <a:spcBef>
                <a:spcPts val="0"/>
              </a:spcBef>
              <a:spcAft>
                <a:spcPts val="0"/>
              </a:spcAft>
              <a:buFont typeface="Arial" panose="020B0604020202020204" pitchFamily="34" charset="0"/>
              <a:buChar char="•"/>
            </a:pPr>
            <a:endParaRPr lang="en-US"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Machine learning (ML) </a:t>
            </a:r>
            <a:r>
              <a:rPr lang="en-US" dirty="0">
                <a:latin typeface="+mn-lt"/>
              </a:rPr>
              <a:t>refers to a broad set of techniques to train a computer to learn from its inputs, using existing data, and one or more “training” methods, instead of being explicitly programmed. ML helps a computer to achieve AI. </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Deep learning (DL)</a:t>
            </a:r>
            <a:r>
              <a:rPr lang="en-US" sz="1000" b="0" dirty="0">
                <a:latin typeface="+mn-lt"/>
              </a:rPr>
              <a:t> is a technique for implementing machine learning (ML) that relies on deep artificial neural networks to perform complex tasks such as image recognition, object detection, and natural language processing (NLP). Neural networks are a set of algorithms, modeled loosely after the neural networks found in the human brain, which are designed to recognize hidden patterns in data. The “deep” in DL refers to a neural network comprised of more than three layers (which include the input and the output layers). </a:t>
            </a: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endParaRPr lang="en-US" dirty="0">
              <a:latin typeface="+mn-lt"/>
            </a:endParaRPr>
          </a:p>
          <a:p>
            <a:pPr marL="171450" indent="-171450">
              <a:buFont typeface="Arial" panose="020B0604020202020204" pitchFamily="34" charset="0"/>
              <a:buChar char="•"/>
            </a:pPr>
            <a:r>
              <a:rPr lang="en-US" b="0" dirty="0">
                <a:latin typeface="+mn-lt"/>
              </a:rPr>
              <a:t>A </a:t>
            </a:r>
            <a:r>
              <a:rPr lang="en-US" b="1" dirty="0">
                <a:latin typeface="+mn-lt"/>
              </a:rPr>
              <a:t>transformer</a:t>
            </a:r>
            <a:r>
              <a:rPr lang="en-US" b="0" dirty="0">
                <a:latin typeface="+mn-lt"/>
              </a:rPr>
              <a:t> model </a:t>
            </a:r>
            <a:r>
              <a:rPr lang="en-US" dirty="0">
                <a:latin typeface="+mn-lt"/>
              </a:rPr>
              <a:t>is a neural network architecture useful for understanding language, which does not have to understand words one at a time but can look at an entire sentence at once. A technique called self-attention allows the model to focus on the particular words that are important in understanding the meaning of the sentence. Transformers single-handedly spawned the world of foundation models and its birthplace research paper (Attention is all You) spawned the AI inflection point that is happening today. AI transformer models can be Encoder models (like BERT), Decoder models (like GPT), or Encoder and Decoder models (like T5). Learn more about Transformers at: </a:t>
            </a:r>
            <a:r>
              <a:rPr lang="en-US" dirty="0">
                <a:latin typeface="+mn-lt"/>
                <a:hlinkClick r:id="rId5"/>
              </a:rPr>
              <a:t>https://www.youtube.com/watch?v=ZXiruGOCn9s</a:t>
            </a:r>
            <a:r>
              <a:rPr lang="en-US" dirty="0">
                <a:latin typeface="+mn-lt"/>
              </a:rPr>
              <a:t>.</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r>
              <a:rPr lang="en-US" b="1" dirty="0">
                <a:latin typeface="+mn-lt"/>
              </a:rPr>
              <a:t>Foundation models </a:t>
            </a:r>
            <a:r>
              <a:rPr lang="en-US" dirty="0">
                <a:latin typeface="+mn-lt"/>
              </a:rPr>
              <a:t>are typically built using a specific kind of neural network architecture, called a transformer, which is designed to generate sequences of related data elements (for example, like a sentence).</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Neural networks </a:t>
            </a:r>
            <a:r>
              <a:rPr lang="en-US" dirty="0">
                <a:latin typeface="+mn-lt"/>
              </a:rPr>
              <a:t>are a set of algorithms, modeled loosely after the neural networks found in the human brain, that are designed to recognize hidden patterns in data</a:t>
            </a:r>
            <a:r>
              <a:rPr lang="en-US" b="1" dirty="0">
                <a:effectLst/>
                <a:latin typeface="+mn-lt"/>
                <a:ea typeface="Calibri" panose="020F0502020204030204" pitchFamily="34" charset="0"/>
                <a:cs typeface="Times New Roman" panose="02020603050405020304" pitchFamily="18" charset="0"/>
              </a:rPr>
              <a:t>.</a:t>
            </a: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0" dirty="0">
                <a:latin typeface="+mn-lt"/>
              </a:rPr>
              <a:t>An</a:t>
            </a:r>
            <a:r>
              <a:rPr lang="en-US" b="1" dirty="0">
                <a:latin typeface="+mn-lt"/>
              </a:rPr>
              <a:t> algorithm </a:t>
            </a:r>
            <a:r>
              <a:rPr lang="en-US" b="0" dirty="0">
                <a:latin typeface="+mn-lt"/>
              </a:rPr>
              <a:t>is a procedure used for solving a problem or performing a computation. Algorithms act as an exact list of instructions that conduct a sequence of specified actions in either hardware- or software-based routines.</a:t>
            </a: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Bias</a:t>
            </a:r>
            <a:r>
              <a:rPr lang="en-US" b="0" dirty="0">
                <a:latin typeface="+mn-lt"/>
              </a:rPr>
              <a:t> is a type of error that can occur if an artificial intelligence (AI) models’ output is skewed by the model’s training data. For example, a model may associate specific traits or professions with a certain race or gender, leading to inaccurate predictions and offensive responses. </a:t>
            </a:r>
          </a:p>
          <a:p>
            <a:pPr marL="171450" indent="-171450">
              <a:buFont typeface="Arial" panose="020B0604020202020204" pitchFamily="34" charset="0"/>
              <a:buChar char="•"/>
            </a:pPr>
            <a:endParaRPr lang="en-US" dirty="0">
              <a:latin typeface="+mn-lt"/>
            </a:endParaRP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r>
              <a:rPr lang="en-US" b="1" dirty="0">
                <a:latin typeface="+mn-lt"/>
              </a:rPr>
              <a:t>Hallucination</a:t>
            </a:r>
            <a:r>
              <a:rPr lang="en-US" dirty="0">
                <a:latin typeface="+mn-lt"/>
              </a:rPr>
              <a:t> is a well-known phenomenon in large language models (LLMs) in which the system provides an answer that is factually incorrect, irrelevant, or nonsensical because of limitations in its training data and architecture; more concerning is the hallucinated answer sounds plausible.</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pPr>
            <a:r>
              <a:rPr lang="en-US" b="1" dirty="0">
                <a:effectLst/>
                <a:latin typeface="+mn-lt"/>
                <a:ea typeface="Calibri" panose="020F0502020204030204" pitchFamily="34" charset="0"/>
                <a:cs typeface="Times New Roman" panose="02020603050405020304" pitchFamily="18" charset="0"/>
              </a:rPr>
              <a:t>Source:</a:t>
            </a:r>
          </a:p>
          <a:p>
            <a:pPr marL="0" marR="0">
              <a:lnSpc>
                <a:spcPct val="107000"/>
              </a:lnSpc>
              <a:spcBef>
                <a:spcPts val="0"/>
              </a:spcBef>
              <a:spcAft>
                <a:spcPts val="0"/>
              </a:spcAft>
            </a:pPr>
            <a:endParaRPr lang="en-US" dirty="0">
              <a:effectLst/>
              <a:latin typeface="+mn-lt"/>
              <a:ea typeface="Calibri" panose="020F0502020204030204" pitchFamily="34" charset="0"/>
              <a:cs typeface="Times New Roman" panose="02020603050405020304" pitchFamily="18" charset="0"/>
            </a:endParaRPr>
          </a:p>
          <a:p>
            <a:pPr marL="171450" indent="-171450">
              <a:lnSpc>
                <a:spcPct val="107000"/>
              </a:lnSpc>
              <a:buFont typeface="Arial" panose="020B0604020202020204" pitchFamily="34" charset="0"/>
              <a:buChar char="•"/>
            </a:pPr>
            <a:r>
              <a:rPr lang="en-US" dirty="0">
                <a:effectLst/>
                <a:latin typeface="+mn-lt"/>
                <a:ea typeface="Calibri" panose="020F0502020204030204" pitchFamily="34" charset="0"/>
                <a:cs typeface="Times New Roman" panose="02020603050405020304" pitchFamily="18" charset="0"/>
              </a:rPr>
              <a:t>Understanding ChatGPT and IBM’s POV: </a:t>
            </a:r>
            <a:r>
              <a:rPr lang="en-US" dirty="0">
                <a:effectLst/>
                <a:latin typeface="+mn-lt"/>
                <a:hlinkClick r:id="rId6"/>
              </a:rPr>
              <a:t>https://ibm.seismic.com/Link/Content/DCpqBW8GB4bPWGTTmgT8Mpdg3TFd</a:t>
            </a:r>
            <a:endParaRPr lang="en-US" dirty="0">
              <a:effectLst/>
              <a:latin typeface="+mn-lt"/>
            </a:endParaRPr>
          </a:p>
        </p:txBody>
      </p:sp>
      <p:sp>
        <p:nvSpPr>
          <p:cNvPr id="4" name="Slide Number Placeholder 3"/>
          <p:cNvSpPr>
            <a:spLocks noGrp="1"/>
          </p:cNvSpPr>
          <p:nvPr>
            <p:ph type="sldNum" sz="quarter" idx="5"/>
          </p:nvPr>
        </p:nvSpPr>
        <p:spPr/>
        <p:txBody>
          <a:bodyPr/>
          <a:lstStyle/>
          <a:p>
            <a:fld id="{6E2E38B8-B0B4-AD41-AC6E-B781F46A9FD3}" type="slidenum">
              <a:rPr lang="en-US" smtClean="0"/>
              <a:pPr/>
              <a:t>18</a:t>
            </a:fld>
            <a:endParaRPr lang="en-US" dirty="0"/>
          </a:p>
        </p:txBody>
      </p:sp>
    </p:spTree>
    <p:extLst>
      <p:ext uri="{BB962C8B-B14F-4D97-AF65-F5344CB8AC3E}">
        <p14:creationId xmlns:p14="http://schemas.microsoft.com/office/powerpoint/2010/main" val="351113999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pPr marL="0" marR="0">
              <a:lnSpc>
                <a:spcPct val="107000"/>
              </a:lnSpc>
              <a:spcBef>
                <a:spcPts val="0"/>
              </a:spcBef>
              <a:spcAft>
                <a:spcPts val="0"/>
              </a:spcAft>
            </a:pPr>
            <a:r>
              <a:rPr lang="en-US" dirty="0">
                <a:effectLst/>
                <a:latin typeface="+mn-lt"/>
                <a:ea typeface="Calibri" panose="020F0502020204030204" pitchFamily="34" charset="0"/>
                <a:cs typeface="Times New Roman" panose="02020603050405020304" pitchFamily="18" charset="0"/>
              </a:rPr>
              <a:t>Artificial intelligence (AI) is changing the way businesses operate in fundamental ways, from how they communicate with their customers through virtual assistants, to automating key workflows, and even managing network security. Companies around the world have accelerated their rollout of AI and businesses plan to invest in all areas of AI, from skills and workforce development to buying AI tools and embedding those into their business processes. There are numerous, real-world applications of AI systems today. These are some of the most common examples:</a:t>
            </a:r>
          </a:p>
          <a:p>
            <a:pPr marL="0" marR="0">
              <a:lnSpc>
                <a:spcPct val="107000"/>
              </a:lnSpc>
              <a:spcBef>
                <a:spcPts val="0"/>
              </a:spcBef>
              <a:spcAft>
                <a:spcPts val="0"/>
              </a:spcAft>
            </a:pPr>
            <a:endParaRPr lang="en-US"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b="1" dirty="0">
                <a:effectLst/>
                <a:latin typeface="+mn-lt"/>
                <a:ea typeface="Calibri" panose="020F0502020204030204" pitchFamily="34" charset="0"/>
                <a:cs typeface="Times New Roman" panose="02020603050405020304" pitchFamily="18" charset="0"/>
              </a:rPr>
              <a:t>Speech recognition: </a:t>
            </a:r>
            <a:r>
              <a:rPr lang="en-US" dirty="0">
                <a:latin typeface="+mn-lt"/>
                <a:ea typeface="Calibri" panose="020F0502020204030204" pitchFamily="34" charset="0"/>
                <a:cs typeface="Times New Roman" panose="02020603050405020304" pitchFamily="18" charset="0"/>
              </a:rPr>
              <a:t>This technology, a</a:t>
            </a:r>
            <a:r>
              <a:rPr lang="en-US" dirty="0">
                <a:effectLst/>
                <a:latin typeface="+mn-lt"/>
                <a:ea typeface="Calibri" panose="020F0502020204030204" pitchFamily="34" charset="0"/>
                <a:cs typeface="Times New Roman" panose="02020603050405020304" pitchFamily="18" charset="0"/>
              </a:rPr>
              <a:t>lso known as automatic speech recognition (ASR), computer speech recognition, or speech-to-text, is a capability that uses natural language processing (NLP) to process human speech into a written format. NLP is one of the foundational technologies for AI models and has steadily become one of the most important and commonplace tools for organizations to communicate with customers and empower their employees. Many mobile devices incorporate speech recognition into their systems to conduct voice search or allow more accessibility for texting, such as Apple’s Siri.</a:t>
            </a:r>
          </a:p>
          <a:p>
            <a:pPr marL="171450" marR="0" indent="-171450">
              <a:lnSpc>
                <a:spcPct val="107000"/>
              </a:lnSpc>
              <a:spcBef>
                <a:spcPts val="0"/>
              </a:spcBef>
              <a:spcAft>
                <a:spcPts val="0"/>
              </a:spcAft>
              <a:buFont typeface="Arial" panose="020B0604020202020204" pitchFamily="34" charset="0"/>
              <a:buChar char="•"/>
            </a:pPr>
            <a:endParaRPr lang="en-US"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b="1" dirty="0">
                <a:effectLst/>
                <a:latin typeface="+mn-lt"/>
                <a:ea typeface="Calibri" panose="020F0502020204030204" pitchFamily="34" charset="0"/>
                <a:cs typeface="Times New Roman" panose="02020603050405020304" pitchFamily="18" charset="0"/>
              </a:rPr>
              <a:t>Customer service:</a:t>
            </a:r>
            <a:r>
              <a:rPr lang="en-US" dirty="0">
                <a:effectLst/>
                <a:latin typeface="+mn-lt"/>
                <a:ea typeface="Calibri" panose="020F0502020204030204" pitchFamily="34" charset="0"/>
                <a:cs typeface="Times New Roman" panose="02020603050405020304" pitchFamily="18" charset="0"/>
              </a:rPr>
              <a:t> Online virtual agents are replacing (or augmenting) human agents along the customer journey. They answer frequently asked questions (FAQs) around topics, like shipping, or provide personalized advice, cross-selling products, or suggesting sizes for users, changing customer engagement across websites and social media platforms. Examples include messaging bots on e-commerce sites with virtual agents, messaging applications, such as Slack and Facebook Messenger, and tasks usually done by virtual assistants and voice assistants. There are also invisible workflows like suspending a lost credit card.</a:t>
            </a:r>
          </a:p>
          <a:p>
            <a:pPr marL="171450" marR="0" indent="-171450">
              <a:lnSpc>
                <a:spcPct val="107000"/>
              </a:lnSpc>
              <a:spcBef>
                <a:spcPts val="0"/>
              </a:spcBef>
              <a:spcAft>
                <a:spcPts val="0"/>
              </a:spcAft>
              <a:buFont typeface="Arial" panose="020B0604020202020204" pitchFamily="34" charset="0"/>
              <a:buChar char="•"/>
            </a:pPr>
            <a:endParaRPr lang="en-US" b="1"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b="1" dirty="0">
                <a:effectLst/>
                <a:latin typeface="+mn-lt"/>
                <a:ea typeface="Calibri" panose="020F0502020204030204" pitchFamily="34" charset="0"/>
                <a:cs typeface="Times New Roman" panose="02020603050405020304" pitchFamily="18" charset="0"/>
              </a:rPr>
              <a:t>Computer vision:</a:t>
            </a:r>
            <a:r>
              <a:rPr lang="en-US" dirty="0">
                <a:effectLst/>
                <a:latin typeface="+mn-lt"/>
                <a:ea typeface="Calibri" panose="020F0502020204030204" pitchFamily="34" charset="0"/>
                <a:cs typeface="Times New Roman" panose="02020603050405020304" pitchFamily="18" charset="0"/>
              </a:rPr>
              <a:t> This AI enables computers and systems to derive meaningful information from digital images, videos, and other visual inputs, and based on those inputs, it acts. Powered by convolutional neural networks (CNN), computer vision has applications within photo tagging in social media, radiology imaging in healthcare, self-driving cars within the automotive industry, and more. For example, Maximo Visual Inspector (MVI) lets non-technical business users build power CNNs for tasks such as inspection — like vegetation growth for utilities endangering powerlines or weld joints on a manufacturing car line.</a:t>
            </a:r>
          </a:p>
          <a:p>
            <a:pPr marL="171450" marR="0" indent="-171450">
              <a:lnSpc>
                <a:spcPct val="107000"/>
              </a:lnSpc>
              <a:spcBef>
                <a:spcPts val="0"/>
              </a:spcBef>
              <a:spcAft>
                <a:spcPts val="0"/>
              </a:spcAft>
              <a:buFont typeface="Arial" panose="020B0604020202020204" pitchFamily="34" charset="0"/>
              <a:buChar char="•"/>
            </a:pPr>
            <a:endParaRPr lang="en-US" b="1"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b="1" dirty="0">
                <a:effectLst/>
                <a:latin typeface="+mn-lt"/>
                <a:ea typeface="Calibri" panose="020F0502020204030204" pitchFamily="34" charset="0"/>
                <a:cs typeface="Times New Roman" panose="02020603050405020304" pitchFamily="18" charset="0"/>
              </a:rPr>
              <a:t>Recommendation engines:</a:t>
            </a:r>
            <a:r>
              <a:rPr lang="en-US" dirty="0">
                <a:effectLst/>
                <a:latin typeface="+mn-lt"/>
                <a:ea typeface="Calibri" panose="020F0502020204030204" pitchFamily="34" charset="0"/>
                <a:cs typeface="Times New Roman" panose="02020603050405020304" pitchFamily="18" charset="0"/>
              </a:rPr>
              <a:t> Using past consumption behavior data, AI algorithms can help to discover data trends that can be used to develop more effective cross-selling strategies. This AI application is used to make relevant add-on recommendations to customers during the checkout process for online retailers. This technology is ubiquitous with video streamers such as Netflix, but the approach is used everywhere in lesser know industries too; that said, no matter they industry, the approach is the same.</a:t>
            </a:r>
          </a:p>
          <a:p>
            <a:pPr marL="171450" marR="0" indent="-171450">
              <a:lnSpc>
                <a:spcPct val="107000"/>
              </a:lnSpc>
              <a:spcBef>
                <a:spcPts val="0"/>
              </a:spcBef>
              <a:spcAft>
                <a:spcPts val="0"/>
              </a:spcAft>
              <a:buFont typeface="Arial" panose="020B0604020202020204" pitchFamily="34" charset="0"/>
              <a:buChar char="•"/>
            </a:pPr>
            <a:endParaRPr lang="en-US" b="1"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b="1" dirty="0">
                <a:effectLst/>
                <a:latin typeface="+mn-lt"/>
                <a:ea typeface="Calibri" panose="020F0502020204030204" pitchFamily="34" charset="0"/>
                <a:cs typeface="Times New Roman" panose="02020603050405020304" pitchFamily="18" charset="0"/>
              </a:rPr>
              <a:t>Automated stock trading: </a:t>
            </a:r>
            <a:r>
              <a:rPr lang="en-US" dirty="0">
                <a:effectLst/>
                <a:latin typeface="+mn-lt"/>
                <a:ea typeface="Calibri" panose="020F0502020204030204" pitchFamily="34" charset="0"/>
                <a:cs typeface="Times New Roman" panose="02020603050405020304" pitchFamily="18" charset="0"/>
              </a:rPr>
              <a:t>Designed to optimize stock portfolios, AI-driven, high-frequency trading platforms make thousands or even millions of trades per day without human intervention.</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pPr>
            <a:r>
              <a:rPr lang="en-US" b="1" dirty="0">
                <a:effectLst/>
                <a:latin typeface="+mn-lt"/>
                <a:ea typeface="Calibri" panose="020F0502020204030204" pitchFamily="34" charset="0"/>
                <a:cs typeface="Times New Roman" panose="02020603050405020304" pitchFamily="18" charset="0"/>
              </a:rPr>
              <a:t>Notes:</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Natural language processing (NLP) </a:t>
            </a:r>
            <a:r>
              <a:rPr lang="en-US" dirty="0">
                <a:latin typeface="+mn-lt"/>
              </a:rPr>
              <a:t>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a:t>
            </a:r>
            <a:endParaRPr lang="en-US" b="1"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b="1"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Neural networks </a:t>
            </a:r>
            <a:r>
              <a:rPr lang="en-US" dirty="0">
                <a:latin typeface="+mn-lt"/>
              </a:rPr>
              <a:t>are a set of algorithms, modeled loosely after the neural networks found in the human brain, that are designed to recognize hidden patterns in data</a:t>
            </a:r>
            <a:r>
              <a:rPr lang="en-US" b="1" dirty="0">
                <a:effectLst/>
                <a:latin typeface="+mn-lt"/>
                <a:ea typeface="Calibri" panose="020F0502020204030204" pitchFamily="34" charset="0"/>
                <a:cs typeface="Times New Roman" panose="02020603050405020304" pitchFamily="18" charset="0"/>
              </a:rPr>
              <a:t>.</a:t>
            </a: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0" dirty="0">
                <a:latin typeface="+mn-lt"/>
              </a:rPr>
              <a:t>An</a:t>
            </a:r>
            <a:r>
              <a:rPr lang="en-US" sz="1000" b="1" dirty="0">
                <a:latin typeface="+mn-lt"/>
              </a:rPr>
              <a:t> algorithm </a:t>
            </a:r>
            <a:r>
              <a:rPr lang="en-US" sz="1000" b="0" dirty="0">
                <a:latin typeface="+mn-lt"/>
              </a:rPr>
              <a:t>is a procedure used for solving a problem or performing a computation. Algorithms act as an exact list of instructions that conduct a sequence of specified actions in either hardware- or software-based routines.</a:t>
            </a: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endParaRPr lang="en-US"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Deep learning (DL)</a:t>
            </a:r>
            <a:r>
              <a:rPr lang="en-US" sz="1000" b="0" dirty="0">
                <a:latin typeface="+mn-lt"/>
              </a:rPr>
              <a:t> is a technique for implementing machine learning (ML) that relies on deep artificial neural networks to perform complex tasks such as image recognition, object detection, and natural language processing (NLP). Neural networks are a set of algorithms, modeled loosely after the neural networks found in the human brain, which are designed to recognize hidden patterns in data. The “deep” in DL refers to a neural network comprised of more than three layers (which include the input and the output layers). </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sz="1000"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n-US" sz="1000" dirty="0">
                <a:latin typeface="+mn-lt"/>
              </a:rPr>
              <a:t>refers to a broad set of techniques to train a computer to learn from its inputs, using existing data, and one or more “training” methods, instead of being explicitly programmed. </a:t>
            </a:r>
            <a:r>
              <a:rPr lang="en-US" dirty="0">
                <a:latin typeface="+mn-lt"/>
              </a:rPr>
              <a:t>ML helps a computer to achieve AI. </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pPr>
            <a:r>
              <a:rPr lang="en-US" b="1" dirty="0">
                <a:effectLst/>
                <a:latin typeface="+mn-lt"/>
                <a:ea typeface="Calibri" panose="020F0502020204030204" pitchFamily="34" charset="0"/>
                <a:cs typeface="Times New Roman" panose="02020603050405020304" pitchFamily="18" charset="0"/>
              </a:rPr>
              <a:t>Source:</a:t>
            </a:r>
          </a:p>
          <a:p>
            <a:pPr marL="0" marR="0">
              <a:lnSpc>
                <a:spcPct val="107000"/>
              </a:lnSpc>
              <a:spcBef>
                <a:spcPts val="0"/>
              </a:spcBef>
              <a:spcAft>
                <a:spcPts val="0"/>
              </a:spcAft>
            </a:pPr>
            <a:endParaRPr lang="en-US"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dirty="0">
                <a:effectLst/>
                <a:latin typeface="+mn-lt"/>
                <a:ea typeface="Calibri" panose="020F0502020204030204" pitchFamily="34" charset="0"/>
                <a:cs typeface="Times New Roman" panose="02020603050405020304" pitchFamily="18" charset="0"/>
              </a:rPr>
              <a:t>What is artificial intelligence? Webpage: </a:t>
            </a:r>
            <a:r>
              <a:rPr lang="en-US" u="sng" dirty="0">
                <a:solidFill>
                  <a:srgbClr val="0563C1"/>
                </a:solidFill>
                <a:effectLst/>
                <a:latin typeface="+mn-lt"/>
                <a:ea typeface="Calibri" panose="020F0502020204030204" pitchFamily="34" charset="0"/>
                <a:cs typeface="Times New Roman" panose="02020603050405020304" pitchFamily="18" charset="0"/>
                <a:hlinkClick r:id="rId3"/>
              </a:rPr>
              <a:t>https://www.ibm.com/topics/artificial-intelligence</a:t>
            </a:r>
            <a:endParaRPr lang="en-US" dirty="0">
              <a:effectLst/>
              <a:latin typeface="+mn-lt"/>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fld id="{6E2E38B8-B0B4-AD41-AC6E-B781F46A9FD3}" type="slidenum">
              <a:rPr lang="en-US" smtClean="0"/>
              <a:pPr/>
              <a:t>19</a:t>
            </a:fld>
            <a:endParaRPr lang="en-US" dirty="0"/>
          </a:p>
        </p:txBody>
      </p:sp>
    </p:spTree>
    <p:extLst>
      <p:ext uri="{BB962C8B-B14F-4D97-AF65-F5344CB8AC3E}">
        <p14:creationId xmlns:p14="http://schemas.microsoft.com/office/powerpoint/2010/main" val="184758389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Natural language processing (NLP) is the technology that gives computers the ability to understand text and spoken words in much the same way humans can. NLP combines computational linguistics—rule-based modeling of human language—with statistical, machine learning (ML), and deep learning (DL) models. These technologies enable computers to process human language in the form of text or voice data and to make sense of its full meaning, complete with the speaker or writer’s intent and sentiment.</a:t>
            </a:r>
          </a:p>
          <a:p>
            <a:endParaRPr lang="en-US" dirty="0">
              <a:latin typeface="+mn-lt"/>
            </a:endParaRPr>
          </a:p>
          <a:p>
            <a:r>
              <a:rPr lang="en-US" dirty="0">
                <a:latin typeface="+mn-lt"/>
              </a:rPr>
              <a:t>NLP drives computer programs that translate text from one language to another, respond to spoken commands, and summarize large volumes of text rapidly—even in real time. NLP technology is used in voice-operated </a:t>
            </a:r>
            <a:r>
              <a:rPr lang="en-CA" b="0" i="0" u="none" strike="noStrike" dirty="0">
                <a:effectLst/>
                <a:latin typeface="+mn-lt"/>
              </a:rPr>
              <a:t>global positioning system </a:t>
            </a:r>
            <a:r>
              <a:rPr lang="en-US" dirty="0">
                <a:latin typeface="+mn-lt"/>
              </a:rPr>
              <a:t>(GPS) systems, digital assistants, speech-to-text dictation software, customer service chatbots, and other consumer conveniences. But NLP also plays a growing role in enterprise solutions that help streamline business operations, increase employee productivity, and simplify mission-critical business processes.</a:t>
            </a:r>
          </a:p>
          <a:p>
            <a:endParaRPr lang="en-US" dirty="0">
              <a:latin typeface="+mn-lt"/>
            </a:endParaRPr>
          </a:p>
          <a:p>
            <a:r>
              <a:rPr lang="en-US" dirty="0">
                <a:latin typeface="+mn-lt"/>
              </a:rPr>
              <a:t>NLP is usually used as a top category for all AI-based language processing like natural language understanding (NLU) and natural language generation (NLG).</a:t>
            </a:r>
          </a:p>
          <a:p>
            <a:endParaRPr lang="en-US" dirty="0">
              <a:latin typeface="+mn-lt"/>
            </a:endParaRPr>
          </a:p>
          <a:p>
            <a:r>
              <a:rPr lang="en-US" b="1" dirty="0">
                <a:latin typeface="+mn-lt"/>
              </a:rPr>
              <a:t>Notes:</a:t>
            </a:r>
          </a:p>
          <a:p>
            <a:endParaRPr lang="en-US" b="1"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n-US" sz="1000" dirty="0">
                <a:latin typeface="+mn-lt"/>
              </a:rPr>
              <a:t>refers to a broad set of techniques to train a computer to learn from its inputs, using existing data, and one or more “training” </a:t>
            </a:r>
            <a:r>
              <a:rPr lang="en-US" dirty="0">
                <a:latin typeface="+mn-lt"/>
              </a:rPr>
              <a:t>methods</a:t>
            </a:r>
            <a:r>
              <a:rPr lang="en-US" sz="1000" dirty="0">
                <a:latin typeface="+mn-lt"/>
              </a:rPr>
              <a:t>, instead of being explicitly programmed. </a:t>
            </a:r>
            <a:r>
              <a:rPr lang="en-US" dirty="0">
                <a:latin typeface="+mn-lt"/>
              </a:rPr>
              <a:t>ML helps a computer to achieve AI. </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b="1" dirty="0">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Deep learning (DL)</a:t>
            </a:r>
            <a:r>
              <a:rPr lang="en-US" sz="1000" b="0" dirty="0">
                <a:latin typeface="+mn-lt"/>
              </a:rPr>
              <a:t> is a technique for implementing machine learning (ML) that relies on deep artificial neural networks to perform complex tasks such as image recognition, object detection, and natural language processing (NLP). Neural networks are a set of algorithms, modeled loosely after the neural networks found in the human brain, which are designed to recognize hidden patterns in data. The “deep” in DL refers to a neural network comprised of more than three layers (which include the input and the output layers). </a:t>
            </a:r>
          </a:p>
          <a:p>
            <a:pPr marL="171450" indent="-171450">
              <a:buFont typeface="Arial" panose="020B0604020202020204" pitchFamily="34" charset="0"/>
              <a:buChar cha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Neural networks </a:t>
            </a:r>
            <a:r>
              <a:rPr lang="en-US" sz="1000" dirty="0">
                <a:latin typeface="+mn-lt"/>
              </a:rPr>
              <a:t>are a set of algorithms, modeled loosely after the neural networks found in the human brain, that are designed to recognize hidden patterns in data</a:t>
            </a:r>
            <a:r>
              <a:rPr lang="en-US" sz="1000" b="1" dirty="0">
                <a:effectLst/>
                <a:latin typeface="+mn-lt"/>
                <a:ea typeface="Calibri" panose="020F0502020204030204" pitchFamily="34" charset="0"/>
                <a:cs typeface="Times New Roman" panose="02020603050405020304" pitchFamily="18" charset="0"/>
              </a:rPr>
              <a:t>.</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sz="1000" b="1"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0" dirty="0">
                <a:latin typeface="+mn-lt"/>
              </a:rPr>
              <a:t>An</a:t>
            </a:r>
            <a:r>
              <a:rPr lang="en-US" sz="1000" b="1" dirty="0">
                <a:latin typeface="+mn-lt"/>
              </a:rPr>
              <a:t> algorithm </a:t>
            </a:r>
            <a:r>
              <a:rPr lang="en-US" sz="1000" b="0" dirty="0">
                <a:latin typeface="+mn-lt"/>
              </a:rPr>
              <a:t>is a procedure used for solving a problem or performing a computation. Algorithms act as an exact list of instructions that conduct a sequence of specified actions in either hardware- or software-based routines.</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sz="1000" b="0"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Natural language understanding (NLU) </a:t>
            </a:r>
            <a:r>
              <a:rPr lang="en-US" dirty="0">
                <a:latin typeface="+mn-lt"/>
              </a:rPr>
              <a:t>is a subtopic of natural language processing (NLP) that deals with machine reading comprehension.</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sz="1000" b="0" dirty="0">
              <a:latin typeface="+mn-lt"/>
            </a:endParaRPr>
          </a:p>
          <a:p>
            <a:pPr marL="171450" indent="-171450">
              <a:lnSpc>
                <a:spcPct val="107000"/>
              </a:lnSpc>
              <a:buFont typeface="Arial" panose="020B0604020202020204" pitchFamily="34" charset="0"/>
              <a:buChar char="•"/>
            </a:pPr>
            <a:r>
              <a:rPr lang="en-US" b="1" dirty="0">
                <a:latin typeface="+mn-lt"/>
              </a:rPr>
              <a:t>Natural language generation (NLG) </a:t>
            </a:r>
            <a:r>
              <a:rPr lang="en-US" dirty="0">
                <a:latin typeface="+mn-lt"/>
              </a:rPr>
              <a:t>is a subtopic of natural language processing (NLP) that is the process of generating text that appears to be written by a human, without the need for a human to actually write it.</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r>
              <a:rPr lang="en-US" b="1" dirty="0">
                <a:latin typeface="+mn-lt"/>
              </a:rPr>
              <a:t>Sources:</a:t>
            </a:r>
          </a:p>
          <a:p>
            <a:endParaRPr lang="en-US" b="1" dirty="0">
              <a:latin typeface="+mn-lt"/>
            </a:endParaRPr>
          </a:p>
          <a:p>
            <a:pPr marL="171450" indent="-171450">
              <a:buFont typeface="Arial" panose="020B0604020202020204" pitchFamily="34" charset="0"/>
              <a:buChar char="•"/>
            </a:pPr>
            <a:r>
              <a:rPr lang="en-US" dirty="0">
                <a:latin typeface="+mn-lt"/>
              </a:rPr>
              <a:t>What is natural language processing? Webpage: </a:t>
            </a:r>
            <a:r>
              <a:rPr lang="en-US" dirty="0">
                <a:latin typeface="+mn-lt"/>
                <a:hlinkClick r:id="rId3"/>
              </a:rPr>
              <a:t>https://www.ibm.com/topics/natural-language-processing</a:t>
            </a:r>
            <a:endParaRPr lang="en-US" dirty="0">
              <a:latin typeface="+mn-lt"/>
            </a:endParaRP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dirty="0">
                <a:latin typeface="+mn-lt"/>
              </a:rPr>
              <a:t>What is machine learning? Webpage: </a:t>
            </a:r>
            <a:r>
              <a:rPr lang="en-US" dirty="0">
                <a:latin typeface="+mn-lt"/>
                <a:hlinkClick r:id="rId4"/>
              </a:rPr>
              <a:t>https://www.ibm.com/topics/machine-learning</a:t>
            </a:r>
            <a:endParaRPr lang="en-US" dirty="0">
              <a:latin typeface="+mn-lt"/>
            </a:endParaRPr>
          </a:p>
        </p:txBody>
      </p:sp>
      <p:sp>
        <p:nvSpPr>
          <p:cNvPr id="4" name="Slide Number Placeholder 3"/>
          <p:cNvSpPr>
            <a:spLocks noGrp="1"/>
          </p:cNvSpPr>
          <p:nvPr>
            <p:ph type="sldNum" sz="quarter" idx="5"/>
          </p:nvPr>
        </p:nvSpPr>
        <p:spPr/>
        <p:txBody>
          <a:bodyPr/>
          <a:lstStyle/>
          <a:p>
            <a:fld id="{6E2E38B8-B0B4-AD41-AC6E-B781F46A9FD3}" type="slidenum">
              <a:rPr lang="en-US" smtClean="0"/>
              <a:pPr/>
              <a:t>20</a:t>
            </a:fld>
            <a:endParaRPr lang="en-US" dirty="0"/>
          </a:p>
        </p:txBody>
      </p:sp>
    </p:spTree>
    <p:extLst>
      <p:ext uri="{BB962C8B-B14F-4D97-AF65-F5344CB8AC3E}">
        <p14:creationId xmlns:p14="http://schemas.microsoft.com/office/powerpoint/2010/main" val="319089746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Natural language processing (NLP) is the technology used in many modern applications. The following are a few examples:</a:t>
            </a:r>
          </a:p>
          <a:p>
            <a:endParaRPr lang="en-US" b="1" dirty="0">
              <a:latin typeface="+mn-lt"/>
            </a:endParaRPr>
          </a:p>
          <a:p>
            <a:pPr marL="171450" indent="-171450">
              <a:buFont typeface="Arial" panose="020B0604020202020204" pitchFamily="34" charset="0"/>
              <a:buChar char="•"/>
            </a:pPr>
            <a:r>
              <a:rPr lang="en-US" b="1" dirty="0">
                <a:latin typeface="+mn-lt"/>
              </a:rPr>
              <a:t>Spam detection: </a:t>
            </a:r>
            <a:r>
              <a:rPr lang="en-US" dirty="0">
                <a:latin typeface="+mn-lt"/>
              </a:rPr>
              <a:t>These technologies use NLP's text classification capabilities to scan emails for language that often indicates spam or phishing. These indicators can include overuse of financial terms, poor grammar, threatening language, inappropriate urgency, misspelled company names, and more. </a:t>
            </a:r>
          </a:p>
          <a:p>
            <a:endParaRPr lang="en-US" b="1" dirty="0">
              <a:latin typeface="+mn-lt"/>
            </a:endParaRPr>
          </a:p>
          <a:p>
            <a:pPr marL="171450" indent="-171450">
              <a:buFont typeface="Arial" panose="020B0604020202020204" pitchFamily="34" charset="0"/>
              <a:buChar char="•"/>
            </a:pPr>
            <a:r>
              <a:rPr lang="en-US" b="1" dirty="0">
                <a:latin typeface="+mn-lt"/>
              </a:rPr>
              <a:t>Machine translation: </a:t>
            </a:r>
            <a:r>
              <a:rPr lang="en-US" dirty="0">
                <a:latin typeface="+mn-lt"/>
              </a:rPr>
              <a:t>Useful and effective machine translation involves more than replacing words in one language with words of another. The process must accurately capture the meaning and tone of the input language and translate it with the same meaning and desired impact in the output language. IBM Watson Natural Language Understanding (NLU) and Google Translate are a widely known examples of tools that provides machine translation.</a:t>
            </a:r>
          </a:p>
          <a:p>
            <a:r>
              <a:rPr lang="en-US" dirty="0">
                <a:latin typeface="+mn-lt"/>
              </a:rPr>
              <a:t> </a:t>
            </a:r>
            <a:endParaRPr lang="en-US" b="1" dirty="0">
              <a:latin typeface="+mn-lt"/>
            </a:endParaRPr>
          </a:p>
          <a:p>
            <a:pPr marL="171450" indent="-171450">
              <a:buFont typeface="Arial" panose="020B0604020202020204" pitchFamily="34" charset="0"/>
              <a:buChar char="•"/>
            </a:pPr>
            <a:r>
              <a:rPr lang="en-US" b="1" dirty="0">
                <a:latin typeface="+mn-lt"/>
              </a:rPr>
              <a:t>Virtual agents and chatbots:</a:t>
            </a:r>
            <a:r>
              <a:rPr lang="en-US" dirty="0">
                <a:latin typeface="+mn-lt"/>
              </a:rPr>
              <a:t> Virtual agents, such as Apple's Siri and Amazon's Alexa, use speech recognition to recognize patterns in voice commands and natural language generation (NLG) to respond with appropriate action(s) or comment(s). Chatbots provide responses to typed text entries (but can also be expanded with voice interaction as is the case with IBM Watson Assistant). These technologies can learn to recognize contextual clues about requests and use them to provide even better responses over time. </a:t>
            </a:r>
          </a:p>
          <a:p>
            <a:endParaRPr lang="en-US" b="1" dirty="0">
              <a:latin typeface="+mn-lt"/>
            </a:endParaRPr>
          </a:p>
          <a:p>
            <a:pPr marL="171450" indent="-171450">
              <a:buFont typeface="Arial" panose="020B0604020202020204" pitchFamily="34" charset="0"/>
              <a:buChar char="•"/>
            </a:pPr>
            <a:r>
              <a:rPr lang="en-US" b="1" dirty="0">
                <a:latin typeface="+mn-lt"/>
              </a:rPr>
              <a:t>Sentiment analysis: </a:t>
            </a:r>
            <a:r>
              <a:rPr lang="en-US" dirty="0">
                <a:latin typeface="+mn-lt"/>
              </a:rPr>
              <a:t>NLP can analyze language used in social media posts, responses, reviews, and more (like contracts and speeches) to extract attitudes, tones, and emotions in response to products, promotions, and events–information. Using NLP for sentiment analysis, businesses can uncover hidden data insights from social media channels to use in product designs, marketing campaigns, and more. </a:t>
            </a:r>
          </a:p>
          <a:p>
            <a:endParaRPr lang="en-US" b="1" dirty="0">
              <a:latin typeface="+mn-lt"/>
            </a:endParaRPr>
          </a:p>
          <a:p>
            <a:pPr marL="171450" indent="-171450">
              <a:buFont typeface="Arial" panose="020B0604020202020204" pitchFamily="34" charset="0"/>
              <a:buChar char="•"/>
            </a:pPr>
            <a:r>
              <a:rPr lang="en-US" b="1" dirty="0">
                <a:latin typeface="+mn-lt"/>
              </a:rPr>
              <a:t>Text summarization: </a:t>
            </a:r>
            <a:r>
              <a:rPr lang="en-US" dirty="0">
                <a:latin typeface="+mn-lt"/>
              </a:rPr>
              <a:t>NLP techniques can digest huge volumes of digital text and create summaries and synopses for indexes, research databases, or readers who don’t want to read the full text. Text summarization applications use semantic reasoning and NLG to add useful context and conclusions to summaries. For example, analyzing a political speech of a company’s earning reports for key the items discussed, and more.</a:t>
            </a:r>
          </a:p>
          <a:p>
            <a:endParaRPr lang="en-US" dirty="0">
              <a:latin typeface="+mn-lt"/>
            </a:endParaRPr>
          </a:p>
          <a:p>
            <a:r>
              <a:rPr lang="en-US" b="1" dirty="0">
                <a:latin typeface="+mn-lt"/>
              </a:rPr>
              <a:t>Notes: </a:t>
            </a:r>
          </a:p>
          <a:p>
            <a:endParaRPr lang="en-US" b="1"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Natural language processing (NLP) </a:t>
            </a:r>
            <a:r>
              <a:rPr lang="en-US" dirty="0">
                <a:latin typeface="+mn-lt"/>
              </a:rPr>
              <a:t>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a:t>
            </a: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1" dirty="0">
                <a:latin typeface="+mn-lt"/>
              </a:rPr>
              <a:t>Phishing</a:t>
            </a:r>
            <a:r>
              <a:rPr lang="en-US" dirty="0">
                <a:latin typeface="+mn-lt"/>
              </a:rPr>
              <a:t> is the fraudulent practice of sending emails purporting to be from reputable companies to induce individuals to reveal personal information, such as passwords and credit card numbers.</a:t>
            </a:r>
            <a:endParaRPr lang="en-US" b="1" dirty="0">
              <a:latin typeface="+mn-lt"/>
            </a:endParaRP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1" dirty="0">
                <a:latin typeface="+mn-lt"/>
              </a:rPr>
              <a:t>Natural language generation (NLG) </a:t>
            </a:r>
            <a:r>
              <a:rPr lang="en-US" dirty="0">
                <a:latin typeface="+mn-lt"/>
              </a:rPr>
              <a:t>is a subtopic of natural language processing (NLP) that is the process of generating text that appears to be written by a human, without the need for a human to actually write it.</a:t>
            </a:r>
          </a:p>
          <a:p>
            <a:endParaRPr lang="en-US" dirty="0">
              <a:latin typeface="+mn-lt"/>
            </a:endParaRPr>
          </a:p>
          <a:p>
            <a:r>
              <a:rPr lang="en-US" b="1" dirty="0">
                <a:latin typeface="+mn-lt"/>
              </a:rPr>
              <a:t>Source:</a:t>
            </a:r>
          </a:p>
          <a:p>
            <a:endParaRPr lang="en-US" b="1" dirty="0">
              <a:latin typeface="+mn-lt"/>
            </a:endParaRPr>
          </a:p>
          <a:p>
            <a:pPr marL="171450" indent="-171450">
              <a:buFont typeface="Arial" panose="020B0604020202020204" pitchFamily="34" charset="0"/>
              <a:buChar char="•"/>
            </a:pPr>
            <a:r>
              <a:rPr lang="en-US" dirty="0">
                <a:latin typeface="+mn-lt"/>
              </a:rPr>
              <a:t>What is natural language processing? Webpage: </a:t>
            </a:r>
            <a:r>
              <a:rPr lang="en-US" dirty="0">
                <a:latin typeface="+mn-lt"/>
                <a:hlinkClick r:id="rId3"/>
              </a:rPr>
              <a:t>https://www.ibm.com/topics/natural-language-processing</a:t>
            </a:r>
            <a:endParaRPr lang="en-US" dirty="0">
              <a:latin typeface="+mn-lt"/>
            </a:endParaRPr>
          </a:p>
        </p:txBody>
      </p:sp>
      <p:sp>
        <p:nvSpPr>
          <p:cNvPr id="4" name="Slide Number Placeholder 3"/>
          <p:cNvSpPr>
            <a:spLocks noGrp="1"/>
          </p:cNvSpPr>
          <p:nvPr>
            <p:ph type="sldNum" sz="quarter" idx="5"/>
          </p:nvPr>
        </p:nvSpPr>
        <p:spPr/>
        <p:txBody>
          <a:bodyPr/>
          <a:lstStyle/>
          <a:p>
            <a:fld id="{6E2E38B8-B0B4-AD41-AC6E-B781F46A9FD3}" type="slidenum">
              <a:rPr lang="en-US" smtClean="0"/>
              <a:pPr/>
              <a:t>21</a:t>
            </a:fld>
            <a:endParaRPr lang="en-US" dirty="0"/>
          </a:p>
        </p:txBody>
      </p:sp>
    </p:spTree>
    <p:extLst>
      <p:ext uri="{BB962C8B-B14F-4D97-AF65-F5344CB8AC3E}">
        <p14:creationId xmlns:p14="http://schemas.microsoft.com/office/powerpoint/2010/main" val="113876392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effectLst/>
                <a:latin typeface="+mn-lt"/>
                <a:ea typeface="Calibri" panose="020F0502020204030204" pitchFamily="34" charset="0"/>
                <a:cs typeface="Times New Roman" panose="02020603050405020304" pitchFamily="18" charset="0"/>
              </a:rPr>
              <a:t>It is expected that the global market for conversational artificial intelligence (AI), including chatbots and intelligent assistants, will nearly double in the next five years (from 2023 numbers). Conversational AI enables people to interact with computer applications the way they would with other humans in conversation. Technologies, like chatbots or virtual agents, use large volumes of data, machine learning (ML), and natural language processing (NLP) to help imitate human interactions, recognizing speech or text inputs, and translate their meanings across various languages. </a:t>
            </a:r>
          </a:p>
          <a:p>
            <a:endParaRPr lang="en-US" dirty="0">
              <a:latin typeface="+mn-lt"/>
            </a:endParaRPr>
          </a:p>
          <a:p>
            <a:pPr marL="0" marR="0" lvl="0" indent="0" algn="l" defTabSz="2438522" rtl="0" eaLnBrk="1" fontAlgn="auto" latinLnBrk="0" hangingPunct="1">
              <a:lnSpc>
                <a:spcPct val="110000"/>
              </a:lnSpc>
              <a:spcBef>
                <a:spcPts val="0"/>
              </a:spcBef>
              <a:spcAft>
                <a:spcPts val="0"/>
              </a:spcAft>
              <a:buClrTx/>
              <a:buSzTx/>
              <a:buFontTx/>
              <a:buNone/>
              <a:tabLst/>
              <a:defRPr/>
            </a:pPr>
            <a:r>
              <a:rPr lang="en-US" i="0" dirty="0">
                <a:latin typeface="+mn-lt"/>
              </a:rPr>
              <a:t>A chatbot is a computer program that simulates and processes human conversation (either written or spoken).</a:t>
            </a:r>
            <a:r>
              <a:rPr lang="en-US" dirty="0">
                <a:latin typeface="+mn-lt"/>
              </a:rPr>
              <a:t> Chatbots, and virtual assistants or agents, can make it easy for users to find the information they need by responding to their questions and requests through text or audio input without the need for human intervention, </a:t>
            </a:r>
            <a:r>
              <a:rPr lang="en-US" dirty="0">
                <a:effectLst/>
                <a:latin typeface="+mn-lt"/>
                <a:ea typeface="Calibri" panose="020F0502020204030204" pitchFamily="34" charset="0"/>
                <a:cs typeface="Times New Roman" panose="02020603050405020304" pitchFamily="18" charset="0"/>
              </a:rPr>
              <a:t>providing 24-hour availability to users</a:t>
            </a:r>
            <a:r>
              <a:rPr lang="en-US" dirty="0">
                <a:latin typeface="+mn-lt"/>
              </a:rPr>
              <a:t>. Modern artificial intelligence (AI) chatbots use machine learning (ML), and natural language processing (NLP) to talk to users as they would talk to a human agent and natural language understanding (NLU) to discern the user’s need. Deep learning capabilities of AI chatbots are contextually aware and able to learn as they’re exposed to more and more human language. The longer an AI chatbot has been in operation, the more detailed and accurate the responses become.</a:t>
            </a:r>
          </a:p>
          <a:p>
            <a:endParaRPr lang="en-US" dirty="0">
              <a:effectLst/>
              <a:latin typeface="+mn-lt"/>
              <a:ea typeface="Calibri" panose="020F0502020204030204" pitchFamily="34" charset="0"/>
              <a:cs typeface="Times New Roman" panose="02020603050405020304" pitchFamily="18" charset="0"/>
            </a:endParaRPr>
          </a:p>
          <a:p>
            <a:r>
              <a:rPr lang="en-US" dirty="0">
                <a:effectLst/>
                <a:latin typeface="+mn-lt"/>
                <a:ea typeface="Calibri" panose="020F0502020204030204" pitchFamily="34" charset="0"/>
                <a:cs typeface="Times New Roman" panose="02020603050405020304" pitchFamily="18" charset="0"/>
              </a:rPr>
              <a:t>Conversational AI is a cost-effective solution for many business processes and provides quick scalability during unexpected short-term spikes in demand, such as during a holiday season. The 24-hour availability provides immediate support that allows users to avoid call center wait times, leading to improvements in the overall user experience. </a:t>
            </a:r>
          </a:p>
          <a:p>
            <a:endParaRPr lang="en-US" dirty="0">
              <a:latin typeface="+mn-lt"/>
              <a:ea typeface="Calibri" panose="020F0502020204030204" pitchFamily="34" charset="0"/>
              <a:cs typeface="Times New Roman" panose="02020603050405020304" pitchFamily="18" charset="0"/>
            </a:endParaRPr>
          </a:p>
          <a:p>
            <a:r>
              <a:rPr lang="en-US" dirty="0">
                <a:latin typeface="+mn-lt"/>
                <a:ea typeface="Calibri" panose="020F0502020204030204" pitchFamily="34" charset="0"/>
                <a:cs typeface="Times New Roman" panose="02020603050405020304" pitchFamily="18" charset="0"/>
              </a:rPr>
              <a:t>The </a:t>
            </a:r>
            <a:r>
              <a:rPr lang="en-US" dirty="0">
                <a:latin typeface="+mn-lt"/>
              </a:rPr>
              <a:t>biggest challenge for conversational AI is interpreting the input language (be that language spoken or written). </a:t>
            </a:r>
            <a:r>
              <a:rPr lang="en-US" dirty="0">
                <a:latin typeface="+mn-lt"/>
                <a:ea typeface="Calibri" panose="020F0502020204030204" pitchFamily="34" charset="0"/>
                <a:cs typeface="Times New Roman" panose="02020603050405020304" pitchFamily="18" charset="0"/>
              </a:rPr>
              <a:t>The human languages’ emotions, tones, and sarcasm</a:t>
            </a:r>
            <a:r>
              <a:rPr lang="en-US" dirty="0">
                <a:latin typeface="+mn-lt"/>
              </a:rPr>
              <a:t> make it difficult for this type of technology to interpret intended user meanings and respond appropriately. User dialects, accents, slang, and more can impact the AI’s understanding of the raw input, causing problems with processing the input. </a:t>
            </a:r>
          </a:p>
          <a:p>
            <a:endParaRPr lang="en-US" dirty="0">
              <a:effectLst/>
              <a:latin typeface="+mn-lt"/>
              <a:ea typeface="Calibri" panose="020F0502020204030204" pitchFamily="34" charset="0"/>
              <a:cs typeface="Times New Roman" panose="02020603050405020304" pitchFamily="18" charset="0"/>
            </a:endParaRPr>
          </a:p>
          <a:p>
            <a:r>
              <a:rPr lang="en-US" b="1" dirty="0">
                <a:latin typeface="+mn-lt"/>
              </a:rPr>
              <a:t>Notes:</a:t>
            </a:r>
          </a:p>
          <a:p>
            <a:endParaRPr lang="en-US" b="1"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n-US" sz="1000" dirty="0">
                <a:latin typeface="+mn-lt"/>
              </a:rPr>
              <a:t>refers to a broad set of techniques to train a computer to learn from its inputs, using existing data, and one or more “training” </a:t>
            </a:r>
            <a:r>
              <a:rPr lang="en-US" dirty="0">
                <a:latin typeface="+mn-lt"/>
              </a:rPr>
              <a:t>methods</a:t>
            </a:r>
            <a:r>
              <a:rPr lang="en-US" sz="1000" dirty="0">
                <a:latin typeface="+mn-lt"/>
              </a:rPr>
              <a:t>, instead of being explicitly programmed. </a:t>
            </a:r>
            <a:r>
              <a:rPr lang="en-US" dirty="0">
                <a:latin typeface="+mn-lt"/>
              </a:rPr>
              <a:t>ML helps a computer to achieve AI. </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Deep learning (DL)</a:t>
            </a:r>
            <a:r>
              <a:rPr lang="en-US" sz="1000" b="0" dirty="0">
                <a:latin typeface="+mn-lt"/>
              </a:rPr>
              <a:t> is a technique for implementing machine learning (ML) that relies on deep artificial neural networks to perform complex tasks such as image recognition, object detection, and natural language processing (NLP). Neural networks are a set of algorithms, modeled loosely after the neural networks found in the human brain, which are designed to recognize hidden patterns in data. The “deep” in DL refers to a neural network comprised of more than three layers (which include the input and the output layers). </a:t>
            </a: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0" dirty="0">
                <a:latin typeface="+mn-lt"/>
              </a:rPr>
              <a:t>An</a:t>
            </a:r>
            <a:r>
              <a:rPr lang="en-US" sz="1000" b="1" dirty="0">
                <a:latin typeface="+mn-lt"/>
              </a:rPr>
              <a:t> algorithm </a:t>
            </a:r>
            <a:r>
              <a:rPr lang="en-US" sz="1000" b="0" dirty="0">
                <a:latin typeface="+mn-lt"/>
              </a:rPr>
              <a:t>is a procedure used for solving a problem or performing a computation. Algorithms act as an exact list of instructions that conduct a sequence of specified actions in either hardware- or software-based routines.</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Natural language processing (NLP) </a:t>
            </a:r>
            <a:r>
              <a:rPr lang="en-US" dirty="0">
                <a:latin typeface="+mn-lt"/>
              </a:rPr>
              <a:t>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Natural language understanding (NLU) </a:t>
            </a:r>
            <a:r>
              <a:rPr lang="en-US" dirty="0">
                <a:latin typeface="+mn-lt"/>
              </a:rPr>
              <a:t>is a subtopic of natural language processing (NLP) that deals with machine reading comprehension.</a:t>
            </a:r>
          </a:p>
          <a:p>
            <a:pPr marL="171450" indent="-171450">
              <a:buFont typeface="Arial" panose="020B0604020202020204" pitchFamily="34" charset="0"/>
              <a:buChar cha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Neural networks </a:t>
            </a:r>
            <a:r>
              <a:rPr lang="en-US" sz="1000" dirty="0">
                <a:latin typeface="+mn-lt"/>
              </a:rPr>
              <a:t>are a set of algorithms, modeled loosely after the neural networks found in the human brain, that are designed to recognize hidden patterns in data</a:t>
            </a:r>
            <a:r>
              <a:rPr lang="en-US" sz="1000" b="1" dirty="0">
                <a:effectLst/>
                <a:latin typeface="+mn-lt"/>
                <a:ea typeface="Calibri" panose="020F0502020204030204" pitchFamily="34" charset="0"/>
                <a:cs typeface="Times New Roman" panose="02020603050405020304" pitchFamily="18" charset="0"/>
              </a:rPr>
              <a:t>.</a:t>
            </a:r>
          </a:p>
          <a:p>
            <a:endParaRPr lang="en-US" dirty="0">
              <a:latin typeface="+mn-lt"/>
            </a:endParaRPr>
          </a:p>
          <a:p>
            <a:r>
              <a:rPr lang="en-US" b="1" dirty="0">
                <a:latin typeface="+mn-lt"/>
              </a:rPr>
              <a:t>Sources:</a:t>
            </a:r>
          </a:p>
          <a:p>
            <a:endParaRPr lang="en-US" b="1" dirty="0">
              <a:latin typeface="+mn-lt"/>
            </a:endParaRPr>
          </a:p>
          <a:p>
            <a:pPr marL="171450" indent="-171450">
              <a:buFont typeface="Arial" panose="020B0604020202020204" pitchFamily="34" charset="0"/>
              <a:buChar char="•"/>
            </a:pPr>
            <a:r>
              <a:rPr lang="en-US" dirty="0">
                <a:latin typeface="+mn-lt"/>
              </a:rPr>
              <a:t>What is conversational AI? Webpage: </a:t>
            </a:r>
            <a:r>
              <a:rPr lang="en-US" dirty="0">
                <a:latin typeface="+mn-lt"/>
                <a:hlinkClick r:id="rId3"/>
              </a:rPr>
              <a:t>https://www.ibm.com/topics/conversational-ai</a:t>
            </a:r>
            <a:endParaRPr lang="en-US" dirty="0">
              <a:latin typeface="+mn-lt"/>
            </a:endParaRP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dirty="0">
                <a:latin typeface="+mn-lt"/>
              </a:rPr>
              <a:t>What is natural language processing? Webpage: </a:t>
            </a:r>
            <a:r>
              <a:rPr lang="en-US" dirty="0">
                <a:latin typeface="+mn-lt"/>
                <a:hlinkClick r:id="rId4"/>
              </a:rPr>
              <a:t>https://www.ibm.com/topics/natural-language-processing</a:t>
            </a:r>
            <a:endParaRPr lang="en-US" dirty="0">
              <a:latin typeface="+mn-lt"/>
            </a:endParaRP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dirty="0">
                <a:latin typeface="+mn-lt"/>
              </a:rPr>
              <a:t>What is a chatbot? Webpage: </a:t>
            </a:r>
            <a:r>
              <a:rPr lang="en-US" dirty="0">
                <a:latin typeface="+mn-lt"/>
                <a:hlinkClick r:id="rId5"/>
              </a:rPr>
              <a:t>https://www.ibm.com/topics/chatbots</a:t>
            </a:r>
            <a:endParaRPr lang="en-US" dirty="0">
              <a:latin typeface="+mn-lt"/>
            </a:endParaRP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dirty="0">
                <a:latin typeface="+mn-lt"/>
              </a:rPr>
              <a:t>What is machine learning? Webpage: </a:t>
            </a:r>
            <a:r>
              <a:rPr lang="en-US" dirty="0">
                <a:latin typeface="+mn-lt"/>
                <a:hlinkClick r:id="rId6"/>
              </a:rPr>
              <a:t>https://www.ibm.com/topics/machine-learning</a:t>
            </a:r>
            <a:endParaRPr lang="en-US" dirty="0">
              <a:latin typeface="+mn-lt"/>
            </a:endParaRPr>
          </a:p>
        </p:txBody>
      </p:sp>
      <p:sp>
        <p:nvSpPr>
          <p:cNvPr id="4" name="Slide Number Placeholder 3"/>
          <p:cNvSpPr>
            <a:spLocks noGrp="1"/>
          </p:cNvSpPr>
          <p:nvPr>
            <p:ph type="sldNum" sz="quarter" idx="5"/>
          </p:nvPr>
        </p:nvSpPr>
        <p:spPr/>
        <p:txBody>
          <a:bodyPr/>
          <a:lstStyle/>
          <a:p>
            <a:fld id="{6E2E38B8-B0B4-AD41-AC6E-B781F46A9FD3}" type="slidenum">
              <a:rPr lang="en-US" smtClean="0"/>
              <a:pPr/>
              <a:t>22</a:t>
            </a:fld>
            <a:endParaRPr lang="en-US" dirty="0"/>
          </a:p>
        </p:txBody>
      </p:sp>
    </p:spTree>
    <p:extLst>
      <p:ext uri="{BB962C8B-B14F-4D97-AF65-F5344CB8AC3E}">
        <p14:creationId xmlns:p14="http://schemas.microsoft.com/office/powerpoint/2010/main" val="148935016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j-lt"/>
              </a:rPr>
              <a:t>Conversational artificial intelligence (AI) provides solutions for many business processes and has multiple use cases across the enterprise. Some examples include the following:</a:t>
            </a:r>
          </a:p>
          <a:p>
            <a:endParaRPr lang="en-US" dirty="0">
              <a:latin typeface="+mj-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j-lt"/>
              </a:rPr>
              <a:t>Online customer support:</a:t>
            </a:r>
            <a:r>
              <a:rPr lang="en-US" dirty="0">
                <a:latin typeface="+mj-lt"/>
              </a:rPr>
              <a:t> Online chatbots are replacing human agents along the customer journey. They answer frequently asked questions (FAQs) around topics, like shipping, provide personalized advice, suggest products for users, and are changing customer engagements across websites and social media platforms. The goal here is to create a frictionless experience for clients, but also reduce costs for the business. For example, a bank teller interaction used to cost (all costs are in USD) a bank about USD 4… today it’s just under a USD 1. An average Automated Teller Machine (ATM) interaction costs a bank about USD 0.08, but the average interaction cost for online banking is USD 0.03. This means that </a:t>
            </a:r>
            <a:r>
              <a:rPr lang="en-US" sz="1000" dirty="0">
                <a:latin typeface="+mj-lt"/>
              </a:rPr>
              <a:t>every year a bank lagged in technology, it paid unnecessarily high cost to do business. There are also invisible workflows are previously discussed in this presentation.</a:t>
            </a:r>
            <a:endParaRPr lang="en-US" dirty="0">
              <a:latin typeface="+mj-lt"/>
            </a:endParaRPr>
          </a:p>
          <a:p>
            <a:pPr marL="171450" indent="-171450">
              <a:buFont typeface="Arial" panose="020B0604020202020204" pitchFamily="34" charset="0"/>
              <a:buChar char="•"/>
            </a:pPr>
            <a:endParaRPr lang="en-US" dirty="0">
              <a:latin typeface="+mj-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j-lt"/>
              </a:rPr>
              <a:t>Accessibility:</a:t>
            </a:r>
            <a:r>
              <a:rPr lang="en-US" dirty="0">
                <a:latin typeface="+mj-lt"/>
              </a:rPr>
              <a:t> Companies can become more accessible by reducing entry barriers, particularly for users who use assistive technologies. Commonly used features of conversational AI for these groups are text-to-speech dictation and language translation. The auto-generation of closed captioning for millions and millions of videos on YouTube is a great example of AI in action for accessibility. AI will greatly improve the accessibility space because AI can help well beyond conversational AI. For example, in the USA, there’s an </a:t>
            </a:r>
            <a:r>
              <a:rPr lang="en-CA" sz="1000" b="0" i="0" kern="1200" dirty="0">
                <a:effectLst/>
                <a:latin typeface="+mj-lt"/>
                <a:ea typeface="+mn-ea"/>
                <a:cs typeface="+mn-cs"/>
              </a:rPr>
              <a:t>estimated 3.3 million wheelchair users, with estimated USD 1.825 million of those users over the age of 65 … the number of senior-aged wheelchair users is increasing every year. Shockingly, 20% of automated wheelchair users experience an accident ever year (causing damage to themselves and or property) and 11% of them are sent to a hospital. The wheelchair mobility aid market is a USD 1.14 billion market and computer vision could make wheelchairs smart and safer.</a:t>
            </a:r>
            <a:endParaRPr lang="en-US" dirty="0">
              <a:latin typeface="+mj-lt"/>
            </a:endParaRPr>
          </a:p>
          <a:p>
            <a:pPr marL="171450" indent="-171450">
              <a:buFont typeface="Arial" panose="020B0604020202020204" pitchFamily="34" charset="0"/>
              <a:buChar char="•"/>
            </a:pPr>
            <a:endParaRPr lang="en-US" b="1" dirty="0">
              <a:latin typeface="+mj-lt"/>
            </a:endParaRPr>
          </a:p>
          <a:p>
            <a:pPr marL="171450" indent="-171450">
              <a:buFont typeface="Arial" panose="020B0604020202020204" pitchFamily="34" charset="0"/>
              <a:buChar char="•"/>
            </a:pPr>
            <a:r>
              <a:rPr lang="en-US" b="1" dirty="0">
                <a:latin typeface="+mj-lt"/>
              </a:rPr>
              <a:t>Human Resource (HR) processes</a:t>
            </a:r>
            <a:r>
              <a:rPr lang="en-US" dirty="0">
                <a:latin typeface="+mj-lt"/>
              </a:rPr>
              <a:t>: </a:t>
            </a:r>
            <a:r>
              <a:rPr lang="en-CA" b="0" i="0" u="none" strike="noStrike" dirty="0">
                <a:effectLst/>
                <a:latin typeface="+mj-lt"/>
              </a:rPr>
              <a:t>The role of human resources (HR) in the modern workplace is more critical than ever before. As businesses increasingly rely on remote teams and digital tools, HR professionals must adapt their workflows to manage employees effectively. Luckily, new technologies like artificial intelligence (AI) and automation are making it easier for HR professionals to streamline their workflows and make data-driven decisions. </a:t>
            </a:r>
            <a:r>
              <a:rPr lang="en-US" dirty="0">
                <a:latin typeface="+mj-lt"/>
              </a:rPr>
              <a:t>Many HR processes can be optimized by using conversational AI, such as employee training, onboarding processes, and updating employee information. For example, IBM has fronted many HR processes with a cognitive assistant (called AskHR) that ‘thinks beyond the bots”. AskHR can help managers conversationally transfer employees to new jobs or help employees book time off… fronting the more complex HR Workday system with natural language interactive workflows. Watson Orchestrate was used by IBM HR to automate many tasks. Other HR AI use cases include identification of talent for recruitment or promotion, attrition, customized learning, and more. Learn more at: </a:t>
            </a:r>
            <a:r>
              <a:rPr lang="en-US" dirty="0">
                <a:latin typeface="+mj-lt"/>
                <a:hlinkClick r:id="rId3"/>
              </a:rPr>
              <a:t>https://www.ibm.com/downloads/cas/E1ZJMVAP</a:t>
            </a:r>
            <a:r>
              <a:rPr lang="en-US" dirty="0">
                <a:latin typeface="+mj-lt"/>
              </a:rPr>
              <a:t>.</a:t>
            </a:r>
          </a:p>
          <a:p>
            <a:pPr marL="171450" indent="-171450">
              <a:buFont typeface="Arial" panose="020B0604020202020204" pitchFamily="34" charset="0"/>
              <a:buChar char="•"/>
            </a:pPr>
            <a:endParaRPr lang="en-US" b="1" dirty="0">
              <a:latin typeface="+mj-lt"/>
            </a:endParaRPr>
          </a:p>
          <a:p>
            <a:pPr marL="171450" indent="-171450">
              <a:buFont typeface="Arial" panose="020B0604020202020204" pitchFamily="34" charset="0"/>
              <a:buChar char="•"/>
            </a:pPr>
            <a:r>
              <a:rPr lang="en-US" b="1" dirty="0">
                <a:latin typeface="+mj-lt"/>
              </a:rPr>
              <a:t>Healthcare:</a:t>
            </a:r>
            <a:r>
              <a:rPr lang="en-US" dirty="0">
                <a:latin typeface="+mj-lt"/>
              </a:rPr>
              <a:t> Conversational AI is making healthcare services more accessible and affordable for patients, while also improving operational efficiency and administrative process, such as claim processing. AI can also help with interventions and mental health. Conversational AI is being used to help treat lonely seniors or determine if an intervention is required for suicide prevention based on type words. For example, one study found that usage of the words such as </a:t>
            </a:r>
            <a:r>
              <a:rPr lang="en-CA" sz="1000" dirty="0">
                <a:latin typeface="+mj-lt"/>
                <a:ea typeface="ヒラギノ角ゴ Pro W3" charset="0"/>
                <a:cs typeface="Arial" charset="0"/>
              </a:rPr>
              <a:t>“never”, “everything” , “anymore” , or “always” were 11x more likely to need an active rescue than a person using the word “suicide”.</a:t>
            </a:r>
            <a:endParaRPr lang="en-US" dirty="0">
              <a:latin typeface="+mj-lt"/>
            </a:endParaRPr>
          </a:p>
          <a:p>
            <a:pPr marL="171450" indent="-171450">
              <a:buFont typeface="Arial" panose="020B0604020202020204" pitchFamily="34" charset="0"/>
              <a:buChar char="•"/>
            </a:pPr>
            <a:endParaRPr lang="en-US" b="1" dirty="0">
              <a:latin typeface="+mj-lt"/>
            </a:endParaRPr>
          </a:p>
          <a:p>
            <a:pPr marL="171450" indent="-171450">
              <a:buFont typeface="Arial" panose="020B0604020202020204" pitchFamily="34" charset="0"/>
              <a:buChar char="•"/>
            </a:pPr>
            <a:r>
              <a:rPr lang="en-US" b="1" dirty="0">
                <a:latin typeface="+mj-lt"/>
              </a:rPr>
              <a:t>Internet of things (IoT) devices:</a:t>
            </a:r>
            <a:r>
              <a:rPr lang="en-US" dirty="0">
                <a:latin typeface="+mj-lt"/>
              </a:rPr>
              <a:t> Most households now have at least one IoT device, from Amazon Alexa, to smart watches and cell phones. These devices use automated speech recognition to interact with users. For example, someone can ask Alexa (and IoT device) to vacuum a room in their house after a spill, and it get the Roomba vacuum (another IoT) device to start the clean up task; as that person leaves their house, they may ask Alexa to turn off the light in the house (another IoT device – Apply Home Kit lights) and turn off the air conditioning (through the IoT Nest device).</a:t>
            </a:r>
          </a:p>
          <a:p>
            <a:pPr marL="171450" indent="-171450">
              <a:buFont typeface="Arial" panose="020B0604020202020204" pitchFamily="34" charset="0"/>
              <a:buChar char="•"/>
            </a:pPr>
            <a:endParaRPr lang="en-US" b="1" dirty="0">
              <a:latin typeface="+mj-lt"/>
            </a:endParaRPr>
          </a:p>
          <a:p>
            <a:pPr marL="171450" indent="-171450">
              <a:buFont typeface="Arial" panose="020B0604020202020204" pitchFamily="34" charset="0"/>
              <a:buChar char="•"/>
            </a:pPr>
            <a:r>
              <a:rPr lang="en-US" b="1" dirty="0">
                <a:latin typeface="+mj-lt"/>
              </a:rPr>
              <a:t>Computer software:</a:t>
            </a:r>
            <a:r>
              <a:rPr lang="en-US" dirty="0">
                <a:latin typeface="+mj-lt"/>
              </a:rPr>
              <a:t> Many tasks are simplified by conversational AI, such as search auto complete on Google, spell check auto-fill, and live caption use in presentations. </a:t>
            </a:r>
          </a:p>
          <a:p>
            <a:endParaRPr lang="en-US" dirty="0">
              <a:latin typeface="+mj-lt"/>
            </a:endParaRPr>
          </a:p>
          <a:p>
            <a:r>
              <a:rPr lang="en-US" dirty="0">
                <a:latin typeface="+mj-lt"/>
              </a:rPr>
              <a:t>Conversational AI helps organizations engage customers, deliver services, and can lower cost of doing business while increasing profitability.</a:t>
            </a:r>
          </a:p>
          <a:p>
            <a:endParaRPr lang="en-US" dirty="0">
              <a:latin typeface="+mj-lt"/>
            </a:endParaRPr>
          </a:p>
          <a:p>
            <a:r>
              <a:rPr lang="en-US" b="1" dirty="0">
                <a:latin typeface="+mj-lt"/>
              </a:rPr>
              <a:t>Sources:</a:t>
            </a:r>
          </a:p>
          <a:p>
            <a:endParaRPr lang="en-US" b="1" dirty="0">
              <a:latin typeface="+mj-lt"/>
            </a:endParaRPr>
          </a:p>
          <a:p>
            <a:pPr marL="171450" indent="-171450">
              <a:buFont typeface="Arial" panose="020B0604020202020204" pitchFamily="34" charset="0"/>
              <a:buChar char="•"/>
            </a:pPr>
            <a:r>
              <a:rPr lang="en-US" dirty="0">
                <a:latin typeface="+mj-lt"/>
              </a:rPr>
              <a:t>What is conversational AI? Webpage: </a:t>
            </a:r>
            <a:r>
              <a:rPr lang="en-US" dirty="0">
                <a:latin typeface="+mj-lt"/>
                <a:hlinkClick r:id="rId4"/>
              </a:rPr>
              <a:t>https://www.ibm.com/topics/conversational-ai</a:t>
            </a:r>
            <a:endParaRPr lang="en-US" dirty="0">
              <a:latin typeface="+mj-lt"/>
            </a:endParaRPr>
          </a:p>
          <a:p>
            <a:pPr marL="171450" indent="-171450">
              <a:buFont typeface="Arial" panose="020B0604020202020204" pitchFamily="34" charset="0"/>
              <a:buChar char="•"/>
            </a:pPr>
            <a:endParaRPr lang="en-US" dirty="0">
              <a:latin typeface="+mj-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dirty="0">
                <a:latin typeface="+mj-lt"/>
              </a:rPr>
              <a:t>Banking costs: Governance in the Digital Age, Canadian Public Policy Forum: </a:t>
            </a:r>
            <a:r>
              <a:rPr lang="en-US" dirty="0">
                <a:latin typeface="+mj-lt"/>
                <a:hlinkClick r:id="rId5"/>
              </a:rPr>
              <a:t>https://ppforum.ca/publications/governance-in-the-digital-age/</a:t>
            </a:r>
            <a:endParaRPr lang="en-US" dirty="0">
              <a:latin typeface="+mj-lt"/>
            </a:endParaRPr>
          </a:p>
        </p:txBody>
      </p:sp>
      <p:sp>
        <p:nvSpPr>
          <p:cNvPr id="4" name="Slide Number Placeholder 3"/>
          <p:cNvSpPr>
            <a:spLocks noGrp="1"/>
          </p:cNvSpPr>
          <p:nvPr>
            <p:ph type="sldNum" sz="quarter" idx="5"/>
          </p:nvPr>
        </p:nvSpPr>
        <p:spPr/>
        <p:txBody>
          <a:bodyPr/>
          <a:lstStyle/>
          <a:p>
            <a:fld id="{6E2E38B8-B0B4-AD41-AC6E-B781F46A9FD3}" type="slidenum">
              <a:rPr lang="en-US" smtClean="0"/>
              <a:pPr/>
              <a:t>23</a:t>
            </a:fld>
            <a:endParaRPr lang="en-US" dirty="0"/>
          </a:p>
        </p:txBody>
      </p:sp>
    </p:spTree>
    <p:extLst>
      <p:ext uri="{BB962C8B-B14F-4D97-AF65-F5344CB8AC3E}">
        <p14:creationId xmlns:p14="http://schemas.microsoft.com/office/powerpoint/2010/main" val="157490074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pPr marL="0" marR="0">
              <a:lnSpc>
                <a:spcPct val="107000"/>
              </a:lnSpc>
              <a:spcBef>
                <a:spcPts val="0"/>
              </a:spcBef>
              <a:spcAft>
                <a:spcPts val="0"/>
              </a:spcAft>
            </a:pPr>
            <a:r>
              <a:rPr lang="en-US" dirty="0">
                <a:effectLst/>
                <a:latin typeface="+mn-lt"/>
                <a:ea typeface="Calibri" panose="020F0502020204030204" pitchFamily="34" charset="0"/>
                <a:cs typeface="Times New Roman" panose="02020603050405020304" pitchFamily="18" charset="0"/>
              </a:rPr>
              <a:t>With the rise of OpenAI’s ChatGPT, generative AI techniques have become popular. This goes far beyond text, and includes code, simulated data, images, videos, and music. Examples include: </a:t>
            </a:r>
          </a:p>
          <a:p>
            <a:pPr marL="0" marR="0">
              <a:lnSpc>
                <a:spcPct val="107000"/>
              </a:lnSpc>
              <a:spcBef>
                <a:spcPts val="0"/>
              </a:spcBef>
              <a:spcAft>
                <a:spcPts val="0"/>
              </a:spcAft>
            </a:pPr>
            <a:endParaRPr lang="en-US" dirty="0">
              <a:effectLst/>
              <a:latin typeface="+mn-lt"/>
              <a:ea typeface="Calibri" panose="020F0502020204030204" pitchFamily="34" charset="0"/>
              <a:cs typeface="Times New Roman" panose="02020603050405020304" pitchFamily="18" charset="0"/>
            </a:endParaRPr>
          </a:p>
          <a:p>
            <a:pPr marL="171450" indent="-171450">
              <a:buFont typeface="Arial" panose="020B0604020202020204" pitchFamily="34" charset="0"/>
              <a:buChar char="•"/>
            </a:pPr>
            <a:r>
              <a:rPr lang="en-US" sz="1000" b="1" dirty="0">
                <a:latin typeface="+mn-lt"/>
              </a:rPr>
              <a:t>Text generation</a:t>
            </a:r>
            <a:r>
              <a:rPr lang="en-US" b="1" dirty="0">
                <a:effectLst/>
                <a:latin typeface="+mn-lt"/>
                <a:ea typeface="Calibri" panose="020F0502020204030204" pitchFamily="34" charset="0"/>
                <a:cs typeface="Times New Roman" panose="02020603050405020304" pitchFamily="18" charset="0"/>
              </a:rPr>
              <a:t>: </a:t>
            </a:r>
            <a:r>
              <a:rPr lang="en-CA" b="0" i="0" u="none" strike="noStrike" dirty="0">
                <a:effectLst/>
                <a:latin typeface="+mn-lt"/>
              </a:rPr>
              <a:t>Creative writing can be very fun, yet challenging, especially when someone hit that writer’s block. Generative AI can generate human sounding text, in massive quantities, and disambiguate (understand what ‘it’ refers to downstream in the text) that text too. There are loads of uses cases for this. For example, f</a:t>
            </a:r>
            <a:r>
              <a:rPr lang="en-CA" sz="1000" b="0" i="0" u="none" strike="noStrike" kern="1200" dirty="0">
                <a:effectLst/>
                <a:latin typeface="+mn-lt"/>
                <a:ea typeface="ＭＳ Ｐゴシック" charset="0"/>
                <a:cs typeface="ＭＳ Ｐゴシック" charset="0"/>
              </a:rPr>
              <a:t>inancial services giant Chase Bank uses artificial intelligence (AI) to write marketing copy after a pilot program saw click-through rates on AI-written ads jump by as much as 450%. In the case of one of their promotions, AI generated “LIMITED TIME OFFER: We’ll reward you with $5 Cash Back when you go paperless” and that got nearly 2x the unique clicks that the human copywriters’ message “Go paperless and earn $5 Cash Back”. But the bank was quick to note that that eliminating humans from the marketing copywriting process is not the goal, rather to get copy that resonates. Edits and reviews have always been integral to the process… and humans are in the loop. It’s not humankind versus machine… it’s human-kind aided by machine.</a:t>
            </a:r>
            <a:endParaRPr lang="en-CA" b="0" i="0" u="none" strike="noStrike" dirty="0">
              <a:effectLst/>
              <a:latin typeface="+mn-lt"/>
            </a:endParaRP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endParaRPr lang="en-US" dirty="0">
              <a:effectLst/>
              <a:latin typeface="+mn-lt"/>
              <a:ea typeface="Calibri" panose="020F0502020204030204" pitchFamily="34" charset="0"/>
              <a:cs typeface="Times New Roman" panose="02020603050405020304" pitchFamily="18" charset="0"/>
            </a:endParaRPr>
          </a:p>
          <a:p>
            <a:pPr marL="171450" indent="-171450">
              <a:buFont typeface="Arial" panose="020B0604020202020204" pitchFamily="34" charset="0"/>
              <a:buChar char="•"/>
            </a:pPr>
            <a:r>
              <a:rPr lang="en-US" sz="1000" b="1" dirty="0">
                <a:latin typeface="+mn-lt"/>
              </a:rPr>
              <a:t>Code generation</a:t>
            </a:r>
            <a:r>
              <a:rPr lang="en-US" b="1" dirty="0">
                <a:effectLst/>
                <a:latin typeface="+mn-lt"/>
                <a:ea typeface="Calibri" panose="020F0502020204030204" pitchFamily="34" charset="0"/>
                <a:cs typeface="Times New Roman" panose="02020603050405020304" pitchFamily="18" charset="0"/>
              </a:rPr>
              <a:t>: </a:t>
            </a:r>
            <a:r>
              <a:rPr lang="en-US" dirty="0">
                <a:latin typeface="+mn-lt"/>
              </a:rPr>
              <a:t>Generates code based on user requests. Ideal for boilerplate and simple scenarios, allowing the user to focus on the more difficult work. IBM Watson Code Assistant (previously known as project “Wisdom”) has learned the language of Ansible Playbooks and can generate code based on a text prompt; for example, “Write me a Ansible playbook to deploy Node.js stack on my developer servers.”</a:t>
            </a:r>
          </a:p>
          <a:p>
            <a:pPr marL="171450" marR="0" indent="-171450">
              <a:lnSpc>
                <a:spcPct val="107000"/>
              </a:lnSpc>
              <a:spcBef>
                <a:spcPts val="0"/>
              </a:spcBef>
              <a:spcAft>
                <a:spcPts val="0"/>
              </a:spcAft>
              <a:buFont typeface="Arial" panose="020B0604020202020204" pitchFamily="34" charset="0"/>
              <a:buChar char="•"/>
            </a:pPr>
            <a:endParaRPr lang="en-US"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r>
              <a:rPr lang="en-US" sz="1000" b="1" dirty="0">
                <a:latin typeface="+mn-lt"/>
              </a:rPr>
              <a:t>Music generation</a:t>
            </a:r>
            <a:r>
              <a:rPr lang="en-US" b="1" dirty="0">
                <a:effectLst/>
                <a:latin typeface="+mn-lt"/>
                <a:ea typeface="Calibri" panose="020F0502020204030204" pitchFamily="34" charset="0"/>
                <a:cs typeface="Times New Roman" panose="02020603050405020304" pitchFamily="18" charset="0"/>
              </a:rPr>
              <a:t>: </a:t>
            </a:r>
            <a:r>
              <a:rPr lang="en-US" dirty="0">
                <a:latin typeface="+mn-lt"/>
              </a:rPr>
              <a:t>Write new melodies and songs without any music skills. Simulate what new songs could sound like with different instruments and tones. For example, a </a:t>
            </a:r>
            <a:r>
              <a:rPr lang="en-CA" i="1" dirty="0">
                <a:effectLst/>
                <a:latin typeface="+mn-lt"/>
              </a:rPr>
              <a:t>piano cover </a:t>
            </a:r>
            <a:r>
              <a:rPr lang="en-CA" dirty="0">
                <a:effectLst/>
                <a:latin typeface="+mn-lt"/>
              </a:rPr>
              <a:t>refers to a musical piece in which all musical elements of an existing song are recreated or arranged in the form of a piano performance. Piano covers of pop music are one of the widely enjoyed forms of music or background ambient noise (like hold music). People also use piano covers for music education purpose and general entertainment; in fact, piano cover creators have millions of subscribers on media such as YouTube. For humans to create piano covers, it is necessary to recognize all musical elements such as melodies, chords, or moods from the original audio and reinterpret them into musically appropriate piano performances. Therefore, making a piano cover is not an easy task even for humans as it is a creative task and requires musical knowledge. The Pop2Piano deep learning (DL) model is an AI that has shown excellent performance in modeling high-dimensional music audio data. Pop2Piano is a transformer-based piano cover generation that generates a piano performance (MIDI) from the waveform of pop music. Its training data set was built on on 5989 piano covers from 21 arrangers and corresponding pop songs on YouTube for a total for 307 hours of music.</a:t>
            </a:r>
            <a:endParaRPr lang="en-US"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endParaRPr lang="en-US" dirty="0">
              <a:effectLst/>
              <a:latin typeface="+mn-lt"/>
              <a:ea typeface="Calibri" panose="020F0502020204030204" pitchFamily="34" charset="0"/>
              <a:cs typeface="Times New Roman" panose="02020603050405020304" pitchFamily="18" charset="0"/>
            </a:endParaRPr>
          </a:p>
          <a:p>
            <a:pPr marL="171450" indent="-171450" algn="l">
              <a:buFont typeface="Arial" panose="020B0604020202020204" pitchFamily="34" charset="0"/>
              <a:buChar char="•"/>
            </a:pPr>
            <a:r>
              <a:rPr lang="en-US" sz="1000" b="1" dirty="0">
                <a:latin typeface="+mn-lt"/>
              </a:rPr>
              <a:t>Simulated (synthetic) data generation</a:t>
            </a:r>
            <a:r>
              <a:rPr lang="en-US" b="1" dirty="0">
                <a:effectLst/>
                <a:latin typeface="+mn-lt"/>
                <a:ea typeface="Calibri" panose="020F0502020204030204" pitchFamily="34" charset="0"/>
                <a:cs typeface="Times New Roman" panose="02020603050405020304" pitchFamily="18" charset="0"/>
              </a:rPr>
              <a:t>: </a:t>
            </a:r>
            <a:r>
              <a:rPr lang="en-US" dirty="0">
                <a:latin typeface="+mn-lt"/>
              </a:rPr>
              <a:t>When larger sample sizes of data are needed, foundation models can generate data that is like the existing data sets. Specifically, s</a:t>
            </a:r>
            <a:r>
              <a:rPr lang="en-CA" b="0" i="0" u="none" strike="noStrike" dirty="0" err="1">
                <a:effectLst/>
                <a:latin typeface="+mn-lt"/>
              </a:rPr>
              <a:t>ynthetic</a:t>
            </a:r>
            <a:r>
              <a:rPr lang="en-CA" b="0" i="0" u="none" strike="noStrike" dirty="0">
                <a:effectLst/>
                <a:latin typeface="+mn-lt"/>
              </a:rPr>
              <a:t> data is information that's been generated on a computer to augment or replace real data to improve AI models, protect sensitive data, and mitigate bias. Synthetic data can be used for hackathons, product demos, and internal prototyping to replicate a set of data with the right statistical attributes. For example, banks and financial services institutions use synthetic data by setting up multiagent simulations to explore market behaviors (such as pension investments and loans), to make better lending decisions or to combat financial fraud. Retailers use synthetic data for autonomous check-out systems, cashier-less stores, or analysis of customer demographics. Ironically, data generated by AI and can help AI! Synthetic data can be used to increase the accuracy of machine learning (ML) models. Real-world data is happenstance and does not contain all permutations of conditions or events possible in the real world. Synthetic data can counter this by generating data at the edges, or for conditions not yet seen. The breadth of synthetic data’s applicability will make it a critical accelerator for AI. Synthetic data makes AI possible where lack of data makes AI unusable due to bias or inability to recognize rare or unprecedented scenarios.</a:t>
            </a:r>
            <a:endParaRPr lang="en-US"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endParaRPr lang="en-US"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sz="1000" b="1" dirty="0">
                <a:latin typeface="+mn-lt"/>
              </a:rPr>
              <a:t>Image and video generation</a:t>
            </a:r>
            <a:r>
              <a:rPr lang="en-US" b="1" dirty="0">
                <a:effectLst/>
                <a:latin typeface="+mn-lt"/>
                <a:ea typeface="Calibri" panose="020F0502020204030204" pitchFamily="34" charset="0"/>
                <a:cs typeface="Times New Roman" panose="02020603050405020304" pitchFamily="18" charset="0"/>
              </a:rPr>
              <a:t>: </a:t>
            </a:r>
            <a:r>
              <a:rPr lang="en-US" dirty="0">
                <a:latin typeface="+mn-lt"/>
              </a:rPr>
              <a:t>Enable people without graphic design or artistic skills to create high quality custom images and reduce dependance on stock imagery. This is seen by generative networks such as Stable Diffusion, DALLE-2, Midjourney, NightCafe, and more. Simple prompts like “a polar bear playing the base guitar on an iceberg floating by a tropical island in an oil panting setting that looks like the styling of VanGogh” will produce a new unique image along these instructions. But AI can help in other areas beyond the creative that are more applicable to everyday life. For example, AI can make </a:t>
            </a:r>
            <a:r>
              <a:rPr lang="en-CA" b="0" i="0" u="none" strike="noStrike" dirty="0">
                <a:effectLst/>
                <a:latin typeface="+mn-lt"/>
              </a:rPr>
              <a:t>realistic edits to existing images and add and remove elements while taking shadows, reflections, and textures into account. Photoshop, Topaz Gigapixel AI, Pixelmator (and other image tools) embed this kind of AI today by filling in pixels for removed objects (like someone’s hand in an almost perfect shot) or upscaling the quality of an image. Outpainting is another example of AI working on images; in this use case images are expanded beyond what’s in the original canvas, creating expansive new compositions. For example, extended a beach shore with ‘more of the same’ to add other items to a broadened picture.</a:t>
            </a:r>
            <a:endParaRPr lang="en-US"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pPr>
            <a:r>
              <a:rPr lang="en-US" b="1" dirty="0">
                <a:latin typeface="+mn-lt"/>
                <a:ea typeface="Calibri" panose="020F0502020204030204" pitchFamily="34" charset="0"/>
                <a:cs typeface="Times New Roman" panose="02020603050405020304" pitchFamily="18" charset="0"/>
              </a:rPr>
              <a:t>Notes:</a:t>
            </a:r>
          </a:p>
          <a:p>
            <a:pPr marL="0" marR="0">
              <a:lnSpc>
                <a:spcPct val="107000"/>
              </a:lnSpc>
              <a:spcBef>
                <a:spcPts val="0"/>
              </a:spcBef>
              <a:spcAft>
                <a:spcPts val="0"/>
              </a:spcAft>
            </a:pPr>
            <a:endParaRPr lang="en-US" b="1" dirty="0">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b="1" dirty="0">
                <a:effectLst/>
                <a:latin typeface="+mn-lt"/>
                <a:ea typeface="Calibri" panose="020F0502020204030204" pitchFamily="34" charset="0"/>
                <a:cs typeface="Times New Roman" panose="02020603050405020304" pitchFamily="18" charset="0"/>
              </a:rPr>
              <a:t>Generative AI </a:t>
            </a:r>
            <a:r>
              <a:rPr lang="en-US" dirty="0">
                <a:effectLst/>
                <a:latin typeface="+mn-lt"/>
                <a:ea typeface="Calibri" panose="020F0502020204030204" pitchFamily="34" charset="0"/>
                <a:cs typeface="Times New Roman" panose="02020603050405020304" pitchFamily="18" charset="0"/>
              </a:rPr>
              <a:t>refers to a set of AI algorithms that can generate new outputs — such as text, images, code, or audio — based on the training data, unlike traditional AI systems that are designed to recognize patterns and make predictions. Sometimes the AI that powers these solutions are referred to as decoders.</a:t>
            </a:r>
          </a:p>
          <a:p>
            <a:pPr marL="171450" indent="-171450">
              <a:lnSpc>
                <a:spcPct val="107000"/>
              </a:lnSpc>
              <a:buFont typeface="Arial" panose="020B0604020202020204" pitchFamily="34" charset="0"/>
              <a:buChar char="•"/>
            </a:pPr>
            <a:endParaRPr lang="en-US" sz="1000" b="1" dirty="0">
              <a:latin typeface="+mn-lt"/>
            </a:endParaRPr>
          </a:p>
          <a:p>
            <a:pPr marL="171450" indent="-171450">
              <a:lnSpc>
                <a:spcPct val="107000"/>
              </a:lnSpc>
              <a:buFont typeface="Arial" panose="020B0604020202020204" pitchFamily="34" charset="0"/>
              <a:buChar char="•"/>
            </a:pPr>
            <a:r>
              <a:rPr lang="en-US" sz="1000" b="1" dirty="0">
                <a:latin typeface="+mn-lt"/>
              </a:rPr>
              <a:t>Deep learning (DL)</a:t>
            </a:r>
            <a:r>
              <a:rPr lang="en-US" sz="1000" b="0" dirty="0">
                <a:latin typeface="+mn-lt"/>
              </a:rPr>
              <a:t> is a technique for implementing machine learning (ML) that relies on deep artificial neural networks to perform complex tasks such as image recognition, object detection, and natural language processing (NLP). Neural networks are a set of algorithms, modeled loosely after the neural networks found in the human brain, which are designed to recognize hidden patterns in data. The “deep” in DL refers to a neural network comprised of more than three layers (which include the input and the output layers). </a:t>
            </a:r>
            <a:endParaRPr lang="en-US" dirty="0">
              <a:latin typeface="+mn-lt"/>
            </a:endParaRPr>
          </a:p>
          <a:p>
            <a:pPr marL="171450" marR="0" indent="-171450">
              <a:lnSpc>
                <a:spcPct val="107000"/>
              </a:lnSpc>
              <a:spcBef>
                <a:spcPts val="0"/>
              </a:spcBef>
              <a:spcAft>
                <a:spcPts val="0"/>
              </a:spcAft>
              <a:buFont typeface="Arial" panose="020B0604020202020204" pitchFamily="34" charset="0"/>
              <a:buChar char="•"/>
            </a:pPr>
            <a:endParaRPr lang="en-US" b="1" dirty="0">
              <a:latin typeface="+mn-lt"/>
              <a:ea typeface="Calibri" panose="020F0502020204030204" pitchFamily="34" charset="0"/>
              <a:cs typeface="Times New Roman" panose="02020603050405020304" pitchFamily="18" charset="0"/>
            </a:endParaRPr>
          </a:p>
          <a:p>
            <a:pPr marL="171450" indent="-171450">
              <a:lnSpc>
                <a:spcPct val="107000"/>
              </a:lnSpc>
              <a:buFont typeface="Arial" panose="020B0604020202020204" pitchFamily="34" charset="0"/>
              <a:buChar char="•"/>
            </a:pPr>
            <a:r>
              <a:rPr lang="en-US" sz="1000" b="1" dirty="0">
                <a:latin typeface="+mn-lt"/>
              </a:rPr>
              <a:t>Machine learning (ML) </a:t>
            </a:r>
            <a:r>
              <a:rPr lang="en-US" sz="1000" dirty="0">
                <a:latin typeface="+mn-lt"/>
              </a:rPr>
              <a:t>refers to a broad set of techniques to train a computer to learn from its inputs, using existing data, and one or more “training” </a:t>
            </a:r>
            <a:r>
              <a:rPr lang="en-US" dirty="0">
                <a:latin typeface="+mn-lt"/>
              </a:rPr>
              <a:t>methods</a:t>
            </a:r>
            <a:r>
              <a:rPr lang="en-US" sz="1000" dirty="0">
                <a:latin typeface="+mn-lt"/>
              </a:rPr>
              <a:t>, instead of being explicitly programmed. </a:t>
            </a:r>
            <a:r>
              <a:rPr lang="en-US" dirty="0">
                <a:latin typeface="+mn-lt"/>
              </a:rPr>
              <a:t>ML helps a computer to achieve AI. </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Neural networks </a:t>
            </a:r>
            <a:r>
              <a:rPr lang="en-US" sz="1000" dirty="0">
                <a:latin typeface="+mn-lt"/>
              </a:rPr>
              <a:t>are a set of algorithms, modeled loosely after the neural networks found in the human brain, that are designed to recognize hidden patterns in data</a:t>
            </a:r>
            <a:r>
              <a:rPr lang="en-US" sz="1000" b="1" dirty="0">
                <a:effectLst/>
                <a:latin typeface="+mn-lt"/>
                <a:ea typeface="Calibri" panose="020F0502020204030204" pitchFamily="34" charset="0"/>
                <a:cs typeface="Times New Roman" panose="02020603050405020304" pitchFamily="18" charset="0"/>
              </a:rPr>
              <a:t>.</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b="1" dirty="0">
              <a:latin typeface="+mn-lt"/>
              <a:ea typeface="Calibri" panose="020F0502020204030204" pitchFamily="34" charset="0"/>
              <a:cs typeface="Times New Roman" panose="02020603050405020304" pitchFamily="18" charset="0"/>
            </a:endParaRPr>
          </a:p>
          <a:p>
            <a:pPr marL="171450" indent="-171450">
              <a:buFont typeface="Arial" panose="020B0604020202020204" pitchFamily="34" charset="0"/>
              <a:buChar char="•"/>
              <a:defRPr/>
            </a:pPr>
            <a:r>
              <a:rPr lang="en-US" b="1" dirty="0">
                <a:latin typeface="+mn-lt"/>
              </a:rPr>
              <a:t>Natural language processing (NLP) </a:t>
            </a:r>
            <a:r>
              <a:rPr lang="en-US" dirty="0">
                <a:latin typeface="+mn-lt"/>
              </a:rPr>
              <a:t>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sz="1000" b="1"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0" dirty="0">
                <a:latin typeface="+mn-lt"/>
              </a:rPr>
              <a:t>An</a:t>
            </a:r>
            <a:r>
              <a:rPr lang="en-US" sz="1000" b="1" dirty="0">
                <a:latin typeface="+mn-lt"/>
              </a:rPr>
              <a:t> algorithm </a:t>
            </a:r>
            <a:r>
              <a:rPr lang="en-US" sz="1000" b="0" dirty="0">
                <a:latin typeface="+mn-lt"/>
              </a:rPr>
              <a:t>is a procedure used for solving a problem or performing a computation. Algorithms act as an exact list of instructions that conduct a sequence of specified actions in either hardware- or software-based routines.</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Foundation models </a:t>
            </a:r>
            <a:r>
              <a:rPr lang="en-US" dirty="0">
                <a:latin typeface="+mn-lt"/>
              </a:rPr>
              <a:t>are typically built using a specific kind of neural network architecture, called a transformer, which is designed to generate sequences of related data elements (for example, like a sentence).</a:t>
            </a:r>
          </a:p>
          <a:p>
            <a:pPr marL="171450" indent="-171450">
              <a:buFont typeface="Arial" panose="020B0604020202020204" pitchFamily="34" charset="0"/>
              <a:buChar cha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Bias</a:t>
            </a:r>
            <a:r>
              <a:rPr lang="en-US" sz="1000" b="0" dirty="0">
                <a:latin typeface="+mn-lt"/>
              </a:rPr>
              <a:t> is a type of data error that can occur if an artificial intelligence (AI) models’ output is skewed by the model’s training data. For example, a model may associate specific traits or professions with a certain race or gender, leading to inaccurate predictions and offensive responses. </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sz="1000" b="0" dirty="0">
              <a:effectLst/>
              <a:latin typeface="+mn-lt"/>
              <a:ea typeface="IBM Plex Sans Light" panose="020B0403050203000203" pitchFamily="34" charset="0"/>
              <a:cs typeface="IBM Plex Sans Light" panose="020B0403050203000203" pitchFamily="34"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0" dirty="0">
                <a:latin typeface="+mn-lt"/>
              </a:rPr>
              <a:t>A </a:t>
            </a:r>
            <a:r>
              <a:rPr lang="en-US" b="1" dirty="0">
                <a:latin typeface="+mn-lt"/>
              </a:rPr>
              <a:t>transformer</a:t>
            </a:r>
            <a:r>
              <a:rPr lang="en-US" b="0" dirty="0">
                <a:latin typeface="+mn-lt"/>
              </a:rPr>
              <a:t> </a:t>
            </a:r>
            <a:r>
              <a:rPr lang="en-US" b="1" dirty="0">
                <a:latin typeface="+mn-lt"/>
              </a:rPr>
              <a:t>model</a:t>
            </a:r>
            <a:r>
              <a:rPr lang="en-US" b="0" dirty="0">
                <a:latin typeface="+mn-lt"/>
              </a:rPr>
              <a:t> </a:t>
            </a:r>
            <a:r>
              <a:rPr lang="en-US" dirty="0">
                <a:latin typeface="+mn-lt"/>
              </a:rPr>
              <a:t>is a neural network architecture useful for understanding language, which does not have to understand words one at a time but can look at an entire sentence at once. A technique called self-attention allows the model to focus on the particular words that are important in understanding the meaning of the sentence. Transformers single-handedly spawned the world of foundation models and its birthplace research paper (Attention is all You) spawned the AI inflection point that is happening today. AI transformer models can be Encoder models (like BERT), Decoder models (like GPT), or Encoder and Decoder models (like T5). Learn more about Transformers at: </a:t>
            </a:r>
            <a:r>
              <a:rPr lang="en-US" dirty="0">
                <a:latin typeface="+mn-lt"/>
                <a:hlinkClick r:id="rId3"/>
              </a:rPr>
              <a:t>https://www.youtube.com/watch?v=ZXiruGOCn9s</a:t>
            </a:r>
            <a:r>
              <a:rPr lang="en-US" dirty="0">
                <a:latin typeface="+mn-lt"/>
              </a:rPr>
              <a:t>.</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pPr>
            <a:r>
              <a:rPr lang="en-US" b="1" dirty="0">
                <a:effectLst/>
                <a:latin typeface="+mn-lt"/>
                <a:ea typeface="Calibri" panose="020F0502020204030204" pitchFamily="34" charset="0"/>
                <a:cs typeface="Times New Roman" panose="02020603050405020304" pitchFamily="18" charset="0"/>
              </a:rPr>
              <a:t>Sources:</a:t>
            </a:r>
          </a:p>
          <a:p>
            <a:pPr marL="0" marR="0">
              <a:lnSpc>
                <a:spcPct val="107000"/>
              </a:lnSpc>
              <a:spcBef>
                <a:spcPts val="0"/>
              </a:spcBef>
              <a:spcAft>
                <a:spcPts val="0"/>
              </a:spcAft>
            </a:pPr>
            <a:endParaRPr lang="en-US"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dirty="0">
                <a:effectLst/>
                <a:latin typeface="+mn-lt"/>
                <a:ea typeface="Calibri" panose="020F0502020204030204" pitchFamily="34" charset="0"/>
                <a:cs typeface="Times New Roman" panose="02020603050405020304" pitchFamily="18" charset="0"/>
              </a:rPr>
              <a:t>What is artificial intelligence? Webpage: </a:t>
            </a:r>
            <a:r>
              <a:rPr lang="en-US" u="sng" dirty="0">
                <a:effectLst/>
                <a:latin typeface="+mn-lt"/>
                <a:ea typeface="Calibri" panose="020F0502020204030204" pitchFamily="34" charset="0"/>
                <a:cs typeface="Times New Roman" panose="02020603050405020304" pitchFamily="18" charset="0"/>
                <a:hlinkClick r:id="rId4"/>
              </a:rPr>
              <a:t>https://www.ibm.com/topics/artificial-intelligence</a:t>
            </a:r>
            <a:endParaRPr lang="en-US" u="sng"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endParaRPr lang="en-US" u="sng" dirty="0">
              <a:effectLst/>
              <a:latin typeface="+mn-lt"/>
              <a:ea typeface="Calibri" panose="020F0502020204030204" pitchFamily="34" charset="0"/>
              <a:cs typeface="Times New Roman" panose="02020603050405020304" pitchFamily="18" charset="0"/>
            </a:endParaRPr>
          </a:p>
          <a:p>
            <a:pPr marL="171450" marR="0" indent="-171450">
              <a:lnSpc>
                <a:spcPct val="107000"/>
              </a:lnSpc>
              <a:spcBef>
                <a:spcPts val="0"/>
              </a:spcBef>
              <a:spcAft>
                <a:spcPts val="0"/>
              </a:spcAft>
              <a:buFont typeface="Arial" panose="020B0604020202020204" pitchFamily="34" charset="0"/>
              <a:buChar char="•"/>
            </a:pPr>
            <a:r>
              <a:rPr lang="en-US" u="none" dirty="0">
                <a:effectLst/>
                <a:latin typeface="+mn-lt"/>
                <a:ea typeface="Calibri" panose="020F0502020204030204" pitchFamily="34" charset="0"/>
                <a:cs typeface="Times New Roman" panose="02020603050405020304" pitchFamily="18" charset="0"/>
              </a:rPr>
              <a:t>Wallstreet Journal article, JP Morgan Chase Taps AI to Make Marketing Messages More Powerful: </a:t>
            </a:r>
            <a:r>
              <a:rPr lang="en-US" u="none" dirty="0">
                <a:effectLst/>
                <a:latin typeface="+mn-lt"/>
                <a:ea typeface="Calibri" panose="020F0502020204030204" pitchFamily="34" charset="0"/>
                <a:cs typeface="Times New Roman" panose="02020603050405020304" pitchFamily="18" charset="0"/>
                <a:hlinkClick r:id="rId5"/>
              </a:rPr>
              <a:t>https://www.wsj.com/articles/jpmorgan-chase-taps-ai-to-make-marketing-messages-more-powerful-11564482606</a:t>
            </a:r>
            <a:endParaRPr lang="en-US" u="none" dirty="0">
              <a:effectLst/>
              <a:latin typeface="+mn-lt"/>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fld id="{6E2E38B8-B0B4-AD41-AC6E-B781F46A9FD3}" type="slidenum">
              <a:rPr lang="en-US" smtClean="0"/>
              <a:pPr/>
              <a:t>24</a:t>
            </a:fld>
            <a:endParaRPr lang="en-US" dirty="0"/>
          </a:p>
        </p:txBody>
      </p:sp>
    </p:spTree>
    <p:extLst>
      <p:ext uri="{BB962C8B-B14F-4D97-AF65-F5344CB8AC3E}">
        <p14:creationId xmlns:p14="http://schemas.microsoft.com/office/powerpoint/2010/main" val="90638806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r>
              <a:rPr lang="en-US" dirty="0">
                <a:latin typeface="+mn-lt"/>
              </a:rPr>
              <a:t>This glossary of terms related to artificial intelligence (AI) is provided as a summary to use for reference.</a:t>
            </a:r>
          </a:p>
          <a:p>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0" dirty="0">
                <a:latin typeface="+mn-lt"/>
              </a:rPr>
              <a:t>An </a:t>
            </a:r>
            <a:r>
              <a:rPr lang="en-US" sz="1000" b="1" dirty="0">
                <a:latin typeface="+mn-lt"/>
              </a:rPr>
              <a:t>algorithm</a:t>
            </a:r>
            <a:r>
              <a:rPr lang="en-US" sz="1000" b="0" dirty="0">
                <a:latin typeface="+mn-lt"/>
              </a:rPr>
              <a:t> is a procedure used for solving a problem or performing a computation. Algorithms act as an exact list of instructions that conduct a sequence of specified actions in either hardware- or software-based routines.</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Artificial general intelligence (AGI), </a:t>
            </a:r>
            <a:r>
              <a:rPr lang="en-US" b="0" dirty="0">
                <a:latin typeface="+mn-lt"/>
              </a:rPr>
              <a:t>general AI, </a:t>
            </a:r>
            <a:r>
              <a:rPr lang="en-US" dirty="0">
                <a:latin typeface="+mn-lt"/>
              </a:rPr>
              <a:t>is a theoretical form of AI where a machine would have an intelligence equaled to humans; it would have a self-aware consciousness that can solve problems, learn, and plan for the future. This is also known as strong AI.</a:t>
            </a:r>
            <a:endParaRPr lang="en-US" b="1" dirty="0">
              <a:latin typeface="+mn-lt"/>
            </a:endParaRPr>
          </a:p>
          <a:p>
            <a:pPr marL="171450" indent="-171450" algn="l">
              <a:buFont typeface="Arial" panose="020B0604020202020204" pitchFamily="34" charset="0"/>
              <a:buChar char="•"/>
            </a:pPr>
            <a:endParaRPr lang="en-US" b="1" dirty="0">
              <a:latin typeface="+mn-lt"/>
            </a:endParaRPr>
          </a:p>
          <a:p>
            <a:pPr marL="171450" indent="-171450" algn="l">
              <a:buFont typeface="Arial" panose="020B0604020202020204" pitchFamily="34" charset="0"/>
              <a:buChar char="•"/>
            </a:pPr>
            <a:r>
              <a:rPr lang="en-US" b="1" dirty="0">
                <a:latin typeface="+mn-lt"/>
              </a:rPr>
              <a:t>Artificial intelligence (AI) </a:t>
            </a:r>
            <a:r>
              <a:rPr lang="en-US" dirty="0">
                <a:latin typeface="+mn-lt"/>
              </a:rPr>
              <a:t>i</a:t>
            </a:r>
            <a:r>
              <a:rPr lang="en-US" sz="1000" dirty="0">
                <a:latin typeface="+mn-lt"/>
              </a:rPr>
              <a:t>s the field focused on building smart machines that can perform tasks that normally require human intelligence. </a:t>
            </a:r>
          </a:p>
          <a:p>
            <a:pPr marL="0" marR="0" lvl="0" indent="0" algn="l" defTabSz="2438522" rtl="0" eaLnBrk="1" fontAlgn="auto" latinLnBrk="0" hangingPunct="1">
              <a:lnSpc>
                <a:spcPct val="110000"/>
              </a:lnSpc>
              <a:spcBef>
                <a:spcPts val="0"/>
              </a:spcBef>
              <a:spcAft>
                <a:spcPts val="0"/>
              </a:spcAft>
              <a:buClrTx/>
              <a:buSzTx/>
              <a:buFont typeface="Arial" panose="020B0604020202020204" pitchFamily="34" charset="0"/>
              <a:buNone/>
              <a:tabLst/>
              <a:defRPr/>
            </a:pPr>
            <a:endParaRPr lang="en-US" dirty="0">
              <a:latin typeface="+mn-lt"/>
            </a:endParaRPr>
          </a:p>
          <a:p>
            <a:pPr marL="171450" indent="-171450">
              <a:buFont typeface="Arial" panose="020B0604020202020204" pitchFamily="34" charset="0"/>
              <a:buChar char="•"/>
            </a:pPr>
            <a:r>
              <a:rPr lang="en-US" b="1" dirty="0">
                <a:latin typeface="+mn-lt"/>
              </a:rPr>
              <a:t>Artificial narrow intelligence (ANI)</a:t>
            </a:r>
            <a:r>
              <a:rPr lang="en-US" dirty="0">
                <a:latin typeface="+mn-lt"/>
              </a:rPr>
              <a:t>, narrow AI, also known as weak AI, is AI trained and focused to perform specific tasks. This AI drives most of the AI that surrounds us today, such as Apple's Siri, Amazon's Alexa, IBM Watson, and autonomous vehicles.</a:t>
            </a: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1" dirty="0">
                <a:latin typeface="+mn-lt"/>
              </a:rPr>
              <a:t>Artificial super intelligence (ASI)</a:t>
            </a:r>
            <a:r>
              <a:rPr lang="en-US" b="0" dirty="0">
                <a:latin typeface="+mn-lt"/>
              </a:rPr>
              <a:t>,</a:t>
            </a:r>
            <a:r>
              <a:rPr lang="en-US" b="1" dirty="0">
                <a:latin typeface="+mn-lt"/>
              </a:rPr>
              <a:t> </a:t>
            </a:r>
            <a:r>
              <a:rPr lang="en-US" b="0" dirty="0">
                <a:latin typeface="+mn-lt"/>
              </a:rPr>
              <a:t>super AI, </a:t>
            </a:r>
            <a:r>
              <a:rPr lang="en-US" dirty="0">
                <a:latin typeface="+mn-lt"/>
              </a:rPr>
              <a:t>also known as superintelligence, would surpass the intelligence and ability of the human brain. While strong AI is still entirely theoretical with no practical examples in use today, that doesn’t mean AI researchers aren't also exploring its development. </a:t>
            </a:r>
          </a:p>
          <a:p>
            <a:pPr marL="171450" indent="-171450">
              <a:buFont typeface="Arial" panose="020B0604020202020204" pitchFamily="34" charset="0"/>
              <a:buChar cha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Bias</a:t>
            </a:r>
            <a:r>
              <a:rPr lang="en-US" sz="1000" b="0" dirty="0">
                <a:latin typeface="+mn-lt"/>
              </a:rPr>
              <a:t> is a type of data error that can occur if an artificial intelligence (AI) models’ output is skewed by the model’s training data. For example, a model may associate specific traits or professions with a certain race or gender, leading to inaccurate predictions and offensive responses. </a:t>
            </a:r>
          </a:p>
          <a:p>
            <a:pPr marL="171450" indent="-171450">
              <a:buFont typeface="Arial" panose="020B0604020202020204" pitchFamily="34" charset="0"/>
              <a:buChar cha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Convolutional neural network (CNN) </a:t>
            </a:r>
            <a:r>
              <a:rPr lang="en-US" b="0" dirty="0">
                <a:latin typeface="+mn-lt"/>
              </a:rPr>
              <a:t>is a network architecture for deep learning specifically used for image recognition and tasks that involve the processing of pixel data. CNNs are particularly useful for finding patterns in images to recognize objects, classes, and categories.</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Deep learning (DL) </a:t>
            </a:r>
            <a:r>
              <a:rPr lang="en-US" sz="1000" b="0" dirty="0">
                <a:latin typeface="+mn-lt"/>
              </a:rPr>
              <a:t>is a technique for implementing machine learning (ML) that relies on deep artificial neural networks to perform complex tasks such as image recognition, object detection, and natural language processing (NLP). Neural networks are a set of algorithms, modeled loosely after the neural networks found in the human brain, which are designed to recognize hidden patterns in data. The “deep” in DL refers to a neural network comprised of more than three layers (which include the input and the output layers). </a:t>
            </a:r>
          </a:p>
          <a:p>
            <a:pPr marL="0" marR="0" indent="0">
              <a:lnSpc>
                <a:spcPct val="107000"/>
              </a:lnSpc>
              <a:spcBef>
                <a:spcPts val="0"/>
              </a:spcBef>
              <a:spcAft>
                <a:spcPts val="0"/>
              </a:spcAft>
              <a:buFont typeface="Arial" panose="020B0604020202020204" pitchFamily="34" charset="0"/>
              <a:buNone/>
            </a:pPr>
            <a:endParaRPr lang="en-US" dirty="0">
              <a:effectLst/>
              <a:latin typeface="+mn-lt"/>
              <a:ea typeface="Calibri" panose="020F0502020204030204" pitchFamily="34" charset="0"/>
              <a:cs typeface="Times New Roman" panose="02020603050405020304" pitchFamily="18" charset="0"/>
            </a:endParaRPr>
          </a:p>
          <a:p>
            <a:pPr marL="171450" indent="-171450" defTabSz="914400" eaLnBrk="0" fontAlgn="base" hangingPunct="0">
              <a:lnSpc>
                <a:spcPct val="100000"/>
              </a:lnSpc>
              <a:spcBef>
                <a:spcPct val="30000"/>
              </a:spcBef>
              <a:spcAft>
                <a:spcPct val="0"/>
              </a:spcAft>
              <a:buFont typeface="Arial" panose="020B0604020202020204" pitchFamily="34" charset="0"/>
              <a:buChar char="•"/>
              <a:defRPr/>
            </a:pPr>
            <a:r>
              <a:rPr lang="en-US" b="1" dirty="0">
                <a:latin typeface="+mn-lt"/>
              </a:rPr>
              <a:t>Foundation models </a:t>
            </a:r>
            <a:r>
              <a:rPr lang="en-US" dirty="0">
                <a:latin typeface="+mn-lt"/>
              </a:rPr>
              <a:t>are typically built using a specific kind of neural network architecture, called a transformer, which is designed to generate sequences of related data elements (for example, like a sentence).</a:t>
            </a:r>
          </a:p>
          <a:p>
            <a:endParaRPr lang="en-US" dirty="0">
              <a:latin typeface="+mn-lt"/>
            </a:endParaRPr>
          </a:p>
          <a:p>
            <a:pPr marL="171450" marR="0" indent="-171450">
              <a:lnSpc>
                <a:spcPct val="107000"/>
              </a:lnSpc>
              <a:spcBef>
                <a:spcPts val="0"/>
              </a:spcBef>
              <a:spcAft>
                <a:spcPts val="0"/>
              </a:spcAft>
              <a:buFont typeface="Arial" panose="020B0604020202020204" pitchFamily="34" charset="0"/>
              <a:buChar char="•"/>
            </a:pPr>
            <a:r>
              <a:rPr lang="en-US" b="1" dirty="0">
                <a:effectLst/>
                <a:latin typeface="+mn-lt"/>
                <a:ea typeface="Calibri" panose="020F0502020204030204" pitchFamily="34" charset="0"/>
                <a:cs typeface="Times New Roman" panose="02020603050405020304" pitchFamily="18" charset="0"/>
              </a:rPr>
              <a:t>Generative AI </a:t>
            </a:r>
            <a:r>
              <a:rPr lang="en-US" dirty="0">
                <a:effectLst/>
                <a:latin typeface="+mn-lt"/>
                <a:ea typeface="Calibri" panose="020F0502020204030204" pitchFamily="34" charset="0"/>
                <a:cs typeface="Times New Roman" panose="02020603050405020304" pitchFamily="18" charset="0"/>
              </a:rPr>
              <a:t>refers to a set of AI algorithms that can generate new outputs — such as text, images, code, or audio — based on the training data, unlike traditional AI systems that are designed to recognize patterns and make predictions. Sometimes the AI that powers these solutions are referred to as decoders.</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171450" indent="-171450">
              <a:buFont typeface="Arial" panose="020B0604020202020204" pitchFamily="34" charset="0"/>
              <a:buChar char="•"/>
            </a:pPr>
            <a:r>
              <a:rPr lang="en-US" b="1" dirty="0">
                <a:latin typeface="+mn-lt"/>
              </a:rPr>
              <a:t>Hallucination</a:t>
            </a:r>
            <a:r>
              <a:rPr lang="en-US" dirty="0">
                <a:latin typeface="+mn-lt"/>
              </a:rPr>
              <a:t> is a well-known phenomenon in large language models (LLMs) in which the system provides an answer that is factually incorrect, irrelevant, or nonsensical because of limitations in it’s training data and architecture; more concerning is the hallucinated answer sounds plausible.</a:t>
            </a:r>
          </a:p>
          <a:p>
            <a:pPr marL="171450" indent="-171450">
              <a:buFont typeface="Arial" panose="020B0604020202020204" pitchFamily="34" charset="0"/>
              <a:buChar char="•"/>
            </a:pPr>
            <a:endParaRPr lang="en-US" dirty="0">
              <a:latin typeface="+mn-lt"/>
            </a:endParaRPr>
          </a:p>
          <a:p>
            <a:pPr marL="171450" indent="-171450">
              <a:buFont typeface="Arial" panose="020B0604020202020204" pitchFamily="34" charset="0"/>
              <a:buChar char="•"/>
            </a:pPr>
            <a:r>
              <a:rPr lang="en-US" b="0" dirty="0">
                <a:effectLst/>
                <a:latin typeface="+mn-lt"/>
                <a:ea typeface="Calibri" panose="020F0502020204030204" pitchFamily="34" charset="0"/>
                <a:cs typeface="Times New Roman" panose="02020603050405020304" pitchFamily="18" charset="0"/>
              </a:rPr>
              <a:t>A </a:t>
            </a:r>
            <a:r>
              <a:rPr lang="en-US" b="1" dirty="0">
                <a:effectLst/>
                <a:latin typeface="+mn-lt"/>
                <a:ea typeface="Calibri" panose="020F0502020204030204" pitchFamily="34" charset="0"/>
                <a:cs typeface="Times New Roman" panose="02020603050405020304" pitchFamily="18" charset="0"/>
              </a:rPr>
              <a:t>large language model (LLM) </a:t>
            </a:r>
            <a:r>
              <a:rPr lang="en-US" dirty="0">
                <a:effectLst/>
                <a:latin typeface="+mn-lt"/>
                <a:ea typeface="Calibri" panose="020F0502020204030204" pitchFamily="34" charset="0"/>
                <a:cs typeface="Times New Roman" panose="02020603050405020304" pitchFamily="18" charset="0"/>
              </a:rPr>
              <a:t>is a t</a:t>
            </a:r>
            <a:r>
              <a:rPr lang="en-US" dirty="0">
                <a:latin typeface="+mn-lt"/>
              </a:rPr>
              <a:t>ype of machine learning model that has been trained on large quantities of unlabeled text using self-supervised learning and can perform a variety of natural language processing (NLP) tasks (even when that language is a programming language). Output</a:t>
            </a:r>
            <a:r>
              <a:rPr lang="en-US" dirty="0">
                <a:effectLst/>
                <a:latin typeface="+mn-lt"/>
                <a:ea typeface="Calibri" panose="020F0502020204030204" pitchFamily="34" charset="0"/>
                <a:cs typeface="Times New Roman" panose="02020603050405020304" pitchFamily="18" charset="0"/>
              </a:rPr>
              <a:t> may range from books, articles, social media posts, online conversations, and even code. The architecture of an LLM consists of layers of neural networks that learn to generate language in a way that is similar to how humans use language. </a:t>
            </a:r>
          </a:p>
          <a:p>
            <a:endParaRPr lang="en-US" dirty="0">
              <a:latin typeface="+mn-lt"/>
            </a:endParaRPr>
          </a:p>
          <a:p>
            <a:pPr marL="171450" marR="0" lvl="0" indent="-171450" algn="l" defTabSz="2438522" rtl="0" eaLnBrk="1" fontAlgn="auto" latinLnBrk="0" hangingPunct="1">
              <a:lnSpc>
                <a:spcPct val="107000"/>
              </a:lnSpc>
              <a:spcBef>
                <a:spcPts val="0"/>
              </a:spcBef>
              <a:spcAft>
                <a:spcPts val="0"/>
              </a:spcAft>
              <a:buClrTx/>
              <a:buSzTx/>
              <a:buFont typeface="Arial" panose="020B0604020202020204" pitchFamily="34" charset="0"/>
              <a:buChar char="•"/>
              <a:tabLst/>
              <a:defRPr/>
            </a:pPr>
            <a:r>
              <a:rPr lang="en-US" sz="1000" b="1" dirty="0">
                <a:latin typeface="+mn-lt"/>
              </a:rPr>
              <a:t>Machine learning (ML) </a:t>
            </a:r>
            <a:r>
              <a:rPr lang="en-US" sz="1000" dirty="0">
                <a:latin typeface="+mn-lt"/>
              </a:rPr>
              <a:t>refers to a broad set of techniques to train a computer to learn from its inputs, using existing data, and one or more “training” methods, instead of being explicitly programmed. </a:t>
            </a:r>
            <a:r>
              <a:rPr lang="en-US" dirty="0">
                <a:latin typeface="+mn-lt"/>
              </a:rPr>
              <a:t>ML helps a computer to achieve AI. </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171450" indent="-171450">
              <a:lnSpc>
                <a:spcPct val="107000"/>
              </a:lnSpc>
              <a:buFont typeface="Arial" panose="020B0604020202020204" pitchFamily="34" charset="0"/>
              <a:buChar char="•"/>
            </a:pPr>
            <a:r>
              <a:rPr lang="en-US" b="1" dirty="0">
                <a:latin typeface="+mn-lt"/>
              </a:rPr>
              <a:t>Natural language generation (NLG) </a:t>
            </a:r>
            <a:r>
              <a:rPr lang="en-US" dirty="0">
                <a:latin typeface="+mn-lt"/>
              </a:rPr>
              <a:t>is a subtopic of natural language processing (NLP) that is the process of generating text that appears to be written by a human, without the need for a human to actually write it.</a:t>
            </a:r>
          </a:p>
          <a:p>
            <a:pPr marL="0" marR="0">
              <a:lnSpc>
                <a:spcPct val="107000"/>
              </a:lnSpc>
              <a:spcBef>
                <a:spcPts val="0"/>
              </a:spcBef>
              <a:spcAft>
                <a:spcPts val="0"/>
              </a:spcAft>
            </a:pPr>
            <a:endParaRPr lang="en-US" b="1" dirty="0">
              <a:effectLst/>
              <a:latin typeface="+mn-lt"/>
              <a:ea typeface="Calibri" panose="020F0502020204030204" pitchFamily="34" charset="0"/>
              <a:cs typeface="Times New Roman" panose="02020603050405020304" pitchFamily="18" charset="0"/>
            </a:endParaRPr>
          </a:p>
          <a:p>
            <a:pPr marL="171450" indent="-171450">
              <a:buFont typeface="Arial" panose="020B0604020202020204" pitchFamily="34" charset="0"/>
              <a:buChar char="•"/>
            </a:pPr>
            <a:r>
              <a:rPr lang="en-US" b="1" dirty="0">
                <a:latin typeface="+mn-lt"/>
              </a:rPr>
              <a:t>Natural language processing (NLP)</a:t>
            </a:r>
            <a:r>
              <a:rPr lang="en-US" dirty="0">
                <a:latin typeface="+mn-lt"/>
              </a:rPr>
              <a:t> is the technology that gives computers the ability to understand text and spoken words in much the same way human beings can. NLP combines computational linguistics — rule-based modeling of human language — with statistical, machine learning (ML), and deep learning (DL) models. These technologies enable computers to process human language in the form of text or voice data and to ‘understand’ its full meaning, complete with the speaker or writer’s intent and sentiment.</a:t>
            </a:r>
          </a:p>
          <a:p>
            <a:pPr marL="171450" indent="-171450">
              <a:buFont typeface="Arial" panose="020B0604020202020204" pitchFamily="34" charset="0"/>
              <a:buChar cha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latin typeface="+mn-lt"/>
              </a:rPr>
              <a:t>Natural language understanding (NLU) </a:t>
            </a:r>
            <a:r>
              <a:rPr lang="en-US" dirty="0">
                <a:latin typeface="+mn-lt"/>
              </a:rPr>
              <a:t>is a subtopic of natural language processing (NLP) that deals with machine reading comprehension.</a:t>
            </a:r>
          </a:p>
          <a:p>
            <a:pPr marL="171450" indent="-171450">
              <a:buFont typeface="Arial" panose="020B0604020202020204" pitchFamily="34" charset="0"/>
              <a:buChar char="•"/>
            </a:pPr>
            <a:endParaRPr lang="en-US" dirty="0">
              <a:latin typeface="+mn-lt"/>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000" b="1" dirty="0">
                <a:latin typeface="+mn-lt"/>
              </a:rPr>
              <a:t>Neural networks </a:t>
            </a:r>
            <a:r>
              <a:rPr lang="en-US" sz="1000" dirty="0">
                <a:latin typeface="+mn-lt"/>
              </a:rPr>
              <a:t>are a set of algorithms, modeled loosely after the neural networks found in the human brain, that are designed to recognize hidden patterns in data</a:t>
            </a:r>
            <a:r>
              <a:rPr lang="en-US" sz="1000" b="1" dirty="0">
                <a:effectLst/>
                <a:latin typeface="+mn-lt"/>
                <a:ea typeface="Calibri" panose="020F0502020204030204" pitchFamily="34" charset="0"/>
                <a:cs typeface="Times New Roman" panose="02020603050405020304" pitchFamily="18" charset="0"/>
              </a:rPr>
              <a:t>.</a:t>
            </a: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endParaRPr lang="en-US" sz="1000" b="1" dirty="0">
              <a:effectLst/>
              <a:latin typeface="+mn-lt"/>
              <a:ea typeface="Calibri" panose="020F0502020204030204" pitchFamily="34" charset="0"/>
              <a:cs typeface="Times New Roman" panose="02020603050405020304" pitchFamily="18" charset="0"/>
            </a:endParaRPr>
          </a:p>
          <a:p>
            <a:pPr marL="171450" marR="0" lvl="0" indent="-171450" algn="l" defTabSz="2438522"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b="1" dirty="0">
                <a:effectLst/>
                <a:latin typeface="+mn-lt"/>
                <a:ea typeface="Calibri" panose="020F0502020204030204" pitchFamily="34" charset="0"/>
                <a:cs typeface="Times New Roman" panose="02020603050405020304" pitchFamily="18" charset="0"/>
              </a:rPr>
              <a:t>Parameters</a:t>
            </a:r>
            <a:r>
              <a:rPr lang="en-US" dirty="0">
                <a:effectLst/>
                <a:latin typeface="+mn-lt"/>
                <a:ea typeface="Calibri" panose="020F0502020204030204" pitchFamily="34" charset="0"/>
                <a:cs typeface="Times New Roman" panose="02020603050405020304" pitchFamily="18" charset="0"/>
              </a:rPr>
              <a:t> are numerical values that define a large language model’s (LLM) structure and behavior, like clues that help it guess what words come next. Modern systems like ChatGPT are thought to have hundreds of billions of parameters. </a:t>
            </a:r>
          </a:p>
          <a:p>
            <a:pPr marL="0" marR="0" lvl="0" indent="0" algn="l" defTabSz="2438522" rtl="0" eaLnBrk="1" fontAlgn="auto" latinLnBrk="0" hangingPunct="1">
              <a:lnSpc>
                <a:spcPct val="110000"/>
              </a:lnSpc>
              <a:spcBef>
                <a:spcPts val="0"/>
              </a:spcBef>
              <a:spcAft>
                <a:spcPts val="0"/>
              </a:spcAft>
              <a:buClrTx/>
              <a:buSzTx/>
              <a:buFont typeface="Arial" panose="020B0604020202020204" pitchFamily="34" charset="0"/>
              <a:buNone/>
              <a:tabLst/>
              <a:defRPr/>
            </a:pPr>
            <a:endParaRPr lang="en-US" dirty="0">
              <a:effectLst/>
              <a:latin typeface="+mn-lt"/>
              <a:ea typeface="Calibri" panose="020F0502020204030204" pitchFamily="34" charset="0"/>
              <a:cs typeface="Times New Roman" panose="02020603050405020304" pitchFamily="18" charset="0"/>
            </a:endParaRPr>
          </a:p>
          <a:p>
            <a:pPr marL="171450" indent="-171450">
              <a:lnSpc>
                <a:spcPct val="107000"/>
              </a:lnSpc>
              <a:buFont typeface="Arial" panose="020B0604020202020204" pitchFamily="34" charset="0"/>
              <a:buChar char="•"/>
            </a:pPr>
            <a:r>
              <a:rPr lang="en-US" sz="1000" b="0" dirty="0">
                <a:latin typeface="+mn-lt"/>
              </a:rPr>
              <a:t>A </a:t>
            </a:r>
            <a:r>
              <a:rPr lang="en-US" sz="1000" b="1" dirty="0">
                <a:latin typeface="+mn-lt"/>
              </a:rPr>
              <a:t>transformer</a:t>
            </a:r>
            <a:r>
              <a:rPr lang="en-US" sz="1000" b="0" dirty="0">
                <a:latin typeface="+mn-lt"/>
              </a:rPr>
              <a:t> </a:t>
            </a:r>
            <a:r>
              <a:rPr lang="en-US" sz="1000" b="1" dirty="0">
                <a:latin typeface="+mn-lt"/>
              </a:rPr>
              <a:t>model</a:t>
            </a:r>
            <a:r>
              <a:rPr lang="en-US" sz="1000" b="0" dirty="0">
                <a:latin typeface="+mn-lt"/>
              </a:rPr>
              <a:t> </a:t>
            </a:r>
            <a:r>
              <a:rPr lang="en-US" sz="1000" dirty="0">
                <a:latin typeface="+mn-lt"/>
              </a:rPr>
              <a:t>is a neural network architecture useful for understanding language, which does not have to understand words one at a time but can look at an entire sentence at once for context and disambiguation. A technique called self-attention allows these models to focus on the particular words that are important in understanding the meaning of the sentence. Transformers single-handedly spawned the world of foundation models and its birthplace research paper (Attention is all You Need) spawned the AI inflection point that is happening today. AI transformer models can be Encoder models (like BERT), Decoder models (like GPT), or Encoder and Decoder models (like T5). Learn more about Transformers at: </a:t>
            </a:r>
            <a:r>
              <a:rPr lang="en-US" sz="1000" dirty="0">
                <a:latin typeface="+mn-lt"/>
                <a:hlinkClick r:id="rId3"/>
              </a:rPr>
              <a:t>https://www.youtube.com/watch?v=ZXiruGOCn9s</a:t>
            </a:r>
            <a:r>
              <a:rPr lang="en-US" sz="1000" dirty="0">
                <a:latin typeface="+mn-lt"/>
              </a:rPr>
              <a:t>.</a:t>
            </a:r>
          </a:p>
        </p:txBody>
      </p:sp>
      <p:sp>
        <p:nvSpPr>
          <p:cNvPr id="4" name="Slide Number Placeholder 3"/>
          <p:cNvSpPr>
            <a:spLocks noGrp="1"/>
          </p:cNvSpPr>
          <p:nvPr>
            <p:ph type="sldNum" sz="quarter" idx="5"/>
          </p:nvPr>
        </p:nvSpPr>
        <p:spPr/>
        <p:txBody>
          <a:bodyPr/>
          <a:lstStyle/>
          <a:p>
            <a:fld id="{6E2E38B8-B0B4-AD41-AC6E-B781F46A9FD3}" type="slidenum">
              <a:rPr lang="en-US" smtClean="0"/>
              <a:pPr/>
              <a:t>25</a:t>
            </a:fld>
            <a:endParaRPr lang="en-US" dirty="0"/>
          </a:p>
        </p:txBody>
      </p:sp>
    </p:spTree>
    <p:extLst>
      <p:ext uri="{BB962C8B-B14F-4D97-AF65-F5344CB8AC3E}">
        <p14:creationId xmlns:p14="http://schemas.microsoft.com/office/powerpoint/2010/main" val="353097646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06375" y="228600"/>
            <a:ext cx="6419850" cy="3611563"/>
          </a:xfrm>
        </p:spPr>
      </p:sp>
      <p:sp>
        <p:nvSpPr>
          <p:cNvPr id="3" name="Notes Placeholder 2"/>
          <p:cNvSpPr>
            <a:spLocks noGrp="1"/>
          </p:cNvSpPr>
          <p:nvPr>
            <p:ph type="body" idx="1"/>
          </p:nvPr>
        </p:nvSpPr>
        <p:spPr/>
        <p:txBody>
          <a:bodyPr/>
          <a:lstStyle/>
          <a:p>
            <a:pPr marL="0" marR="0" lvl="0" indent="0" algn="l" defTabSz="2438522" rtl="0" eaLnBrk="1" fontAlgn="auto" latinLnBrk="0" hangingPunct="1">
              <a:lnSpc>
                <a:spcPct val="110000"/>
              </a:lnSpc>
              <a:spcBef>
                <a:spcPts val="0"/>
              </a:spcBef>
              <a:spcAft>
                <a:spcPts val="0"/>
              </a:spcAft>
              <a:buClrTx/>
              <a:buSzTx/>
              <a:buFontTx/>
              <a:buNone/>
              <a:tabLst/>
              <a:defRPr/>
            </a:pPr>
            <a:r>
              <a:rPr lang="en-US" sz="1000" dirty="0">
                <a:latin typeface="+mn-lt"/>
              </a:rPr>
              <a:t>This self-explanatory slide does not require speaker notes. </a:t>
            </a:r>
          </a:p>
          <a:p>
            <a:endParaRPr lang="en-US" dirty="0"/>
          </a:p>
        </p:txBody>
      </p:sp>
      <p:sp>
        <p:nvSpPr>
          <p:cNvPr id="4" name="Slide Number Placeholder 3"/>
          <p:cNvSpPr>
            <a:spLocks noGrp="1"/>
          </p:cNvSpPr>
          <p:nvPr>
            <p:ph type="sldNum" sz="quarter" idx="5"/>
          </p:nvPr>
        </p:nvSpPr>
        <p:spPr/>
        <p:txBody>
          <a:bodyPr/>
          <a:lstStyle/>
          <a:p>
            <a:fld id="{6E2E38B8-B0B4-AD41-AC6E-B781F46A9FD3}" type="slidenum">
              <a:rPr lang="en-US" smtClean="0"/>
              <a:pPr/>
              <a:t>26</a:t>
            </a:fld>
            <a:endParaRPr lang="en-US" dirty="0"/>
          </a:p>
        </p:txBody>
      </p:sp>
    </p:spTree>
    <p:extLst>
      <p:ext uri="{BB962C8B-B14F-4D97-AF65-F5344CB8AC3E}">
        <p14:creationId xmlns:p14="http://schemas.microsoft.com/office/powerpoint/2010/main" val="84987010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imagery">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EA7055A2-0B5C-73F2-C2DB-FC7245A7AB38}"/>
              </a:ext>
            </a:extLst>
          </p:cNvPr>
          <p:cNvSpPr>
            <a:spLocks noGrp="1"/>
          </p:cNvSpPr>
          <p:nvPr>
            <p:ph type="pic" sz="quarter" idx="11" hasCustomPrompt="1"/>
          </p:nvPr>
        </p:nvSpPr>
        <p:spPr>
          <a:xfrm>
            <a:off x="0" y="0"/>
            <a:ext cx="24387175" cy="12001500"/>
          </a:xfrm>
          <a:prstGeom prst="rect">
            <a:avLst/>
          </a:prstGeom>
          <a:solidFill>
            <a:srgbClr val="E0E0E0"/>
          </a:solidFill>
        </p:spPr>
        <p:txBody>
          <a:bodyPr anchor="ctr"/>
          <a:lstStyle>
            <a:lvl1pPr algn="ctr">
              <a:defRPr b="0" i="0">
                <a:solidFill>
                  <a:schemeClr val="accent5"/>
                </a:solidFill>
                <a:latin typeface="IBM Plex Sans Light" panose="020B0403050203000203" pitchFamily="34" charset="0"/>
              </a:defRPr>
            </a:lvl1pPr>
          </a:lstStyle>
          <a:p>
            <a:r>
              <a:rPr lang="en-US" dirty="0"/>
              <a:t>Place imagery here</a:t>
            </a:r>
          </a:p>
        </p:txBody>
      </p:sp>
      <p:sp>
        <p:nvSpPr>
          <p:cNvPr id="2" name="Title 1">
            <a:extLst>
              <a:ext uri="{FF2B5EF4-FFF2-40B4-BE49-F238E27FC236}">
                <a16:creationId xmlns:a16="http://schemas.microsoft.com/office/drawing/2014/main" id="{20B36957-63E4-1587-AB6D-C18AE4E04D8D}"/>
              </a:ext>
            </a:extLst>
          </p:cNvPr>
          <p:cNvSpPr>
            <a:spLocks noGrp="1"/>
          </p:cNvSpPr>
          <p:nvPr>
            <p:ph type="title"/>
          </p:nvPr>
        </p:nvSpPr>
        <p:spPr>
          <a:xfrm>
            <a:off x="576072" y="384048"/>
            <a:ext cx="11050588" cy="6288087"/>
          </a:xfrm>
        </p:spPr>
        <p:txBody>
          <a:bodyPr/>
          <a:lstStyle>
            <a:lvl1pPr>
              <a:lnSpc>
                <a:spcPct val="100000"/>
              </a:lnSpc>
              <a:defRPr sz="8600" b="0" i="0">
                <a:solidFill>
                  <a:schemeClr val="tx2"/>
                </a:solidFill>
                <a:latin typeface="IBM Plex Sans Light" panose="020B0403050203000203" pitchFamily="34" charset="0"/>
              </a:defRPr>
            </a:lvl1pPr>
          </a:lstStyle>
          <a:p>
            <a:r>
              <a:rPr lang="en-US" dirty="0"/>
              <a:t>Click to edit Master title style</a:t>
            </a:r>
          </a:p>
        </p:txBody>
      </p:sp>
      <p:sp>
        <p:nvSpPr>
          <p:cNvPr id="3" name="Text Placeholder 6">
            <a:extLst>
              <a:ext uri="{FF2B5EF4-FFF2-40B4-BE49-F238E27FC236}">
                <a16:creationId xmlns:a16="http://schemas.microsoft.com/office/drawing/2014/main" id="{2EC0ABF4-1C51-BF7D-70CF-DD2C38C9DB69}"/>
              </a:ext>
            </a:extLst>
          </p:cNvPr>
          <p:cNvSpPr>
            <a:spLocks noGrp="1"/>
          </p:cNvSpPr>
          <p:nvPr>
            <p:ph type="body" sz="quarter" idx="10"/>
          </p:nvPr>
        </p:nvSpPr>
        <p:spPr>
          <a:xfrm>
            <a:off x="560959" y="12096093"/>
            <a:ext cx="4953000" cy="1143000"/>
          </a:xfrm>
          <a:prstGeom prst="rect">
            <a:avLst/>
          </a:prstGeom>
        </p:spPr>
        <p:txBody>
          <a:bodyPr anchor="b"/>
          <a:lstStyle>
            <a:lvl1pPr defTabSz="1161288">
              <a:lnSpc>
                <a:spcPct val="100000"/>
              </a:lnSpc>
              <a:spcBef>
                <a:spcPts val="0"/>
              </a:spcBef>
              <a:defRPr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4" name="Text Placeholder 6">
            <a:extLst>
              <a:ext uri="{FF2B5EF4-FFF2-40B4-BE49-F238E27FC236}">
                <a16:creationId xmlns:a16="http://schemas.microsoft.com/office/drawing/2014/main" id="{6069D4BA-0EE4-89E6-7C3A-71F71400A311}"/>
              </a:ext>
            </a:extLst>
          </p:cNvPr>
          <p:cNvSpPr>
            <a:spLocks noGrp="1"/>
          </p:cNvSpPr>
          <p:nvPr>
            <p:ph type="body" sz="quarter" idx="14"/>
          </p:nvPr>
        </p:nvSpPr>
        <p:spPr>
          <a:xfrm>
            <a:off x="6656388" y="12001501"/>
            <a:ext cx="4953000" cy="1237592"/>
          </a:xfrm>
          <a:prstGeom prst="rect">
            <a:avLst/>
          </a:prstGeom>
        </p:spPr>
        <p:txBody>
          <a:bodyPr anchor="b"/>
          <a:lstStyle>
            <a:lvl1pPr defTabSz="1161288">
              <a:lnSpc>
                <a:spcPct val="100000"/>
              </a:lnSpc>
              <a:spcBef>
                <a:spcPts val="0"/>
              </a:spcBef>
              <a:defRPr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4196795180"/>
      </p:ext>
    </p:extLst>
  </p:cSld>
  <p:clrMapOvr>
    <a:masterClrMapping/>
  </p:clrMapOvr>
  <p:transition spd="med"/>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cyan">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8D23798D-A03E-2BC6-136A-14C1E387E723}"/>
              </a:ext>
            </a:extLst>
          </p:cNvPr>
          <p:cNvSpPr/>
          <p:nvPr userDrawn="1"/>
        </p:nvSpPr>
        <p:spPr bwMode="auto">
          <a:xfrm>
            <a:off x="0" y="0"/>
            <a:ext cx="24387175" cy="12001500"/>
          </a:xfrm>
          <a:prstGeom prst="rect">
            <a:avLst/>
          </a:prstGeom>
          <a:solidFill>
            <a:srgbClr val="E5F6FF"/>
          </a:solidFill>
          <a:ln w="19050">
            <a:solidFill>
              <a:srgbClr val="E5F6FF"/>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IBM Plex Sans Light" panose="020B0403050203000203" pitchFamily="34" charset="0"/>
            </a:endParaRPr>
          </a:p>
        </p:txBody>
      </p:sp>
      <p:sp>
        <p:nvSpPr>
          <p:cNvPr id="2" name="Title 1">
            <a:extLst>
              <a:ext uri="{FF2B5EF4-FFF2-40B4-BE49-F238E27FC236}">
                <a16:creationId xmlns:a16="http://schemas.microsoft.com/office/drawing/2014/main" id="{20B36957-63E4-1587-AB6D-C18AE4E04D8D}"/>
              </a:ext>
            </a:extLst>
          </p:cNvPr>
          <p:cNvSpPr>
            <a:spLocks noGrp="1"/>
          </p:cNvSpPr>
          <p:nvPr>
            <p:ph type="title"/>
          </p:nvPr>
        </p:nvSpPr>
        <p:spPr>
          <a:xfrm>
            <a:off x="576072" y="384048"/>
            <a:ext cx="11050589" cy="4573587"/>
          </a:xfrm>
        </p:spPr>
        <p:txBody>
          <a:bodyPr/>
          <a:lstStyle>
            <a:lvl1pPr>
              <a:lnSpc>
                <a:spcPct val="100000"/>
              </a:lnSpc>
              <a:defRPr sz="8600" b="0" i="0">
                <a:solidFill>
                  <a:schemeClr val="tx2"/>
                </a:solidFill>
                <a:latin typeface="IBM Plex Sans Light" panose="020B0403050203000203" pitchFamily="34" charset="0"/>
              </a:defRPr>
            </a:lvl1pPr>
          </a:lstStyle>
          <a:p>
            <a:r>
              <a:rPr lang="en-US" dirty="0"/>
              <a:t>Click to edit Master title style</a:t>
            </a:r>
          </a:p>
        </p:txBody>
      </p:sp>
      <p:sp>
        <p:nvSpPr>
          <p:cNvPr id="5" name="Text Placeholder 6">
            <a:extLst>
              <a:ext uri="{FF2B5EF4-FFF2-40B4-BE49-F238E27FC236}">
                <a16:creationId xmlns:a16="http://schemas.microsoft.com/office/drawing/2014/main" id="{5314509F-3705-A705-C5B3-FA435C246A22}"/>
              </a:ext>
            </a:extLst>
          </p:cNvPr>
          <p:cNvSpPr>
            <a:spLocks noGrp="1"/>
          </p:cNvSpPr>
          <p:nvPr>
            <p:ph type="body" sz="quarter" idx="10"/>
          </p:nvPr>
        </p:nvSpPr>
        <p:spPr>
          <a:xfrm>
            <a:off x="560959" y="12096093"/>
            <a:ext cx="4953000" cy="1143000"/>
          </a:xfrm>
          <a:prstGeom prst="rect">
            <a:avLst/>
          </a:prstGeom>
        </p:spPr>
        <p:txBody>
          <a:bodyPr anchor="b"/>
          <a:lstStyle>
            <a:lvl1pPr defTabSz="1161288">
              <a:lnSpc>
                <a:spcPct val="100000"/>
              </a:lnSpc>
              <a:spcBef>
                <a:spcPts val="0"/>
              </a:spcBef>
              <a:defRPr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6" name="Text Placeholder 6">
            <a:extLst>
              <a:ext uri="{FF2B5EF4-FFF2-40B4-BE49-F238E27FC236}">
                <a16:creationId xmlns:a16="http://schemas.microsoft.com/office/drawing/2014/main" id="{3F264794-39E6-B78D-2E92-D8D02F9188BC}"/>
              </a:ext>
            </a:extLst>
          </p:cNvPr>
          <p:cNvSpPr>
            <a:spLocks noGrp="1"/>
          </p:cNvSpPr>
          <p:nvPr>
            <p:ph type="body" sz="quarter" idx="14"/>
          </p:nvPr>
        </p:nvSpPr>
        <p:spPr>
          <a:xfrm>
            <a:off x="6656388" y="12001501"/>
            <a:ext cx="4953000" cy="1237592"/>
          </a:xfrm>
          <a:prstGeom prst="rect">
            <a:avLst/>
          </a:prstGeom>
        </p:spPr>
        <p:txBody>
          <a:bodyPr anchor="b"/>
          <a:lstStyle>
            <a:lvl1pPr defTabSz="1161288">
              <a:lnSpc>
                <a:spcPct val="100000"/>
              </a:lnSpc>
              <a:spcBef>
                <a:spcPts val="0"/>
              </a:spcBef>
              <a:defRPr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1698670438"/>
      </p:ext>
    </p:extLst>
  </p:cSld>
  <p:clrMapOvr>
    <a:masterClrMapping/>
  </p:clrMapOvr>
  <p:transition spd="med"/>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ver, plai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B36957-63E4-1587-AB6D-C18AE4E04D8D}"/>
              </a:ext>
            </a:extLst>
          </p:cNvPr>
          <p:cNvSpPr>
            <a:spLocks noGrp="1"/>
          </p:cNvSpPr>
          <p:nvPr>
            <p:ph type="title"/>
          </p:nvPr>
        </p:nvSpPr>
        <p:spPr>
          <a:xfrm>
            <a:off x="576072" y="384048"/>
            <a:ext cx="11050589" cy="4573587"/>
          </a:xfrm>
        </p:spPr>
        <p:txBody>
          <a:bodyPr/>
          <a:lstStyle>
            <a:lvl1pPr>
              <a:lnSpc>
                <a:spcPct val="100000"/>
              </a:lnSpc>
              <a:defRPr sz="8600" b="0" i="0">
                <a:latin typeface="IBM Plex Sans Light" panose="020B0403050203000203" pitchFamily="34" charset="0"/>
              </a:defRPr>
            </a:lvl1pPr>
          </a:lstStyle>
          <a:p>
            <a:r>
              <a:rPr lang="en-US" dirty="0"/>
              <a:t>Click to edit Master title style</a:t>
            </a:r>
          </a:p>
        </p:txBody>
      </p:sp>
    </p:spTree>
    <p:extLst>
      <p:ext uri="{BB962C8B-B14F-4D97-AF65-F5344CB8AC3E}">
        <p14:creationId xmlns:p14="http://schemas.microsoft.com/office/powerpoint/2010/main" val="2224878651"/>
      </p:ext>
    </p:extLst>
  </p:cSld>
  <p:clrMapOvr>
    <a:masterClrMapping/>
  </p:clrMapOvr>
  <p:transition spd="med"/>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ver, plain, business uni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B36957-63E4-1587-AB6D-C18AE4E04D8D}"/>
              </a:ext>
            </a:extLst>
          </p:cNvPr>
          <p:cNvSpPr>
            <a:spLocks noGrp="1"/>
          </p:cNvSpPr>
          <p:nvPr>
            <p:ph type="title"/>
          </p:nvPr>
        </p:nvSpPr>
        <p:spPr>
          <a:xfrm>
            <a:off x="576072" y="384048"/>
            <a:ext cx="11050588" cy="4573587"/>
          </a:xfrm>
        </p:spPr>
        <p:txBody>
          <a:bodyPr/>
          <a:lstStyle>
            <a:lvl1pPr>
              <a:lnSpc>
                <a:spcPct val="100000"/>
              </a:lnSpc>
              <a:defRPr sz="8600" b="0" i="0">
                <a:solidFill>
                  <a:schemeClr val="tx2"/>
                </a:solidFill>
                <a:latin typeface="IBM Plex Sans Light" panose="020B0403050203000203" pitchFamily="34" charset="0"/>
              </a:defRPr>
            </a:lvl1pPr>
          </a:lstStyle>
          <a:p>
            <a:r>
              <a:rPr lang="en-US" dirty="0"/>
              <a:t>Click to edit Master title style</a:t>
            </a:r>
          </a:p>
        </p:txBody>
      </p:sp>
      <p:sp>
        <p:nvSpPr>
          <p:cNvPr id="5" name="Text Placeholder 4">
            <a:extLst>
              <a:ext uri="{FF2B5EF4-FFF2-40B4-BE49-F238E27FC236}">
                <a16:creationId xmlns:a16="http://schemas.microsoft.com/office/drawing/2014/main" id="{F3A2629C-3C99-5809-3D6C-46ACEB922F7C}"/>
              </a:ext>
            </a:extLst>
          </p:cNvPr>
          <p:cNvSpPr>
            <a:spLocks noGrp="1"/>
          </p:cNvSpPr>
          <p:nvPr>
            <p:ph type="body" sz="quarter" idx="10"/>
          </p:nvPr>
        </p:nvSpPr>
        <p:spPr>
          <a:xfrm>
            <a:off x="576072" y="12463272"/>
            <a:ext cx="11050588" cy="762000"/>
          </a:xfrm>
          <a:prstGeom prst="rect">
            <a:avLst/>
          </a:prstGeom>
        </p:spPr>
        <p:txBody>
          <a:bodyPr anchor="b"/>
          <a:lstStyle>
            <a:lvl1pPr>
              <a:lnSpc>
                <a:spcPct val="100000"/>
              </a:lnSpc>
              <a:spcBef>
                <a:spcPts val="0"/>
              </a:spcBef>
              <a:defRPr sz="3600" b="0" i="0">
                <a:solidFill>
                  <a:schemeClr val="tx1"/>
                </a:solidFill>
                <a:latin typeface="IBM Plex Sans Light" panose="020B0403050203000203" pitchFamily="34" charset="0"/>
              </a:defRPr>
            </a:lvl1pPr>
          </a:lstStyle>
          <a:p>
            <a:pPr lvl="0"/>
            <a:r>
              <a:rPr lang="en-US" dirty="0"/>
              <a:t>Click to edit Master text styles</a:t>
            </a:r>
          </a:p>
        </p:txBody>
      </p:sp>
    </p:spTree>
    <p:extLst>
      <p:ext uri="{BB962C8B-B14F-4D97-AF65-F5344CB8AC3E}">
        <p14:creationId xmlns:p14="http://schemas.microsoft.com/office/powerpoint/2010/main" val="817174950"/>
      </p:ext>
    </p:extLst>
  </p:cSld>
  <p:clrMapOvr>
    <a:masterClrMapping/>
  </p:clrMapOvr>
  <p:transition spd="med"/>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ver, imagery, half ">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9CD5B627-E439-376E-A00C-87BAFF059FD8}"/>
              </a:ext>
            </a:extLst>
          </p:cNvPr>
          <p:cNvSpPr>
            <a:spLocks noGrp="1"/>
          </p:cNvSpPr>
          <p:nvPr>
            <p:ph type="pic" sz="quarter" idx="12" hasCustomPrompt="1"/>
          </p:nvPr>
        </p:nvSpPr>
        <p:spPr>
          <a:xfrm>
            <a:off x="12763500" y="569913"/>
            <a:ext cx="11049000" cy="12574587"/>
          </a:xfrm>
          <a:prstGeom prst="rect">
            <a:avLst/>
          </a:prstGeom>
          <a:solidFill>
            <a:srgbClr val="E0E0E0"/>
          </a:solidFill>
        </p:spPr>
        <p:txBody>
          <a:bodyPr anchor="ctr"/>
          <a:lstStyle>
            <a:lvl1pPr algn="ctr">
              <a:defRPr b="0" i="0">
                <a:solidFill>
                  <a:schemeClr val="accent5"/>
                </a:solidFill>
                <a:latin typeface="IBM Plex Sans Light" panose="020B0403050203000203" pitchFamily="34" charset="0"/>
              </a:defRPr>
            </a:lvl1pPr>
          </a:lstStyle>
          <a:p>
            <a:r>
              <a:rPr lang="en-US" dirty="0"/>
              <a:t>Place imagery here</a:t>
            </a:r>
          </a:p>
        </p:txBody>
      </p:sp>
      <p:sp>
        <p:nvSpPr>
          <p:cNvPr id="2" name="Title 1">
            <a:extLst>
              <a:ext uri="{FF2B5EF4-FFF2-40B4-BE49-F238E27FC236}">
                <a16:creationId xmlns:a16="http://schemas.microsoft.com/office/drawing/2014/main" id="{413A412C-EE28-6248-612D-41BAAD7F005C}"/>
              </a:ext>
            </a:extLst>
          </p:cNvPr>
          <p:cNvSpPr>
            <a:spLocks noGrp="1"/>
          </p:cNvSpPr>
          <p:nvPr>
            <p:ph type="title"/>
          </p:nvPr>
        </p:nvSpPr>
        <p:spPr>
          <a:xfrm>
            <a:off x="576072" y="384048"/>
            <a:ext cx="10101072" cy="10479087"/>
          </a:xfrm>
        </p:spPr>
        <p:txBody>
          <a:bodyPr/>
          <a:lstStyle>
            <a:lvl1pPr>
              <a:lnSpc>
                <a:spcPct val="100000"/>
              </a:lnSpc>
              <a:defRPr sz="8600" b="0" i="0">
                <a:solidFill>
                  <a:schemeClr val="tx2"/>
                </a:solidFill>
                <a:latin typeface="IBM Plex Sans Light" panose="020B0403050203000203" pitchFamily="34" charset="0"/>
              </a:defRPr>
            </a:lvl1pPr>
          </a:lstStyle>
          <a:p>
            <a:r>
              <a:rPr lang="en-US" dirty="0"/>
              <a:t>Click to edit Master title style</a:t>
            </a:r>
          </a:p>
        </p:txBody>
      </p:sp>
    </p:spTree>
    <p:extLst>
      <p:ext uri="{BB962C8B-B14F-4D97-AF65-F5344CB8AC3E}">
        <p14:creationId xmlns:p14="http://schemas.microsoft.com/office/powerpoint/2010/main" val="4152614004"/>
      </p:ext>
    </p:extLst>
  </p:cSld>
  <p:clrMapOvr>
    <a:masterClrMapping/>
  </p:clrMapOvr>
  <p:transition spd="med"/>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ver, imagery, half, business unit">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9CD5B627-E439-376E-A00C-87BAFF059FD8}"/>
              </a:ext>
            </a:extLst>
          </p:cNvPr>
          <p:cNvSpPr>
            <a:spLocks noGrp="1"/>
          </p:cNvSpPr>
          <p:nvPr>
            <p:ph type="pic" sz="quarter" idx="12" hasCustomPrompt="1"/>
          </p:nvPr>
        </p:nvSpPr>
        <p:spPr>
          <a:xfrm>
            <a:off x="12763500" y="569913"/>
            <a:ext cx="11049000" cy="12574587"/>
          </a:xfrm>
          <a:prstGeom prst="rect">
            <a:avLst/>
          </a:prstGeom>
          <a:solidFill>
            <a:srgbClr val="E0E0E0"/>
          </a:solidFill>
        </p:spPr>
        <p:txBody>
          <a:bodyPr anchor="ctr"/>
          <a:lstStyle>
            <a:lvl1pPr algn="ctr">
              <a:defRPr b="0" i="0">
                <a:solidFill>
                  <a:schemeClr val="accent5"/>
                </a:solidFill>
                <a:latin typeface="IBM Plex Sans Light" panose="020B0403050203000203" pitchFamily="34" charset="0"/>
              </a:defRPr>
            </a:lvl1pPr>
          </a:lstStyle>
          <a:p>
            <a:r>
              <a:rPr lang="en-US" dirty="0"/>
              <a:t>Place imagery here</a:t>
            </a:r>
          </a:p>
        </p:txBody>
      </p:sp>
      <p:sp>
        <p:nvSpPr>
          <p:cNvPr id="2" name="Title 1">
            <a:extLst>
              <a:ext uri="{FF2B5EF4-FFF2-40B4-BE49-F238E27FC236}">
                <a16:creationId xmlns:a16="http://schemas.microsoft.com/office/drawing/2014/main" id="{413A412C-EE28-6248-612D-41BAAD7F005C}"/>
              </a:ext>
            </a:extLst>
          </p:cNvPr>
          <p:cNvSpPr>
            <a:spLocks noGrp="1"/>
          </p:cNvSpPr>
          <p:nvPr>
            <p:ph type="title"/>
          </p:nvPr>
        </p:nvSpPr>
        <p:spPr>
          <a:xfrm>
            <a:off x="576072" y="1527048"/>
            <a:ext cx="10099675" cy="9337675"/>
          </a:xfrm>
        </p:spPr>
        <p:txBody>
          <a:bodyPr/>
          <a:lstStyle>
            <a:lvl1pPr>
              <a:lnSpc>
                <a:spcPct val="100000"/>
              </a:lnSpc>
              <a:defRPr sz="8600" b="0" i="0">
                <a:solidFill>
                  <a:schemeClr val="tx2"/>
                </a:solidFill>
                <a:latin typeface="IBM Plex Sans Light" panose="020B0403050203000203" pitchFamily="34" charset="0"/>
              </a:defRPr>
            </a:lvl1pPr>
          </a:lstStyle>
          <a:p>
            <a:r>
              <a:rPr lang="en-US" dirty="0"/>
              <a:t>Click to edit Master title style</a:t>
            </a:r>
          </a:p>
        </p:txBody>
      </p:sp>
      <p:sp>
        <p:nvSpPr>
          <p:cNvPr id="5" name="Text Placeholder 4">
            <a:extLst>
              <a:ext uri="{FF2B5EF4-FFF2-40B4-BE49-F238E27FC236}">
                <a16:creationId xmlns:a16="http://schemas.microsoft.com/office/drawing/2014/main" id="{276E74B7-8F2A-46A5-97C4-76677246CFAF}"/>
              </a:ext>
            </a:extLst>
          </p:cNvPr>
          <p:cNvSpPr>
            <a:spLocks noGrp="1"/>
          </p:cNvSpPr>
          <p:nvPr>
            <p:ph type="body" sz="quarter" idx="11"/>
          </p:nvPr>
        </p:nvSpPr>
        <p:spPr>
          <a:xfrm>
            <a:off x="576072" y="385200"/>
            <a:ext cx="10099675" cy="571500"/>
          </a:xfrm>
          <a:prstGeom prst="rect">
            <a:avLst/>
          </a:prstGeom>
        </p:spPr>
        <p:txBody>
          <a:bodyPr/>
          <a:lstStyle>
            <a:lvl1pPr>
              <a:lnSpc>
                <a:spcPct val="100000"/>
              </a:lnSpc>
              <a:spcBef>
                <a:spcPts val="0"/>
              </a:spcBef>
              <a:defRPr sz="3600" b="0" i="0">
                <a:solidFill>
                  <a:schemeClr val="tx2"/>
                </a:solidFill>
                <a:latin typeface="IBM Plex Sans Light" panose="020B0403050203000203" pitchFamily="34" charset="0"/>
              </a:defRPr>
            </a:lvl1pPr>
            <a:lvl2pPr>
              <a:spcBef>
                <a:spcPts val="0"/>
              </a:spcBef>
              <a:defRPr/>
            </a:lvl2pPr>
            <a:lvl3pPr>
              <a:spcBef>
                <a:spcPts val="0"/>
              </a:spcBef>
              <a:defRPr/>
            </a:lvl3pPr>
            <a:lvl4pPr>
              <a:spcBef>
                <a:spcPts val="0"/>
              </a:spcBef>
              <a:defRPr/>
            </a:lvl4pPr>
            <a:lvl5pPr>
              <a:spcBef>
                <a:spcPts val="0"/>
              </a:spcBef>
              <a:defRPr/>
            </a:lvl5pPr>
          </a:lstStyle>
          <a:p>
            <a:pPr lvl="0"/>
            <a:r>
              <a:rPr lang="en-US" dirty="0"/>
              <a:t>Click to edit Master text styles</a:t>
            </a:r>
          </a:p>
        </p:txBody>
      </p:sp>
    </p:spTree>
    <p:extLst>
      <p:ext uri="{BB962C8B-B14F-4D97-AF65-F5344CB8AC3E}">
        <p14:creationId xmlns:p14="http://schemas.microsoft.com/office/powerpoint/2010/main" val="3340209367"/>
      </p:ext>
    </p:extLst>
  </p:cSld>
  <p:clrMapOvr>
    <a:masterClrMapping/>
  </p:clrMapOvr>
  <p:transition spd="med"/>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Content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B36957-63E4-1587-AB6D-C18AE4E04D8D}"/>
              </a:ext>
            </a:extLst>
          </p:cNvPr>
          <p:cNvSpPr>
            <a:spLocks noGrp="1"/>
          </p:cNvSpPr>
          <p:nvPr>
            <p:ph type="title"/>
          </p:nvPr>
        </p:nvSpPr>
        <p:spPr>
          <a:xfrm>
            <a:off x="576072" y="384048"/>
            <a:ext cx="4956175" cy="4573587"/>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7" name="Text Placeholder 6">
            <a:extLst>
              <a:ext uri="{FF2B5EF4-FFF2-40B4-BE49-F238E27FC236}">
                <a16:creationId xmlns:a16="http://schemas.microsoft.com/office/drawing/2014/main" id="{675443B4-0187-FC99-0FDE-8EB191B6CEF4}"/>
              </a:ext>
            </a:extLst>
          </p:cNvPr>
          <p:cNvSpPr>
            <a:spLocks noGrp="1"/>
          </p:cNvSpPr>
          <p:nvPr>
            <p:ph type="body" sz="quarter" idx="10"/>
          </p:nvPr>
        </p:nvSpPr>
        <p:spPr>
          <a:xfrm>
            <a:off x="12763500" y="569913"/>
            <a:ext cx="4953000" cy="11431587"/>
          </a:xfrm>
          <a:prstGeom prst="rect">
            <a:avLst/>
          </a:prstGeom>
        </p:spPr>
        <p:txBody>
          <a:bodyPr/>
          <a:lstStyle>
            <a:lvl1pPr defTabSz="1161288">
              <a:lnSpc>
                <a:spcPct val="100000"/>
              </a:lnSpc>
              <a:spcBef>
                <a:spcPts val="0"/>
              </a:spcBef>
              <a:defRPr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3pPr>
            <a:lvl4pPr marL="10224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4" name="Slide Number">
            <a:extLst>
              <a:ext uri="{FF2B5EF4-FFF2-40B4-BE49-F238E27FC236}">
                <a16:creationId xmlns:a16="http://schemas.microsoft.com/office/drawing/2014/main" id="{D5D1D2A7-CF30-5698-14FC-F71CB82D5BCC}"/>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5" name="Footer Placeholder 3">
            <a:extLst>
              <a:ext uri="{FF2B5EF4-FFF2-40B4-BE49-F238E27FC236}">
                <a16:creationId xmlns:a16="http://schemas.microsoft.com/office/drawing/2014/main" id="{028AA764-A00C-AFFF-7F3F-49A733DCD474}"/>
              </a:ext>
            </a:extLst>
          </p:cNvPr>
          <p:cNvSpPr>
            <a:spLocks noGrp="1"/>
          </p:cNvSpPr>
          <p:nvPr>
            <p:ph type="ftr" sz="quarter" idx="18"/>
          </p:nvPr>
        </p:nvSpPr>
        <p:spPr>
          <a:xfrm>
            <a:off x="568324" y="12804235"/>
            <a:ext cx="4956176" cy="381000"/>
          </a:xfrm>
        </p:spPr>
        <p:txBody>
          <a:bodyPr/>
          <a:lstStyle>
            <a:lvl1pPr>
              <a:defRPr b="0" i="0">
                <a:latin typeface="IBM Plex Sans Light" panose="020B0403050203000203" pitchFamily="34" charset="0"/>
              </a:defRPr>
            </a:lvl1pPr>
          </a:lstStyle>
          <a:p>
            <a:endParaRPr lang="en-US" dirty="0"/>
          </a:p>
        </p:txBody>
      </p:sp>
      <p:sp>
        <p:nvSpPr>
          <p:cNvPr id="3" name="Text Placeholder 6">
            <a:extLst>
              <a:ext uri="{FF2B5EF4-FFF2-40B4-BE49-F238E27FC236}">
                <a16:creationId xmlns:a16="http://schemas.microsoft.com/office/drawing/2014/main" id="{3815CA4A-82C6-E038-8C80-CF4A54B1E6C0}"/>
              </a:ext>
            </a:extLst>
          </p:cNvPr>
          <p:cNvSpPr>
            <a:spLocks noGrp="1"/>
          </p:cNvSpPr>
          <p:nvPr>
            <p:ph type="body" sz="quarter" idx="19"/>
          </p:nvPr>
        </p:nvSpPr>
        <p:spPr>
          <a:xfrm>
            <a:off x="18834040" y="569912"/>
            <a:ext cx="4953000" cy="11431587"/>
          </a:xfrm>
          <a:prstGeom prst="rect">
            <a:avLst/>
          </a:prstGeom>
        </p:spPr>
        <p:txBody>
          <a:bodyPr/>
          <a:lstStyle>
            <a:lvl1pPr defTabSz="1161288">
              <a:lnSpc>
                <a:spcPct val="100000"/>
              </a:lnSpc>
              <a:spcBef>
                <a:spcPts val="0"/>
              </a:spcBef>
              <a:defRPr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3pPr>
            <a:lvl4pPr marL="1022400" indent="-327600" defTabSz="1161288">
              <a:lnSpc>
                <a:spcPct val="100000"/>
              </a:lnSpc>
              <a:spcBef>
                <a:spcPts val="0"/>
              </a:spcBef>
              <a:buFont typeface="Arial" panose="020B0604020202020204" pitchFamily="34" charset="0"/>
              <a:buChar char="•"/>
              <a:defRPr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2314303940"/>
      </p:ext>
    </p:extLst>
  </p:cSld>
  <p:clrMapOvr>
    <a:masterClrMapping/>
  </p:clrMapOvr>
  <p:transition spd="med"/>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Section divi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B36957-63E4-1587-AB6D-C18AE4E04D8D}"/>
              </a:ext>
            </a:extLst>
          </p:cNvPr>
          <p:cNvSpPr>
            <a:spLocks noGrp="1"/>
          </p:cNvSpPr>
          <p:nvPr>
            <p:ph type="title"/>
          </p:nvPr>
        </p:nvSpPr>
        <p:spPr>
          <a:xfrm>
            <a:off x="576072" y="384048"/>
            <a:ext cx="11050588" cy="2859087"/>
          </a:xfrm>
        </p:spPr>
        <p:txBody>
          <a:bodyPr rIns="457200"/>
          <a:lstStyle>
            <a:lvl1pPr>
              <a:lnSpc>
                <a:spcPct val="100000"/>
              </a:lnSpc>
              <a:defRPr sz="8600" b="0" i="0">
                <a:solidFill>
                  <a:schemeClr val="tx2"/>
                </a:solidFill>
                <a:latin typeface="IBM Plex Sans Light" panose="020B0403050203000203" pitchFamily="34" charset="0"/>
              </a:defRPr>
            </a:lvl1pPr>
          </a:lstStyle>
          <a:p>
            <a:r>
              <a:rPr lang="en-US" dirty="0"/>
              <a:t>Click to edit Master title style</a:t>
            </a:r>
          </a:p>
        </p:txBody>
      </p:sp>
      <p:sp>
        <p:nvSpPr>
          <p:cNvPr id="4" name="Slide Number">
            <a:extLst>
              <a:ext uri="{FF2B5EF4-FFF2-40B4-BE49-F238E27FC236}">
                <a16:creationId xmlns:a16="http://schemas.microsoft.com/office/drawing/2014/main" id="{A4B74093-A800-CB62-8607-A04D569204E2}"/>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5" name="Footer Placeholder 3">
            <a:extLst>
              <a:ext uri="{FF2B5EF4-FFF2-40B4-BE49-F238E27FC236}">
                <a16:creationId xmlns:a16="http://schemas.microsoft.com/office/drawing/2014/main" id="{A289B0F8-E9A7-CF76-E87F-8D4302E8DA4D}"/>
              </a:ext>
            </a:extLst>
          </p:cNvPr>
          <p:cNvSpPr>
            <a:spLocks noGrp="1"/>
          </p:cNvSpPr>
          <p:nvPr>
            <p:ph type="ftr" sz="quarter" idx="18"/>
          </p:nvPr>
        </p:nvSpPr>
        <p:spPr>
          <a:xfrm>
            <a:off x="568324" y="12804235"/>
            <a:ext cx="4956176" cy="381000"/>
          </a:xfrm>
        </p:spPr>
        <p:txBody>
          <a:bodyPr/>
          <a:lstStyle>
            <a:lvl1pPr>
              <a:defRPr b="0" i="0">
                <a:latin typeface="IBM Plex Sans Light" panose="020B0403050203000203" pitchFamily="34" charset="0"/>
              </a:defRPr>
            </a:lvl1pPr>
          </a:lstStyle>
          <a:p>
            <a:endParaRPr lang="en-US" dirty="0"/>
          </a:p>
        </p:txBody>
      </p:sp>
    </p:spTree>
    <p:extLst>
      <p:ext uri="{BB962C8B-B14F-4D97-AF65-F5344CB8AC3E}">
        <p14:creationId xmlns:p14="http://schemas.microsoft.com/office/powerpoint/2010/main" val="3572839104"/>
      </p:ext>
    </p:extLst>
  </p:cSld>
  <p:clrMapOvr>
    <a:masterClrMapping/>
  </p:clrMapOvr>
  <p:transition spd="med"/>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Large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3C7EC0-4BFB-A603-5703-0D692C62692D}"/>
              </a:ext>
            </a:extLst>
          </p:cNvPr>
          <p:cNvSpPr>
            <a:spLocks noGrp="1"/>
          </p:cNvSpPr>
          <p:nvPr>
            <p:ph type="title"/>
          </p:nvPr>
        </p:nvSpPr>
        <p:spPr>
          <a:xfrm>
            <a:off x="574675" y="385200"/>
            <a:ext cx="17141825" cy="8191500"/>
          </a:xfrm>
        </p:spPr>
        <p:txBody>
          <a:bodyPr/>
          <a:lstStyle>
            <a:lvl1pPr>
              <a:lnSpc>
                <a:spcPct val="100000"/>
              </a:lnSpc>
              <a:defRPr sz="17200" b="0" i="0">
                <a:solidFill>
                  <a:schemeClr val="tx2"/>
                </a:solidFill>
                <a:latin typeface="IBM Plex Sans Light" panose="020B0403050203000203" pitchFamily="34" charset="0"/>
              </a:defRPr>
            </a:lvl1pPr>
          </a:lstStyle>
          <a:p>
            <a:r>
              <a:rPr lang="en-US" dirty="0"/>
              <a:t>Click to edit Master title style</a:t>
            </a:r>
          </a:p>
        </p:txBody>
      </p:sp>
      <p:sp>
        <p:nvSpPr>
          <p:cNvPr id="4" name="Slide Number">
            <a:extLst>
              <a:ext uri="{FF2B5EF4-FFF2-40B4-BE49-F238E27FC236}">
                <a16:creationId xmlns:a16="http://schemas.microsoft.com/office/drawing/2014/main" id="{76697187-0170-8894-23C9-28F80A0C3B2B}"/>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5" name="Footer Placeholder 3">
            <a:extLst>
              <a:ext uri="{FF2B5EF4-FFF2-40B4-BE49-F238E27FC236}">
                <a16:creationId xmlns:a16="http://schemas.microsoft.com/office/drawing/2014/main" id="{BC591478-AD3F-2EF7-29A4-36A887DC1956}"/>
              </a:ext>
            </a:extLst>
          </p:cNvPr>
          <p:cNvSpPr>
            <a:spLocks noGrp="1"/>
          </p:cNvSpPr>
          <p:nvPr>
            <p:ph type="ftr" sz="quarter" idx="18"/>
          </p:nvPr>
        </p:nvSpPr>
        <p:spPr>
          <a:xfrm>
            <a:off x="568324" y="12804235"/>
            <a:ext cx="4956176" cy="381000"/>
          </a:xfrm>
        </p:spPr>
        <p:txBody>
          <a:bodyPr/>
          <a:lstStyle>
            <a:lvl1pPr>
              <a:defRPr b="0" i="0">
                <a:latin typeface="IBM Plex Sans Light" panose="020B0403050203000203" pitchFamily="34" charset="0"/>
              </a:defRPr>
            </a:lvl1pPr>
          </a:lstStyle>
          <a:p>
            <a:endParaRPr lang="en-US" dirty="0"/>
          </a:p>
        </p:txBody>
      </p:sp>
    </p:spTree>
    <p:extLst>
      <p:ext uri="{BB962C8B-B14F-4D97-AF65-F5344CB8AC3E}">
        <p14:creationId xmlns:p14="http://schemas.microsoft.com/office/powerpoint/2010/main" val="1201808370"/>
      </p:ext>
    </p:extLst>
  </p:cSld>
  <p:clrMapOvr>
    <a:masterClrMapping/>
  </p:clrMapOvr>
  <p:transition spd="med"/>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Callout, head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B36957-63E4-1587-AB6D-C18AE4E04D8D}"/>
              </a:ext>
            </a:extLst>
          </p:cNvPr>
          <p:cNvSpPr>
            <a:spLocks noGrp="1"/>
          </p:cNvSpPr>
          <p:nvPr>
            <p:ph type="title"/>
          </p:nvPr>
        </p:nvSpPr>
        <p:spPr>
          <a:xfrm>
            <a:off x="576072" y="384048"/>
            <a:ext cx="9909175" cy="2859087"/>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6" name="Slide Number">
            <a:extLst>
              <a:ext uri="{FF2B5EF4-FFF2-40B4-BE49-F238E27FC236}">
                <a16:creationId xmlns:a16="http://schemas.microsoft.com/office/drawing/2014/main" id="{C82E6DCD-41A5-9DA3-C061-E8DA39B99059}"/>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5" name="Footer Placeholder 3">
            <a:extLst>
              <a:ext uri="{FF2B5EF4-FFF2-40B4-BE49-F238E27FC236}">
                <a16:creationId xmlns:a16="http://schemas.microsoft.com/office/drawing/2014/main" id="{7BE5947E-6D4A-9E09-E5A6-D31DBCAEE2C6}"/>
              </a:ext>
            </a:extLst>
          </p:cNvPr>
          <p:cNvSpPr>
            <a:spLocks noGrp="1"/>
          </p:cNvSpPr>
          <p:nvPr>
            <p:ph type="ftr" sz="quarter" idx="18"/>
          </p:nvPr>
        </p:nvSpPr>
        <p:spPr>
          <a:xfrm>
            <a:off x="568324" y="12804235"/>
            <a:ext cx="4956176" cy="381000"/>
          </a:xfrm>
        </p:spPr>
        <p:txBody>
          <a:bodyPr/>
          <a:lstStyle>
            <a:lvl1pPr>
              <a:defRPr b="0" i="0">
                <a:latin typeface="IBM Plex Sans Light" panose="020B0403050203000203" pitchFamily="34" charset="0"/>
              </a:defRPr>
            </a:lvl1pPr>
          </a:lstStyle>
          <a:p>
            <a:endParaRPr lang="en-US" dirty="0"/>
          </a:p>
        </p:txBody>
      </p:sp>
      <p:sp>
        <p:nvSpPr>
          <p:cNvPr id="8" name="Text Placeholder 6">
            <a:extLst>
              <a:ext uri="{FF2B5EF4-FFF2-40B4-BE49-F238E27FC236}">
                <a16:creationId xmlns:a16="http://schemas.microsoft.com/office/drawing/2014/main" id="{B9D4AF5E-3E60-06F1-E3E3-F00E3ADA90B1}"/>
              </a:ext>
            </a:extLst>
          </p:cNvPr>
          <p:cNvSpPr>
            <a:spLocks noGrp="1"/>
          </p:cNvSpPr>
          <p:nvPr>
            <p:ph type="body" sz="quarter" idx="10"/>
          </p:nvPr>
        </p:nvSpPr>
        <p:spPr>
          <a:xfrm>
            <a:off x="12735719" y="384049"/>
            <a:ext cx="11075384" cy="8574086"/>
          </a:xfrm>
          <a:prstGeom prst="rect">
            <a:avLst/>
          </a:prstGeom>
        </p:spPr>
        <p:txBody>
          <a:bodyPr/>
          <a:lstStyle>
            <a:lvl1pPr defTabSz="1161288">
              <a:lnSpc>
                <a:spcPct val="100000"/>
              </a:lnSpc>
              <a:spcBef>
                <a:spcPts val="0"/>
              </a:spcBef>
              <a:defRPr sz="6400" b="0" i="0">
                <a:solidFill>
                  <a:schemeClr val="tx1"/>
                </a:solidFill>
                <a:latin typeface="IBM Plex Sans Light" panose="020B0403050203000203" pitchFamily="34" charset="0"/>
              </a:defRPr>
            </a:lvl1pPr>
            <a:lvl2pPr defTabSz="1161288">
              <a:lnSpc>
                <a:spcPct val="100000"/>
              </a:lnSpc>
              <a:spcBef>
                <a:spcPts val="0"/>
              </a:spcBef>
              <a:defRPr sz="6400" b="0" i="0">
                <a:solidFill>
                  <a:schemeClr val="tx1"/>
                </a:solidFill>
                <a:latin typeface="IBM Plex Sans Light" panose="020B0403050203000203" pitchFamily="34" charset="0"/>
              </a:defRPr>
            </a:lvl2pPr>
            <a:lvl3pPr defTabSz="1161288">
              <a:lnSpc>
                <a:spcPct val="100000"/>
              </a:lnSpc>
              <a:spcBef>
                <a:spcPts val="0"/>
              </a:spcBef>
              <a:defRPr sz="6400" b="0" i="0">
                <a:solidFill>
                  <a:schemeClr val="tx1"/>
                </a:solidFill>
                <a:latin typeface="IBM Plex Sans Light" panose="020B0403050203000203" pitchFamily="34" charset="0"/>
              </a:defRPr>
            </a:lvl3pPr>
            <a:lvl4pPr defTabSz="1161288">
              <a:lnSpc>
                <a:spcPct val="100000"/>
              </a:lnSpc>
              <a:spcBef>
                <a:spcPts val="0"/>
              </a:spcBef>
              <a:defRPr sz="64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242206079"/>
      </p:ext>
    </p:extLst>
  </p:cSld>
  <p:clrMapOvr>
    <a:masterClrMapping/>
  </p:clrMapOvr>
  <p:transition spd="med"/>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allout, stand-alo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B36957-63E4-1587-AB6D-C18AE4E04D8D}"/>
              </a:ext>
            </a:extLst>
          </p:cNvPr>
          <p:cNvSpPr>
            <a:spLocks noGrp="1"/>
          </p:cNvSpPr>
          <p:nvPr>
            <p:ph type="title"/>
          </p:nvPr>
        </p:nvSpPr>
        <p:spPr>
          <a:xfrm>
            <a:off x="576072" y="385200"/>
            <a:ext cx="14662150" cy="9717087"/>
          </a:xfrm>
        </p:spPr>
        <p:txBody>
          <a:bodyPr/>
          <a:lstStyle>
            <a:lvl1pPr>
              <a:lnSpc>
                <a:spcPct val="100000"/>
              </a:lnSpc>
              <a:defRPr sz="8600" b="0" i="0">
                <a:solidFill>
                  <a:schemeClr val="tx2"/>
                </a:solidFill>
                <a:latin typeface="IBM Plex Sans Light" panose="020B0403050203000203" pitchFamily="34" charset="0"/>
              </a:defRPr>
            </a:lvl1pPr>
          </a:lstStyle>
          <a:p>
            <a:r>
              <a:rPr lang="en-US" dirty="0"/>
              <a:t>Click to edit Master title style</a:t>
            </a:r>
          </a:p>
        </p:txBody>
      </p:sp>
      <p:sp>
        <p:nvSpPr>
          <p:cNvPr id="4" name="Slide Number">
            <a:extLst>
              <a:ext uri="{FF2B5EF4-FFF2-40B4-BE49-F238E27FC236}">
                <a16:creationId xmlns:a16="http://schemas.microsoft.com/office/drawing/2014/main" id="{12510822-3D1B-0CFC-3FF0-1E55DA550F8D}"/>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5" name="Footer Placeholder 3">
            <a:extLst>
              <a:ext uri="{FF2B5EF4-FFF2-40B4-BE49-F238E27FC236}">
                <a16:creationId xmlns:a16="http://schemas.microsoft.com/office/drawing/2014/main" id="{1FCFA7EA-8E9F-E01B-AB9C-B7BE7D3D11E9}"/>
              </a:ext>
            </a:extLst>
          </p:cNvPr>
          <p:cNvSpPr>
            <a:spLocks noGrp="1"/>
          </p:cNvSpPr>
          <p:nvPr>
            <p:ph type="ftr" sz="quarter" idx="18"/>
          </p:nvPr>
        </p:nvSpPr>
        <p:spPr>
          <a:xfrm>
            <a:off x="568324" y="12804235"/>
            <a:ext cx="4956176" cy="381000"/>
          </a:xfrm>
        </p:spPr>
        <p:txBody>
          <a:bodyPr/>
          <a:lstStyle>
            <a:lvl1pPr>
              <a:defRPr b="0" i="0">
                <a:latin typeface="IBM Plex Sans Light" panose="020B0403050203000203" pitchFamily="34" charset="0"/>
              </a:defRPr>
            </a:lvl1pPr>
          </a:lstStyle>
          <a:p>
            <a:endParaRPr lang="en-US" dirty="0"/>
          </a:p>
        </p:txBody>
      </p:sp>
    </p:spTree>
    <p:extLst>
      <p:ext uri="{BB962C8B-B14F-4D97-AF65-F5344CB8AC3E}">
        <p14:creationId xmlns:p14="http://schemas.microsoft.com/office/powerpoint/2010/main" val="1471603199"/>
      </p:ext>
    </p:extLst>
  </p:cSld>
  <p:clrMapOvr>
    <a:masterClrMapping/>
  </p:clrMapOvr>
  <p:transition spd="med"/>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Data, 2 callouts, vertical">
    <p:spTree>
      <p:nvGrpSpPr>
        <p:cNvPr id="1" name=""/>
        <p:cNvGrpSpPr/>
        <p:nvPr/>
      </p:nvGrpSpPr>
      <p:grpSpPr>
        <a:xfrm>
          <a:off x="0" y="0"/>
          <a:ext cx="0" cy="0"/>
          <a:chOff x="0" y="0"/>
          <a:chExt cx="0" cy="0"/>
        </a:xfrm>
      </p:grpSpPr>
      <p:sp>
        <p:nvSpPr>
          <p:cNvPr id="10" name="Text Placeholder 9">
            <a:extLst>
              <a:ext uri="{FF2B5EF4-FFF2-40B4-BE49-F238E27FC236}">
                <a16:creationId xmlns:a16="http://schemas.microsoft.com/office/drawing/2014/main" id="{DB20D7FD-6784-59C5-938D-4728A153F52B}"/>
              </a:ext>
            </a:extLst>
          </p:cNvPr>
          <p:cNvSpPr>
            <a:spLocks noGrp="1"/>
          </p:cNvSpPr>
          <p:nvPr>
            <p:ph type="body" sz="quarter" idx="13" hasCustomPrompt="1"/>
          </p:nvPr>
        </p:nvSpPr>
        <p:spPr>
          <a:xfrm>
            <a:off x="576000" y="9296400"/>
            <a:ext cx="11050588" cy="3543300"/>
          </a:xfrm>
          <a:prstGeom prst="rect">
            <a:avLst/>
          </a:prstGeom>
        </p:spPr>
        <p:txBody>
          <a:bodyPr anchor="b"/>
          <a:lstStyle>
            <a:lvl1pPr>
              <a:lnSpc>
                <a:spcPct val="100000"/>
              </a:lnSpc>
              <a:spcBef>
                <a:spcPts val="0"/>
              </a:spcBef>
              <a:defRPr sz="25800" b="0" i="0">
                <a:solidFill>
                  <a:schemeClr val="accent1"/>
                </a:solidFill>
                <a:latin typeface="IBM Plex Sans Light" panose="020B0403050203000203" pitchFamily="34" charset="0"/>
              </a:defRPr>
            </a:lvl1pPr>
          </a:lstStyle>
          <a:p>
            <a:r>
              <a:rPr lang="en-US" dirty="0"/>
              <a:t>↗︎00M</a:t>
            </a:r>
          </a:p>
        </p:txBody>
      </p:sp>
      <p:sp>
        <p:nvSpPr>
          <p:cNvPr id="12" name="Text Placeholder 11">
            <a:extLst>
              <a:ext uri="{FF2B5EF4-FFF2-40B4-BE49-F238E27FC236}">
                <a16:creationId xmlns:a16="http://schemas.microsoft.com/office/drawing/2014/main" id="{5F395CBF-E65B-9A42-BAE5-C2B2BD9B7BD2}"/>
              </a:ext>
            </a:extLst>
          </p:cNvPr>
          <p:cNvSpPr>
            <a:spLocks noGrp="1"/>
          </p:cNvSpPr>
          <p:nvPr>
            <p:ph type="body" sz="quarter" idx="14" hasCustomPrompt="1"/>
          </p:nvPr>
        </p:nvSpPr>
        <p:spPr>
          <a:xfrm>
            <a:off x="12760587" y="9296400"/>
            <a:ext cx="11049000" cy="3543300"/>
          </a:xfrm>
          <a:prstGeom prst="rect">
            <a:avLst/>
          </a:prstGeom>
        </p:spPr>
        <p:txBody>
          <a:bodyPr anchor="b"/>
          <a:lstStyle>
            <a:lvl1pPr>
              <a:lnSpc>
                <a:spcPct val="100000"/>
              </a:lnSpc>
              <a:spcBef>
                <a:spcPts val="0"/>
              </a:spcBef>
              <a:defRPr sz="25800" b="0" i="0">
                <a:solidFill>
                  <a:schemeClr val="accent1"/>
                </a:solidFill>
                <a:latin typeface="IBM Plex Sans Light" panose="020B0403050203000203" pitchFamily="34" charset="0"/>
              </a:defRPr>
            </a:lvl1pPr>
          </a:lstStyle>
          <a:p>
            <a:r>
              <a:rPr lang="en-US" dirty="0"/>
              <a:t>+00%</a:t>
            </a:r>
          </a:p>
        </p:txBody>
      </p:sp>
      <p:cxnSp>
        <p:nvCxnSpPr>
          <p:cNvPr id="9" name="Straight Connector 8">
            <a:extLst>
              <a:ext uri="{FF2B5EF4-FFF2-40B4-BE49-F238E27FC236}">
                <a16:creationId xmlns:a16="http://schemas.microsoft.com/office/drawing/2014/main" id="{1C44518A-7FBB-67DA-E35B-8BC0AAFC6062}"/>
              </a:ext>
            </a:extLst>
          </p:cNvPr>
          <p:cNvCxnSpPr/>
          <p:nvPr userDrawn="1"/>
        </p:nvCxnSpPr>
        <p:spPr bwMode="auto">
          <a:xfrm>
            <a:off x="12193587"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 name="Slide Number">
            <a:extLst>
              <a:ext uri="{FF2B5EF4-FFF2-40B4-BE49-F238E27FC236}">
                <a16:creationId xmlns:a16="http://schemas.microsoft.com/office/drawing/2014/main" id="{160DC6C8-AF18-F14B-A164-C49B271F59AD}"/>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3" name="Footer Placeholder 3">
            <a:extLst>
              <a:ext uri="{FF2B5EF4-FFF2-40B4-BE49-F238E27FC236}">
                <a16:creationId xmlns:a16="http://schemas.microsoft.com/office/drawing/2014/main" id="{8F3E002C-97C5-3260-CB49-7E93DF3397C8}"/>
              </a:ext>
            </a:extLst>
          </p:cNvPr>
          <p:cNvSpPr>
            <a:spLocks noGrp="1"/>
          </p:cNvSpPr>
          <p:nvPr>
            <p:ph type="ftr" sz="quarter" idx="18"/>
          </p:nvPr>
        </p:nvSpPr>
        <p:spPr>
          <a:xfrm>
            <a:off x="568324" y="12804235"/>
            <a:ext cx="4956176" cy="381000"/>
          </a:xfrm>
        </p:spPr>
        <p:txBody>
          <a:bodyPr/>
          <a:lstStyle>
            <a:lvl1pPr>
              <a:defRPr b="0" i="0">
                <a:latin typeface="IBM Plex Sans Light" panose="020B0403050203000203" pitchFamily="34" charset="0"/>
              </a:defRPr>
            </a:lvl1pPr>
          </a:lstStyle>
          <a:p>
            <a:endParaRPr lang="en-US" dirty="0"/>
          </a:p>
        </p:txBody>
      </p:sp>
      <p:sp>
        <p:nvSpPr>
          <p:cNvPr id="2" name="Text Placeholder 6">
            <a:extLst>
              <a:ext uri="{FF2B5EF4-FFF2-40B4-BE49-F238E27FC236}">
                <a16:creationId xmlns:a16="http://schemas.microsoft.com/office/drawing/2014/main" id="{001B1D3B-7FD1-5342-AD21-86B27FCC1276}"/>
              </a:ext>
            </a:extLst>
          </p:cNvPr>
          <p:cNvSpPr>
            <a:spLocks noGrp="1"/>
          </p:cNvSpPr>
          <p:nvPr>
            <p:ph type="body" sz="quarter" idx="10"/>
          </p:nvPr>
        </p:nvSpPr>
        <p:spPr>
          <a:xfrm>
            <a:off x="574675" y="385200"/>
            <a:ext cx="7632176" cy="6288087"/>
          </a:xfrm>
          <a:prstGeom prst="rect">
            <a:avLst/>
          </a:prstGeom>
        </p:spPr>
        <p:txBody>
          <a:bodyPr/>
          <a:lstStyle>
            <a:lvl1pPr defTabSz="1161288">
              <a:lnSpc>
                <a:spcPct val="100000"/>
              </a:lnSpc>
              <a:spcBef>
                <a:spcPts val="0"/>
              </a:spcBef>
              <a:defRPr sz="6400" b="0" i="0">
                <a:solidFill>
                  <a:schemeClr val="tx1"/>
                </a:solidFill>
                <a:latin typeface="IBM Plex Sans Light" panose="020B0403050203000203" pitchFamily="34" charset="0"/>
              </a:defRPr>
            </a:lvl1pPr>
            <a:lvl2pPr defTabSz="1161288">
              <a:lnSpc>
                <a:spcPct val="100000"/>
              </a:lnSpc>
              <a:spcBef>
                <a:spcPts val="0"/>
              </a:spcBef>
              <a:defRPr sz="6400" b="0" i="0">
                <a:solidFill>
                  <a:schemeClr val="tx1"/>
                </a:solidFill>
                <a:latin typeface="IBM Plex Sans Light" panose="020B0403050203000203" pitchFamily="34" charset="0"/>
              </a:defRPr>
            </a:lvl2pPr>
            <a:lvl3pPr defTabSz="1161288">
              <a:lnSpc>
                <a:spcPct val="100000"/>
              </a:lnSpc>
              <a:spcBef>
                <a:spcPts val="0"/>
              </a:spcBef>
              <a:defRPr sz="6400" b="0" i="0">
                <a:solidFill>
                  <a:schemeClr val="tx1"/>
                </a:solidFill>
                <a:latin typeface="IBM Plex Sans Light" panose="020B0403050203000203" pitchFamily="34" charset="0"/>
              </a:defRPr>
            </a:lvl3pPr>
            <a:lvl4pPr defTabSz="1161288">
              <a:lnSpc>
                <a:spcPct val="100000"/>
              </a:lnSpc>
              <a:spcBef>
                <a:spcPts val="0"/>
              </a:spcBef>
              <a:defRPr sz="64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5" name="Text Placeholder 6">
            <a:extLst>
              <a:ext uri="{FF2B5EF4-FFF2-40B4-BE49-F238E27FC236}">
                <a16:creationId xmlns:a16="http://schemas.microsoft.com/office/drawing/2014/main" id="{EE2A6217-C3F0-04CD-0266-C53A5C85FDE3}"/>
              </a:ext>
            </a:extLst>
          </p:cNvPr>
          <p:cNvSpPr>
            <a:spLocks noGrp="1"/>
          </p:cNvSpPr>
          <p:nvPr>
            <p:ph type="body" sz="quarter" idx="19"/>
          </p:nvPr>
        </p:nvSpPr>
        <p:spPr>
          <a:xfrm>
            <a:off x="12760587" y="385199"/>
            <a:ext cx="7632176" cy="6288087"/>
          </a:xfrm>
          <a:prstGeom prst="rect">
            <a:avLst/>
          </a:prstGeom>
        </p:spPr>
        <p:txBody>
          <a:bodyPr/>
          <a:lstStyle>
            <a:lvl1pPr defTabSz="1161288">
              <a:lnSpc>
                <a:spcPct val="100000"/>
              </a:lnSpc>
              <a:spcBef>
                <a:spcPts val="0"/>
              </a:spcBef>
              <a:defRPr sz="6400" b="0" i="0">
                <a:solidFill>
                  <a:schemeClr val="tx1"/>
                </a:solidFill>
                <a:latin typeface="IBM Plex Sans Light" panose="020B0403050203000203" pitchFamily="34" charset="0"/>
              </a:defRPr>
            </a:lvl1pPr>
            <a:lvl2pPr defTabSz="1161288">
              <a:lnSpc>
                <a:spcPct val="100000"/>
              </a:lnSpc>
              <a:spcBef>
                <a:spcPts val="0"/>
              </a:spcBef>
              <a:defRPr sz="6400" b="0" i="0">
                <a:solidFill>
                  <a:schemeClr val="tx1"/>
                </a:solidFill>
                <a:latin typeface="IBM Plex Sans Light" panose="020B0403050203000203" pitchFamily="34" charset="0"/>
              </a:defRPr>
            </a:lvl2pPr>
            <a:lvl3pPr defTabSz="1161288">
              <a:lnSpc>
                <a:spcPct val="100000"/>
              </a:lnSpc>
              <a:spcBef>
                <a:spcPts val="0"/>
              </a:spcBef>
              <a:defRPr sz="6400" b="0" i="0">
                <a:solidFill>
                  <a:schemeClr val="tx1"/>
                </a:solidFill>
                <a:latin typeface="IBM Plex Sans Light" panose="020B0403050203000203" pitchFamily="34" charset="0"/>
              </a:defRPr>
            </a:lvl3pPr>
            <a:lvl4pPr defTabSz="1161288">
              <a:lnSpc>
                <a:spcPct val="100000"/>
              </a:lnSpc>
              <a:spcBef>
                <a:spcPts val="0"/>
              </a:spcBef>
              <a:defRPr sz="64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3447478196"/>
      </p:ext>
    </p:extLst>
  </p:cSld>
  <p:clrMapOvr>
    <a:masterClrMapping/>
  </p:clrMapOvr>
  <p:transition spd="med"/>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Data, 3 callouts, vertical">
    <p:spTree>
      <p:nvGrpSpPr>
        <p:cNvPr id="1" name=""/>
        <p:cNvGrpSpPr/>
        <p:nvPr/>
      </p:nvGrpSpPr>
      <p:grpSpPr>
        <a:xfrm>
          <a:off x="0" y="0"/>
          <a:ext cx="0" cy="0"/>
          <a:chOff x="0" y="0"/>
          <a:chExt cx="0" cy="0"/>
        </a:xfrm>
      </p:grpSpPr>
      <p:sp>
        <p:nvSpPr>
          <p:cNvPr id="18" name="Text Placeholder 17">
            <a:extLst>
              <a:ext uri="{FF2B5EF4-FFF2-40B4-BE49-F238E27FC236}">
                <a16:creationId xmlns:a16="http://schemas.microsoft.com/office/drawing/2014/main" id="{3516E6B1-7020-1EA5-CDD4-B1FC6CE2740C}"/>
              </a:ext>
            </a:extLst>
          </p:cNvPr>
          <p:cNvSpPr>
            <a:spLocks noGrp="1"/>
          </p:cNvSpPr>
          <p:nvPr>
            <p:ph type="body" sz="quarter" idx="16" hasCustomPrompt="1"/>
          </p:nvPr>
        </p:nvSpPr>
        <p:spPr>
          <a:xfrm>
            <a:off x="12768263" y="385200"/>
            <a:ext cx="4949825" cy="1906588"/>
          </a:xfrm>
          <a:prstGeom prst="rect">
            <a:avLst/>
          </a:prstGeom>
        </p:spPr>
        <p:txBody>
          <a:bodyPr/>
          <a:lstStyle>
            <a:lvl1pPr>
              <a:lnSpc>
                <a:spcPct val="100000"/>
              </a:lnSpc>
              <a:defRPr sz="13000" b="0" i="0">
                <a:solidFill>
                  <a:schemeClr val="accent1"/>
                </a:solidFill>
                <a:latin typeface="IBM Plex Sans Light" panose="020B0403050203000203" pitchFamily="34" charset="0"/>
              </a:defRPr>
            </a:lvl1pPr>
          </a:lstStyle>
          <a:p>
            <a:pPr lvl="0"/>
            <a:r>
              <a:rPr lang="en-US" dirty="0"/>
              <a:t>00%</a:t>
            </a:r>
          </a:p>
        </p:txBody>
      </p:sp>
      <p:sp>
        <p:nvSpPr>
          <p:cNvPr id="20" name="Text Placeholder 19">
            <a:extLst>
              <a:ext uri="{FF2B5EF4-FFF2-40B4-BE49-F238E27FC236}">
                <a16:creationId xmlns:a16="http://schemas.microsoft.com/office/drawing/2014/main" id="{AC11D906-6DD0-910D-48BA-0C197C90AA45}"/>
              </a:ext>
            </a:extLst>
          </p:cNvPr>
          <p:cNvSpPr>
            <a:spLocks noGrp="1"/>
          </p:cNvSpPr>
          <p:nvPr>
            <p:ph type="body" sz="quarter" idx="17" hasCustomPrompt="1"/>
          </p:nvPr>
        </p:nvSpPr>
        <p:spPr>
          <a:xfrm>
            <a:off x="18859500" y="385200"/>
            <a:ext cx="4949825" cy="1903413"/>
          </a:xfrm>
          <a:prstGeom prst="rect">
            <a:avLst/>
          </a:prstGeom>
        </p:spPr>
        <p:txBody>
          <a:bodyPr/>
          <a:lstStyle>
            <a:lvl1pPr>
              <a:lnSpc>
                <a:spcPct val="100000"/>
              </a:lnSpc>
              <a:defRPr sz="13000" b="0" i="0">
                <a:solidFill>
                  <a:schemeClr val="accent1"/>
                </a:solidFill>
                <a:latin typeface="IBM Plex Sans Light" panose="020B0403050203000203" pitchFamily="34" charset="0"/>
              </a:defRPr>
            </a:lvl1pPr>
          </a:lstStyle>
          <a:p>
            <a:pPr lvl="0"/>
            <a:r>
              <a:rPr lang="en-US" dirty="0"/>
              <a:t>00%</a:t>
            </a:r>
          </a:p>
        </p:txBody>
      </p:sp>
      <p:sp>
        <p:nvSpPr>
          <p:cNvPr id="16" name="Text Placeholder 15">
            <a:extLst>
              <a:ext uri="{FF2B5EF4-FFF2-40B4-BE49-F238E27FC236}">
                <a16:creationId xmlns:a16="http://schemas.microsoft.com/office/drawing/2014/main" id="{BBB79390-98CC-5F62-D373-F6646F767DD0}"/>
              </a:ext>
            </a:extLst>
          </p:cNvPr>
          <p:cNvSpPr>
            <a:spLocks noGrp="1"/>
          </p:cNvSpPr>
          <p:nvPr>
            <p:ph type="body" sz="quarter" idx="15" hasCustomPrompt="1"/>
          </p:nvPr>
        </p:nvSpPr>
        <p:spPr>
          <a:xfrm>
            <a:off x="6667500" y="385200"/>
            <a:ext cx="4951413" cy="1907912"/>
          </a:xfrm>
          <a:prstGeom prst="rect">
            <a:avLst/>
          </a:prstGeom>
        </p:spPr>
        <p:txBody>
          <a:bodyPr/>
          <a:lstStyle>
            <a:lvl1pPr>
              <a:lnSpc>
                <a:spcPct val="100000"/>
              </a:lnSpc>
              <a:defRPr sz="13000" b="0" i="0">
                <a:solidFill>
                  <a:schemeClr val="accent1"/>
                </a:solidFill>
                <a:latin typeface="IBM Plex Sans Light" panose="020B0403050203000203" pitchFamily="34" charset="0"/>
              </a:defRPr>
            </a:lvl1pPr>
            <a:lvl2pPr marL="0" indent="0">
              <a:buNone/>
              <a:defRPr/>
            </a:lvl2pPr>
          </a:lstStyle>
          <a:p>
            <a:pPr lvl="0"/>
            <a:r>
              <a:rPr lang="en-US" dirty="0"/>
              <a:t>00%</a:t>
            </a:r>
          </a:p>
        </p:txBody>
      </p:sp>
      <p:sp>
        <p:nvSpPr>
          <p:cNvPr id="2" name="Title 1">
            <a:extLst>
              <a:ext uri="{FF2B5EF4-FFF2-40B4-BE49-F238E27FC236}">
                <a16:creationId xmlns:a16="http://schemas.microsoft.com/office/drawing/2014/main" id="{5D26D02D-89A9-0455-FACB-7B6D03346E4C}"/>
              </a:ext>
            </a:extLst>
          </p:cNvPr>
          <p:cNvSpPr>
            <a:spLocks noGrp="1"/>
          </p:cNvSpPr>
          <p:nvPr>
            <p:ph type="title"/>
          </p:nvPr>
        </p:nvSpPr>
        <p:spPr>
          <a:xfrm>
            <a:off x="576072" y="385200"/>
            <a:ext cx="4949825" cy="2859088"/>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5" name="Text Placeholder 4">
            <a:extLst>
              <a:ext uri="{FF2B5EF4-FFF2-40B4-BE49-F238E27FC236}">
                <a16:creationId xmlns:a16="http://schemas.microsoft.com/office/drawing/2014/main" id="{1B7E465D-4B5F-2DAE-57C4-590983308A95}"/>
              </a:ext>
            </a:extLst>
          </p:cNvPr>
          <p:cNvSpPr>
            <a:spLocks noGrp="1"/>
          </p:cNvSpPr>
          <p:nvPr>
            <p:ph type="body" sz="quarter" idx="11"/>
          </p:nvPr>
        </p:nvSpPr>
        <p:spPr>
          <a:xfrm>
            <a:off x="6667500" y="12042775"/>
            <a:ext cx="4951413" cy="1143000"/>
          </a:xfrm>
          <a:prstGeom prst="rect">
            <a:avLst/>
          </a:prstGeom>
        </p:spPr>
        <p:txBody>
          <a:bodyPr anchor="b"/>
          <a:lstStyle>
            <a:lvl1pPr>
              <a:lnSpc>
                <a:spcPct val="100000"/>
              </a:lnSpc>
              <a:spcBef>
                <a:spcPts val="0"/>
              </a:spcBef>
              <a:defRPr sz="1600" b="0" i="0">
                <a:solidFill>
                  <a:schemeClr val="tx1"/>
                </a:solidFill>
                <a:latin typeface="IBM Plex Sans Light" panose="020B0403050203000203" pitchFamily="34" charset="0"/>
              </a:defRPr>
            </a:lvl1pPr>
            <a:lvl2pPr marL="146304" indent="-146304">
              <a:lnSpc>
                <a:spcPct val="100000"/>
              </a:lnSpc>
              <a:spcBef>
                <a:spcPts val="0"/>
              </a:spcBef>
              <a:defRPr sz="1600" b="0" i="0">
                <a:solidFill>
                  <a:schemeClr val="tx1"/>
                </a:solidFill>
                <a:latin typeface="IBM Plex Sans Light" panose="020B0403050203000203" pitchFamily="34" charset="0"/>
              </a:defRPr>
            </a:lvl2pPr>
            <a:lvl3pPr marL="292608" indent="-146304">
              <a:lnSpc>
                <a:spcPct val="100000"/>
              </a:lnSpc>
              <a:spcBef>
                <a:spcPts val="0"/>
              </a:spcBef>
              <a:defRPr sz="1600" b="0" i="0">
                <a:solidFill>
                  <a:schemeClr val="tx1"/>
                </a:solidFill>
                <a:latin typeface="IBM Plex Sans Light" panose="020B0403050203000203" pitchFamily="34" charset="0"/>
              </a:defRPr>
            </a:lvl3pPr>
            <a:lvl4pPr marL="438912" indent="-146304">
              <a:lnSpc>
                <a:spcPct val="100000"/>
              </a:lnSpc>
              <a:spcBef>
                <a:spcPts val="0"/>
              </a:spcBef>
              <a:defRPr sz="1600" b="0" i="0">
                <a:solidFill>
                  <a:schemeClr val="tx1"/>
                </a:solidFill>
                <a:latin typeface="IBM Plex Sans Light" panose="020B0403050203000203" pitchFamily="34" charset="0"/>
              </a:defRPr>
            </a:lvl4pPr>
            <a:lvl5pPr>
              <a:lnSpc>
                <a:spcPct val="120000"/>
              </a:lnSpc>
              <a:spcBef>
                <a:spcPts val="0"/>
              </a:spcBef>
              <a:defRPr sz="1600" b="0" i="0">
                <a:solidFill>
                  <a:schemeClr val="tx1"/>
                </a:solidFill>
                <a:latin typeface="IBM Plex Sans" panose="020B050305020300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7" name="Text Placeholder 6">
            <a:extLst>
              <a:ext uri="{FF2B5EF4-FFF2-40B4-BE49-F238E27FC236}">
                <a16:creationId xmlns:a16="http://schemas.microsoft.com/office/drawing/2014/main" id="{FDDE7F16-A938-0D17-3BFA-034F142A8082}"/>
              </a:ext>
            </a:extLst>
          </p:cNvPr>
          <p:cNvSpPr>
            <a:spLocks noGrp="1"/>
          </p:cNvSpPr>
          <p:nvPr>
            <p:ph type="body" sz="quarter" idx="12"/>
          </p:nvPr>
        </p:nvSpPr>
        <p:spPr>
          <a:xfrm>
            <a:off x="6667500" y="2333067"/>
            <a:ext cx="4951413" cy="9673040"/>
          </a:xfrm>
          <a:prstGeom prst="rect">
            <a:avLst/>
          </a:prstGeom>
        </p:spPr>
        <p:txBody>
          <a:bodyPr/>
          <a:lstStyle>
            <a:lvl1pPr>
              <a:lnSpc>
                <a:spcPct val="100000"/>
              </a:lnSpc>
              <a:spcBef>
                <a:spcPts val="0"/>
              </a:spcBef>
              <a:defRPr b="0" i="0">
                <a:solidFill>
                  <a:schemeClr val="tx1"/>
                </a:solidFill>
                <a:latin typeface="IBM Plex Sans Light" panose="020B0403050203000203" pitchFamily="34" charset="0"/>
              </a:defRPr>
            </a:lvl1pPr>
            <a:lvl2pPr>
              <a:lnSpc>
                <a:spcPct val="100000"/>
              </a:lnSpc>
              <a:spcBef>
                <a:spcPts val="0"/>
              </a:spcBef>
              <a:defRPr b="0" i="0">
                <a:solidFill>
                  <a:schemeClr val="tx1"/>
                </a:solidFill>
                <a:latin typeface="IBM Plex Sans Light" panose="020B0403050203000203" pitchFamily="34" charset="0"/>
              </a:defRPr>
            </a:lvl2pPr>
            <a:lvl3pPr>
              <a:lnSpc>
                <a:spcPct val="100000"/>
              </a:lnSpc>
              <a:spcBef>
                <a:spcPts val="0"/>
              </a:spcBef>
              <a:defRPr b="0" i="0">
                <a:solidFill>
                  <a:schemeClr val="tx1"/>
                </a:solidFill>
                <a:latin typeface="IBM Plex Sans Light" panose="020B0403050203000203" pitchFamily="34" charset="0"/>
              </a:defRPr>
            </a:lvl3pPr>
            <a:lvl4pPr>
              <a:lnSpc>
                <a:spcPct val="100000"/>
              </a:lnSpc>
              <a:spcBef>
                <a:spcPts val="0"/>
              </a:spcBef>
              <a:defRPr b="0" i="0">
                <a:solidFill>
                  <a:schemeClr val="tx1"/>
                </a:solidFill>
                <a:latin typeface="IBM Plex Sans Light" panose="020B0403050203000203" pitchFamily="34" charset="0"/>
              </a:defRPr>
            </a:lvl4pPr>
            <a:lvl5pPr>
              <a:lnSpc>
                <a:spcPct val="110000"/>
              </a:lnSpc>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9" name="Text Placeholder 8">
            <a:extLst>
              <a:ext uri="{FF2B5EF4-FFF2-40B4-BE49-F238E27FC236}">
                <a16:creationId xmlns:a16="http://schemas.microsoft.com/office/drawing/2014/main" id="{3F3FD8FB-143C-CB66-123C-0495EB1C33B7}"/>
              </a:ext>
            </a:extLst>
          </p:cNvPr>
          <p:cNvSpPr>
            <a:spLocks noGrp="1"/>
          </p:cNvSpPr>
          <p:nvPr>
            <p:ph type="body" sz="quarter" idx="13"/>
          </p:nvPr>
        </p:nvSpPr>
        <p:spPr>
          <a:xfrm>
            <a:off x="12763500" y="2333067"/>
            <a:ext cx="4953000" cy="9666845"/>
          </a:xfrm>
          <a:prstGeom prst="rect">
            <a:avLst/>
          </a:prstGeom>
        </p:spPr>
        <p:txBody>
          <a:bodyPr/>
          <a:lstStyle>
            <a:lvl1pPr>
              <a:lnSpc>
                <a:spcPct val="100000"/>
              </a:lnSpc>
              <a:spcBef>
                <a:spcPts val="0"/>
              </a:spcBef>
              <a:defRPr b="0" i="0">
                <a:solidFill>
                  <a:schemeClr val="tx1"/>
                </a:solidFill>
                <a:latin typeface="IBM Plex Sans Light" panose="020B0403050203000203" pitchFamily="34" charset="0"/>
              </a:defRPr>
            </a:lvl1pPr>
            <a:lvl2pPr>
              <a:lnSpc>
                <a:spcPct val="100000"/>
              </a:lnSpc>
              <a:spcBef>
                <a:spcPts val="0"/>
              </a:spcBef>
              <a:defRPr b="0" i="0">
                <a:solidFill>
                  <a:schemeClr val="tx1"/>
                </a:solidFill>
                <a:latin typeface="IBM Plex Sans Light" panose="020B0403050203000203" pitchFamily="34" charset="0"/>
              </a:defRPr>
            </a:lvl2pPr>
            <a:lvl3pPr>
              <a:lnSpc>
                <a:spcPct val="100000"/>
              </a:lnSpc>
              <a:spcBef>
                <a:spcPts val="0"/>
              </a:spcBef>
              <a:defRPr b="0" i="0">
                <a:solidFill>
                  <a:schemeClr val="tx1"/>
                </a:solidFill>
                <a:latin typeface="IBM Plex Sans Light" panose="020B0403050203000203" pitchFamily="34" charset="0"/>
              </a:defRPr>
            </a:lvl3pPr>
            <a:lvl4pPr>
              <a:lnSpc>
                <a:spcPct val="100000"/>
              </a:lnSpc>
              <a:spcBef>
                <a:spcPts val="0"/>
              </a:spcBef>
              <a:defRPr b="0" i="0">
                <a:solidFill>
                  <a:schemeClr val="tx1"/>
                </a:solidFill>
                <a:latin typeface="IBM Plex Sans Light" panose="020B0403050203000203" pitchFamily="34" charset="0"/>
              </a:defRPr>
            </a:lvl4pPr>
            <a:lvl5pPr>
              <a:lnSpc>
                <a:spcPct val="110000"/>
              </a:lnSpc>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1" name="Text Placeholder 10">
            <a:extLst>
              <a:ext uri="{FF2B5EF4-FFF2-40B4-BE49-F238E27FC236}">
                <a16:creationId xmlns:a16="http://schemas.microsoft.com/office/drawing/2014/main" id="{BA1063D1-FD79-491C-791B-87858EA0CB85}"/>
              </a:ext>
            </a:extLst>
          </p:cNvPr>
          <p:cNvSpPr>
            <a:spLocks noGrp="1"/>
          </p:cNvSpPr>
          <p:nvPr>
            <p:ph type="body" sz="quarter" idx="14"/>
          </p:nvPr>
        </p:nvSpPr>
        <p:spPr>
          <a:xfrm>
            <a:off x="18859500" y="2333067"/>
            <a:ext cx="4953000" cy="9666845"/>
          </a:xfrm>
          <a:prstGeom prst="rect">
            <a:avLst/>
          </a:prstGeom>
        </p:spPr>
        <p:txBody>
          <a:bodyPr/>
          <a:lstStyle>
            <a:lvl1pPr>
              <a:lnSpc>
                <a:spcPct val="100000"/>
              </a:lnSpc>
              <a:spcBef>
                <a:spcPts val="0"/>
              </a:spcBef>
              <a:defRPr b="0" i="0">
                <a:solidFill>
                  <a:schemeClr val="tx1"/>
                </a:solidFill>
                <a:latin typeface="IBM Plex Sans Light" panose="020B0403050203000203" pitchFamily="34" charset="0"/>
              </a:defRPr>
            </a:lvl1pPr>
            <a:lvl2pPr>
              <a:lnSpc>
                <a:spcPct val="100000"/>
              </a:lnSpc>
              <a:spcBef>
                <a:spcPts val="0"/>
              </a:spcBef>
              <a:defRPr b="0" i="0">
                <a:solidFill>
                  <a:schemeClr val="tx1"/>
                </a:solidFill>
                <a:latin typeface="IBM Plex Sans Light" panose="020B0403050203000203" pitchFamily="34" charset="0"/>
              </a:defRPr>
            </a:lvl2pPr>
            <a:lvl3pPr>
              <a:lnSpc>
                <a:spcPct val="100000"/>
              </a:lnSpc>
              <a:spcBef>
                <a:spcPts val="0"/>
              </a:spcBef>
              <a:defRPr b="0" i="0">
                <a:solidFill>
                  <a:schemeClr val="tx1"/>
                </a:solidFill>
                <a:latin typeface="IBM Plex Sans Light" panose="020B0403050203000203" pitchFamily="34" charset="0"/>
              </a:defRPr>
            </a:lvl3pPr>
            <a:lvl4pPr>
              <a:lnSpc>
                <a:spcPct val="100000"/>
              </a:lnSpc>
              <a:spcBef>
                <a:spcPts val="0"/>
              </a:spcBef>
              <a:defRPr b="0" i="0">
                <a:solidFill>
                  <a:schemeClr val="tx1"/>
                </a:solidFill>
                <a:latin typeface="IBM Plex Sans Light" panose="020B0403050203000203" pitchFamily="34" charset="0"/>
              </a:defRPr>
            </a:lvl4pPr>
            <a:lvl5pPr>
              <a:lnSpc>
                <a:spcPct val="110000"/>
              </a:lnSpc>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6" name="Slide Number">
            <a:extLst>
              <a:ext uri="{FF2B5EF4-FFF2-40B4-BE49-F238E27FC236}">
                <a16:creationId xmlns:a16="http://schemas.microsoft.com/office/drawing/2014/main" id="{85A7B871-06B9-0A3F-4D1D-A14D572C268D}"/>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3" name="Footer Placeholder 3">
            <a:extLst>
              <a:ext uri="{FF2B5EF4-FFF2-40B4-BE49-F238E27FC236}">
                <a16:creationId xmlns:a16="http://schemas.microsoft.com/office/drawing/2014/main" id="{15DBF980-9C8F-3F7A-E896-C207BA2781B7}"/>
              </a:ext>
            </a:extLst>
          </p:cNvPr>
          <p:cNvSpPr>
            <a:spLocks noGrp="1"/>
          </p:cNvSpPr>
          <p:nvPr>
            <p:ph type="ftr" sz="quarter" idx="18"/>
          </p:nvPr>
        </p:nvSpPr>
        <p:spPr>
          <a:xfrm>
            <a:off x="568324" y="12804235"/>
            <a:ext cx="4956176" cy="381000"/>
          </a:xfrm>
        </p:spPr>
        <p:txBody>
          <a:bodyPr/>
          <a:lstStyle>
            <a:lvl1pPr>
              <a:defRPr b="0" i="0">
                <a:latin typeface="IBM Plex Sans Light" panose="020B0403050203000203" pitchFamily="34" charset="0"/>
              </a:defRPr>
            </a:lvl1pPr>
          </a:lstStyle>
          <a:p>
            <a:endParaRPr lang="en-US" dirty="0"/>
          </a:p>
        </p:txBody>
      </p:sp>
    </p:spTree>
    <p:extLst>
      <p:ext uri="{BB962C8B-B14F-4D97-AF65-F5344CB8AC3E}">
        <p14:creationId xmlns:p14="http://schemas.microsoft.com/office/powerpoint/2010/main" val="1083368050"/>
      </p:ext>
    </p:extLst>
  </p:cSld>
  <p:clrMapOvr>
    <a:masterClrMapping/>
  </p:clrMapOvr>
  <p:transition spd="med"/>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Data, 2 callouts, horizontal">
    <p:spTree>
      <p:nvGrpSpPr>
        <p:cNvPr id="1" name=""/>
        <p:cNvGrpSpPr/>
        <p:nvPr/>
      </p:nvGrpSpPr>
      <p:grpSpPr>
        <a:xfrm>
          <a:off x="0" y="0"/>
          <a:ext cx="0" cy="0"/>
          <a:chOff x="0" y="0"/>
          <a:chExt cx="0" cy="0"/>
        </a:xfrm>
      </p:grpSpPr>
      <p:cxnSp>
        <p:nvCxnSpPr>
          <p:cNvPr id="10" name="Straight Connector 9">
            <a:extLst>
              <a:ext uri="{FF2B5EF4-FFF2-40B4-BE49-F238E27FC236}">
                <a16:creationId xmlns:a16="http://schemas.microsoft.com/office/drawing/2014/main" id="{3D81813D-DA09-FCA0-D570-1E2D428C59E9}"/>
              </a:ext>
            </a:extLst>
          </p:cNvPr>
          <p:cNvCxnSpPr/>
          <p:nvPr userDrawn="1"/>
        </p:nvCxnSpPr>
        <p:spPr bwMode="auto">
          <a:xfrm>
            <a:off x="568325" y="6096000"/>
            <a:ext cx="23244175" cy="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 name="Title 1">
            <a:extLst>
              <a:ext uri="{FF2B5EF4-FFF2-40B4-BE49-F238E27FC236}">
                <a16:creationId xmlns:a16="http://schemas.microsoft.com/office/drawing/2014/main" id="{D4B48808-B77B-7E67-E7EA-BCC945D4D51B}"/>
              </a:ext>
            </a:extLst>
          </p:cNvPr>
          <p:cNvSpPr>
            <a:spLocks noGrp="1"/>
          </p:cNvSpPr>
          <p:nvPr>
            <p:ph type="title" hasCustomPrompt="1"/>
          </p:nvPr>
        </p:nvSpPr>
        <p:spPr>
          <a:xfrm>
            <a:off x="574675" y="385200"/>
            <a:ext cx="4949825" cy="5335588"/>
          </a:xfrm>
        </p:spPr>
        <p:txBody>
          <a:bodyPr/>
          <a:lstStyle>
            <a:lvl1pPr>
              <a:lnSpc>
                <a:spcPct val="100000"/>
              </a:lnSpc>
              <a:defRPr sz="8600" b="0" i="0">
                <a:solidFill>
                  <a:schemeClr val="accent1"/>
                </a:solidFill>
                <a:latin typeface="IBM Plex Sans Light" panose="020B0403050203000203" pitchFamily="34" charset="0"/>
              </a:defRPr>
            </a:lvl1pPr>
          </a:lstStyle>
          <a:p>
            <a:r>
              <a:rPr lang="en-US" dirty="0"/>
              <a:t>+000%</a:t>
            </a:r>
          </a:p>
        </p:txBody>
      </p:sp>
      <p:sp>
        <p:nvSpPr>
          <p:cNvPr id="5" name="Text Placeholder 4">
            <a:extLst>
              <a:ext uri="{FF2B5EF4-FFF2-40B4-BE49-F238E27FC236}">
                <a16:creationId xmlns:a16="http://schemas.microsoft.com/office/drawing/2014/main" id="{88378CF2-9CD6-2749-A489-08A4608D0BDA}"/>
              </a:ext>
            </a:extLst>
          </p:cNvPr>
          <p:cNvSpPr>
            <a:spLocks noGrp="1"/>
          </p:cNvSpPr>
          <p:nvPr>
            <p:ph type="body" sz="quarter" idx="11"/>
          </p:nvPr>
        </p:nvSpPr>
        <p:spPr>
          <a:xfrm>
            <a:off x="6667500" y="385200"/>
            <a:ext cx="11049000" cy="5335587"/>
          </a:xfrm>
          <a:prstGeom prst="rect">
            <a:avLst/>
          </a:prstGeom>
        </p:spPr>
        <p:txBody>
          <a:bodyPr/>
          <a:lstStyle>
            <a:lvl1pPr>
              <a:lnSpc>
                <a:spcPct val="100000"/>
              </a:lnSpc>
              <a:spcBef>
                <a:spcPts val="0"/>
              </a:spcBef>
              <a:defRPr sz="8600" b="0" i="0">
                <a:solidFill>
                  <a:schemeClr val="tx1"/>
                </a:solidFill>
                <a:latin typeface="IBM Plex Sans Light" panose="020B0403050203000203" pitchFamily="34" charset="0"/>
              </a:defRPr>
            </a:lvl1pPr>
            <a:lvl2pPr marL="327600" indent="-327600">
              <a:lnSpc>
                <a:spcPct val="100000"/>
              </a:lnSpc>
              <a:spcBef>
                <a:spcPts val="0"/>
              </a:spcBef>
              <a:defRPr sz="8600" b="0" i="0">
                <a:solidFill>
                  <a:schemeClr val="tx1"/>
                </a:solidFill>
                <a:latin typeface="IBM Plex Sans Light" panose="020B0403050203000203" pitchFamily="34" charset="0"/>
              </a:defRPr>
            </a:lvl2pPr>
            <a:lvl3pPr marL="658800" indent="-327600">
              <a:lnSpc>
                <a:spcPct val="100000"/>
              </a:lnSpc>
              <a:spcBef>
                <a:spcPts val="0"/>
              </a:spcBef>
              <a:defRPr sz="8600" b="0" i="0">
                <a:solidFill>
                  <a:schemeClr val="tx1"/>
                </a:solidFill>
                <a:latin typeface="IBM Plex Sans Light" panose="020B0403050203000203" pitchFamily="34" charset="0"/>
              </a:defRPr>
            </a:lvl3pPr>
            <a:lvl4pPr marL="986400" indent="-327600">
              <a:lnSpc>
                <a:spcPct val="100000"/>
              </a:lnSpc>
              <a:spcBef>
                <a:spcPts val="0"/>
              </a:spcBef>
              <a:defRPr sz="8600" b="0" i="0">
                <a:solidFill>
                  <a:schemeClr val="tx1"/>
                </a:solidFill>
                <a:latin typeface="IBM Plex Sans Light" panose="020B0403050203000203" pitchFamily="34" charset="0"/>
              </a:defRPr>
            </a:lvl4pPr>
            <a:lvl5pPr>
              <a:lnSpc>
                <a:spcPct val="100000"/>
              </a:lnSpc>
              <a:spcBef>
                <a:spcPts val="0"/>
              </a:spcBef>
              <a:defRPr sz="8600">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9" name="Text Placeholder 8">
            <a:extLst>
              <a:ext uri="{FF2B5EF4-FFF2-40B4-BE49-F238E27FC236}">
                <a16:creationId xmlns:a16="http://schemas.microsoft.com/office/drawing/2014/main" id="{A16C1F9D-1D2C-5BDA-E821-35CB4A8708F5}"/>
              </a:ext>
            </a:extLst>
          </p:cNvPr>
          <p:cNvSpPr>
            <a:spLocks noGrp="1"/>
          </p:cNvSpPr>
          <p:nvPr>
            <p:ph type="body" sz="quarter" idx="12" hasCustomPrompt="1"/>
          </p:nvPr>
        </p:nvSpPr>
        <p:spPr>
          <a:xfrm>
            <a:off x="574675" y="6477000"/>
            <a:ext cx="4949825" cy="5334000"/>
          </a:xfrm>
          <a:prstGeom prst="rect">
            <a:avLst/>
          </a:prstGeom>
        </p:spPr>
        <p:txBody>
          <a:bodyPr/>
          <a:lstStyle>
            <a:lvl1pPr>
              <a:lnSpc>
                <a:spcPct val="100000"/>
              </a:lnSpc>
              <a:defRPr sz="8600" b="0" i="0">
                <a:solidFill>
                  <a:schemeClr val="accent1"/>
                </a:solidFill>
                <a:latin typeface="IBM Plex Sans Light" panose="020B0403050203000203" pitchFamily="34" charset="0"/>
              </a:defRPr>
            </a:lvl1pPr>
            <a:lvl2pPr>
              <a:lnSpc>
                <a:spcPct val="100000"/>
              </a:lnSpc>
              <a:defRPr sz="8600">
                <a:solidFill>
                  <a:schemeClr val="accent1"/>
                </a:solidFill>
              </a:defRPr>
            </a:lvl2pPr>
            <a:lvl3pPr>
              <a:lnSpc>
                <a:spcPct val="100000"/>
              </a:lnSpc>
              <a:defRPr sz="8600">
                <a:solidFill>
                  <a:schemeClr val="accent1"/>
                </a:solidFill>
              </a:defRPr>
            </a:lvl3pPr>
            <a:lvl4pPr>
              <a:lnSpc>
                <a:spcPct val="100000"/>
              </a:lnSpc>
              <a:defRPr sz="8600">
                <a:solidFill>
                  <a:schemeClr val="accent1"/>
                </a:solidFill>
              </a:defRPr>
            </a:lvl4pPr>
            <a:lvl5pPr>
              <a:lnSpc>
                <a:spcPct val="100000"/>
              </a:lnSpc>
              <a:defRPr sz="8600">
                <a:solidFill>
                  <a:schemeClr val="accent1"/>
                </a:solidFill>
              </a:defRPr>
            </a:lvl5pPr>
          </a:lstStyle>
          <a:p>
            <a:pPr lvl="0"/>
            <a:r>
              <a:rPr lang="en-US" dirty="0"/>
              <a:t>+000M</a:t>
            </a:r>
          </a:p>
        </p:txBody>
      </p:sp>
      <p:sp>
        <p:nvSpPr>
          <p:cNvPr id="11" name="Text Placeholder 10">
            <a:extLst>
              <a:ext uri="{FF2B5EF4-FFF2-40B4-BE49-F238E27FC236}">
                <a16:creationId xmlns:a16="http://schemas.microsoft.com/office/drawing/2014/main" id="{2C97FE8A-75E3-6FC8-02DD-50E0A4C8C958}"/>
              </a:ext>
            </a:extLst>
          </p:cNvPr>
          <p:cNvSpPr>
            <a:spLocks noGrp="1"/>
          </p:cNvSpPr>
          <p:nvPr>
            <p:ph type="body" sz="quarter" idx="13"/>
          </p:nvPr>
        </p:nvSpPr>
        <p:spPr>
          <a:xfrm>
            <a:off x="6667500" y="6477000"/>
            <a:ext cx="11049000" cy="5334000"/>
          </a:xfrm>
          <a:prstGeom prst="rect">
            <a:avLst/>
          </a:prstGeom>
        </p:spPr>
        <p:txBody>
          <a:bodyPr/>
          <a:lstStyle>
            <a:lvl1pPr>
              <a:lnSpc>
                <a:spcPct val="100000"/>
              </a:lnSpc>
              <a:spcBef>
                <a:spcPts val="0"/>
              </a:spcBef>
              <a:defRPr sz="8600" b="0" i="0">
                <a:solidFill>
                  <a:schemeClr val="tx1"/>
                </a:solidFill>
                <a:latin typeface="IBM Plex Sans Light" panose="020B0403050203000203" pitchFamily="34" charset="0"/>
              </a:defRPr>
            </a:lvl1pPr>
            <a:lvl2pPr marL="327600" indent="-327600">
              <a:lnSpc>
                <a:spcPct val="100000"/>
              </a:lnSpc>
              <a:spcBef>
                <a:spcPts val="0"/>
              </a:spcBef>
              <a:defRPr sz="8600" b="0" i="0">
                <a:solidFill>
                  <a:schemeClr val="tx1"/>
                </a:solidFill>
                <a:latin typeface="IBM Plex Sans Light" panose="020B0403050203000203" pitchFamily="34" charset="0"/>
              </a:defRPr>
            </a:lvl2pPr>
            <a:lvl3pPr marL="658800" indent="-327600">
              <a:lnSpc>
                <a:spcPct val="100000"/>
              </a:lnSpc>
              <a:spcBef>
                <a:spcPts val="0"/>
              </a:spcBef>
              <a:defRPr sz="8600" b="0" i="0">
                <a:solidFill>
                  <a:schemeClr val="tx1"/>
                </a:solidFill>
                <a:latin typeface="IBM Plex Sans Light" panose="020B0403050203000203" pitchFamily="34" charset="0"/>
              </a:defRPr>
            </a:lvl3pPr>
            <a:lvl4pPr marL="986400" indent="-327600">
              <a:lnSpc>
                <a:spcPct val="100000"/>
              </a:lnSpc>
              <a:spcBef>
                <a:spcPts val="0"/>
              </a:spcBef>
              <a:defRPr sz="8600" b="0" i="0">
                <a:solidFill>
                  <a:schemeClr val="tx1"/>
                </a:solidFill>
                <a:latin typeface="IBM Plex Sans Light" panose="020B0403050203000203" pitchFamily="34" charset="0"/>
              </a:defRPr>
            </a:lvl4pPr>
            <a:lvl5pPr>
              <a:lnSpc>
                <a:spcPct val="100000"/>
              </a:lnSpc>
              <a:spcBef>
                <a:spcPts val="0"/>
              </a:spcBef>
              <a:defRPr sz="8600">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6" name="Slide Number">
            <a:extLst>
              <a:ext uri="{FF2B5EF4-FFF2-40B4-BE49-F238E27FC236}">
                <a16:creationId xmlns:a16="http://schemas.microsoft.com/office/drawing/2014/main" id="{B3EE9E1A-5619-752E-836B-A127FD2C7D75}"/>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3" name="Footer Placeholder 3">
            <a:extLst>
              <a:ext uri="{FF2B5EF4-FFF2-40B4-BE49-F238E27FC236}">
                <a16:creationId xmlns:a16="http://schemas.microsoft.com/office/drawing/2014/main" id="{0837D060-1DA4-2AC5-AC63-E1AFDD16370F}"/>
              </a:ext>
            </a:extLst>
          </p:cNvPr>
          <p:cNvSpPr>
            <a:spLocks noGrp="1"/>
          </p:cNvSpPr>
          <p:nvPr>
            <p:ph type="ftr" sz="quarter" idx="18"/>
          </p:nvPr>
        </p:nvSpPr>
        <p:spPr>
          <a:xfrm>
            <a:off x="568324" y="12804235"/>
            <a:ext cx="4956176" cy="381000"/>
          </a:xfrm>
        </p:spPr>
        <p:txBody>
          <a:bodyPr/>
          <a:lstStyle>
            <a:lvl1pPr>
              <a:defRPr b="0" i="0">
                <a:latin typeface="IBM Plex Sans Light" panose="020B0403050203000203" pitchFamily="34" charset="0"/>
              </a:defRPr>
            </a:lvl1pPr>
          </a:lstStyle>
          <a:p>
            <a:endParaRPr lang="en-US" dirty="0"/>
          </a:p>
        </p:txBody>
      </p:sp>
    </p:spTree>
    <p:extLst>
      <p:ext uri="{BB962C8B-B14F-4D97-AF65-F5344CB8AC3E}">
        <p14:creationId xmlns:p14="http://schemas.microsoft.com/office/powerpoint/2010/main" val="3774764434"/>
      </p:ext>
    </p:extLst>
  </p:cSld>
  <p:clrMapOvr>
    <a:masterClrMapping/>
  </p:clrMapOvr>
  <p:transition spd="med"/>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Data, 3 callouts, horizontal">
    <p:spTree>
      <p:nvGrpSpPr>
        <p:cNvPr id="1" name=""/>
        <p:cNvGrpSpPr/>
        <p:nvPr/>
      </p:nvGrpSpPr>
      <p:grpSpPr>
        <a:xfrm>
          <a:off x="0" y="0"/>
          <a:ext cx="0" cy="0"/>
          <a:chOff x="0" y="0"/>
          <a:chExt cx="0" cy="0"/>
        </a:xfrm>
      </p:grpSpPr>
      <p:cxnSp>
        <p:nvCxnSpPr>
          <p:cNvPr id="15" name="Straight Connector 14">
            <a:extLst>
              <a:ext uri="{FF2B5EF4-FFF2-40B4-BE49-F238E27FC236}">
                <a16:creationId xmlns:a16="http://schemas.microsoft.com/office/drawing/2014/main" id="{687931BB-B3EF-829C-B354-B048514D5138}"/>
              </a:ext>
            </a:extLst>
          </p:cNvPr>
          <p:cNvCxnSpPr/>
          <p:nvPr userDrawn="1"/>
        </p:nvCxnSpPr>
        <p:spPr bwMode="auto">
          <a:xfrm>
            <a:off x="6667500" y="8191500"/>
            <a:ext cx="17145000" cy="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7" name="Straight Connector 16">
            <a:extLst>
              <a:ext uri="{FF2B5EF4-FFF2-40B4-BE49-F238E27FC236}">
                <a16:creationId xmlns:a16="http://schemas.microsoft.com/office/drawing/2014/main" id="{1103109C-6DA9-8F27-B4B1-EE276442E489}"/>
              </a:ext>
            </a:extLst>
          </p:cNvPr>
          <p:cNvCxnSpPr/>
          <p:nvPr userDrawn="1"/>
        </p:nvCxnSpPr>
        <p:spPr bwMode="auto">
          <a:xfrm>
            <a:off x="6667500" y="4000500"/>
            <a:ext cx="17145000" cy="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6" name="Text Placeholder 15">
            <a:extLst>
              <a:ext uri="{FF2B5EF4-FFF2-40B4-BE49-F238E27FC236}">
                <a16:creationId xmlns:a16="http://schemas.microsoft.com/office/drawing/2014/main" id="{BBB79390-98CC-5F62-D373-F6646F767DD0}"/>
              </a:ext>
            </a:extLst>
          </p:cNvPr>
          <p:cNvSpPr>
            <a:spLocks noGrp="1"/>
          </p:cNvSpPr>
          <p:nvPr>
            <p:ph type="body" sz="quarter" idx="15" hasCustomPrompt="1"/>
          </p:nvPr>
        </p:nvSpPr>
        <p:spPr>
          <a:xfrm>
            <a:off x="6667500" y="385200"/>
            <a:ext cx="4951413" cy="2859087"/>
          </a:xfrm>
          <a:prstGeom prst="rect">
            <a:avLst/>
          </a:prstGeom>
        </p:spPr>
        <p:txBody>
          <a:bodyPr/>
          <a:lstStyle>
            <a:lvl1pPr>
              <a:lnSpc>
                <a:spcPct val="100000"/>
              </a:lnSpc>
              <a:defRPr sz="13000" b="0" i="0">
                <a:solidFill>
                  <a:schemeClr val="accent1"/>
                </a:solidFill>
                <a:latin typeface="IBM Plex Sans Light" panose="020B0403050203000203" pitchFamily="34" charset="0"/>
              </a:defRPr>
            </a:lvl1pPr>
            <a:lvl2pPr marL="0" indent="0">
              <a:buNone/>
              <a:defRPr/>
            </a:lvl2pPr>
          </a:lstStyle>
          <a:p>
            <a:r>
              <a:rPr lang="en-US" dirty="0"/>
              <a:t>00%</a:t>
            </a:r>
          </a:p>
        </p:txBody>
      </p:sp>
      <p:sp>
        <p:nvSpPr>
          <p:cNvPr id="2" name="Title 1">
            <a:extLst>
              <a:ext uri="{FF2B5EF4-FFF2-40B4-BE49-F238E27FC236}">
                <a16:creationId xmlns:a16="http://schemas.microsoft.com/office/drawing/2014/main" id="{5D26D02D-89A9-0455-FACB-7B6D03346E4C}"/>
              </a:ext>
            </a:extLst>
          </p:cNvPr>
          <p:cNvSpPr>
            <a:spLocks noGrp="1"/>
          </p:cNvSpPr>
          <p:nvPr>
            <p:ph type="title"/>
          </p:nvPr>
        </p:nvSpPr>
        <p:spPr>
          <a:xfrm>
            <a:off x="576072" y="385200"/>
            <a:ext cx="4949825" cy="2859088"/>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5" name="Text Placeholder 4">
            <a:extLst>
              <a:ext uri="{FF2B5EF4-FFF2-40B4-BE49-F238E27FC236}">
                <a16:creationId xmlns:a16="http://schemas.microsoft.com/office/drawing/2014/main" id="{1B7E465D-4B5F-2DAE-57C4-590983308A95}"/>
              </a:ext>
            </a:extLst>
          </p:cNvPr>
          <p:cNvSpPr>
            <a:spLocks noGrp="1"/>
          </p:cNvSpPr>
          <p:nvPr>
            <p:ph type="body" sz="quarter" idx="11"/>
          </p:nvPr>
        </p:nvSpPr>
        <p:spPr>
          <a:xfrm>
            <a:off x="6667500" y="12042775"/>
            <a:ext cx="4951413" cy="1143000"/>
          </a:xfrm>
          <a:prstGeom prst="rect">
            <a:avLst/>
          </a:prstGeom>
        </p:spPr>
        <p:txBody>
          <a:bodyPr anchor="b"/>
          <a:lstStyle>
            <a:lvl1pPr>
              <a:lnSpc>
                <a:spcPct val="100000"/>
              </a:lnSpc>
              <a:spcBef>
                <a:spcPts val="0"/>
              </a:spcBef>
              <a:defRPr sz="1600" b="0" i="0">
                <a:solidFill>
                  <a:schemeClr val="tx1"/>
                </a:solidFill>
                <a:latin typeface="IBM Plex Sans Light" panose="020B0403050203000203" pitchFamily="34" charset="0"/>
              </a:defRPr>
            </a:lvl1pPr>
            <a:lvl2pPr>
              <a:lnSpc>
                <a:spcPct val="100000"/>
              </a:lnSpc>
              <a:spcBef>
                <a:spcPts val="0"/>
              </a:spcBef>
              <a:defRPr sz="1600" b="0" i="0">
                <a:solidFill>
                  <a:schemeClr val="tx1"/>
                </a:solidFill>
                <a:latin typeface="IBM Plex Sans Light" panose="020B0403050203000203" pitchFamily="34" charset="0"/>
              </a:defRPr>
            </a:lvl2pPr>
            <a:lvl3pPr>
              <a:lnSpc>
                <a:spcPct val="100000"/>
              </a:lnSpc>
              <a:spcBef>
                <a:spcPts val="0"/>
              </a:spcBef>
              <a:defRPr sz="1600" b="0" i="0">
                <a:solidFill>
                  <a:schemeClr val="tx1"/>
                </a:solidFill>
                <a:latin typeface="IBM Plex Sans Light" panose="020B0403050203000203" pitchFamily="34" charset="0"/>
              </a:defRPr>
            </a:lvl3pPr>
            <a:lvl4pPr>
              <a:lnSpc>
                <a:spcPct val="100000"/>
              </a:lnSpc>
              <a:spcBef>
                <a:spcPts val="0"/>
              </a:spcBef>
              <a:defRPr sz="1600" b="0" i="0">
                <a:solidFill>
                  <a:schemeClr val="tx1"/>
                </a:solidFill>
                <a:latin typeface="IBM Plex Sans Light" panose="020B0403050203000203" pitchFamily="34" charset="0"/>
              </a:defRPr>
            </a:lvl4pPr>
            <a:lvl5pPr>
              <a:lnSpc>
                <a:spcPct val="120000"/>
              </a:lnSpc>
              <a:spcBef>
                <a:spcPts val="0"/>
              </a:spcBef>
              <a:defRPr sz="1600" b="0" i="0">
                <a:latin typeface="IBM Plex Sans" panose="020B0503050203000203"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7" name="Text Placeholder 6">
            <a:extLst>
              <a:ext uri="{FF2B5EF4-FFF2-40B4-BE49-F238E27FC236}">
                <a16:creationId xmlns:a16="http://schemas.microsoft.com/office/drawing/2014/main" id="{FDDE7F16-A938-0D17-3BFA-034F142A8082}"/>
              </a:ext>
            </a:extLst>
          </p:cNvPr>
          <p:cNvSpPr>
            <a:spLocks noGrp="1"/>
          </p:cNvSpPr>
          <p:nvPr>
            <p:ph type="body" sz="quarter" idx="12"/>
          </p:nvPr>
        </p:nvSpPr>
        <p:spPr>
          <a:xfrm>
            <a:off x="12763500" y="385200"/>
            <a:ext cx="7620000" cy="2859087"/>
          </a:xfrm>
          <a:prstGeom prst="rect">
            <a:avLst/>
          </a:prstGeom>
        </p:spPr>
        <p:txBody>
          <a:bodyPr/>
          <a:lstStyle>
            <a:lvl1pPr>
              <a:lnSpc>
                <a:spcPct val="100000"/>
              </a:lnSpc>
              <a:spcBef>
                <a:spcPts val="0"/>
              </a:spcBef>
              <a:defRPr b="0" i="0">
                <a:solidFill>
                  <a:schemeClr val="tx1"/>
                </a:solidFill>
                <a:latin typeface="IBM Plex Sans Light" panose="020B0403050203000203" pitchFamily="34" charset="0"/>
              </a:defRPr>
            </a:lvl1pPr>
            <a:lvl2pPr>
              <a:lnSpc>
                <a:spcPct val="100000"/>
              </a:lnSpc>
              <a:spcBef>
                <a:spcPts val="0"/>
              </a:spcBef>
              <a:defRPr b="0" i="0">
                <a:solidFill>
                  <a:schemeClr val="tx1"/>
                </a:solidFill>
                <a:latin typeface="IBM Plex Sans Light" panose="020B0403050203000203" pitchFamily="34" charset="0"/>
              </a:defRPr>
            </a:lvl2pPr>
            <a:lvl3pPr>
              <a:lnSpc>
                <a:spcPct val="100000"/>
              </a:lnSpc>
              <a:spcBef>
                <a:spcPts val="0"/>
              </a:spcBef>
              <a:defRPr b="0" i="0">
                <a:solidFill>
                  <a:schemeClr val="tx1"/>
                </a:solidFill>
                <a:latin typeface="IBM Plex Sans Light" panose="020B0403050203000203" pitchFamily="34" charset="0"/>
              </a:defRPr>
            </a:lvl3pPr>
            <a:lvl4pPr>
              <a:lnSpc>
                <a:spcPct val="100000"/>
              </a:lnSpc>
              <a:spcBef>
                <a:spcPts val="0"/>
              </a:spcBef>
              <a:defRPr b="0" i="0">
                <a:solidFill>
                  <a:schemeClr val="tx1"/>
                </a:solidFill>
                <a:latin typeface="IBM Plex Sans Light" panose="020B0403050203000203" pitchFamily="34" charset="0"/>
              </a:defRPr>
            </a:lvl4pPr>
            <a:lvl5pPr>
              <a:lnSpc>
                <a:spcPct val="110000"/>
              </a:lnSpc>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9" name="Text Placeholder 8">
            <a:extLst>
              <a:ext uri="{FF2B5EF4-FFF2-40B4-BE49-F238E27FC236}">
                <a16:creationId xmlns:a16="http://schemas.microsoft.com/office/drawing/2014/main" id="{3F3FD8FB-143C-CB66-123C-0495EB1C33B7}"/>
              </a:ext>
            </a:extLst>
          </p:cNvPr>
          <p:cNvSpPr>
            <a:spLocks noGrp="1"/>
          </p:cNvSpPr>
          <p:nvPr>
            <p:ph type="body" sz="quarter" idx="13"/>
          </p:nvPr>
        </p:nvSpPr>
        <p:spPr>
          <a:xfrm>
            <a:off x="12763500" y="4187952"/>
            <a:ext cx="7620000" cy="2857500"/>
          </a:xfrm>
          <a:prstGeom prst="rect">
            <a:avLst/>
          </a:prstGeom>
        </p:spPr>
        <p:txBody>
          <a:bodyPr/>
          <a:lstStyle>
            <a:lvl1pPr>
              <a:lnSpc>
                <a:spcPct val="100000"/>
              </a:lnSpc>
              <a:spcBef>
                <a:spcPts val="0"/>
              </a:spcBef>
              <a:defRPr b="0" i="0">
                <a:solidFill>
                  <a:schemeClr val="tx1"/>
                </a:solidFill>
                <a:latin typeface="IBM Plex Sans Light" panose="020B0403050203000203" pitchFamily="34" charset="0"/>
              </a:defRPr>
            </a:lvl1pPr>
            <a:lvl2pPr>
              <a:lnSpc>
                <a:spcPct val="100000"/>
              </a:lnSpc>
              <a:spcBef>
                <a:spcPts val="0"/>
              </a:spcBef>
              <a:defRPr b="0" i="0">
                <a:solidFill>
                  <a:schemeClr val="tx1"/>
                </a:solidFill>
                <a:latin typeface="IBM Plex Sans Light" panose="020B0403050203000203" pitchFamily="34" charset="0"/>
              </a:defRPr>
            </a:lvl2pPr>
            <a:lvl3pPr>
              <a:lnSpc>
                <a:spcPct val="100000"/>
              </a:lnSpc>
              <a:spcBef>
                <a:spcPts val="0"/>
              </a:spcBef>
              <a:defRPr b="0" i="0">
                <a:solidFill>
                  <a:schemeClr val="tx1"/>
                </a:solidFill>
                <a:latin typeface="IBM Plex Sans Light" panose="020B0403050203000203" pitchFamily="34" charset="0"/>
              </a:defRPr>
            </a:lvl3pPr>
            <a:lvl4pPr>
              <a:lnSpc>
                <a:spcPct val="100000"/>
              </a:lnSpc>
              <a:spcBef>
                <a:spcPts val="0"/>
              </a:spcBef>
              <a:defRPr b="0" i="0">
                <a:solidFill>
                  <a:schemeClr val="tx1"/>
                </a:solidFill>
                <a:latin typeface="IBM Plex Sans Light" panose="020B0403050203000203" pitchFamily="34" charset="0"/>
              </a:defRPr>
            </a:lvl4pPr>
            <a:lvl5pPr>
              <a:lnSpc>
                <a:spcPct val="110000"/>
              </a:lnSpc>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1" name="Text Placeholder 10">
            <a:extLst>
              <a:ext uri="{FF2B5EF4-FFF2-40B4-BE49-F238E27FC236}">
                <a16:creationId xmlns:a16="http://schemas.microsoft.com/office/drawing/2014/main" id="{BA1063D1-FD79-491C-791B-87858EA0CB85}"/>
              </a:ext>
            </a:extLst>
          </p:cNvPr>
          <p:cNvSpPr>
            <a:spLocks noGrp="1"/>
          </p:cNvSpPr>
          <p:nvPr>
            <p:ph type="body" sz="quarter" idx="14"/>
          </p:nvPr>
        </p:nvSpPr>
        <p:spPr>
          <a:xfrm>
            <a:off x="12763500" y="8403336"/>
            <a:ext cx="7620000" cy="2857500"/>
          </a:xfrm>
          <a:prstGeom prst="rect">
            <a:avLst/>
          </a:prstGeom>
        </p:spPr>
        <p:txBody>
          <a:bodyPr/>
          <a:lstStyle>
            <a:lvl1pPr>
              <a:lnSpc>
                <a:spcPct val="100000"/>
              </a:lnSpc>
              <a:spcBef>
                <a:spcPts val="0"/>
              </a:spcBef>
              <a:defRPr b="0" i="0">
                <a:solidFill>
                  <a:schemeClr val="tx1"/>
                </a:solidFill>
                <a:latin typeface="IBM Plex Sans Light" panose="020B0403050203000203" pitchFamily="34" charset="0"/>
              </a:defRPr>
            </a:lvl1pPr>
            <a:lvl2pPr>
              <a:lnSpc>
                <a:spcPct val="100000"/>
              </a:lnSpc>
              <a:spcBef>
                <a:spcPts val="0"/>
              </a:spcBef>
              <a:defRPr b="0" i="0">
                <a:solidFill>
                  <a:schemeClr val="tx1"/>
                </a:solidFill>
                <a:latin typeface="IBM Plex Sans Light" panose="020B0403050203000203" pitchFamily="34" charset="0"/>
              </a:defRPr>
            </a:lvl2pPr>
            <a:lvl3pPr>
              <a:lnSpc>
                <a:spcPct val="100000"/>
              </a:lnSpc>
              <a:spcBef>
                <a:spcPts val="0"/>
              </a:spcBef>
              <a:defRPr b="0" i="0">
                <a:solidFill>
                  <a:schemeClr val="tx1"/>
                </a:solidFill>
                <a:latin typeface="IBM Plex Sans Light" panose="020B0403050203000203" pitchFamily="34" charset="0"/>
              </a:defRPr>
            </a:lvl3pPr>
            <a:lvl4pPr>
              <a:lnSpc>
                <a:spcPct val="100000"/>
              </a:lnSpc>
              <a:spcBef>
                <a:spcPts val="0"/>
              </a:spcBef>
              <a:defRPr b="0" i="0">
                <a:solidFill>
                  <a:schemeClr val="tx1"/>
                </a:solidFill>
                <a:latin typeface="IBM Plex Sans Light" panose="020B0403050203000203" pitchFamily="34" charset="0"/>
              </a:defRPr>
            </a:lvl4pPr>
            <a:lvl5pPr>
              <a:lnSpc>
                <a:spcPct val="110000"/>
              </a:lnSpc>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8" name="Text Placeholder 17">
            <a:extLst>
              <a:ext uri="{FF2B5EF4-FFF2-40B4-BE49-F238E27FC236}">
                <a16:creationId xmlns:a16="http://schemas.microsoft.com/office/drawing/2014/main" id="{3516E6B1-7020-1EA5-CDD4-B1FC6CE2740C}"/>
              </a:ext>
            </a:extLst>
          </p:cNvPr>
          <p:cNvSpPr>
            <a:spLocks noGrp="1"/>
          </p:cNvSpPr>
          <p:nvPr>
            <p:ph type="body" sz="quarter" idx="16" hasCustomPrompt="1"/>
          </p:nvPr>
        </p:nvSpPr>
        <p:spPr>
          <a:xfrm>
            <a:off x="6667500" y="4187952"/>
            <a:ext cx="4951413" cy="2857506"/>
          </a:xfrm>
          <a:prstGeom prst="rect">
            <a:avLst/>
          </a:prstGeom>
        </p:spPr>
        <p:txBody>
          <a:bodyPr/>
          <a:lstStyle>
            <a:lvl1pPr>
              <a:lnSpc>
                <a:spcPct val="100000"/>
              </a:lnSpc>
              <a:defRPr sz="13000" b="0" i="0">
                <a:solidFill>
                  <a:schemeClr val="accent1"/>
                </a:solidFill>
                <a:latin typeface="IBM Plex Sans Light" panose="020B0403050203000203" pitchFamily="34" charset="0"/>
              </a:defRPr>
            </a:lvl1pPr>
          </a:lstStyle>
          <a:p>
            <a:r>
              <a:rPr lang="en-US" dirty="0"/>
              <a:t>00%</a:t>
            </a:r>
          </a:p>
        </p:txBody>
      </p:sp>
      <p:sp>
        <p:nvSpPr>
          <p:cNvPr id="20" name="Text Placeholder 19">
            <a:extLst>
              <a:ext uri="{FF2B5EF4-FFF2-40B4-BE49-F238E27FC236}">
                <a16:creationId xmlns:a16="http://schemas.microsoft.com/office/drawing/2014/main" id="{AC11D906-6DD0-910D-48BA-0C197C90AA45}"/>
              </a:ext>
            </a:extLst>
          </p:cNvPr>
          <p:cNvSpPr>
            <a:spLocks noGrp="1"/>
          </p:cNvSpPr>
          <p:nvPr>
            <p:ph type="body" sz="quarter" idx="17" hasCustomPrompt="1"/>
          </p:nvPr>
        </p:nvSpPr>
        <p:spPr>
          <a:xfrm>
            <a:off x="6667501" y="8403336"/>
            <a:ext cx="4951411" cy="2857506"/>
          </a:xfrm>
          <a:prstGeom prst="rect">
            <a:avLst/>
          </a:prstGeom>
        </p:spPr>
        <p:txBody>
          <a:bodyPr/>
          <a:lstStyle>
            <a:lvl1pPr>
              <a:lnSpc>
                <a:spcPct val="100000"/>
              </a:lnSpc>
              <a:defRPr sz="13000" b="0" i="0">
                <a:solidFill>
                  <a:schemeClr val="accent1"/>
                </a:solidFill>
                <a:latin typeface="IBM Plex Sans Light" panose="020B0403050203000203" pitchFamily="34" charset="0"/>
              </a:defRPr>
            </a:lvl1pPr>
          </a:lstStyle>
          <a:p>
            <a:r>
              <a:rPr lang="en-US" dirty="0"/>
              <a:t>00%</a:t>
            </a:r>
          </a:p>
        </p:txBody>
      </p:sp>
      <p:sp>
        <p:nvSpPr>
          <p:cNvPr id="6" name="Slide Number">
            <a:extLst>
              <a:ext uri="{FF2B5EF4-FFF2-40B4-BE49-F238E27FC236}">
                <a16:creationId xmlns:a16="http://schemas.microsoft.com/office/drawing/2014/main" id="{022EFDDC-A614-EFF6-CE30-E60F4DB9F755}"/>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3" name="Footer Placeholder 3">
            <a:extLst>
              <a:ext uri="{FF2B5EF4-FFF2-40B4-BE49-F238E27FC236}">
                <a16:creationId xmlns:a16="http://schemas.microsoft.com/office/drawing/2014/main" id="{75C67502-D618-DC10-9CCC-905693ABB58E}"/>
              </a:ext>
            </a:extLst>
          </p:cNvPr>
          <p:cNvSpPr>
            <a:spLocks noGrp="1"/>
          </p:cNvSpPr>
          <p:nvPr>
            <p:ph type="ftr" sz="quarter" idx="18"/>
          </p:nvPr>
        </p:nvSpPr>
        <p:spPr>
          <a:xfrm>
            <a:off x="568324" y="12804235"/>
            <a:ext cx="4956176" cy="381000"/>
          </a:xfrm>
        </p:spPr>
        <p:txBody>
          <a:bodyPr/>
          <a:lstStyle>
            <a:lvl1pPr>
              <a:defRPr b="0" i="0">
                <a:latin typeface="IBM Plex Sans Light" panose="020B0403050203000203" pitchFamily="34" charset="0"/>
              </a:defRPr>
            </a:lvl1pPr>
          </a:lstStyle>
          <a:p>
            <a:endParaRPr lang="en-US" dirty="0"/>
          </a:p>
        </p:txBody>
      </p:sp>
    </p:spTree>
    <p:extLst>
      <p:ext uri="{BB962C8B-B14F-4D97-AF65-F5344CB8AC3E}">
        <p14:creationId xmlns:p14="http://schemas.microsoft.com/office/powerpoint/2010/main" val="3656111609"/>
      </p:ext>
    </p:extLst>
  </p:cSld>
  <p:clrMapOvr>
    <a:masterClrMapping/>
  </p:clrMapOvr>
  <p:transition spd="med"/>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ext, 4 columns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DD740D-848C-40A7-AB96-E7B74E0A800D}"/>
              </a:ext>
            </a:extLst>
          </p:cNvPr>
          <p:cNvSpPr>
            <a:spLocks noGrp="1"/>
          </p:cNvSpPr>
          <p:nvPr>
            <p:ph type="title"/>
          </p:nvPr>
        </p:nvSpPr>
        <p:spPr>
          <a:xfrm>
            <a:off x="576072" y="385200"/>
            <a:ext cx="4949825" cy="1525588"/>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6" name="Slide Number">
            <a:extLst>
              <a:ext uri="{FF2B5EF4-FFF2-40B4-BE49-F238E27FC236}">
                <a16:creationId xmlns:a16="http://schemas.microsoft.com/office/drawing/2014/main" id="{E78A9E4F-B41B-2A68-ED74-D619432AAB28}"/>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3" name="Footer Placeholder 3">
            <a:extLst>
              <a:ext uri="{FF2B5EF4-FFF2-40B4-BE49-F238E27FC236}">
                <a16:creationId xmlns:a16="http://schemas.microsoft.com/office/drawing/2014/main" id="{FBB77C83-5304-5E09-3590-D4337DA42A40}"/>
              </a:ext>
            </a:extLst>
          </p:cNvPr>
          <p:cNvSpPr>
            <a:spLocks noGrp="1"/>
          </p:cNvSpPr>
          <p:nvPr>
            <p:ph type="ftr" sz="quarter" idx="18"/>
          </p:nvPr>
        </p:nvSpPr>
        <p:spPr>
          <a:xfrm>
            <a:off x="568324" y="12804235"/>
            <a:ext cx="4956176" cy="381000"/>
          </a:xfrm>
        </p:spPr>
        <p:txBody>
          <a:bodyPr/>
          <a:lstStyle>
            <a:lvl1pPr>
              <a:defRPr b="0" i="0">
                <a:latin typeface="IBM Plex Sans Light" panose="020B0403050203000203" pitchFamily="34" charset="0"/>
              </a:defRPr>
            </a:lvl1pPr>
          </a:lstStyle>
          <a:p>
            <a:endParaRPr lang="en-US" dirty="0"/>
          </a:p>
        </p:txBody>
      </p:sp>
      <p:sp>
        <p:nvSpPr>
          <p:cNvPr id="4" name="Text Placeholder 6">
            <a:extLst>
              <a:ext uri="{FF2B5EF4-FFF2-40B4-BE49-F238E27FC236}">
                <a16:creationId xmlns:a16="http://schemas.microsoft.com/office/drawing/2014/main" id="{B303799C-055C-81A5-3E36-D78912AA66DA}"/>
              </a:ext>
            </a:extLst>
          </p:cNvPr>
          <p:cNvSpPr>
            <a:spLocks noGrp="1"/>
          </p:cNvSpPr>
          <p:nvPr>
            <p:ph type="body" sz="quarter" idx="10"/>
          </p:nvPr>
        </p:nvSpPr>
        <p:spPr>
          <a:xfrm>
            <a:off x="6667500" y="3429000"/>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Text Placeholder 6">
            <a:extLst>
              <a:ext uri="{FF2B5EF4-FFF2-40B4-BE49-F238E27FC236}">
                <a16:creationId xmlns:a16="http://schemas.microsoft.com/office/drawing/2014/main" id="{297B3A71-6FB0-4C14-4695-68801FBBBEA7}"/>
              </a:ext>
            </a:extLst>
          </p:cNvPr>
          <p:cNvSpPr>
            <a:spLocks noGrp="1"/>
          </p:cNvSpPr>
          <p:nvPr>
            <p:ph type="body" sz="quarter" idx="19"/>
          </p:nvPr>
        </p:nvSpPr>
        <p:spPr>
          <a:xfrm>
            <a:off x="720724" y="3429000"/>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0" name="Text Placeholder 6">
            <a:extLst>
              <a:ext uri="{FF2B5EF4-FFF2-40B4-BE49-F238E27FC236}">
                <a16:creationId xmlns:a16="http://schemas.microsoft.com/office/drawing/2014/main" id="{5C1273EB-3A3E-B282-A619-1D6FB102B117}"/>
              </a:ext>
            </a:extLst>
          </p:cNvPr>
          <p:cNvSpPr>
            <a:spLocks noGrp="1"/>
          </p:cNvSpPr>
          <p:nvPr>
            <p:ph type="body" sz="quarter" idx="20"/>
          </p:nvPr>
        </p:nvSpPr>
        <p:spPr>
          <a:xfrm>
            <a:off x="12739220" y="3429001"/>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ext Placeholder 6">
            <a:extLst>
              <a:ext uri="{FF2B5EF4-FFF2-40B4-BE49-F238E27FC236}">
                <a16:creationId xmlns:a16="http://schemas.microsoft.com/office/drawing/2014/main" id="{20367260-BF8E-C847-2296-4EAD779F010E}"/>
              </a:ext>
            </a:extLst>
          </p:cNvPr>
          <p:cNvSpPr>
            <a:spLocks noGrp="1"/>
          </p:cNvSpPr>
          <p:nvPr>
            <p:ph type="body" sz="quarter" idx="21"/>
          </p:nvPr>
        </p:nvSpPr>
        <p:spPr>
          <a:xfrm>
            <a:off x="18859500" y="3429001"/>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3261313497"/>
      </p:ext>
    </p:extLst>
  </p:cSld>
  <p:clrMapOvr>
    <a:masterClrMapping/>
  </p:clrMapOvr>
  <p:transition spd="med"/>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xt, 4 columns, short divider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DD740D-848C-40A7-AB96-E7B74E0A800D}"/>
              </a:ext>
            </a:extLst>
          </p:cNvPr>
          <p:cNvSpPr>
            <a:spLocks noGrp="1"/>
          </p:cNvSpPr>
          <p:nvPr>
            <p:ph type="title"/>
          </p:nvPr>
        </p:nvSpPr>
        <p:spPr>
          <a:xfrm>
            <a:off x="576072" y="385200"/>
            <a:ext cx="4949825" cy="1525588"/>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6" name="Text Placeholder 5">
            <a:extLst>
              <a:ext uri="{FF2B5EF4-FFF2-40B4-BE49-F238E27FC236}">
                <a16:creationId xmlns:a16="http://schemas.microsoft.com/office/drawing/2014/main" id="{9792CE3F-FA6A-2FE0-0146-4BFD45CF296A}"/>
              </a:ext>
            </a:extLst>
          </p:cNvPr>
          <p:cNvSpPr>
            <a:spLocks noGrp="1"/>
          </p:cNvSpPr>
          <p:nvPr>
            <p:ph type="body" sz="quarter" idx="15"/>
          </p:nvPr>
        </p:nvSpPr>
        <p:spPr>
          <a:xfrm>
            <a:off x="6667500" y="385200"/>
            <a:ext cx="4956175" cy="1525587"/>
          </a:xfrm>
          <a:prstGeom prst="rect">
            <a:avLst/>
          </a:prstGeom>
        </p:spPr>
        <p:txBody>
          <a:bodyPr/>
          <a:lstStyle>
            <a:lvl1pPr>
              <a:lnSpc>
                <a:spcPct val="100000"/>
              </a:lnSpc>
              <a:spcBef>
                <a:spcPts val="0"/>
              </a:spcBef>
              <a:defRPr sz="2000" b="0" i="0">
                <a:solidFill>
                  <a:schemeClr val="tx1"/>
                </a:solidFill>
                <a:latin typeface="IBM Plex Sans Light" panose="020B0403050203000203" pitchFamily="34" charset="0"/>
              </a:defRPr>
            </a:lvl1pPr>
            <a:lvl2pPr marL="182880" indent="-182880">
              <a:lnSpc>
                <a:spcPct val="100000"/>
              </a:lnSpc>
              <a:spcBef>
                <a:spcPts val="0"/>
              </a:spcBef>
              <a:defRPr sz="2000" b="0" i="0">
                <a:solidFill>
                  <a:schemeClr val="tx1"/>
                </a:solidFill>
                <a:latin typeface="IBM Plex Sans Light" panose="020B0403050203000203" pitchFamily="34" charset="0"/>
              </a:defRPr>
            </a:lvl2pPr>
            <a:lvl3pPr marL="365760" indent="-182880">
              <a:lnSpc>
                <a:spcPct val="100000"/>
              </a:lnSpc>
              <a:spcBef>
                <a:spcPts val="0"/>
              </a:spcBef>
              <a:defRPr sz="2000" b="0" i="0">
                <a:solidFill>
                  <a:schemeClr val="tx1"/>
                </a:solidFill>
                <a:latin typeface="IBM Plex Sans Light" panose="020B0403050203000203" pitchFamily="34" charset="0"/>
              </a:defRPr>
            </a:lvl3pPr>
            <a:lvl4pPr marL="548640" indent="-182880">
              <a:lnSpc>
                <a:spcPct val="100000"/>
              </a:lnSpc>
              <a:spcBef>
                <a:spcPts val="0"/>
              </a:spcBef>
              <a:defRPr sz="2000" b="0" i="0">
                <a:solidFill>
                  <a:schemeClr val="tx1"/>
                </a:solidFill>
                <a:latin typeface="IBM Plex Sans Light" panose="020B0403050203000203" pitchFamily="34" charset="0"/>
              </a:defRPr>
            </a:lvl4pPr>
            <a:lvl5pPr>
              <a:lnSpc>
                <a:spcPct val="110000"/>
              </a:lnSpc>
              <a:spcBef>
                <a:spcPts val="0"/>
              </a:spcBef>
              <a:defRPr sz="2000" b="0" i="0">
                <a:solidFill>
                  <a:schemeClr val="tx1"/>
                </a:solidFill>
                <a:latin typeface="IBM Plex Sans" panose="020B050305020300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20" name="Straight Connector 19">
            <a:extLst>
              <a:ext uri="{FF2B5EF4-FFF2-40B4-BE49-F238E27FC236}">
                <a16:creationId xmlns:a16="http://schemas.microsoft.com/office/drawing/2014/main" id="{ABAB2974-AD95-0BF2-C41A-265AEF03B4F7}"/>
              </a:ext>
            </a:extLst>
          </p:cNvPr>
          <p:cNvCxnSpPr>
            <a:cxnSpLocks/>
          </p:cNvCxnSpPr>
          <p:nvPr userDrawn="1"/>
        </p:nvCxnSpPr>
        <p:spPr bwMode="auto">
          <a:xfrm>
            <a:off x="6096000" y="3429000"/>
            <a:ext cx="0" cy="857250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CDB8CB8D-C4DB-E357-4948-59CD6A18A9DC}"/>
              </a:ext>
            </a:extLst>
          </p:cNvPr>
          <p:cNvCxnSpPr/>
          <p:nvPr userDrawn="1"/>
        </p:nvCxnSpPr>
        <p:spPr bwMode="auto">
          <a:xfrm>
            <a:off x="12188952" y="3429000"/>
            <a:ext cx="0" cy="8577072"/>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2" name="Straight Connector 21">
            <a:extLst>
              <a:ext uri="{FF2B5EF4-FFF2-40B4-BE49-F238E27FC236}">
                <a16:creationId xmlns:a16="http://schemas.microsoft.com/office/drawing/2014/main" id="{8B5887E5-28C4-AA99-EBD5-E34B88F46F25}"/>
              </a:ext>
            </a:extLst>
          </p:cNvPr>
          <p:cNvCxnSpPr/>
          <p:nvPr userDrawn="1"/>
        </p:nvCxnSpPr>
        <p:spPr bwMode="auto">
          <a:xfrm>
            <a:off x="18288000" y="3429000"/>
            <a:ext cx="0" cy="8577072"/>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 name="Slide Number">
            <a:extLst>
              <a:ext uri="{FF2B5EF4-FFF2-40B4-BE49-F238E27FC236}">
                <a16:creationId xmlns:a16="http://schemas.microsoft.com/office/drawing/2014/main" id="{DB52D7E1-3828-A1B9-9239-637B1E2A5431}"/>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3" name="Footer Placeholder 3">
            <a:extLst>
              <a:ext uri="{FF2B5EF4-FFF2-40B4-BE49-F238E27FC236}">
                <a16:creationId xmlns:a16="http://schemas.microsoft.com/office/drawing/2014/main" id="{769EE7B3-BC6A-6676-8FA2-607F9B08DA3D}"/>
              </a:ext>
            </a:extLst>
          </p:cNvPr>
          <p:cNvSpPr>
            <a:spLocks noGrp="1"/>
          </p:cNvSpPr>
          <p:nvPr>
            <p:ph type="ftr" sz="quarter" idx="18"/>
          </p:nvPr>
        </p:nvSpPr>
        <p:spPr>
          <a:xfrm>
            <a:off x="568324" y="12804235"/>
            <a:ext cx="4956176" cy="381000"/>
          </a:xfrm>
        </p:spPr>
        <p:txBody>
          <a:bodyPr/>
          <a:lstStyle>
            <a:lvl1pPr>
              <a:defRPr b="0" i="0">
                <a:latin typeface="IBM Plex Sans Light" panose="020B0403050203000203" pitchFamily="34" charset="0"/>
              </a:defRPr>
            </a:lvl1pPr>
          </a:lstStyle>
          <a:p>
            <a:endParaRPr lang="en-US" dirty="0"/>
          </a:p>
        </p:txBody>
      </p:sp>
      <p:sp>
        <p:nvSpPr>
          <p:cNvPr id="13" name="Text Placeholder 6">
            <a:extLst>
              <a:ext uri="{FF2B5EF4-FFF2-40B4-BE49-F238E27FC236}">
                <a16:creationId xmlns:a16="http://schemas.microsoft.com/office/drawing/2014/main" id="{4E03333F-C9F4-9C57-BAAE-A49EA523AFB5}"/>
              </a:ext>
            </a:extLst>
          </p:cNvPr>
          <p:cNvSpPr>
            <a:spLocks noGrp="1"/>
          </p:cNvSpPr>
          <p:nvPr>
            <p:ph type="body" sz="quarter" idx="10"/>
          </p:nvPr>
        </p:nvSpPr>
        <p:spPr>
          <a:xfrm>
            <a:off x="6667500" y="3429000"/>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5" name="Text Placeholder 6">
            <a:extLst>
              <a:ext uri="{FF2B5EF4-FFF2-40B4-BE49-F238E27FC236}">
                <a16:creationId xmlns:a16="http://schemas.microsoft.com/office/drawing/2014/main" id="{CF3321C6-7CF8-EF30-4736-48A201B09471}"/>
              </a:ext>
            </a:extLst>
          </p:cNvPr>
          <p:cNvSpPr>
            <a:spLocks noGrp="1"/>
          </p:cNvSpPr>
          <p:nvPr>
            <p:ph type="body" sz="quarter" idx="19"/>
          </p:nvPr>
        </p:nvSpPr>
        <p:spPr>
          <a:xfrm>
            <a:off x="720724" y="3429000"/>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6" name="Text Placeholder 6">
            <a:extLst>
              <a:ext uri="{FF2B5EF4-FFF2-40B4-BE49-F238E27FC236}">
                <a16:creationId xmlns:a16="http://schemas.microsoft.com/office/drawing/2014/main" id="{AC67FA0E-EA85-0950-FCC7-3F6BF1A74144}"/>
              </a:ext>
            </a:extLst>
          </p:cNvPr>
          <p:cNvSpPr>
            <a:spLocks noGrp="1"/>
          </p:cNvSpPr>
          <p:nvPr>
            <p:ph type="body" sz="quarter" idx="20"/>
          </p:nvPr>
        </p:nvSpPr>
        <p:spPr>
          <a:xfrm>
            <a:off x="12739220" y="3429001"/>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7" name="Text Placeholder 6">
            <a:extLst>
              <a:ext uri="{FF2B5EF4-FFF2-40B4-BE49-F238E27FC236}">
                <a16:creationId xmlns:a16="http://schemas.microsoft.com/office/drawing/2014/main" id="{0EE67605-D889-6D38-2F1B-DF58E809AC59}"/>
              </a:ext>
            </a:extLst>
          </p:cNvPr>
          <p:cNvSpPr>
            <a:spLocks noGrp="1"/>
          </p:cNvSpPr>
          <p:nvPr>
            <p:ph type="body" sz="quarter" idx="21"/>
          </p:nvPr>
        </p:nvSpPr>
        <p:spPr>
          <a:xfrm>
            <a:off x="18859500" y="3429001"/>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3152310234"/>
      </p:ext>
    </p:extLst>
  </p:cSld>
  <p:clrMapOvr>
    <a:masterClrMapping/>
  </p:clrMapOvr>
  <p:transition spd="med"/>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ext, 4 columns, dividers, headline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DD740D-848C-40A7-AB96-E7B74E0A800D}"/>
              </a:ext>
            </a:extLst>
          </p:cNvPr>
          <p:cNvSpPr>
            <a:spLocks noGrp="1"/>
          </p:cNvSpPr>
          <p:nvPr>
            <p:ph type="title"/>
          </p:nvPr>
        </p:nvSpPr>
        <p:spPr>
          <a:xfrm>
            <a:off x="576072" y="385200"/>
            <a:ext cx="4949825" cy="1525588"/>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6" name="Text Placeholder 5">
            <a:extLst>
              <a:ext uri="{FF2B5EF4-FFF2-40B4-BE49-F238E27FC236}">
                <a16:creationId xmlns:a16="http://schemas.microsoft.com/office/drawing/2014/main" id="{9792CE3F-FA6A-2FE0-0146-4BFD45CF296A}"/>
              </a:ext>
            </a:extLst>
          </p:cNvPr>
          <p:cNvSpPr>
            <a:spLocks noGrp="1"/>
          </p:cNvSpPr>
          <p:nvPr>
            <p:ph type="body" sz="quarter" idx="15"/>
          </p:nvPr>
        </p:nvSpPr>
        <p:spPr>
          <a:xfrm>
            <a:off x="6667500" y="576072"/>
            <a:ext cx="4956175" cy="1525587"/>
          </a:xfrm>
          <a:prstGeom prst="rect">
            <a:avLst/>
          </a:prstGeom>
        </p:spPr>
        <p:txBody>
          <a:bodyPr/>
          <a:lstStyle>
            <a:lvl1pPr>
              <a:lnSpc>
                <a:spcPct val="100000"/>
              </a:lnSpc>
              <a:spcBef>
                <a:spcPts val="0"/>
              </a:spcBef>
              <a:defRPr sz="4400" b="0" i="0">
                <a:solidFill>
                  <a:schemeClr val="tx1"/>
                </a:solidFill>
                <a:latin typeface="IBM Plex Sans Light" panose="020B0403050203000203" pitchFamily="34" charset="0"/>
              </a:defRPr>
            </a:lvl1pPr>
            <a:lvl2pPr marL="256032" indent="-256032">
              <a:lnSpc>
                <a:spcPct val="100000"/>
              </a:lnSpc>
              <a:spcBef>
                <a:spcPts val="0"/>
              </a:spcBef>
              <a:defRPr sz="4400" b="0" i="0">
                <a:solidFill>
                  <a:schemeClr val="tx1"/>
                </a:solidFill>
                <a:latin typeface="IBM Plex Sans Light" panose="020B0403050203000203" pitchFamily="34" charset="0"/>
              </a:defRPr>
            </a:lvl2pPr>
            <a:lvl3pPr marL="512064" indent="-256032">
              <a:lnSpc>
                <a:spcPct val="100000"/>
              </a:lnSpc>
              <a:spcBef>
                <a:spcPts val="0"/>
              </a:spcBef>
              <a:defRPr sz="4400" b="0" i="0">
                <a:solidFill>
                  <a:schemeClr val="tx1"/>
                </a:solidFill>
                <a:latin typeface="IBM Plex Sans Light" panose="020B0403050203000203" pitchFamily="34" charset="0"/>
              </a:defRPr>
            </a:lvl3pPr>
            <a:lvl4pPr marL="768096" indent="-256032">
              <a:lnSpc>
                <a:spcPct val="100000"/>
              </a:lnSpc>
              <a:spcBef>
                <a:spcPts val="0"/>
              </a:spcBef>
              <a:defRPr sz="4400" b="0" i="0">
                <a:solidFill>
                  <a:schemeClr val="tx1"/>
                </a:solidFill>
                <a:latin typeface="IBM Plex Sans Light" panose="020B0403050203000203" pitchFamily="34" charset="0"/>
              </a:defRPr>
            </a:lvl4pPr>
            <a:lvl5pPr>
              <a:lnSpc>
                <a:spcPct val="110000"/>
              </a:lnSpc>
              <a:spcBef>
                <a:spcPts val="0"/>
              </a:spcBef>
              <a:defRPr sz="2800">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0" name="Text Placeholder 9">
            <a:extLst>
              <a:ext uri="{FF2B5EF4-FFF2-40B4-BE49-F238E27FC236}">
                <a16:creationId xmlns:a16="http://schemas.microsoft.com/office/drawing/2014/main" id="{793A9C8C-F98C-5899-BE8B-D1A544D66C6A}"/>
              </a:ext>
            </a:extLst>
          </p:cNvPr>
          <p:cNvSpPr>
            <a:spLocks noGrp="1"/>
          </p:cNvSpPr>
          <p:nvPr>
            <p:ph type="body" sz="quarter" idx="16"/>
          </p:nvPr>
        </p:nvSpPr>
        <p:spPr>
          <a:xfrm>
            <a:off x="12763500" y="576072"/>
            <a:ext cx="4953000" cy="1525587"/>
          </a:xfrm>
          <a:prstGeom prst="rect">
            <a:avLst/>
          </a:prstGeom>
        </p:spPr>
        <p:txBody>
          <a:bodyPr/>
          <a:lstStyle>
            <a:lvl1pPr>
              <a:lnSpc>
                <a:spcPct val="100000"/>
              </a:lnSpc>
              <a:spcBef>
                <a:spcPts val="0"/>
              </a:spcBef>
              <a:defRPr sz="4400" b="0" i="0">
                <a:solidFill>
                  <a:schemeClr val="tx1"/>
                </a:solidFill>
                <a:latin typeface="IBM Plex Sans Light" panose="020B0403050203000203" pitchFamily="34" charset="0"/>
              </a:defRPr>
            </a:lvl1pPr>
            <a:lvl2pPr marL="256032" indent="-256032">
              <a:lnSpc>
                <a:spcPct val="100000"/>
              </a:lnSpc>
              <a:spcBef>
                <a:spcPts val="0"/>
              </a:spcBef>
              <a:defRPr sz="4400" b="0" i="0">
                <a:solidFill>
                  <a:schemeClr val="tx1"/>
                </a:solidFill>
                <a:latin typeface="IBM Plex Sans Light" panose="020B0403050203000203" pitchFamily="34" charset="0"/>
              </a:defRPr>
            </a:lvl2pPr>
            <a:lvl3pPr marL="512064" indent="-256032">
              <a:lnSpc>
                <a:spcPct val="100000"/>
              </a:lnSpc>
              <a:spcBef>
                <a:spcPts val="0"/>
              </a:spcBef>
              <a:defRPr sz="4400" b="0" i="0">
                <a:solidFill>
                  <a:schemeClr val="tx1"/>
                </a:solidFill>
                <a:latin typeface="IBM Plex Sans Light" panose="020B0403050203000203" pitchFamily="34" charset="0"/>
              </a:defRPr>
            </a:lvl3pPr>
            <a:lvl4pPr marL="768096" indent="-256032">
              <a:lnSpc>
                <a:spcPct val="100000"/>
              </a:lnSpc>
              <a:spcBef>
                <a:spcPts val="0"/>
              </a:spcBef>
              <a:defRPr sz="4400" b="0" i="0">
                <a:solidFill>
                  <a:schemeClr val="tx1"/>
                </a:solidFill>
                <a:latin typeface="IBM Plex Sans Light" panose="020B0403050203000203" pitchFamily="34" charset="0"/>
              </a:defRPr>
            </a:lvl4pPr>
            <a:lvl5pPr>
              <a:lnSpc>
                <a:spcPct val="110000"/>
              </a:lnSpc>
              <a:spcBef>
                <a:spcPts val="0"/>
              </a:spcBef>
              <a:defRPr sz="28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13" name="Text Placeholder 12">
            <a:extLst>
              <a:ext uri="{FF2B5EF4-FFF2-40B4-BE49-F238E27FC236}">
                <a16:creationId xmlns:a16="http://schemas.microsoft.com/office/drawing/2014/main" id="{2A62B128-D226-0D9B-89EC-51AFD07F30CF}"/>
              </a:ext>
            </a:extLst>
          </p:cNvPr>
          <p:cNvSpPr>
            <a:spLocks noGrp="1"/>
          </p:cNvSpPr>
          <p:nvPr>
            <p:ph type="body" sz="quarter" idx="17"/>
          </p:nvPr>
        </p:nvSpPr>
        <p:spPr>
          <a:xfrm>
            <a:off x="18859500" y="576072"/>
            <a:ext cx="4959350" cy="1525587"/>
          </a:xfrm>
          <a:prstGeom prst="rect">
            <a:avLst/>
          </a:prstGeom>
        </p:spPr>
        <p:txBody>
          <a:bodyPr/>
          <a:lstStyle>
            <a:lvl1pPr>
              <a:lnSpc>
                <a:spcPct val="100000"/>
              </a:lnSpc>
              <a:spcBef>
                <a:spcPts val="0"/>
              </a:spcBef>
              <a:defRPr sz="4400" b="0" i="0">
                <a:solidFill>
                  <a:schemeClr val="tx1"/>
                </a:solidFill>
                <a:latin typeface="IBM Plex Sans Light" panose="020B0403050203000203" pitchFamily="34" charset="0"/>
              </a:defRPr>
            </a:lvl1pPr>
            <a:lvl2pPr marL="256032" indent="-256032">
              <a:lnSpc>
                <a:spcPct val="100000"/>
              </a:lnSpc>
              <a:spcBef>
                <a:spcPts val="0"/>
              </a:spcBef>
              <a:defRPr sz="4400" b="0" i="0">
                <a:solidFill>
                  <a:schemeClr val="tx1"/>
                </a:solidFill>
                <a:latin typeface="IBM Plex Sans Light" panose="020B0403050203000203" pitchFamily="34" charset="0"/>
              </a:defRPr>
            </a:lvl2pPr>
            <a:lvl3pPr marL="512064" indent="-256032">
              <a:lnSpc>
                <a:spcPct val="100000"/>
              </a:lnSpc>
              <a:spcBef>
                <a:spcPts val="0"/>
              </a:spcBef>
              <a:defRPr sz="4400" b="0" i="0">
                <a:solidFill>
                  <a:schemeClr val="tx1"/>
                </a:solidFill>
                <a:latin typeface="IBM Plex Sans Light" panose="020B0403050203000203" pitchFamily="34" charset="0"/>
              </a:defRPr>
            </a:lvl3pPr>
            <a:lvl4pPr marL="768096" indent="-256032">
              <a:lnSpc>
                <a:spcPct val="100000"/>
              </a:lnSpc>
              <a:spcBef>
                <a:spcPts val="0"/>
              </a:spcBef>
              <a:defRPr sz="4400" b="0" i="0">
                <a:solidFill>
                  <a:schemeClr val="tx1"/>
                </a:solidFill>
                <a:latin typeface="IBM Plex Sans Light" panose="020B0403050203000203" pitchFamily="34" charset="0"/>
              </a:defRPr>
            </a:lvl4pPr>
            <a:lvl5pPr>
              <a:lnSpc>
                <a:spcPct val="110000"/>
              </a:lnSpc>
              <a:spcBef>
                <a:spcPts val="0"/>
              </a:spcBef>
              <a:defRPr sz="28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14" name="Straight Connector 13">
            <a:extLst>
              <a:ext uri="{FF2B5EF4-FFF2-40B4-BE49-F238E27FC236}">
                <a16:creationId xmlns:a16="http://schemas.microsoft.com/office/drawing/2014/main" id="{C6EB28FF-C21F-A83D-2D19-2242B76C6B09}"/>
              </a:ext>
            </a:extLst>
          </p:cNvPr>
          <p:cNvCxnSpPr/>
          <p:nvPr userDrawn="1"/>
        </p:nvCxnSpPr>
        <p:spPr bwMode="auto">
          <a:xfrm>
            <a:off x="6096000"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8" name="Straight Connector 17">
            <a:extLst>
              <a:ext uri="{FF2B5EF4-FFF2-40B4-BE49-F238E27FC236}">
                <a16:creationId xmlns:a16="http://schemas.microsoft.com/office/drawing/2014/main" id="{3D7A0E74-695D-C6F5-07CD-01209D58A70A}"/>
              </a:ext>
            </a:extLst>
          </p:cNvPr>
          <p:cNvCxnSpPr/>
          <p:nvPr userDrawn="1"/>
        </p:nvCxnSpPr>
        <p:spPr bwMode="auto">
          <a:xfrm>
            <a:off x="12188952" y="566928"/>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19E1AC9A-B000-435B-E4BC-54B09FB7957C}"/>
              </a:ext>
            </a:extLst>
          </p:cNvPr>
          <p:cNvCxnSpPr/>
          <p:nvPr userDrawn="1"/>
        </p:nvCxnSpPr>
        <p:spPr bwMode="auto">
          <a:xfrm>
            <a:off x="18288000"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 name="Slide Number">
            <a:extLst>
              <a:ext uri="{FF2B5EF4-FFF2-40B4-BE49-F238E27FC236}">
                <a16:creationId xmlns:a16="http://schemas.microsoft.com/office/drawing/2014/main" id="{B96005D4-0874-989F-217D-8A2592F81D57}"/>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3" name="Footer Placeholder 3">
            <a:extLst>
              <a:ext uri="{FF2B5EF4-FFF2-40B4-BE49-F238E27FC236}">
                <a16:creationId xmlns:a16="http://schemas.microsoft.com/office/drawing/2014/main" id="{E3F3A850-F28F-F30E-5505-EA11791B052B}"/>
              </a:ext>
            </a:extLst>
          </p:cNvPr>
          <p:cNvSpPr>
            <a:spLocks noGrp="1"/>
          </p:cNvSpPr>
          <p:nvPr>
            <p:ph type="ftr" sz="quarter" idx="18"/>
          </p:nvPr>
        </p:nvSpPr>
        <p:spPr>
          <a:xfrm>
            <a:off x="568324" y="12804235"/>
            <a:ext cx="4956176" cy="381000"/>
          </a:xfrm>
        </p:spPr>
        <p:txBody>
          <a:bodyPr/>
          <a:lstStyle>
            <a:lvl1pPr>
              <a:defRPr b="0" i="0">
                <a:latin typeface="IBM Plex Sans Light" panose="020B0403050203000203" pitchFamily="34" charset="0"/>
              </a:defRPr>
            </a:lvl1pPr>
          </a:lstStyle>
          <a:p>
            <a:endParaRPr lang="en-US" dirty="0"/>
          </a:p>
        </p:txBody>
      </p:sp>
      <p:sp>
        <p:nvSpPr>
          <p:cNvPr id="16" name="Text Placeholder 6">
            <a:extLst>
              <a:ext uri="{FF2B5EF4-FFF2-40B4-BE49-F238E27FC236}">
                <a16:creationId xmlns:a16="http://schemas.microsoft.com/office/drawing/2014/main" id="{F4F49B39-EB32-770F-5644-D3D938710775}"/>
              </a:ext>
            </a:extLst>
          </p:cNvPr>
          <p:cNvSpPr>
            <a:spLocks noGrp="1"/>
          </p:cNvSpPr>
          <p:nvPr>
            <p:ph type="body" sz="quarter" idx="10"/>
          </p:nvPr>
        </p:nvSpPr>
        <p:spPr>
          <a:xfrm>
            <a:off x="6667500" y="3429000"/>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0" name="Text Placeholder 6">
            <a:extLst>
              <a:ext uri="{FF2B5EF4-FFF2-40B4-BE49-F238E27FC236}">
                <a16:creationId xmlns:a16="http://schemas.microsoft.com/office/drawing/2014/main" id="{5D25B5E4-5513-DB6F-04BF-4A2A85E85763}"/>
              </a:ext>
            </a:extLst>
          </p:cNvPr>
          <p:cNvSpPr>
            <a:spLocks noGrp="1"/>
          </p:cNvSpPr>
          <p:nvPr>
            <p:ph type="body" sz="quarter" idx="20"/>
          </p:nvPr>
        </p:nvSpPr>
        <p:spPr>
          <a:xfrm>
            <a:off x="12739220" y="3429001"/>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1" name="Text Placeholder 6">
            <a:extLst>
              <a:ext uri="{FF2B5EF4-FFF2-40B4-BE49-F238E27FC236}">
                <a16:creationId xmlns:a16="http://schemas.microsoft.com/office/drawing/2014/main" id="{EC86775E-92B8-3897-2210-2993F34BA628}"/>
              </a:ext>
            </a:extLst>
          </p:cNvPr>
          <p:cNvSpPr>
            <a:spLocks noGrp="1"/>
          </p:cNvSpPr>
          <p:nvPr>
            <p:ph type="body" sz="quarter" idx="21"/>
          </p:nvPr>
        </p:nvSpPr>
        <p:spPr>
          <a:xfrm>
            <a:off x="18859500" y="3429001"/>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599707034"/>
      </p:ext>
    </p:extLst>
  </p:cSld>
  <p:clrMapOvr>
    <a:masterClrMapping/>
  </p:clrMapOvr>
  <p:transition spd="med"/>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ext, 4 columns, dividers, pictogram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734332-B5B5-4358-3C72-8B35F374A887}"/>
              </a:ext>
            </a:extLst>
          </p:cNvPr>
          <p:cNvSpPr>
            <a:spLocks noGrp="1"/>
          </p:cNvSpPr>
          <p:nvPr>
            <p:ph type="title"/>
          </p:nvPr>
        </p:nvSpPr>
        <p:spPr>
          <a:xfrm>
            <a:off x="576072" y="385200"/>
            <a:ext cx="4949825" cy="2097087"/>
          </a:xfrm>
        </p:spPr>
        <p:txBody>
          <a:bodyPr/>
          <a:lstStyle>
            <a:lvl1pPr>
              <a:lnSpc>
                <a:spcPct val="100000"/>
              </a:lnSpc>
              <a:defRPr sz="2800" b="0" i="0">
                <a:solidFill>
                  <a:schemeClr val="tx2"/>
                </a:solidFill>
                <a:latin typeface="IBM Plex Sans Light" panose="020B0403050203000203" pitchFamily="34" charset="0"/>
              </a:defRPr>
            </a:lvl1pPr>
          </a:lstStyle>
          <a:p>
            <a:r>
              <a:rPr lang="en-US" dirty="0"/>
              <a:t>Click to edit Master title style</a:t>
            </a:r>
          </a:p>
        </p:txBody>
      </p:sp>
      <p:sp>
        <p:nvSpPr>
          <p:cNvPr id="5" name="Text Placeholder 4">
            <a:extLst>
              <a:ext uri="{FF2B5EF4-FFF2-40B4-BE49-F238E27FC236}">
                <a16:creationId xmlns:a16="http://schemas.microsoft.com/office/drawing/2014/main" id="{A59C4772-2960-241E-274D-18A4B5568DAB}"/>
              </a:ext>
            </a:extLst>
          </p:cNvPr>
          <p:cNvSpPr>
            <a:spLocks noGrp="1"/>
          </p:cNvSpPr>
          <p:nvPr>
            <p:ph type="body" sz="quarter" idx="11"/>
          </p:nvPr>
        </p:nvSpPr>
        <p:spPr>
          <a:xfrm>
            <a:off x="576072" y="3429000"/>
            <a:ext cx="4956175" cy="4000500"/>
          </a:xfrm>
          <a:prstGeom prst="rect">
            <a:avLst/>
          </a:prstGeom>
        </p:spPr>
        <p:txBody>
          <a:bodyPr/>
          <a:lstStyle>
            <a:lvl1pPr>
              <a:lnSpc>
                <a:spcPct val="100000"/>
              </a:lnSpc>
              <a:spcBef>
                <a:spcPts val="0"/>
              </a:spcBef>
              <a:defRPr sz="6400" b="0" i="0">
                <a:solidFill>
                  <a:schemeClr val="tx1"/>
                </a:solidFill>
                <a:latin typeface="IBM Plex Sans Light" panose="020B0403050203000203" pitchFamily="34" charset="0"/>
              </a:defRPr>
            </a:lvl1pPr>
          </a:lstStyle>
          <a:p>
            <a:pPr lvl="0"/>
            <a:r>
              <a:rPr lang="en-US" dirty="0"/>
              <a:t>Click to edit Master text styles</a:t>
            </a:r>
          </a:p>
        </p:txBody>
      </p:sp>
      <p:sp>
        <p:nvSpPr>
          <p:cNvPr id="14" name="Picture Placeholder 13">
            <a:extLst>
              <a:ext uri="{FF2B5EF4-FFF2-40B4-BE49-F238E27FC236}">
                <a16:creationId xmlns:a16="http://schemas.microsoft.com/office/drawing/2014/main" id="{637C5D5A-A533-DB2D-8BBE-C9DAA013CA01}"/>
              </a:ext>
            </a:extLst>
          </p:cNvPr>
          <p:cNvSpPr>
            <a:spLocks noGrp="1"/>
          </p:cNvSpPr>
          <p:nvPr>
            <p:ph type="pic" sz="quarter" idx="15" hasCustomPrompt="1"/>
          </p:nvPr>
        </p:nvSpPr>
        <p:spPr>
          <a:xfrm>
            <a:off x="6667500" y="576072"/>
            <a:ext cx="1216152" cy="1216152"/>
          </a:xfrm>
          <a:prstGeom prst="rect">
            <a:avLst/>
          </a:prstGeom>
        </p:spPr>
        <p:txBody>
          <a:bodyPr anchor="ctr"/>
          <a:lstStyle>
            <a:lvl1pPr algn="ctr">
              <a:defRPr sz="1600" b="0" i="0">
                <a:solidFill>
                  <a:schemeClr val="tx1"/>
                </a:solidFill>
                <a:latin typeface="IBM Plex Sans Light" panose="020B0403050203000203" pitchFamily="34" charset="0"/>
              </a:defRPr>
            </a:lvl1pPr>
          </a:lstStyle>
          <a:p>
            <a:r>
              <a:rPr lang="en-US" dirty="0"/>
              <a:t>Pictogram</a:t>
            </a:r>
          </a:p>
        </p:txBody>
      </p:sp>
      <p:sp>
        <p:nvSpPr>
          <p:cNvPr id="15" name="Picture Placeholder 13">
            <a:extLst>
              <a:ext uri="{FF2B5EF4-FFF2-40B4-BE49-F238E27FC236}">
                <a16:creationId xmlns:a16="http://schemas.microsoft.com/office/drawing/2014/main" id="{81413BEF-DDD1-548F-409B-224DE030B67E}"/>
              </a:ext>
            </a:extLst>
          </p:cNvPr>
          <p:cNvSpPr>
            <a:spLocks noGrp="1"/>
          </p:cNvSpPr>
          <p:nvPr>
            <p:ph type="pic" sz="quarter" idx="16" hasCustomPrompt="1"/>
          </p:nvPr>
        </p:nvSpPr>
        <p:spPr>
          <a:xfrm>
            <a:off x="12776353" y="576072"/>
            <a:ext cx="1216152" cy="1216152"/>
          </a:xfrm>
          <a:prstGeom prst="rect">
            <a:avLst/>
          </a:prstGeom>
        </p:spPr>
        <p:txBody>
          <a:bodyPr anchor="ctr"/>
          <a:lstStyle>
            <a:lvl1pPr algn="ctr">
              <a:defRPr sz="1600" b="0" i="0">
                <a:solidFill>
                  <a:schemeClr val="tx1"/>
                </a:solidFill>
                <a:latin typeface="IBM Plex Sans Light" panose="020B0403050203000203" pitchFamily="34" charset="0"/>
              </a:defRPr>
            </a:lvl1pPr>
          </a:lstStyle>
          <a:p>
            <a:r>
              <a:rPr lang="en-US" dirty="0"/>
              <a:t>Pictogram</a:t>
            </a:r>
          </a:p>
        </p:txBody>
      </p:sp>
      <p:sp>
        <p:nvSpPr>
          <p:cNvPr id="16" name="Picture Placeholder 13">
            <a:extLst>
              <a:ext uri="{FF2B5EF4-FFF2-40B4-BE49-F238E27FC236}">
                <a16:creationId xmlns:a16="http://schemas.microsoft.com/office/drawing/2014/main" id="{B37C3DBB-1177-5FC6-7F7F-E6C5931C9620}"/>
              </a:ext>
            </a:extLst>
          </p:cNvPr>
          <p:cNvSpPr>
            <a:spLocks noGrp="1"/>
          </p:cNvSpPr>
          <p:nvPr>
            <p:ph type="pic" sz="quarter" idx="17" hasCustomPrompt="1"/>
          </p:nvPr>
        </p:nvSpPr>
        <p:spPr>
          <a:xfrm>
            <a:off x="18859500" y="576072"/>
            <a:ext cx="1216152" cy="1216152"/>
          </a:xfrm>
          <a:prstGeom prst="rect">
            <a:avLst/>
          </a:prstGeom>
        </p:spPr>
        <p:txBody>
          <a:bodyPr anchor="ctr"/>
          <a:lstStyle>
            <a:lvl1pPr algn="ctr">
              <a:defRPr sz="1600" b="0" i="0">
                <a:solidFill>
                  <a:schemeClr val="tx1"/>
                </a:solidFill>
                <a:latin typeface="IBM Plex Sans Light" panose="020B0403050203000203" pitchFamily="34" charset="0"/>
              </a:defRPr>
            </a:lvl1pPr>
          </a:lstStyle>
          <a:p>
            <a:r>
              <a:rPr lang="en-US" dirty="0"/>
              <a:t>Pictogram</a:t>
            </a:r>
          </a:p>
        </p:txBody>
      </p:sp>
      <p:sp>
        <p:nvSpPr>
          <p:cNvPr id="4" name="Footer Placeholder 3">
            <a:extLst>
              <a:ext uri="{FF2B5EF4-FFF2-40B4-BE49-F238E27FC236}">
                <a16:creationId xmlns:a16="http://schemas.microsoft.com/office/drawing/2014/main" id="{ACE782CF-665F-3C56-698C-16112EB19B2F}"/>
              </a:ext>
            </a:extLst>
          </p:cNvPr>
          <p:cNvSpPr>
            <a:spLocks noGrp="1"/>
          </p:cNvSpPr>
          <p:nvPr>
            <p:ph type="ftr" sz="quarter" idx="18"/>
          </p:nvPr>
        </p:nvSpPr>
        <p:spPr/>
        <p:txBody>
          <a:bodyPr/>
          <a:lstStyle>
            <a:lvl1pPr>
              <a:defRPr b="0" i="0">
                <a:latin typeface="IBM Plex Sans Light" panose="020B0403050203000203" pitchFamily="34" charset="0"/>
              </a:defRPr>
            </a:lvl1pPr>
          </a:lstStyle>
          <a:p>
            <a:endParaRPr lang="en-US" dirty="0"/>
          </a:p>
        </p:txBody>
      </p:sp>
      <p:cxnSp>
        <p:nvCxnSpPr>
          <p:cNvPr id="17" name="Straight Connector 16">
            <a:extLst>
              <a:ext uri="{FF2B5EF4-FFF2-40B4-BE49-F238E27FC236}">
                <a16:creationId xmlns:a16="http://schemas.microsoft.com/office/drawing/2014/main" id="{4D695107-5427-4D2D-F88F-89BA74127CBF}"/>
              </a:ext>
            </a:extLst>
          </p:cNvPr>
          <p:cNvCxnSpPr/>
          <p:nvPr userDrawn="1"/>
        </p:nvCxnSpPr>
        <p:spPr bwMode="auto">
          <a:xfrm>
            <a:off x="6096000"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8" name="Straight Connector 17">
            <a:extLst>
              <a:ext uri="{FF2B5EF4-FFF2-40B4-BE49-F238E27FC236}">
                <a16:creationId xmlns:a16="http://schemas.microsoft.com/office/drawing/2014/main" id="{43B07B4A-5DB5-8126-EA79-502787053E82}"/>
              </a:ext>
            </a:extLst>
          </p:cNvPr>
          <p:cNvCxnSpPr/>
          <p:nvPr userDrawn="1"/>
        </p:nvCxnSpPr>
        <p:spPr bwMode="auto">
          <a:xfrm>
            <a:off x="12188952" y="566928"/>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4D829559-0A72-8826-E06A-C6CCD39750A4}"/>
              </a:ext>
            </a:extLst>
          </p:cNvPr>
          <p:cNvCxnSpPr/>
          <p:nvPr userDrawn="1"/>
        </p:nvCxnSpPr>
        <p:spPr bwMode="auto">
          <a:xfrm>
            <a:off x="18288000"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6" name="Slide Number">
            <a:extLst>
              <a:ext uri="{FF2B5EF4-FFF2-40B4-BE49-F238E27FC236}">
                <a16:creationId xmlns:a16="http://schemas.microsoft.com/office/drawing/2014/main" id="{D2A45AB7-102C-FBDF-94FD-99783B6A5A18}"/>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13" name="Text Placeholder 6">
            <a:extLst>
              <a:ext uri="{FF2B5EF4-FFF2-40B4-BE49-F238E27FC236}">
                <a16:creationId xmlns:a16="http://schemas.microsoft.com/office/drawing/2014/main" id="{DCEA9C7F-1CB2-B0B0-AE4C-171B0AFC6E26}"/>
              </a:ext>
            </a:extLst>
          </p:cNvPr>
          <p:cNvSpPr>
            <a:spLocks noGrp="1"/>
          </p:cNvSpPr>
          <p:nvPr>
            <p:ph type="body" sz="quarter" idx="10"/>
          </p:nvPr>
        </p:nvSpPr>
        <p:spPr>
          <a:xfrm>
            <a:off x="6667500" y="3429000"/>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1" name="Text Placeholder 6">
            <a:extLst>
              <a:ext uri="{FF2B5EF4-FFF2-40B4-BE49-F238E27FC236}">
                <a16:creationId xmlns:a16="http://schemas.microsoft.com/office/drawing/2014/main" id="{2F4D72D8-0638-1E42-6480-21D9CF7A440E}"/>
              </a:ext>
            </a:extLst>
          </p:cNvPr>
          <p:cNvSpPr>
            <a:spLocks noGrp="1"/>
          </p:cNvSpPr>
          <p:nvPr>
            <p:ph type="body" sz="quarter" idx="20"/>
          </p:nvPr>
        </p:nvSpPr>
        <p:spPr>
          <a:xfrm>
            <a:off x="12739220" y="3429001"/>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2" name="Text Placeholder 6">
            <a:extLst>
              <a:ext uri="{FF2B5EF4-FFF2-40B4-BE49-F238E27FC236}">
                <a16:creationId xmlns:a16="http://schemas.microsoft.com/office/drawing/2014/main" id="{D6DDCC2C-4DA8-F28F-9BBF-ACD120C05B48}"/>
              </a:ext>
            </a:extLst>
          </p:cNvPr>
          <p:cNvSpPr>
            <a:spLocks noGrp="1"/>
          </p:cNvSpPr>
          <p:nvPr>
            <p:ph type="body" sz="quarter" idx="21"/>
          </p:nvPr>
        </p:nvSpPr>
        <p:spPr>
          <a:xfrm>
            <a:off x="18859500" y="3429001"/>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1595899409"/>
      </p:ext>
    </p:extLst>
  </p:cSld>
  <p:clrMapOvr>
    <a:masterClrMapping/>
  </p:clrMapOvr>
  <p:transition spd="med"/>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ext, 1 wide column, divi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DD740D-848C-40A7-AB96-E7B74E0A800D}"/>
              </a:ext>
            </a:extLst>
          </p:cNvPr>
          <p:cNvSpPr>
            <a:spLocks noGrp="1"/>
          </p:cNvSpPr>
          <p:nvPr>
            <p:ph type="title"/>
          </p:nvPr>
        </p:nvSpPr>
        <p:spPr>
          <a:xfrm>
            <a:off x="576072" y="384048"/>
            <a:ext cx="4949825" cy="1141412"/>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6" name="Text Placeholder 5">
            <a:extLst>
              <a:ext uri="{FF2B5EF4-FFF2-40B4-BE49-F238E27FC236}">
                <a16:creationId xmlns:a16="http://schemas.microsoft.com/office/drawing/2014/main" id="{9792CE3F-FA6A-2FE0-0146-4BFD45CF296A}"/>
              </a:ext>
            </a:extLst>
          </p:cNvPr>
          <p:cNvSpPr>
            <a:spLocks noGrp="1"/>
          </p:cNvSpPr>
          <p:nvPr>
            <p:ph type="body" sz="quarter" idx="15"/>
          </p:nvPr>
        </p:nvSpPr>
        <p:spPr>
          <a:xfrm>
            <a:off x="6665976" y="384048"/>
            <a:ext cx="4956175" cy="1141412"/>
          </a:xfrm>
          <a:prstGeom prst="rect">
            <a:avLst/>
          </a:prstGeom>
        </p:spPr>
        <p:txBody>
          <a:bodyPr/>
          <a:lstStyle>
            <a:lvl1pPr>
              <a:lnSpc>
                <a:spcPct val="100000"/>
              </a:lnSpc>
              <a:spcBef>
                <a:spcPts val="0"/>
              </a:spcBef>
              <a:defRPr sz="6400" b="0" i="0">
                <a:solidFill>
                  <a:schemeClr val="tx2"/>
                </a:solidFill>
                <a:latin typeface="IBM Plex Sans Light" panose="020B0403050203000203" pitchFamily="34" charset="0"/>
              </a:defRPr>
            </a:lvl1pPr>
            <a:lvl2pPr>
              <a:spcBef>
                <a:spcPts val="0"/>
              </a:spcBef>
              <a:defRPr sz="2800"/>
            </a:lvl2pPr>
            <a:lvl3pPr>
              <a:spcBef>
                <a:spcPts val="0"/>
              </a:spcBef>
              <a:defRPr sz="2800"/>
            </a:lvl3pPr>
            <a:lvl4pPr>
              <a:spcBef>
                <a:spcPts val="0"/>
              </a:spcBef>
              <a:defRPr sz="2800"/>
            </a:lvl4pPr>
            <a:lvl5pPr>
              <a:spcBef>
                <a:spcPts val="0"/>
              </a:spcBef>
              <a:defRPr sz="2800"/>
            </a:lvl5pPr>
          </a:lstStyle>
          <a:p>
            <a:pPr lvl="0"/>
            <a:r>
              <a:rPr lang="en-US" dirty="0"/>
              <a:t>Click to edit Master text styles</a:t>
            </a:r>
          </a:p>
        </p:txBody>
      </p:sp>
      <p:sp>
        <p:nvSpPr>
          <p:cNvPr id="4" name="Footer Placeholder 3">
            <a:extLst>
              <a:ext uri="{FF2B5EF4-FFF2-40B4-BE49-F238E27FC236}">
                <a16:creationId xmlns:a16="http://schemas.microsoft.com/office/drawing/2014/main" id="{BA03B922-FA59-5165-48BF-0B57DFD66348}"/>
              </a:ext>
            </a:extLst>
          </p:cNvPr>
          <p:cNvSpPr>
            <a:spLocks noGrp="1"/>
          </p:cNvSpPr>
          <p:nvPr>
            <p:ph type="ftr" sz="quarter" idx="16"/>
          </p:nvPr>
        </p:nvSpPr>
        <p:spPr/>
        <p:txBody>
          <a:bodyPr/>
          <a:lstStyle>
            <a:lvl1pPr>
              <a:defRPr b="0" i="0">
                <a:latin typeface="IBM Plex Sans Light" panose="020B0403050203000203" pitchFamily="34" charset="0"/>
              </a:defRPr>
            </a:lvl1pPr>
          </a:lstStyle>
          <a:p>
            <a:endParaRPr lang="en-US" dirty="0"/>
          </a:p>
        </p:txBody>
      </p:sp>
      <p:sp>
        <p:nvSpPr>
          <p:cNvPr id="5" name="Slide Number">
            <a:extLst>
              <a:ext uri="{FF2B5EF4-FFF2-40B4-BE49-F238E27FC236}">
                <a16:creationId xmlns:a16="http://schemas.microsoft.com/office/drawing/2014/main" id="{5C3B405E-94D1-4A09-C6BF-A66D9CBEF63D}"/>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12" name="Text Placeholder 6">
            <a:extLst>
              <a:ext uri="{FF2B5EF4-FFF2-40B4-BE49-F238E27FC236}">
                <a16:creationId xmlns:a16="http://schemas.microsoft.com/office/drawing/2014/main" id="{AD98038E-FA9A-2E7F-DE4F-45D37F116DFD}"/>
              </a:ext>
            </a:extLst>
          </p:cNvPr>
          <p:cNvSpPr>
            <a:spLocks noGrp="1"/>
          </p:cNvSpPr>
          <p:nvPr>
            <p:ph type="body" sz="quarter" idx="10"/>
          </p:nvPr>
        </p:nvSpPr>
        <p:spPr>
          <a:xfrm>
            <a:off x="6667500" y="3429000"/>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 name="Text Placeholder 6">
            <a:extLst>
              <a:ext uri="{FF2B5EF4-FFF2-40B4-BE49-F238E27FC236}">
                <a16:creationId xmlns:a16="http://schemas.microsoft.com/office/drawing/2014/main" id="{2B3FDBEC-0A0D-82A4-F347-00CE8AD711B9}"/>
              </a:ext>
            </a:extLst>
          </p:cNvPr>
          <p:cNvSpPr>
            <a:spLocks noGrp="1"/>
          </p:cNvSpPr>
          <p:nvPr>
            <p:ph type="body" sz="quarter" idx="21"/>
          </p:nvPr>
        </p:nvSpPr>
        <p:spPr>
          <a:xfrm>
            <a:off x="12739220" y="3429000"/>
            <a:ext cx="10183842"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3553649678"/>
      </p:ext>
    </p:extLst>
  </p:cSld>
  <p:clrMapOvr>
    <a:masterClrMapping/>
  </p:clrMapOvr>
  <p:transition spd="med"/>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ext, 2 wide column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D46C39-902F-3DA0-AAF4-319DA8AE384D}"/>
              </a:ext>
            </a:extLst>
          </p:cNvPr>
          <p:cNvSpPr>
            <a:spLocks noGrp="1"/>
          </p:cNvSpPr>
          <p:nvPr>
            <p:ph type="title"/>
          </p:nvPr>
        </p:nvSpPr>
        <p:spPr>
          <a:xfrm>
            <a:off x="576072" y="385200"/>
            <a:ext cx="7424927" cy="1906588"/>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4" name="Footer Placeholder 3">
            <a:extLst>
              <a:ext uri="{FF2B5EF4-FFF2-40B4-BE49-F238E27FC236}">
                <a16:creationId xmlns:a16="http://schemas.microsoft.com/office/drawing/2014/main" id="{91A0F4B3-D63C-0D8F-2804-F97776F90E4E}"/>
              </a:ext>
            </a:extLst>
          </p:cNvPr>
          <p:cNvSpPr>
            <a:spLocks noGrp="1"/>
          </p:cNvSpPr>
          <p:nvPr>
            <p:ph type="ftr" sz="quarter" idx="13"/>
          </p:nvPr>
        </p:nvSpPr>
        <p:spPr/>
        <p:txBody>
          <a:bodyPr/>
          <a:lstStyle>
            <a:lvl1pPr>
              <a:defRPr b="0" i="0">
                <a:latin typeface="IBM Plex Sans Light" panose="020B0403050203000203" pitchFamily="34" charset="0"/>
              </a:defRPr>
            </a:lvl1pPr>
          </a:lstStyle>
          <a:p>
            <a:endParaRPr lang="en-US" dirty="0"/>
          </a:p>
        </p:txBody>
      </p:sp>
      <p:sp>
        <p:nvSpPr>
          <p:cNvPr id="7" name="Slide Number">
            <a:extLst>
              <a:ext uri="{FF2B5EF4-FFF2-40B4-BE49-F238E27FC236}">
                <a16:creationId xmlns:a16="http://schemas.microsoft.com/office/drawing/2014/main" id="{38EC09FB-402F-F3CE-E1D2-51583F1BCCFA}"/>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5" name="Text Placeholder 6">
            <a:extLst>
              <a:ext uri="{FF2B5EF4-FFF2-40B4-BE49-F238E27FC236}">
                <a16:creationId xmlns:a16="http://schemas.microsoft.com/office/drawing/2014/main" id="{5377FA90-E771-AC82-090E-6FBBAE2633AB}"/>
              </a:ext>
            </a:extLst>
          </p:cNvPr>
          <p:cNvSpPr>
            <a:spLocks noGrp="1"/>
          </p:cNvSpPr>
          <p:nvPr>
            <p:ph type="body" sz="quarter" idx="20"/>
          </p:nvPr>
        </p:nvSpPr>
        <p:spPr>
          <a:xfrm>
            <a:off x="12739220" y="3429000"/>
            <a:ext cx="10183842" cy="857249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6" name="Text Placeholder 6">
            <a:extLst>
              <a:ext uri="{FF2B5EF4-FFF2-40B4-BE49-F238E27FC236}">
                <a16:creationId xmlns:a16="http://schemas.microsoft.com/office/drawing/2014/main" id="{83C39AE1-8603-84DA-CC2F-0C36A1C9D153}"/>
              </a:ext>
            </a:extLst>
          </p:cNvPr>
          <p:cNvSpPr>
            <a:spLocks noGrp="1"/>
          </p:cNvSpPr>
          <p:nvPr>
            <p:ph type="body" sz="quarter" idx="21"/>
          </p:nvPr>
        </p:nvSpPr>
        <p:spPr>
          <a:xfrm>
            <a:off x="576072" y="3429000"/>
            <a:ext cx="10183842" cy="857249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3874945124"/>
      </p:ext>
    </p:extLst>
  </p:cSld>
  <p:clrMapOvr>
    <a:masterClrMapping/>
  </p:clrMapOvr>
  <p:transition spd="med"/>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ext, 2 columns, large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4691A7-388D-D543-2C74-58FA1F3BC20C}"/>
              </a:ext>
            </a:extLst>
          </p:cNvPr>
          <p:cNvSpPr>
            <a:spLocks noGrp="1"/>
          </p:cNvSpPr>
          <p:nvPr>
            <p:ph type="title"/>
          </p:nvPr>
        </p:nvSpPr>
        <p:spPr>
          <a:xfrm>
            <a:off x="576072" y="384048"/>
            <a:ext cx="11045825" cy="4573587"/>
          </a:xfrm>
        </p:spPr>
        <p:txBody>
          <a:bodyPr rIns="457200"/>
          <a:lstStyle>
            <a:lvl1pPr>
              <a:lnSpc>
                <a:spcPct val="100000"/>
              </a:lnSpc>
              <a:defRPr b="0" i="0">
                <a:solidFill>
                  <a:schemeClr val="tx2"/>
                </a:solidFill>
                <a:latin typeface="IBM Plex Sans Light" panose="020B0403050203000203" pitchFamily="34" charset="0"/>
              </a:defRPr>
            </a:lvl1pPr>
          </a:lstStyle>
          <a:p>
            <a:r>
              <a:rPr lang="en-US" dirty="0"/>
              <a:t>Click to edit Master title style</a:t>
            </a:r>
          </a:p>
        </p:txBody>
      </p:sp>
      <p:sp>
        <p:nvSpPr>
          <p:cNvPr id="4" name="Footer Placeholder 3">
            <a:extLst>
              <a:ext uri="{FF2B5EF4-FFF2-40B4-BE49-F238E27FC236}">
                <a16:creationId xmlns:a16="http://schemas.microsoft.com/office/drawing/2014/main" id="{5AA54578-ECD5-347E-35A9-C3F93EB8CDFE}"/>
              </a:ext>
            </a:extLst>
          </p:cNvPr>
          <p:cNvSpPr>
            <a:spLocks noGrp="1"/>
          </p:cNvSpPr>
          <p:nvPr>
            <p:ph type="ftr" sz="quarter" idx="13"/>
          </p:nvPr>
        </p:nvSpPr>
        <p:spPr/>
        <p:txBody>
          <a:bodyPr/>
          <a:lstStyle>
            <a:lvl1pPr>
              <a:defRPr b="0" i="0">
                <a:latin typeface="IBM Plex Sans Light" panose="020B0403050203000203" pitchFamily="34" charset="0"/>
              </a:defRPr>
            </a:lvl1pPr>
          </a:lstStyle>
          <a:p>
            <a:endParaRPr lang="en-US" dirty="0"/>
          </a:p>
        </p:txBody>
      </p:sp>
      <p:sp>
        <p:nvSpPr>
          <p:cNvPr id="7" name="Slide Number">
            <a:extLst>
              <a:ext uri="{FF2B5EF4-FFF2-40B4-BE49-F238E27FC236}">
                <a16:creationId xmlns:a16="http://schemas.microsoft.com/office/drawing/2014/main" id="{C7A51FE3-0F54-1487-47B4-164B5B802CA1}"/>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5" name="Text Placeholder 6">
            <a:extLst>
              <a:ext uri="{FF2B5EF4-FFF2-40B4-BE49-F238E27FC236}">
                <a16:creationId xmlns:a16="http://schemas.microsoft.com/office/drawing/2014/main" id="{A3A4153E-E96A-682A-6ADB-86D8329C1B21}"/>
              </a:ext>
            </a:extLst>
          </p:cNvPr>
          <p:cNvSpPr>
            <a:spLocks noGrp="1"/>
          </p:cNvSpPr>
          <p:nvPr>
            <p:ph type="body" sz="quarter" idx="10"/>
          </p:nvPr>
        </p:nvSpPr>
        <p:spPr>
          <a:xfrm>
            <a:off x="12775460" y="384044"/>
            <a:ext cx="4963923" cy="11431587"/>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6" name="Text Placeholder 6">
            <a:extLst>
              <a:ext uri="{FF2B5EF4-FFF2-40B4-BE49-F238E27FC236}">
                <a16:creationId xmlns:a16="http://schemas.microsoft.com/office/drawing/2014/main" id="{8AA778F7-DDE5-2F6E-F5FA-F5B0F120E06A}"/>
              </a:ext>
            </a:extLst>
          </p:cNvPr>
          <p:cNvSpPr>
            <a:spLocks noGrp="1"/>
          </p:cNvSpPr>
          <p:nvPr>
            <p:ph type="body" sz="quarter" idx="20"/>
          </p:nvPr>
        </p:nvSpPr>
        <p:spPr>
          <a:xfrm>
            <a:off x="18847180" y="384045"/>
            <a:ext cx="4963923" cy="11431585"/>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1559821703"/>
      </p:ext>
    </p:extLst>
  </p:cSld>
  <p:clrMapOvr>
    <a:masterClrMapping/>
  </p:clrMapOvr>
  <p:transition spd="med"/>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ext, 2 columns, small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4691A7-388D-D543-2C74-58FA1F3BC20C}"/>
              </a:ext>
            </a:extLst>
          </p:cNvPr>
          <p:cNvSpPr>
            <a:spLocks noGrp="1"/>
          </p:cNvSpPr>
          <p:nvPr>
            <p:ph type="title"/>
          </p:nvPr>
        </p:nvSpPr>
        <p:spPr>
          <a:xfrm>
            <a:off x="576072" y="385200"/>
            <a:ext cx="4953000" cy="4573587"/>
          </a:xfrm>
        </p:spPr>
        <p:txBody>
          <a:bodyPr/>
          <a:lstStyle>
            <a:lvl1pPr>
              <a:lnSpc>
                <a:spcPct val="100000"/>
              </a:lnSpc>
              <a:defRPr sz="4400" b="0" i="0">
                <a:solidFill>
                  <a:schemeClr val="tx2"/>
                </a:solidFill>
                <a:latin typeface="IBM Plex Sans Light" panose="020B0403050203000203" pitchFamily="34" charset="0"/>
              </a:defRPr>
            </a:lvl1pPr>
          </a:lstStyle>
          <a:p>
            <a:r>
              <a:rPr lang="en-US" dirty="0"/>
              <a:t>Click to edit Master title style</a:t>
            </a:r>
          </a:p>
        </p:txBody>
      </p:sp>
      <p:sp>
        <p:nvSpPr>
          <p:cNvPr id="4" name="Footer Placeholder 3">
            <a:extLst>
              <a:ext uri="{FF2B5EF4-FFF2-40B4-BE49-F238E27FC236}">
                <a16:creationId xmlns:a16="http://schemas.microsoft.com/office/drawing/2014/main" id="{5AA54578-ECD5-347E-35A9-C3F93EB8CDFE}"/>
              </a:ext>
            </a:extLst>
          </p:cNvPr>
          <p:cNvSpPr>
            <a:spLocks noGrp="1"/>
          </p:cNvSpPr>
          <p:nvPr>
            <p:ph type="ftr" sz="quarter" idx="13"/>
          </p:nvPr>
        </p:nvSpPr>
        <p:spPr/>
        <p:txBody>
          <a:bodyPr/>
          <a:lstStyle>
            <a:lvl1pPr>
              <a:defRPr b="0" i="0">
                <a:latin typeface="IBM Plex Sans Light" panose="020B0403050203000203" pitchFamily="34" charset="0"/>
              </a:defRPr>
            </a:lvl1pPr>
          </a:lstStyle>
          <a:p>
            <a:endParaRPr lang="en-US" dirty="0"/>
          </a:p>
        </p:txBody>
      </p:sp>
      <p:sp>
        <p:nvSpPr>
          <p:cNvPr id="7" name="Slide Number">
            <a:extLst>
              <a:ext uri="{FF2B5EF4-FFF2-40B4-BE49-F238E27FC236}">
                <a16:creationId xmlns:a16="http://schemas.microsoft.com/office/drawing/2014/main" id="{745FF4F8-7F82-E9C2-8046-C791019E1694}"/>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6" name="Text Placeholder 6">
            <a:extLst>
              <a:ext uri="{FF2B5EF4-FFF2-40B4-BE49-F238E27FC236}">
                <a16:creationId xmlns:a16="http://schemas.microsoft.com/office/drawing/2014/main" id="{138C4317-85BF-2C36-29AD-9974CF6DE93C}"/>
              </a:ext>
            </a:extLst>
          </p:cNvPr>
          <p:cNvSpPr>
            <a:spLocks noGrp="1"/>
          </p:cNvSpPr>
          <p:nvPr>
            <p:ph type="body" sz="quarter" idx="10"/>
          </p:nvPr>
        </p:nvSpPr>
        <p:spPr>
          <a:xfrm>
            <a:off x="12775460" y="384044"/>
            <a:ext cx="4963923" cy="11431587"/>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Text Placeholder 6">
            <a:extLst>
              <a:ext uri="{FF2B5EF4-FFF2-40B4-BE49-F238E27FC236}">
                <a16:creationId xmlns:a16="http://schemas.microsoft.com/office/drawing/2014/main" id="{11D0A98E-CDEF-685C-25C7-E4EA3AFDCDFD}"/>
              </a:ext>
            </a:extLst>
          </p:cNvPr>
          <p:cNvSpPr>
            <a:spLocks noGrp="1"/>
          </p:cNvSpPr>
          <p:nvPr>
            <p:ph type="body" sz="quarter" idx="20"/>
          </p:nvPr>
        </p:nvSpPr>
        <p:spPr>
          <a:xfrm>
            <a:off x="18847180" y="384045"/>
            <a:ext cx="4963923" cy="11431585"/>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2204956051"/>
      </p:ext>
    </p:extLst>
  </p:cSld>
  <p:clrMapOvr>
    <a:masterClrMapping/>
  </p:clrMapOvr>
  <p:transition spd="med"/>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ext, 2 columns, dividers, large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3E75BA-E283-08AE-B230-A89A2245C127}"/>
              </a:ext>
            </a:extLst>
          </p:cNvPr>
          <p:cNvSpPr>
            <a:spLocks noGrp="1"/>
          </p:cNvSpPr>
          <p:nvPr>
            <p:ph type="title"/>
          </p:nvPr>
        </p:nvSpPr>
        <p:spPr>
          <a:xfrm>
            <a:off x="576072" y="384048"/>
            <a:ext cx="11039476" cy="4573587"/>
          </a:xfrm>
        </p:spPr>
        <p:txBody>
          <a:bodyPr rIns="457200"/>
          <a:lstStyle>
            <a:lvl1pPr>
              <a:lnSpc>
                <a:spcPct val="100000"/>
              </a:lnSpc>
              <a:defRPr b="0" i="0">
                <a:solidFill>
                  <a:schemeClr val="tx2"/>
                </a:solidFill>
                <a:latin typeface="IBM Plex Sans Light" panose="020B0403050203000203" pitchFamily="34" charset="0"/>
              </a:defRPr>
            </a:lvl1pPr>
          </a:lstStyle>
          <a:p>
            <a:r>
              <a:rPr lang="en-US" dirty="0"/>
              <a:t>Click to edit Master title style</a:t>
            </a:r>
          </a:p>
        </p:txBody>
      </p:sp>
      <p:sp>
        <p:nvSpPr>
          <p:cNvPr id="6" name="Footer Placeholder 5">
            <a:extLst>
              <a:ext uri="{FF2B5EF4-FFF2-40B4-BE49-F238E27FC236}">
                <a16:creationId xmlns:a16="http://schemas.microsoft.com/office/drawing/2014/main" id="{A3AE734E-170F-6CE2-C852-A644ACB8F409}"/>
              </a:ext>
            </a:extLst>
          </p:cNvPr>
          <p:cNvSpPr>
            <a:spLocks noGrp="1"/>
          </p:cNvSpPr>
          <p:nvPr>
            <p:ph type="ftr" sz="quarter" idx="20"/>
          </p:nvPr>
        </p:nvSpPr>
        <p:spPr/>
        <p:txBody>
          <a:bodyPr/>
          <a:lstStyle>
            <a:lvl1pPr>
              <a:defRPr b="0" i="0">
                <a:latin typeface="IBM Plex Sans Light" panose="020B0403050203000203" pitchFamily="34" charset="0"/>
              </a:defRPr>
            </a:lvl1pPr>
          </a:lstStyle>
          <a:p>
            <a:endParaRPr lang="en-US" dirty="0"/>
          </a:p>
        </p:txBody>
      </p:sp>
      <p:sp>
        <p:nvSpPr>
          <p:cNvPr id="7" name="Slide Number">
            <a:extLst>
              <a:ext uri="{FF2B5EF4-FFF2-40B4-BE49-F238E27FC236}">
                <a16:creationId xmlns:a16="http://schemas.microsoft.com/office/drawing/2014/main" id="{9BFC0CA6-CE6F-D94C-2967-FBF2240020C4}"/>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11" name="Text Placeholder 6">
            <a:extLst>
              <a:ext uri="{FF2B5EF4-FFF2-40B4-BE49-F238E27FC236}">
                <a16:creationId xmlns:a16="http://schemas.microsoft.com/office/drawing/2014/main" id="{4401EF50-EF95-0C87-38FD-2E0B9FD3E33F}"/>
              </a:ext>
            </a:extLst>
          </p:cNvPr>
          <p:cNvSpPr>
            <a:spLocks noGrp="1"/>
          </p:cNvSpPr>
          <p:nvPr>
            <p:ph type="body" sz="quarter" idx="10"/>
          </p:nvPr>
        </p:nvSpPr>
        <p:spPr>
          <a:xfrm>
            <a:off x="12787780" y="3429000"/>
            <a:ext cx="4963923" cy="857249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ext Placeholder 6">
            <a:extLst>
              <a:ext uri="{FF2B5EF4-FFF2-40B4-BE49-F238E27FC236}">
                <a16:creationId xmlns:a16="http://schemas.microsoft.com/office/drawing/2014/main" id="{A7715D83-2EB0-631E-31DF-DAE49EE10509}"/>
              </a:ext>
            </a:extLst>
          </p:cNvPr>
          <p:cNvSpPr>
            <a:spLocks noGrp="1"/>
          </p:cNvSpPr>
          <p:nvPr>
            <p:ph type="body" sz="quarter" idx="21"/>
          </p:nvPr>
        </p:nvSpPr>
        <p:spPr>
          <a:xfrm>
            <a:off x="18859500" y="3429002"/>
            <a:ext cx="4963923" cy="8572498"/>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3" name="Text Placeholder 6">
            <a:extLst>
              <a:ext uri="{FF2B5EF4-FFF2-40B4-BE49-F238E27FC236}">
                <a16:creationId xmlns:a16="http://schemas.microsoft.com/office/drawing/2014/main" id="{72EE4CB5-8991-123D-EBF8-1ED34CC50FE6}"/>
              </a:ext>
            </a:extLst>
          </p:cNvPr>
          <p:cNvSpPr>
            <a:spLocks noGrp="1"/>
          </p:cNvSpPr>
          <p:nvPr>
            <p:ph type="body" sz="quarter" idx="22"/>
          </p:nvPr>
        </p:nvSpPr>
        <p:spPr>
          <a:xfrm>
            <a:off x="12787780" y="384048"/>
            <a:ext cx="4963923" cy="1525587"/>
          </a:xfrm>
          <a:prstGeom prst="rect">
            <a:avLst/>
          </a:prstGeom>
        </p:spPr>
        <p:txBody>
          <a:bodyPr/>
          <a:lstStyle>
            <a:lvl1pPr defTabSz="1161288">
              <a:lnSpc>
                <a:spcPct val="100000"/>
              </a:lnSpc>
              <a:spcBef>
                <a:spcPts val="0"/>
              </a:spcBef>
              <a:defRPr sz="4400" b="0" i="0">
                <a:solidFill>
                  <a:schemeClr val="tx1"/>
                </a:solidFill>
                <a:latin typeface="IBM Plex Sans Light" panose="020B0403050203000203" pitchFamily="34" charset="0"/>
              </a:defRPr>
            </a:lvl1pPr>
            <a:lvl2pPr defTabSz="1161288">
              <a:lnSpc>
                <a:spcPct val="100000"/>
              </a:lnSpc>
              <a:spcBef>
                <a:spcPts val="0"/>
              </a:spcBef>
              <a:defRPr sz="4400" b="0" i="0">
                <a:solidFill>
                  <a:schemeClr val="tx1"/>
                </a:solidFill>
                <a:latin typeface="IBM Plex Sans Light" panose="020B0403050203000203" pitchFamily="34" charset="0"/>
              </a:defRPr>
            </a:lvl2pPr>
            <a:lvl3pPr defTabSz="1161288">
              <a:lnSpc>
                <a:spcPct val="100000"/>
              </a:lnSpc>
              <a:spcBef>
                <a:spcPts val="0"/>
              </a:spcBef>
              <a:defRPr sz="4400" b="0" i="0">
                <a:solidFill>
                  <a:schemeClr val="tx1"/>
                </a:solidFill>
                <a:latin typeface="IBM Plex Sans Light" panose="020B0403050203000203" pitchFamily="34" charset="0"/>
              </a:defRPr>
            </a:lvl3pPr>
            <a:lvl4pPr defTabSz="1161288">
              <a:lnSpc>
                <a:spcPct val="100000"/>
              </a:lnSpc>
              <a:spcBef>
                <a:spcPts val="0"/>
              </a:spcBef>
              <a:defRPr sz="44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4" name="Text Placeholder 6">
            <a:extLst>
              <a:ext uri="{FF2B5EF4-FFF2-40B4-BE49-F238E27FC236}">
                <a16:creationId xmlns:a16="http://schemas.microsoft.com/office/drawing/2014/main" id="{14ACB30C-F320-75FA-F4BC-8A4103FF2F36}"/>
              </a:ext>
            </a:extLst>
          </p:cNvPr>
          <p:cNvSpPr>
            <a:spLocks noGrp="1"/>
          </p:cNvSpPr>
          <p:nvPr>
            <p:ph type="body" sz="quarter" idx="23"/>
          </p:nvPr>
        </p:nvSpPr>
        <p:spPr>
          <a:xfrm>
            <a:off x="18847180" y="384048"/>
            <a:ext cx="4963923" cy="1525587"/>
          </a:xfrm>
          <a:prstGeom prst="rect">
            <a:avLst/>
          </a:prstGeom>
        </p:spPr>
        <p:txBody>
          <a:bodyPr/>
          <a:lstStyle>
            <a:lvl1pPr defTabSz="1161288">
              <a:lnSpc>
                <a:spcPct val="100000"/>
              </a:lnSpc>
              <a:spcBef>
                <a:spcPts val="0"/>
              </a:spcBef>
              <a:defRPr sz="4400" b="0" i="0">
                <a:solidFill>
                  <a:schemeClr val="tx1"/>
                </a:solidFill>
                <a:latin typeface="IBM Plex Sans Light" panose="020B0403050203000203" pitchFamily="34" charset="0"/>
              </a:defRPr>
            </a:lvl1pPr>
            <a:lvl2pPr defTabSz="1161288">
              <a:lnSpc>
                <a:spcPct val="100000"/>
              </a:lnSpc>
              <a:spcBef>
                <a:spcPts val="0"/>
              </a:spcBef>
              <a:defRPr sz="4400" b="0" i="0">
                <a:solidFill>
                  <a:schemeClr val="tx1"/>
                </a:solidFill>
                <a:latin typeface="IBM Plex Sans Light" panose="020B0403050203000203" pitchFamily="34" charset="0"/>
              </a:defRPr>
            </a:lvl2pPr>
            <a:lvl3pPr defTabSz="1161288">
              <a:lnSpc>
                <a:spcPct val="100000"/>
              </a:lnSpc>
              <a:spcBef>
                <a:spcPts val="0"/>
              </a:spcBef>
              <a:defRPr sz="4400" b="0" i="0">
                <a:solidFill>
                  <a:schemeClr val="tx1"/>
                </a:solidFill>
                <a:latin typeface="IBM Plex Sans Light" panose="020B0403050203000203" pitchFamily="34" charset="0"/>
              </a:defRPr>
            </a:lvl3pPr>
            <a:lvl4pPr defTabSz="1161288">
              <a:lnSpc>
                <a:spcPct val="100000"/>
              </a:lnSpc>
              <a:spcBef>
                <a:spcPts val="0"/>
              </a:spcBef>
              <a:defRPr sz="44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177170831"/>
      </p:ext>
    </p:extLst>
  </p:cSld>
  <p:clrMapOvr>
    <a:masterClrMapping/>
  </p:clrMapOvr>
  <p:transition spd="med"/>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ext, 2 columns, dividers, small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3E75BA-E283-08AE-B230-A89A2245C127}"/>
              </a:ext>
            </a:extLst>
          </p:cNvPr>
          <p:cNvSpPr>
            <a:spLocks noGrp="1"/>
          </p:cNvSpPr>
          <p:nvPr>
            <p:ph type="title"/>
          </p:nvPr>
        </p:nvSpPr>
        <p:spPr>
          <a:xfrm>
            <a:off x="576072" y="385200"/>
            <a:ext cx="4949826" cy="4573587"/>
          </a:xfrm>
        </p:spPr>
        <p:txBody>
          <a:bodyPr rIns="0"/>
          <a:lstStyle>
            <a:lvl1pPr>
              <a:lnSpc>
                <a:spcPct val="100000"/>
              </a:lnSpc>
              <a:defRPr sz="4400" b="0" i="0">
                <a:solidFill>
                  <a:schemeClr val="tx2"/>
                </a:solidFill>
                <a:latin typeface="IBM Plex Sans Light" panose="020B0403050203000203" pitchFamily="34" charset="0"/>
              </a:defRPr>
            </a:lvl1pPr>
          </a:lstStyle>
          <a:p>
            <a:r>
              <a:rPr lang="en-US" dirty="0"/>
              <a:t>Click to edit Master title style</a:t>
            </a:r>
          </a:p>
        </p:txBody>
      </p:sp>
      <p:sp>
        <p:nvSpPr>
          <p:cNvPr id="6" name="Footer Placeholder 5">
            <a:extLst>
              <a:ext uri="{FF2B5EF4-FFF2-40B4-BE49-F238E27FC236}">
                <a16:creationId xmlns:a16="http://schemas.microsoft.com/office/drawing/2014/main" id="{A3AE734E-170F-6CE2-C852-A644ACB8F409}"/>
              </a:ext>
            </a:extLst>
          </p:cNvPr>
          <p:cNvSpPr>
            <a:spLocks noGrp="1"/>
          </p:cNvSpPr>
          <p:nvPr>
            <p:ph type="ftr" sz="quarter" idx="20"/>
          </p:nvPr>
        </p:nvSpPr>
        <p:spPr/>
        <p:txBody>
          <a:bodyPr/>
          <a:lstStyle>
            <a:lvl1pPr>
              <a:defRPr b="0" i="0">
                <a:latin typeface="IBM Plex Sans Light" panose="020B0403050203000203" pitchFamily="34" charset="0"/>
              </a:defRPr>
            </a:lvl1pPr>
          </a:lstStyle>
          <a:p>
            <a:endParaRPr lang="en-US" dirty="0"/>
          </a:p>
        </p:txBody>
      </p:sp>
      <p:sp>
        <p:nvSpPr>
          <p:cNvPr id="7" name="Slide Number">
            <a:extLst>
              <a:ext uri="{FF2B5EF4-FFF2-40B4-BE49-F238E27FC236}">
                <a16:creationId xmlns:a16="http://schemas.microsoft.com/office/drawing/2014/main" id="{8CF1D655-1791-BEF3-D8AA-E589057E73AC}"/>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17" name="Text Placeholder 6">
            <a:extLst>
              <a:ext uri="{FF2B5EF4-FFF2-40B4-BE49-F238E27FC236}">
                <a16:creationId xmlns:a16="http://schemas.microsoft.com/office/drawing/2014/main" id="{C320D13A-B2E3-8109-F9A4-70AB45A14B5D}"/>
              </a:ext>
            </a:extLst>
          </p:cNvPr>
          <p:cNvSpPr>
            <a:spLocks noGrp="1"/>
          </p:cNvSpPr>
          <p:nvPr>
            <p:ph type="body" sz="quarter" idx="10"/>
          </p:nvPr>
        </p:nvSpPr>
        <p:spPr>
          <a:xfrm>
            <a:off x="12787780" y="3429000"/>
            <a:ext cx="4963923" cy="8572499"/>
          </a:xfrm>
          <a:prstGeom prst="rect">
            <a:avLst/>
          </a:prstGeom>
        </p:spPr>
        <p:txBody>
          <a:bodyPr/>
          <a:lstStyle>
            <a:lvl1pPr defTabSz="1161288">
              <a:lnSpc>
                <a:spcPct val="100000"/>
              </a:lnSpc>
              <a:spcBef>
                <a:spcPts val="0"/>
              </a:spcBef>
              <a:defRPr sz="2800" b="0" i="0">
                <a:solidFill>
                  <a:schemeClr val="tx1"/>
                </a:solidFill>
                <a:latin typeface="IBM Plex Sans Light" panose="020B0403050203000203" pitchFamily="34" charset="0"/>
              </a:defRPr>
            </a:lvl1pPr>
            <a:lvl2pPr defTabSz="1161288">
              <a:lnSpc>
                <a:spcPct val="100000"/>
              </a:lnSpc>
              <a:spcBef>
                <a:spcPts val="0"/>
              </a:spcBef>
              <a:defRPr sz="2800" b="0" i="0">
                <a:solidFill>
                  <a:schemeClr val="tx1"/>
                </a:solidFill>
                <a:latin typeface="IBM Plex Sans Light" panose="020B0403050203000203" pitchFamily="34" charset="0"/>
              </a:defRPr>
            </a:lvl2pPr>
            <a:lvl3pPr defTabSz="1161288">
              <a:lnSpc>
                <a:spcPct val="100000"/>
              </a:lnSpc>
              <a:spcBef>
                <a:spcPts val="0"/>
              </a:spcBef>
              <a:defRPr sz="2800" b="0" i="0">
                <a:solidFill>
                  <a:schemeClr val="tx1"/>
                </a:solidFill>
                <a:latin typeface="IBM Plex Sans Light" panose="020B0403050203000203" pitchFamily="34" charset="0"/>
              </a:defRPr>
            </a:lvl3pPr>
            <a:lvl4pPr defTabSz="1161288">
              <a:lnSpc>
                <a:spcPct val="100000"/>
              </a:lnSpc>
              <a:spcBef>
                <a:spcPts val="0"/>
              </a:spcBef>
              <a:defRPr sz="28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8" name="Text Placeholder 6">
            <a:extLst>
              <a:ext uri="{FF2B5EF4-FFF2-40B4-BE49-F238E27FC236}">
                <a16:creationId xmlns:a16="http://schemas.microsoft.com/office/drawing/2014/main" id="{974BDB94-1ECF-14DA-1C2A-F289E665E08B}"/>
              </a:ext>
            </a:extLst>
          </p:cNvPr>
          <p:cNvSpPr>
            <a:spLocks noGrp="1"/>
          </p:cNvSpPr>
          <p:nvPr>
            <p:ph type="body" sz="quarter" idx="21"/>
          </p:nvPr>
        </p:nvSpPr>
        <p:spPr>
          <a:xfrm>
            <a:off x="18859500" y="3429002"/>
            <a:ext cx="4963923" cy="8572498"/>
          </a:xfrm>
          <a:prstGeom prst="rect">
            <a:avLst/>
          </a:prstGeom>
        </p:spPr>
        <p:txBody>
          <a:bodyPr/>
          <a:lstStyle>
            <a:lvl1pPr defTabSz="1161288">
              <a:lnSpc>
                <a:spcPct val="100000"/>
              </a:lnSpc>
              <a:spcBef>
                <a:spcPts val="0"/>
              </a:spcBef>
              <a:defRPr sz="2800" b="0" i="0">
                <a:solidFill>
                  <a:schemeClr val="tx1"/>
                </a:solidFill>
                <a:latin typeface="IBM Plex Sans Light" panose="020B0403050203000203" pitchFamily="34" charset="0"/>
              </a:defRPr>
            </a:lvl1pPr>
            <a:lvl2pPr defTabSz="1161288">
              <a:lnSpc>
                <a:spcPct val="100000"/>
              </a:lnSpc>
              <a:spcBef>
                <a:spcPts val="0"/>
              </a:spcBef>
              <a:defRPr sz="2800" b="0" i="0">
                <a:solidFill>
                  <a:schemeClr val="tx1"/>
                </a:solidFill>
                <a:latin typeface="IBM Plex Sans Light" panose="020B0403050203000203" pitchFamily="34" charset="0"/>
              </a:defRPr>
            </a:lvl2pPr>
            <a:lvl3pPr defTabSz="1161288">
              <a:lnSpc>
                <a:spcPct val="100000"/>
              </a:lnSpc>
              <a:spcBef>
                <a:spcPts val="0"/>
              </a:spcBef>
              <a:defRPr sz="2800" b="0" i="0">
                <a:solidFill>
                  <a:schemeClr val="tx1"/>
                </a:solidFill>
                <a:latin typeface="IBM Plex Sans Light" panose="020B0403050203000203" pitchFamily="34" charset="0"/>
              </a:defRPr>
            </a:lvl3pPr>
            <a:lvl4pPr defTabSz="1161288">
              <a:lnSpc>
                <a:spcPct val="100000"/>
              </a:lnSpc>
              <a:spcBef>
                <a:spcPts val="0"/>
              </a:spcBef>
              <a:defRPr sz="28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9" name="Text Placeholder 6">
            <a:extLst>
              <a:ext uri="{FF2B5EF4-FFF2-40B4-BE49-F238E27FC236}">
                <a16:creationId xmlns:a16="http://schemas.microsoft.com/office/drawing/2014/main" id="{D6E55AA2-DCD0-9227-A831-24FD27E4CB54}"/>
              </a:ext>
            </a:extLst>
          </p:cNvPr>
          <p:cNvSpPr>
            <a:spLocks noGrp="1"/>
          </p:cNvSpPr>
          <p:nvPr>
            <p:ph type="body" sz="quarter" idx="22"/>
          </p:nvPr>
        </p:nvSpPr>
        <p:spPr>
          <a:xfrm>
            <a:off x="12787780" y="384048"/>
            <a:ext cx="4963923" cy="1525587"/>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0" name="Text Placeholder 6">
            <a:extLst>
              <a:ext uri="{FF2B5EF4-FFF2-40B4-BE49-F238E27FC236}">
                <a16:creationId xmlns:a16="http://schemas.microsoft.com/office/drawing/2014/main" id="{08FF2718-83A0-A416-2862-0D7439636230}"/>
              </a:ext>
            </a:extLst>
          </p:cNvPr>
          <p:cNvSpPr>
            <a:spLocks noGrp="1"/>
          </p:cNvSpPr>
          <p:nvPr>
            <p:ph type="body" sz="quarter" idx="23"/>
          </p:nvPr>
        </p:nvSpPr>
        <p:spPr>
          <a:xfrm>
            <a:off x="18847180" y="384048"/>
            <a:ext cx="4963923" cy="1525587"/>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1629240754"/>
      </p:ext>
    </p:extLst>
  </p:cSld>
  <p:clrMapOvr>
    <a:masterClrMapping/>
  </p:clrMapOvr>
  <p:transition spd="med"/>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ext, 2 columns, dividers, pictogram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DD740D-848C-40A7-AB96-E7B74E0A800D}"/>
              </a:ext>
            </a:extLst>
          </p:cNvPr>
          <p:cNvSpPr>
            <a:spLocks noGrp="1"/>
          </p:cNvSpPr>
          <p:nvPr>
            <p:ph type="title"/>
          </p:nvPr>
        </p:nvSpPr>
        <p:spPr>
          <a:xfrm>
            <a:off x="576072" y="384048"/>
            <a:ext cx="4949825" cy="1141413"/>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6" name="Text Placeholder 5">
            <a:extLst>
              <a:ext uri="{FF2B5EF4-FFF2-40B4-BE49-F238E27FC236}">
                <a16:creationId xmlns:a16="http://schemas.microsoft.com/office/drawing/2014/main" id="{9792CE3F-FA6A-2FE0-0146-4BFD45CF296A}"/>
              </a:ext>
            </a:extLst>
          </p:cNvPr>
          <p:cNvSpPr>
            <a:spLocks noGrp="1"/>
          </p:cNvSpPr>
          <p:nvPr>
            <p:ph type="body" sz="quarter" idx="15"/>
          </p:nvPr>
        </p:nvSpPr>
        <p:spPr>
          <a:xfrm>
            <a:off x="6669151" y="384048"/>
            <a:ext cx="4956175" cy="1141412"/>
          </a:xfrm>
          <a:prstGeom prst="rect">
            <a:avLst/>
          </a:prstGeom>
        </p:spPr>
        <p:txBody>
          <a:bodyPr/>
          <a:lstStyle>
            <a:lvl1pPr>
              <a:lnSpc>
                <a:spcPct val="100000"/>
              </a:lnSpc>
              <a:spcBef>
                <a:spcPts val="0"/>
              </a:spcBef>
              <a:defRPr sz="6400" b="0" i="0">
                <a:solidFill>
                  <a:schemeClr val="tx2"/>
                </a:solidFill>
                <a:latin typeface="IBM Plex Sans Light" panose="020B0403050203000203" pitchFamily="34" charset="0"/>
              </a:defRPr>
            </a:lvl1pPr>
            <a:lvl2pPr>
              <a:lnSpc>
                <a:spcPct val="90000"/>
              </a:lnSpc>
              <a:spcBef>
                <a:spcPts val="0"/>
              </a:spcBef>
              <a:defRPr sz="2800"/>
            </a:lvl2pPr>
            <a:lvl3pPr>
              <a:lnSpc>
                <a:spcPct val="90000"/>
              </a:lnSpc>
              <a:spcBef>
                <a:spcPts val="0"/>
              </a:spcBef>
              <a:defRPr sz="2800"/>
            </a:lvl3pPr>
            <a:lvl4pPr>
              <a:lnSpc>
                <a:spcPct val="90000"/>
              </a:lnSpc>
              <a:spcBef>
                <a:spcPts val="0"/>
              </a:spcBef>
              <a:defRPr sz="2800"/>
            </a:lvl4pPr>
            <a:lvl5pPr>
              <a:lnSpc>
                <a:spcPct val="90000"/>
              </a:lnSpc>
              <a:spcBef>
                <a:spcPts val="0"/>
              </a:spcBef>
              <a:defRPr sz="2800"/>
            </a:lvl5pPr>
          </a:lstStyle>
          <a:p>
            <a:pPr lvl="0"/>
            <a:r>
              <a:rPr lang="en-US" dirty="0"/>
              <a:t>Click to edit Master text styles</a:t>
            </a:r>
          </a:p>
        </p:txBody>
      </p:sp>
      <p:sp>
        <p:nvSpPr>
          <p:cNvPr id="5" name="Picture Placeholder 4">
            <a:extLst>
              <a:ext uri="{FF2B5EF4-FFF2-40B4-BE49-F238E27FC236}">
                <a16:creationId xmlns:a16="http://schemas.microsoft.com/office/drawing/2014/main" id="{4E8FFEFF-CCD0-A436-418A-5FB8624CCC89}"/>
              </a:ext>
            </a:extLst>
          </p:cNvPr>
          <p:cNvSpPr>
            <a:spLocks noGrp="1" noChangeAspect="1"/>
          </p:cNvSpPr>
          <p:nvPr>
            <p:ph type="pic" sz="quarter" idx="16" hasCustomPrompt="1"/>
          </p:nvPr>
        </p:nvSpPr>
        <p:spPr>
          <a:xfrm>
            <a:off x="12763500" y="576072"/>
            <a:ext cx="1216152" cy="1214462"/>
          </a:xfrm>
          <a:prstGeom prst="rect">
            <a:avLst/>
          </a:prstGeom>
        </p:spPr>
        <p:txBody>
          <a:bodyPr anchor="ctr"/>
          <a:lstStyle>
            <a:lvl1pPr algn="ctr">
              <a:defRPr sz="1600" b="0" i="0">
                <a:solidFill>
                  <a:schemeClr val="tx1"/>
                </a:solidFill>
                <a:latin typeface="IBM Plex Sans Light" panose="020B0403050203000203" pitchFamily="34" charset="0"/>
              </a:defRPr>
            </a:lvl1pPr>
          </a:lstStyle>
          <a:p>
            <a:r>
              <a:rPr lang="en-US" dirty="0"/>
              <a:t>Pictogram</a:t>
            </a:r>
          </a:p>
        </p:txBody>
      </p:sp>
      <p:sp>
        <p:nvSpPr>
          <p:cNvPr id="12" name="Picture Placeholder 11">
            <a:extLst>
              <a:ext uri="{FF2B5EF4-FFF2-40B4-BE49-F238E27FC236}">
                <a16:creationId xmlns:a16="http://schemas.microsoft.com/office/drawing/2014/main" id="{484E55D7-CBB2-992D-3E77-5CB7B7CADA9C}"/>
              </a:ext>
            </a:extLst>
          </p:cNvPr>
          <p:cNvSpPr>
            <a:spLocks noGrp="1" noChangeAspect="1"/>
          </p:cNvSpPr>
          <p:nvPr>
            <p:ph type="pic" sz="quarter" idx="17" hasCustomPrompt="1"/>
          </p:nvPr>
        </p:nvSpPr>
        <p:spPr>
          <a:xfrm>
            <a:off x="18859500" y="576072"/>
            <a:ext cx="1217844" cy="1216152"/>
          </a:xfrm>
          <a:prstGeom prst="rect">
            <a:avLst/>
          </a:prstGeom>
        </p:spPr>
        <p:txBody>
          <a:bodyPr anchor="ctr"/>
          <a:lstStyle>
            <a:lvl1pPr algn="ctr">
              <a:defRPr sz="1600" b="0" i="0">
                <a:solidFill>
                  <a:schemeClr val="tx1"/>
                </a:solidFill>
                <a:latin typeface="IBM Plex Sans Light" panose="020B0403050203000203" pitchFamily="34" charset="0"/>
              </a:defRPr>
            </a:lvl1pPr>
          </a:lstStyle>
          <a:p>
            <a:r>
              <a:rPr lang="en-US" dirty="0"/>
              <a:t>Pictogram</a:t>
            </a:r>
          </a:p>
        </p:txBody>
      </p:sp>
      <p:sp>
        <p:nvSpPr>
          <p:cNvPr id="4" name="Footer Placeholder 3">
            <a:extLst>
              <a:ext uri="{FF2B5EF4-FFF2-40B4-BE49-F238E27FC236}">
                <a16:creationId xmlns:a16="http://schemas.microsoft.com/office/drawing/2014/main" id="{87B96A2B-2DD4-AEBB-75C4-9215E33D2664}"/>
              </a:ext>
            </a:extLst>
          </p:cNvPr>
          <p:cNvSpPr>
            <a:spLocks noGrp="1"/>
          </p:cNvSpPr>
          <p:nvPr>
            <p:ph type="ftr" sz="quarter" idx="18"/>
          </p:nvPr>
        </p:nvSpPr>
        <p:spPr/>
        <p:txBody>
          <a:bodyPr/>
          <a:lstStyle>
            <a:lvl1pPr>
              <a:defRPr b="0" i="0">
                <a:latin typeface="IBM Plex Sans Light" panose="020B0403050203000203" pitchFamily="34" charset="0"/>
              </a:defRPr>
            </a:lvl1pPr>
          </a:lstStyle>
          <a:p>
            <a:endParaRPr lang="en-US" dirty="0"/>
          </a:p>
        </p:txBody>
      </p:sp>
      <p:cxnSp>
        <p:nvCxnSpPr>
          <p:cNvPr id="13" name="Straight Connector 12">
            <a:extLst>
              <a:ext uri="{FF2B5EF4-FFF2-40B4-BE49-F238E27FC236}">
                <a16:creationId xmlns:a16="http://schemas.microsoft.com/office/drawing/2014/main" id="{202744BD-C7A4-D538-2E19-AA279C025A21}"/>
              </a:ext>
            </a:extLst>
          </p:cNvPr>
          <p:cNvCxnSpPr/>
          <p:nvPr userDrawn="1"/>
        </p:nvCxnSpPr>
        <p:spPr bwMode="auto">
          <a:xfrm>
            <a:off x="12188952"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 name="Straight Connector 13">
            <a:extLst>
              <a:ext uri="{FF2B5EF4-FFF2-40B4-BE49-F238E27FC236}">
                <a16:creationId xmlns:a16="http://schemas.microsoft.com/office/drawing/2014/main" id="{ADCE883F-3781-7F7E-8236-8BB5CEBAD77C}"/>
              </a:ext>
            </a:extLst>
          </p:cNvPr>
          <p:cNvCxnSpPr/>
          <p:nvPr userDrawn="1"/>
        </p:nvCxnSpPr>
        <p:spPr bwMode="auto">
          <a:xfrm>
            <a:off x="18288000"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8" name="Slide Number">
            <a:extLst>
              <a:ext uri="{FF2B5EF4-FFF2-40B4-BE49-F238E27FC236}">
                <a16:creationId xmlns:a16="http://schemas.microsoft.com/office/drawing/2014/main" id="{FE28AB83-26B6-464D-000B-077BBC188616}"/>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16" name="Text Placeholder 6">
            <a:extLst>
              <a:ext uri="{FF2B5EF4-FFF2-40B4-BE49-F238E27FC236}">
                <a16:creationId xmlns:a16="http://schemas.microsoft.com/office/drawing/2014/main" id="{C6703E2E-EBF0-C866-7278-E844AFCB3A5F}"/>
              </a:ext>
            </a:extLst>
          </p:cNvPr>
          <p:cNvSpPr>
            <a:spLocks noGrp="1"/>
          </p:cNvSpPr>
          <p:nvPr>
            <p:ph type="body" sz="quarter" idx="10"/>
          </p:nvPr>
        </p:nvSpPr>
        <p:spPr>
          <a:xfrm>
            <a:off x="6667500" y="3429000"/>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7" name="Text Placeholder 6">
            <a:extLst>
              <a:ext uri="{FF2B5EF4-FFF2-40B4-BE49-F238E27FC236}">
                <a16:creationId xmlns:a16="http://schemas.microsoft.com/office/drawing/2014/main" id="{BD2030D9-4E2C-5A41-AC60-E9DAA791E354}"/>
              </a:ext>
            </a:extLst>
          </p:cNvPr>
          <p:cNvSpPr>
            <a:spLocks noGrp="1"/>
          </p:cNvSpPr>
          <p:nvPr>
            <p:ph type="body" sz="quarter" idx="20"/>
          </p:nvPr>
        </p:nvSpPr>
        <p:spPr>
          <a:xfrm>
            <a:off x="12739220" y="3429001"/>
            <a:ext cx="4963923" cy="8572500"/>
          </a:xfrm>
          <a:prstGeom prst="rect">
            <a:avLst/>
          </a:prstGeom>
        </p:spPr>
        <p:txBody>
          <a:bodyPr/>
          <a:lstStyle>
            <a:lvl1pPr defTabSz="1161288">
              <a:lnSpc>
                <a:spcPct val="100000"/>
              </a:lnSpc>
              <a:spcBef>
                <a:spcPts val="0"/>
              </a:spcBef>
              <a:defRPr sz="2800" b="0" i="0">
                <a:solidFill>
                  <a:schemeClr val="tx1"/>
                </a:solidFill>
                <a:latin typeface="IBM Plex Sans Light" panose="020B0403050203000203" pitchFamily="34" charset="0"/>
              </a:defRPr>
            </a:lvl1pPr>
            <a:lvl2pPr defTabSz="1161288">
              <a:lnSpc>
                <a:spcPct val="100000"/>
              </a:lnSpc>
              <a:spcBef>
                <a:spcPts val="0"/>
              </a:spcBef>
              <a:defRPr sz="2800" b="0" i="0">
                <a:solidFill>
                  <a:schemeClr val="tx1"/>
                </a:solidFill>
                <a:latin typeface="IBM Plex Sans Light" panose="020B0403050203000203" pitchFamily="34" charset="0"/>
              </a:defRPr>
            </a:lvl2pPr>
            <a:lvl3pPr defTabSz="1161288">
              <a:lnSpc>
                <a:spcPct val="100000"/>
              </a:lnSpc>
              <a:spcBef>
                <a:spcPts val="0"/>
              </a:spcBef>
              <a:defRPr sz="2800" b="0" i="0">
                <a:solidFill>
                  <a:schemeClr val="tx1"/>
                </a:solidFill>
                <a:latin typeface="IBM Plex Sans Light" panose="020B0403050203000203" pitchFamily="34" charset="0"/>
              </a:defRPr>
            </a:lvl3pPr>
            <a:lvl4pPr defTabSz="1161288">
              <a:lnSpc>
                <a:spcPct val="100000"/>
              </a:lnSpc>
              <a:spcBef>
                <a:spcPts val="0"/>
              </a:spcBef>
              <a:defRPr sz="28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8" name="Text Placeholder 6">
            <a:extLst>
              <a:ext uri="{FF2B5EF4-FFF2-40B4-BE49-F238E27FC236}">
                <a16:creationId xmlns:a16="http://schemas.microsoft.com/office/drawing/2014/main" id="{2473B493-1BC7-D878-AEAA-C60A2D67B762}"/>
              </a:ext>
            </a:extLst>
          </p:cNvPr>
          <p:cNvSpPr>
            <a:spLocks noGrp="1"/>
          </p:cNvSpPr>
          <p:nvPr>
            <p:ph type="body" sz="quarter" idx="21"/>
          </p:nvPr>
        </p:nvSpPr>
        <p:spPr>
          <a:xfrm>
            <a:off x="18859500" y="3429001"/>
            <a:ext cx="4963923" cy="8572500"/>
          </a:xfrm>
          <a:prstGeom prst="rect">
            <a:avLst/>
          </a:prstGeom>
        </p:spPr>
        <p:txBody>
          <a:bodyPr/>
          <a:lstStyle>
            <a:lvl1pPr defTabSz="1161288">
              <a:lnSpc>
                <a:spcPct val="100000"/>
              </a:lnSpc>
              <a:spcBef>
                <a:spcPts val="0"/>
              </a:spcBef>
              <a:defRPr sz="2800" b="0" i="0">
                <a:solidFill>
                  <a:schemeClr val="tx1"/>
                </a:solidFill>
                <a:latin typeface="IBM Plex Sans Light" panose="020B0403050203000203" pitchFamily="34" charset="0"/>
              </a:defRPr>
            </a:lvl1pPr>
            <a:lvl2pPr defTabSz="1161288">
              <a:lnSpc>
                <a:spcPct val="100000"/>
              </a:lnSpc>
              <a:spcBef>
                <a:spcPts val="0"/>
              </a:spcBef>
              <a:defRPr sz="2800" b="0" i="0">
                <a:solidFill>
                  <a:schemeClr val="tx1"/>
                </a:solidFill>
                <a:latin typeface="IBM Plex Sans Light" panose="020B0403050203000203" pitchFamily="34" charset="0"/>
              </a:defRPr>
            </a:lvl2pPr>
            <a:lvl3pPr defTabSz="1161288">
              <a:lnSpc>
                <a:spcPct val="100000"/>
              </a:lnSpc>
              <a:spcBef>
                <a:spcPts val="0"/>
              </a:spcBef>
              <a:defRPr sz="2800" b="0" i="0">
                <a:solidFill>
                  <a:schemeClr val="tx1"/>
                </a:solidFill>
                <a:latin typeface="IBM Plex Sans Light" panose="020B0403050203000203" pitchFamily="34" charset="0"/>
              </a:defRPr>
            </a:lvl3pPr>
            <a:lvl4pPr defTabSz="1161288">
              <a:lnSpc>
                <a:spcPct val="100000"/>
              </a:lnSpc>
              <a:spcBef>
                <a:spcPts val="0"/>
              </a:spcBef>
              <a:defRPr sz="28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4133412524"/>
      </p:ext>
    </p:extLst>
  </p:cSld>
  <p:clrMapOvr>
    <a:masterClrMapping/>
  </p:clrMapOvr>
  <p:transition spd="med"/>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Boxes, 4 stacked wide, pictograms">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30AB5158-BCB8-39EE-DA85-F2CD01699FBB}"/>
              </a:ext>
            </a:extLst>
          </p:cNvPr>
          <p:cNvSpPr>
            <a:spLocks noGrp="1"/>
          </p:cNvSpPr>
          <p:nvPr>
            <p:ph type="pic" sz="quarter" idx="15" hasCustomPrompt="1"/>
          </p:nvPr>
        </p:nvSpPr>
        <p:spPr>
          <a:xfrm>
            <a:off x="576072" y="576072"/>
            <a:ext cx="1216152" cy="1216152"/>
          </a:xfrm>
          <a:prstGeom prst="rect">
            <a:avLst/>
          </a:prstGeom>
        </p:spPr>
        <p:txBody>
          <a:bodyPr anchor="ctr"/>
          <a:lstStyle>
            <a:lvl1pPr algn="ctr">
              <a:defRPr sz="1600" b="0" i="0">
                <a:latin typeface="IBM Plex Sans Light" panose="020B0403050203000203" pitchFamily="34" charset="0"/>
              </a:defRPr>
            </a:lvl1pPr>
          </a:lstStyle>
          <a:p>
            <a:r>
              <a:rPr lang="en-US" dirty="0"/>
              <a:t>Pictogram</a:t>
            </a:r>
          </a:p>
        </p:txBody>
      </p:sp>
      <p:sp>
        <p:nvSpPr>
          <p:cNvPr id="15" name="Picture Placeholder 14">
            <a:extLst>
              <a:ext uri="{FF2B5EF4-FFF2-40B4-BE49-F238E27FC236}">
                <a16:creationId xmlns:a16="http://schemas.microsoft.com/office/drawing/2014/main" id="{3C3730E5-61EB-7405-CC85-AB04242CDBC4}"/>
              </a:ext>
            </a:extLst>
          </p:cNvPr>
          <p:cNvSpPr>
            <a:spLocks noGrp="1"/>
          </p:cNvSpPr>
          <p:nvPr>
            <p:ph type="pic" sz="quarter" idx="16" hasCustomPrompt="1"/>
          </p:nvPr>
        </p:nvSpPr>
        <p:spPr>
          <a:xfrm>
            <a:off x="12763500" y="576072"/>
            <a:ext cx="1216152" cy="1216152"/>
          </a:xfrm>
          <a:prstGeom prst="rect">
            <a:avLst/>
          </a:prstGeom>
        </p:spPr>
        <p:txBody>
          <a:bodyPr anchor="ctr"/>
          <a:lstStyle>
            <a:lvl1pPr algn="ctr">
              <a:defRPr sz="1600" b="0" i="0">
                <a:latin typeface="IBM Plex Sans Light" panose="020B0403050203000203" pitchFamily="34" charset="0"/>
              </a:defRPr>
            </a:lvl1pPr>
          </a:lstStyle>
          <a:p>
            <a:r>
              <a:rPr lang="en-US" dirty="0"/>
              <a:t>Pictogram</a:t>
            </a:r>
          </a:p>
        </p:txBody>
      </p:sp>
      <p:sp>
        <p:nvSpPr>
          <p:cNvPr id="17" name="Picture Placeholder 16">
            <a:extLst>
              <a:ext uri="{FF2B5EF4-FFF2-40B4-BE49-F238E27FC236}">
                <a16:creationId xmlns:a16="http://schemas.microsoft.com/office/drawing/2014/main" id="{62C94928-6A9B-2EA7-301C-71E5F2547C8A}"/>
              </a:ext>
            </a:extLst>
          </p:cNvPr>
          <p:cNvSpPr>
            <a:spLocks noGrp="1"/>
          </p:cNvSpPr>
          <p:nvPr>
            <p:ph type="pic" sz="quarter" idx="17" hasCustomPrompt="1"/>
          </p:nvPr>
        </p:nvSpPr>
        <p:spPr>
          <a:xfrm>
            <a:off x="576072" y="6473951"/>
            <a:ext cx="1216152" cy="1216152"/>
          </a:xfrm>
          <a:prstGeom prst="rect">
            <a:avLst/>
          </a:prstGeom>
        </p:spPr>
        <p:txBody>
          <a:bodyPr anchor="ctr"/>
          <a:lstStyle>
            <a:lvl1pPr algn="ctr">
              <a:defRPr sz="1600" b="0" i="0">
                <a:latin typeface="IBM Plex Sans Light" panose="020B0403050203000203" pitchFamily="34" charset="0"/>
              </a:defRPr>
            </a:lvl1pPr>
          </a:lstStyle>
          <a:p>
            <a:r>
              <a:rPr lang="en-US" dirty="0"/>
              <a:t>Pictogram</a:t>
            </a:r>
          </a:p>
        </p:txBody>
      </p:sp>
      <p:sp>
        <p:nvSpPr>
          <p:cNvPr id="19" name="Picture Placeholder 18">
            <a:extLst>
              <a:ext uri="{FF2B5EF4-FFF2-40B4-BE49-F238E27FC236}">
                <a16:creationId xmlns:a16="http://schemas.microsoft.com/office/drawing/2014/main" id="{2E840026-2FAF-826F-DCFD-3FF0082B0823}"/>
              </a:ext>
            </a:extLst>
          </p:cNvPr>
          <p:cNvSpPr>
            <a:spLocks noGrp="1"/>
          </p:cNvSpPr>
          <p:nvPr>
            <p:ph type="pic" sz="quarter" idx="18" hasCustomPrompt="1"/>
          </p:nvPr>
        </p:nvSpPr>
        <p:spPr>
          <a:xfrm>
            <a:off x="12763500" y="6477000"/>
            <a:ext cx="1216152" cy="1216152"/>
          </a:xfrm>
          <a:prstGeom prst="rect">
            <a:avLst/>
          </a:prstGeom>
        </p:spPr>
        <p:txBody>
          <a:bodyPr anchor="ctr"/>
          <a:lstStyle>
            <a:lvl1pPr algn="ctr">
              <a:defRPr sz="1600" b="0" i="0">
                <a:latin typeface="IBM Plex Sans Light" panose="020B0403050203000203" pitchFamily="34" charset="0"/>
              </a:defRPr>
            </a:lvl1pPr>
          </a:lstStyle>
          <a:p>
            <a:r>
              <a:rPr lang="en-US" dirty="0"/>
              <a:t>Pictogram</a:t>
            </a:r>
          </a:p>
        </p:txBody>
      </p:sp>
      <p:sp>
        <p:nvSpPr>
          <p:cNvPr id="2" name="Footer Placeholder 1">
            <a:extLst>
              <a:ext uri="{FF2B5EF4-FFF2-40B4-BE49-F238E27FC236}">
                <a16:creationId xmlns:a16="http://schemas.microsoft.com/office/drawing/2014/main" id="{007BB90E-D2B7-D6BA-E8F5-B16C3F57F6F9}"/>
              </a:ext>
            </a:extLst>
          </p:cNvPr>
          <p:cNvSpPr>
            <a:spLocks noGrp="1"/>
          </p:cNvSpPr>
          <p:nvPr>
            <p:ph type="ftr" sz="quarter" idx="19"/>
          </p:nvPr>
        </p:nvSpPr>
        <p:spPr/>
        <p:txBody>
          <a:bodyPr/>
          <a:lstStyle>
            <a:lvl1pPr>
              <a:defRPr b="0" i="0">
                <a:latin typeface="IBM Plex Sans Light" panose="020B0403050203000203" pitchFamily="34" charset="0"/>
              </a:defRPr>
            </a:lvl1pPr>
          </a:lstStyle>
          <a:p>
            <a:endParaRPr lang="en-US" dirty="0"/>
          </a:p>
        </p:txBody>
      </p:sp>
      <p:cxnSp>
        <p:nvCxnSpPr>
          <p:cNvPr id="14" name="Straight Connector 13">
            <a:extLst>
              <a:ext uri="{FF2B5EF4-FFF2-40B4-BE49-F238E27FC236}">
                <a16:creationId xmlns:a16="http://schemas.microsoft.com/office/drawing/2014/main" id="{00A530A6-2F26-DA70-D0D9-6DD90453CEC1}"/>
              </a:ext>
            </a:extLst>
          </p:cNvPr>
          <p:cNvCxnSpPr/>
          <p:nvPr userDrawn="1"/>
        </p:nvCxnSpPr>
        <p:spPr bwMode="auto">
          <a:xfrm>
            <a:off x="12192000"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9C5483A0-0E31-72CE-21C3-6248FAEBC09A}"/>
              </a:ext>
            </a:extLst>
          </p:cNvPr>
          <p:cNvCxnSpPr/>
          <p:nvPr userDrawn="1"/>
        </p:nvCxnSpPr>
        <p:spPr bwMode="auto">
          <a:xfrm>
            <a:off x="568325" y="6096000"/>
            <a:ext cx="23244175" cy="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 name="Slide Number">
            <a:extLst>
              <a:ext uri="{FF2B5EF4-FFF2-40B4-BE49-F238E27FC236}">
                <a16:creationId xmlns:a16="http://schemas.microsoft.com/office/drawing/2014/main" id="{FDDCE3A8-54F6-70FC-38D0-2AF2D8AB71EE}"/>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10" name="Text Placeholder 6">
            <a:extLst>
              <a:ext uri="{FF2B5EF4-FFF2-40B4-BE49-F238E27FC236}">
                <a16:creationId xmlns:a16="http://schemas.microsoft.com/office/drawing/2014/main" id="{FE4E8AF0-4192-FB86-9702-8592B301CAB8}"/>
              </a:ext>
            </a:extLst>
          </p:cNvPr>
          <p:cNvSpPr>
            <a:spLocks noGrp="1"/>
          </p:cNvSpPr>
          <p:nvPr>
            <p:ph type="body" sz="quarter" idx="22"/>
          </p:nvPr>
        </p:nvSpPr>
        <p:spPr>
          <a:xfrm>
            <a:off x="560577" y="2456592"/>
            <a:ext cx="6670675" cy="3067904"/>
          </a:xfrm>
          <a:prstGeom prst="rect">
            <a:avLst/>
          </a:prstGeom>
        </p:spPr>
        <p:txBody>
          <a:bodyPr/>
          <a:lstStyle>
            <a:lvl1pPr defTabSz="1161288">
              <a:lnSpc>
                <a:spcPct val="100000"/>
              </a:lnSpc>
              <a:spcBef>
                <a:spcPts val="0"/>
              </a:spcBef>
              <a:defRPr sz="4400" b="0" i="0">
                <a:solidFill>
                  <a:schemeClr val="tx1"/>
                </a:solidFill>
                <a:latin typeface="IBM Plex Sans Light" panose="020B0403050203000203" pitchFamily="34" charset="0"/>
              </a:defRPr>
            </a:lvl1pPr>
            <a:lvl2pPr defTabSz="1161288">
              <a:lnSpc>
                <a:spcPct val="100000"/>
              </a:lnSpc>
              <a:spcBef>
                <a:spcPts val="0"/>
              </a:spcBef>
              <a:defRPr sz="4400" b="0" i="0">
                <a:solidFill>
                  <a:schemeClr val="tx1"/>
                </a:solidFill>
                <a:latin typeface="IBM Plex Sans Light" panose="020B0403050203000203" pitchFamily="34" charset="0"/>
              </a:defRPr>
            </a:lvl2pPr>
            <a:lvl3pPr defTabSz="1161288">
              <a:lnSpc>
                <a:spcPct val="100000"/>
              </a:lnSpc>
              <a:spcBef>
                <a:spcPts val="0"/>
              </a:spcBef>
              <a:defRPr sz="4400" b="0" i="0">
                <a:solidFill>
                  <a:schemeClr val="tx1"/>
                </a:solidFill>
                <a:latin typeface="IBM Plex Sans Light" panose="020B0403050203000203" pitchFamily="34" charset="0"/>
              </a:defRPr>
            </a:lvl3pPr>
            <a:lvl4pPr defTabSz="1161288">
              <a:lnSpc>
                <a:spcPct val="100000"/>
              </a:lnSpc>
              <a:spcBef>
                <a:spcPts val="0"/>
              </a:spcBef>
              <a:defRPr sz="44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ext Placeholder 6">
            <a:extLst>
              <a:ext uri="{FF2B5EF4-FFF2-40B4-BE49-F238E27FC236}">
                <a16:creationId xmlns:a16="http://schemas.microsoft.com/office/drawing/2014/main" id="{B5744FFC-849B-8FBD-FF73-B21942BA087F}"/>
              </a:ext>
            </a:extLst>
          </p:cNvPr>
          <p:cNvSpPr>
            <a:spLocks noGrp="1"/>
          </p:cNvSpPr>
          <p:nvPr>
            <p:ph type="body" sz="quarter" idx="23"/>
          </p:nvPr>
        </p:nvSpPr>
        <p:spPr>
          <a:xfrm>
            <a:off x="12763500" y="2456592"/>
            <a:ext cx="6670675" cy="3067901"/>
          </a:xfrm>
          <a:prstGeom prst="rect">
            <a:avLst/>
          </a:prstGeom>
        </p:spPr>
        <p:txBody>
          <a:bodyPr/>
          <a:lstStyle>
            <a:lvl1pPr defTabSz="1161288">
              <a:lnSpc>
                <a:spcPct val="100000"/>
              </a:lnSpc>
              <a:spcBef>
                <a:spcPts val="0"/>
              </a:spcBef>
              <a:defRPr sz="4400" b="0" i="0">
                <a:solidFill>
                  <a:schemeClr val="tx1"/>
                </a:solidFill>
                <a:latin typeface="IBM Plex Sans Light" panose="020B0403050203000203" pitchFamily="34" charset="0"/>
              </a:defRPr>
            </a:lvl1pPr>
            <a:lvl2pPr defTabSz="1161288">
              <a:lnSpc>
                <a:spcPct val="100000"/>
              </a:lnSpc>
              <a:spcBef>
                <a:spcPts val="0"/>
              </a:spcBef>
              <a:defRPr sz="4400" b="0" i="0">
                <a:solidFill>
                  <a:schemeClr val="tx1"/>
                </a:solidFill>
                <a:latin typeface="IBM Plex Sans Light" panose="020B0403050203000203" pitchFamily="34" charset="0"/>
              </a:defRPr>
            </a:lvl2pPr>
            <a:lvl3pPr defTabSz="1161288">
              <a:lnSpc>
                <a:spcPct val="100000"/>
              </a:lnSpc>
              <a:spcBef>
                <a:spcPts val="0"/>
              </a:spcBef>
              <a:defRPr sz="4400" b="0" i="0">
                <a:solidFill>
                  <a:schemeClr val="tx1"/>
                </a:solidFill>
                <a:latin typeface="IBM Plex Sans Light" panose="020B0403050203000203" pitchFamily="34" charset="0"/>
              </a:defRPr>
            </a:lvl3pPr>
            <a:lvl4pPr defTabSz="1161288">
              <a:lnSpc>
                <a:spcPct val="100000"/>
              </a:lnSpc>
              <a:spcBef>
                <a:spcPts val="0"/>
              </a:spcBef>
              <a:defRPr sz="44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8" name="Text Placeholder 6">
            <a:extLst>
              <a:ext uri="{FF2B5EF4-FFF2-40B4-BE49-F238E27FC236}">
                <a16:creationId xmlns:a16="http://schemas.microsoft.com/office/drawing/2014/main" id="{70A13E8E-060C-6E01-AB11-41A2190116B1}"/>
              </a:ext>
            </a:extLst>
          </p:cNvPr>
          <p:cNvSpPr>
            <a:spLocks noGrp="1"/>
          </p:cNvSpPr>
          <p:nvPr>
            <p:ph type="body" sz="quarter" idx="24"/>
          </p:nvPr>
        </p:nvSpPr>
        <p:spPr>
          <a:xfrm>
            <a:off x="576073" y="8362096"/>
            <a:ext cx="6670675" cy="3067897"/>
          </a:xfrm>
          <a:prstGeom prst="rect">
            <a:avLst/>
          </a:prstGeom>
        </p:spPr>
        <p:txBody>
          <a:bodyPr/>
          <a:lstStyle>
            <a:lvl1pPr defTabSz="1161288">
              <a:lnSpc>
                <a:spcPct val="100000"/>
              </a:lnSpc>
              <a:spcBef>
                <a:spcPts val="0"/>
              </a:spcBef>
              <a:defRPr sz="4400" b="0" i="0">
                <a:solidFill>
                  <a:schemeClr val="tx1"/>
                </a:solidFill>
                <a:latin typeface="IBM Plex Sans Light" panose="020B0403050203000203" pitchFamily="34" charset="0"/>
              </a:defRPr>
            </a:lvl1pPr>
            <a:lvl2pPr defTabSz="1161288">
              <a:lnSpc>
                <a:spcPct val="100000"/>
              </a:lnSpc>
              <a:spcBef>
                <a:spcPts val="0"/>
              </a:spcBef>
              <a:defRPr sz="4400" b="0" i="0">
                <a:solidFill>
                  <a:schemeClr val="tx1"/>
                </a:solidFill>
                <a:latin typeface="IBM Plex Sans Light" panose="020B0403050203000203" pitchFamily="34" charset="0"/>
              </a:defRPr>
            </a:lvl2pPr>
            <a:lvl3pPr defTabSz="1161288">
              <a:lnSpc>
                <a:spcPct val="100000"/>
              </a:lnSpc>
              <a:spcBef>
                <a:spcPts val="0"/>
              </a:spcBef>
              <a:defRPr sz="4400" b="0" i="0">
                <a:solidFill>
                  <a:schemeClr val="tx1"/>
                </a:solidFill>
                <a:latin typeface="IBM Plex Sans Light" panose="020B0403050203000203" pitchFamily="34" charset="0"/>
              </a:defRPr>
            </a:lvl3pPr>
            <a:lvl4pPr defTabSz="1161288">
              <a:lnSpc>
                <a:spcPct val="100000"/>
              </a:lnSpc>
              <a:spcBef>
                <a:spcPts val="0"/>
              </a:spcBef>
              <a:defRPr sz="44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0" name="Text Placeholder 6">
            <a:extLst>
              <a:ext uri="{FF2B5EF4-FFF2-40B4-BE49-F238E27FC236}">
                <a16:creationId xmlns:a16="http://schemas.microsoft.com/office/drawing/2014/main" id="{3277838E-5792-202A-65F5-342AF0992EF8}"/>
              </a:ext>
            </a:extLst>
          </p:cNvPr>
          <p:cNvSpPr>
            <a:spLocks noGrp="1"/>
          </p:cNvSpPr>
          <p:nvPr>
            <p:ph type="body" sz="quarter" idx="25"/>
          </p:nvPr>
        </p:nvSpPr>
        <p:spPr>
          <a:xfrm>
            <a:off x="12778996" y="8362096"/>
            <a:ext cx="6670675" cy="3067892"/>
          </a:xfrm>
          <a:prstGeom prst="rect">
            <a:avLst/>
          </a:prstGeom>
        </p:spPr>
        <p:txBody>
          <a:bodyPr/>
          <a:lstStyle>
            <a:lvl1pPr defTabSz="1161288">
              <a:lnSpc>
                <a:spcPct val="100000"/>
              </a:lnSpc>
              <a:spcBef>
                <a:spcPts val="0"/>
              </a:spcBef>
              <a:defRPr sz="4400" b="0" i="0">
                <a:solidFill>
                  <a:schemeClr val="tx1"/>
                </a:solidFill>
                <a:latin typeface="IBM Plex Sans Light" panose="020B0403050203000203" pitchFamily="34" charset="0"/>
              </a:defRPr>
            </a:lvl1pPr>
            <a:lvl2pPr defTabSz="1161288">
              <a:lnSpc>
                <a:spcPct val="100000"/>
              </a:lnSpc>
              <a:spcBef>
                <a:spcPts val="0"/>
              </a:spcBef>
              <a:defRPr sz="4400" b="0" i="0">
                <a:solidFill>
                  <a:schemeClr val="tx1"/>
                </a:solidFill>
                <a:latin typeface="IBM Plex Sans Light" panose="020B0403050203000203" pitchFamily="34" charset="0"/>
              </a:defRPr>
            </a:lvl2pPr>
            <a:lvl3pPr defTabSz="1161288">
              <a:lnSpc>
                <a:spcPct val="100000"/>
              </a:lnSpc>
              <a:spcBef>
                <a:spcPts val="0"/>
              </a:spcBef>
              <a:defRPr sz="4400" b="0" i="0">
                <a:solidFill>
                  <a:schemeClr val="tx1"/>
                </a:solidFill>
                <a:latin typeface="IBM Plex Sans Light" panose="020B0403050203000203" pitchFamily="34" charset="0"/>
              </a:defRPr>
            </a:lvl3pPr>
            <a:lvl4pPr defTabSz="1161288">
              <a:lnSpc>
                <a:spcPct val="100000"/>
              </a:lnSpc>
              <a:spcBef>
                <a:spcPts val="0"/>
              </a:spcBef>
              <a:defRPr sz="44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2380496384"/>
      </p:ext>
    </p:extLst>
  </p:cSld>
  <p:clrMapOvr>
    <a:masterClrMapping/>
  </p:clrMapOvr>
  <p:transition spd="med"/>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Boxes, 4 stacked, small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DD740D-848C-40A7-AB96-E7B74E0A800D}"/>
              </a:ext>
            </a:extLst>
          </p:cNvPr>
          <p:cNvSpPr>
            <a:spLocks noGrp="1"/>
          </p:cNvSpPr>
          <p:nvPr>
            <p:ph type="title"/>
          </p:nvPr>
        </p:nvSpPr>
        <p:spPr>
          <a:xfrm>
            <a:off x="576072" y="1682496"/>
            <a:ext cx="5715000" cy="2276856"/>
          </a:xfrm>
        </p:spPr>
        <p:txBody>
          <a:bodyPr/>
          <a:lstStyle>
            <a:lvl1pPr>
              <a:lnSpc>
                <a:spcPct val="100000"/>
              </a:lnSpc>
              <a:defRPr sz="4400" b="0" i="0">
                <a:solidFill>
                  <a:schemeClr val="tx2"/>
                </a:solidFill>
                <a:latin typeface="IBM Plex Sans Light" panose="020B0403050203000203" pitchFamily="34" charset="0"/>
              </a:defRPr>
            </a:lvl1pPr>
          </a:lstStyle>
          <a:p>
            <a:r>
              <a:rPr lang="en-US" dirty="0"/>
              <a:t>Click to edit Master title style</a:t>
            </a:r>
          </a:p>
        </p:txBody>
      </p:sp>
      <p:sp>
        <p:nvSpPr>
          <p:cNvPr id="4" name="Footer Placeholder 3">
            <a:extLst>
              <a:ext uri="{FF2B5EF4-FFF2-40B4-BE49-F238E27FC236}">
                <a16:creationId xmlns:a16="http://schemas.microsoft.com/office/drawing/2014/main" id="{CAD46B95-CF19-9C3F-1691-68ABF62095BE}"/>
              </a:ext>
            </a:extLst>
          </p:cNvPr>
          <p:cNvSpPr>
            <a:spLocks noGrp="1"/>
          </p:cNvSpPr>
          <p:nvPr>
            <p:ph type="ftr" sz="quarter" idx="20"/>
          </p:nvPr>
        </p:nvSpPr>
        <p:spPr/>
        <p:txBody>
          <a:bodyPr/>
          <a:lstStyle>
            <a:lvl1pPr>
              <a:defRPr b="0" i="0">
                <a:latin typeface="IBM Plex Sans Light" panose="020B0403050203000203" pitchFamily="34" charset="0"/>
              </a:defRPr>
            </a:lvl1pPr>
          </a:lstStyle>
          <a:p>
            <a:endParaRPr lang="en-US" dirty="0"/>
          </a:p>
        </p:txBody>
      </p:sp>
      <p:sp>
        <p:nvSpPr>
          <p:cNvPr id="7" name="Text Placeholder 6">
            <a:extLst>
              <a:ext uri="{FF2B5EF4-FFF2-40B4-BE49-F238E27FC236}">
                <a16:creationId xmlns:a16="http://schemas.microsoft.com/office/drawing/2014/main" id="{E29EF9E2-1551-8357-22BD-8C43EF5EBE34}"/>
              </a:ext>
            </a:extLst>
          </p:cNvPr>
          <p:cNvSpPr>
            <a:spLocks noGrp="1"/>
          </p:cNvSpPr>
          <p:nvPr>
            <p:ph type="body" sz="quarter" idx="21"/>
          </p:nvPr>
        </p:nvSpPr>
        <p:spPr>
          <a:xfrm>
            <a:off x="576072" y="385200"/>
            <a:ext cx="4956175" cy="1141412"/>
          </a:xfrm>
          <a:prstGeom prst="rect">
            <a:avLst/>
          </a:prstGeom>
        </p:spPr>
        <p:txBody>
          <a:bodyPr/>
          <a:lstStyle>
            <a:lvl1pPr>
              <a:defRPr sz="2800" b="0" i="0">
                <a:solidFill>
                  <a:schemeClr val="tx2"/>
                </a:solidFill>
                <a:latin typeface="IBM Plex Sans Light" panose="020B0403050203000203" pitchFamily="34" charset="0"/>
              </a:defRPr>
            </a:lvl1pPr>
          </a:lstStyle>
          <a:p>
            <a:pPr lvl="0"/>
            <a:r>
              <a:rPr lang="en-US" dirty="0"/>
              <a:t>Click to edit Master text styles</a:t>
            </a:r>
          </a:p>
        </p:txBody>
      </p:sp>
      <p:sp>
        <p:nvSpPr>
          <p:cNvPr id="6" name="Slide Number">
            <a:extLst>
              <a:ext uri="{FF2B5EF4-FFF2-40B4-BE49-F238E27FC236}">
                <a16:creationId xmlns:a16="http://schemas.microsoft.com/office/drawing/2014/main" id="{6CE92126-B67C-8301-95D0-A821B804399E}"/>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3" name="Text Placeholder 6">
            <a:extLst>
              <a:ext uri="{FF2B5EF4-FFF2-40B4-BE49-F238E27FC236}">
                <a16:creationId xmlns:a16="http://schemas.microsoft.com/office/drawing/2014/main" id="{4FBB383F-F59D-AEC8-4D6C-AC28926B09FF}"/>
              </a:ext>
            </a:extLst>
          </p:cNvPr>
          <p:cNvSpPr>
            <a:spLocks noGrp="1"/>
          </p:cNvSpPr>
          <p:nvPr>
            <p:ph type="body" sz="quarter" idx="10"/>
          </p:nvPr>
        </p:nvSpPr>
        <p:spPr>
          <a:xfrm>
            <a:off x="12728028" y="576073"/>
            <a:ext cx="4963923" cy="5145086"/>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Text Placeholder 6">
            <a:extLst>
              <a:ext uri="{FF2B5EF4-FFF2-40B4-BE49-F238E27FC236}">
                <a16:creationId xmlns:a16="http://schemas.microsoft.com/office/drawing/2014/main" id="{6053B001-EDB1-FA28-FFB0-F41FF2D33138}"/>
              </a:ext>
            </a:extLst>
          </p:cNvPr>
          <p:cNvSpPr>
            <a:spLocks noGrp="1"/>
          </p:cNvSpPr>
          <p:nvPr>
            <p:ph type="body" sz="quarter" idx="22"/>
          </p:nvPr>
        </p:nvSpPr>
        <p:spPr>
          <a:xfrm>
            <a:off x="18799748" y="576073"/>
            <a:ext cx="4963923" cy="5145085"/>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9" name="Text Placeholder 6">
            <a:extLst>
              <a:ext uri="{FF2B5EF4-FFF2-40B4-BE49-F238E27FC236}">
                <a16:creationId xmlns:a16="http://schemas.microsoft.com/office/drawing/2014/main" id="{CD8F0E9F-03CA-D8CD-75A1-CB650A81E996}"/>
              </a:ext>
            </a:extLst>
          </p:cNvPr>
          <p:cNvSpPr>
            <a:spLocks noGrp="1"/>
          </p:cNvSpPr>
          <p:nvPr>
            <p:ph type="body" sz="quarter" idx="23"/>
          </p:nvPr>
        </p:nvSpPr>
        <p:spPr>
          <a:xfrm>
            <a:off x="12728028" y="6667499"/>
            <a:ext cx="4963923" cy="49530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1" name="Text Placeholder 6">
            <a:extLst>
              <a:ext uri="{FF2B5EF4-FFF2-40B4-BE49-F238E27FC236}">
                <a16:creationId xmlns:a16="http://schemas.microsoft.com/office/drawing/2014/main" id="{F16D24DB-6F94-3A9D-70FD-B96C2E9E8DB4}"/>
              </a:ext>
            </a:extLst>
          </p:cNvPr>
          <p:cNvSpPr>
            <a:spLocks noGrp="1"/>
          </p:cNvSpPr>
          <p:nvPr>
            <p:ph type="body" sz="quarter" idx="24"/>
          </p:nvPr>
        </p:nvSpPr>
        <p:spPr>
          <a:xfrm>
            <a:off x="18799748" y="6667499"/>
            <a:ext cx="4963923" cy="495299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70433241"/>
      </p:ext>
    </p:extLst>
  </p:cSld>
  <p:clrMapOvr>
    <a:masterClrMapping/>
  </p:clrMapOvr>
  <p:transition spd="med"/>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Boxes, 4 stacked, large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DD740D-848C-40A7-AB96-E7B74E0A800D}"/>
              </a:ext>
            </a:extLst>
          </p:cNvPr>
          <p:cNvSpPr>
            <a:spLocks noGrp="1"/>
          </p:cNvSpPr>
          <p:nvPr>
            <p:ph type="title"/>
          </p:nvPr>
        </p:nvSpPr>
        <p:spPr>
          <a:xfrm>
            <a:off x="576072" y="1527048"/>
            <a:ext cx="11044239" cy="2276856"/>
          </a:xfrm>
        </p:spPr>
        <p:txBody>
          <a:bodyPr rIns="457200"/>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4" name="Footer Placeholder 3">
            <a:extLst>
              <a:ext uri="{FF2B5EF4-FFF2-40B4-BE49-F238E27FC236}">
                <a16:creationId xmlns:a16="http://schemas.microsoft.com/office/drawing/2014/main" id="{CAD46B95-CF19-9C3F-1691-68ABF62095BE}"/>
              </a:ext>
            </a:extLst>
          </p:cNvPr>
          <p:cNvSpPr>
            <a:spLocks noGrp="1"/>
          </p:cNvSpPr>
          <p:nvPr>
            <p:ph type="ftr" sz="quarter" idx="20"/>
          </p:nvPr>
        </p:nvSpPr>
        <p:spPr/>
        <p:txBody>
          <a:bodyPr/>
          <a:lstStyle>
            <a:lvl1pPr>
              <a:defRPr b="0" i="0">
                <a:latin typeface="IBM Plex Sans Light" panose="020B0403050203000203" pitchFamily="34" charset="0"/>
              </a:defRPr>
            </a:lvl1pPr>
          </a:lstStyle>
          <a:p>
            <a:endParaRPr lang="en-US" dirty="0"/>
          </a:p>
        </p:txBody>
      </p:sp>
      <p:sp>
        <p:nvSpPr>
          <p:cNvPr id="7" name="Text Placeholder 6">
            <a:extLst>
              <a:ext uri="{FF2B5EF4-FFF2-40B4-BE49-F238E27FC236}">
                <a16:creationId xmlns:a16="http://schemas.microsoft.com/office/drawing/2014/main" id="{E29EF9E2-1551-8357-22BD-8C43EF5EBE34}"/>
              </a:ext>
            </a:extLst>
          </p:cNvPr>
          <p:cNvSpPr>
            <a:spLocks noGrp="1"/>
          </p:cNvSpPr>
          <p:nvPr>
            <p:ph type="body" sz="quarter" idx="21"/>
          </p:nvPr>
        </p:nvSpPr>
        <p:spPr>
          <a:xfrm>
            <a:off x="576072" y="385200"/>
            <a:ext cx="4956175" cy="448056"/>
          </a:xfrm>
          <a:prstGeom prst="rect">
            <a:avLst/>
          </a:prstGeom>
        </p:spPr>
        <p:txBody>
          <a:bodyPr/>
          <a:lstStyle>
            <a:lvl1pPr>
              <a:lnSpc>
                <a:spcPct val="100000"/>
              </a:lnSpc>
              <a:defRPr sz="2800" b="0" i="0">
                <a:solidFill>
                  <a:schemeClr val="tx2"/>
                </a:solidFill>
                <a:latin typeface="IBM Plex Sans Light" panose="020B0403050203000203" pitchFamily="34" charset="0"/>
              </a:defRPr>
            </a:lvl1pPr>
          </a:lstStyle>
          <a:p>
            <a:pPr lvl="0"/>
            <a:r>
              <a:rPr lang="en-US" dirty="0"/>
              <a:t>Click to edit Master text styles</a:t>
            </a:r>
          </a:p>
        </p:txBody>
      </p:sp>
      <p:sp>
        <p:nvSpPr>
          <p:cNvPr id="6" name="Slide Number">
            <a:extLst>
              <a:ext uri="{FF2B5EF4-FFF2-40B4-BE49-F238E27FC236}">
                <a16:creationId xmlns:a16="http://schemas.microsoft.com/office/drawing/2014/main" id="{D8351E8F-C586-866F-37A3-340B3DD347B2}"/>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14" name="Text Placeholder 6">
            <a:extLst>
              <a:ext uri="{FF2B5EF4-FFF2-40B4-BE49-F238E27FC236}">
                <a16:creationId xmlns:a16="http://schemas.microsoft.com/office/drawing/2014/main" id="{BEE7923F-2C08-E17F-72B0-F41C361C5372}"/>
              </a:ext>
            </a:extLst>
          </p:cNvPr>
          <p:cNvSpPr>
            <a:spLocks noGrp="1"/>
          </p:cNvSpPr>
          <p:nvPr>
            <p:ph type="body" sz="quarter" idx="10"/>
          </p:nvPr>
        </p:nvSpPr>
        <p:spPr>
          <a:xfrm>
            <a:off x="12728028" y="576073"/>
            <a:ext cx="4963923" cy="5145086"/>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5" name="Text Placeholder 6">
            <a:extLst>
              <a:ext uri="{FF2B5EF4-FFF2-40B4-BE49-F238E27FC236}">
                <a16:creationId xmlns:a16="http://schemas.microsoft.com/office/drawing/2014/main" id="{4F52302E-5C35-DCB5-2D11-CC0BE75371AE}"/>
              </a:ext>
            </a:extLst>
          </p:cNvPr>
          <p:cNvSpPr>
            <a:spLocks noGrp="1"/>
          </p:cNvSpPr>
          <p:nvPr>
            <p:ph type="body" sz="quarter" idx="22"/>
          </p:nvPr>
        </p:nvSpPr>
        <p:spPr>
          <a:xfrm>
            <a:off x="18799748" y="576073"/>
            <a:ext cx="4963923" cy="5145085"/>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6" name="Text Placeholder 6">
            <a:extLst>
              <a:ext uri="{FF2B5EF4-FFF2-40B4-BE49-F238E27FC236}">
                <a16:creationId xmlns:a16="http://schemas.microsoft.com/office/drawing/2014/main" id="{644BCD2A-7E42-10EE-E251-907F955BFCEB}"/>
              </a:ext>
            </a:extLst>
          </p:cNvPr>
          <p:cNvSpPr>
            <a:spLocks noGrp="1"/>
          </p:cNvSpPr>
          <p:nvPr>
            <p:ph type="body" sz="quarter" idx="23"/>
          </p:nvPr>
        </p:nvSpPr>
        <p:spPr>
          <a:xfrm>
            <a:off x="12728028" y="6667499"/>
            <a:ext cx="4963923" cy="49530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7" name="Text Placeholder 6">
            <a:extLst>
              <a:ext uri="{FF2B5EF4-FFF2-40B4-BE49-F238E27FC236}">
                <a16:creationId xmlns:a16="http://schemas.microsoft.com/office/drawing/2014/main" id="{FEF5B836-0687-FE12-9EE1-7B2CB1124537}"/>
              </a:ext>
            </a:extLst>
          </p:cNvPr>
          <p:cNvSpPr>
            <a:spLocks noGrp="1"/>
          </p:cNvSpPr>
          <p:nvPr>
            <p:ph type="body" sz="quarter" idx="24"/>
          </p:nvPr>
        </p:nvSpPr>
        <p:spPr>
          <a:xfrm>
            <a:off x="18799748" y="6667499"/>
            <a:ext cx="4963923" cy="495299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1891810613"/>
      </p:ext>
    </p:extLst>
  </p:cSld>
  <p:clrMapOvr>
    <a:masterClrMapping/>
  </p:clrMapOvr>
  <p:transition spd="med"/>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Boxes, 4 horizontal, small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24353C-7670-AC55-CDA3-888971A5482E}"/>
              </a:ext>
            </a:extLst>
          </p:cNvPr>
          <p:cNvSpPr>
            <a:spLocks noGrp="1"/>
          </p:cNvSpPr>
          <p:nvPr>
            <p:ph type="title"/>
          </p:nvPr>
        </p:nvSpPr>
        <p:spPr>
          <a:xfrm>
            <a:off x="576072" y="385200"/>
            <a:ext cx="4956175" cy="4573587"/>
          </a:xfrm>
        </p:spPr>
        <p:txBody>
          <a:bodyPr/>
          <a:lstStyle>
            <a:lvl1pPr>
              <a:lnSpc>
                <a:spcPct val="100000"/>
              </a:lnSpc>
              <a:defRPr sz="4400" b="0" i="0">
                <a:solidFill>
                  <a:schemeClr val="tx2"/>
                </a:solidFill>
                <a:latin typeface="IBM Plex Sans Light" panose="020B0403050203000203" pitchFamily="34" charset="0"/>
              </a:defRPr>
            </a:lvl1pPr>
          </a:lstStyle>
          <a:p>
            <a:r>
              <a:rPr lang="en-US" dirty="0"/>
              <a:t>Click to edit Master title style</a:t>
            </a:r>
          </a:p>
        </p:txBody>
      </p:sp>
      <p:sp>
        <p:nvSpPr>
          <p:cNvPr id="4" name="Footer Placeholder 3">
            <a:extLst>
              <a:ext uri="{FF2B5EF4-FFF2-40B4-BE49-F238E27FC236}">
                <a16:creationId xmlns:a16="http://schemas.microsoft.com/office/drawing/2014/main" id="{BAB76B22-9748-7A34-9D32-D77BB1B498E6}"/>
              </a:ext>
            </a:extLst>
          </p:cNvPr>
          <p:cNvSpPr>
            <a:spLocks noGrp="1"/>
          </p:cNvSpPr>
          <p:nvPr>
            <p:ph type="ftr" sz="quarter" idx="15"/>
          </p:nvPr>
        </p:nvSpPr>
        <p:spPr/>
        <p:txBody>
          <a:bodyPr/>
          <a:lstStyle>
            <a:lvl1pPr>
              <a:defRPr b="0" i="0">
                <a:latin typeface="IBM Plex Sans Light" panose="020B0403050203000203" pitchFamily="34" charset="0"/>
              </a:defRPr>
            </a:lvl1pPr>
          </a:lstStyle>
          <a:p>
            <a:endParaRPr lang="en-US" dirty="0"/>
          </a:p>
        </p:txBody>
      </p:sp>
      <p:sp>
        <p:nvSpPr>
          <p:cNvPr id="5" name="Slide Number">
            <a:extLst>
              <a:ext uri="{FF2B5EF4-FFF2-40B4-BE49-F238E27FC236}">
                <a16:creationId xmlns:a16="http://schemas.microsoft.com/office/drawing/2014/main" id="{7D0BCD34-4CA7-388C-5244-7DC8F9F36FAC}"/>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7" name="Text Placeholder 6">
            <a:extLst>
              <a:ext uri="{FF2B5EF4-FFF2-40B4-BE49-F238E27FC236}">
                <a16:creationId xmlns:a16="http://schemas.microsoft.com/office/drawing/2014/main" id="{3E32141B-6D8C-ADDD-8D24-D2B360381383}"/>
              </a:ext>
            </a:extLst>
          </p:cNvPr>
          <p:cNvSpPr>
            <a:spLocks noGrp="1"/>
          </p:cNvSpPr>
          <p:nvPr>
            <p:ph type="body" sz="quarter" idx="23"/>
          </p:nvPr>
        </p:nvSpPr>
        <p:spPr>
          <a:xfrm>
            <a:off x="12728028" y="6656832"/>
            <a:ext cx="4963923" cy="533424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Text Placeholder 6">
            <a:extLst>
              <a:ext uri="{FF2B5EF4-FFF2-40B4-BE49-F238E27FC236}">
                <a16:creationId xmlns:a16="http://schemas.microsoft.com/office/drawing/2014/main" id="{7DBD6A3D-FB96-6A97-1F58-F61F03D37691}"/>
              </a:ext>
            </a:extLst>
          </p:cNvPr>
          <p:cNvSpPr>
            <a:spLocks noGrp="1"/>
          </p:cNvSpPr>
          <p:nvPr>
            <p:ph type="body" sz="quarter" idx="24"/>
          </p:nvPr>
        </p:nvSpPr>
        <p:spPr>
          <a:xfrm>
            <a:off x="18799748" y="6656832"/>
            <a:ext cx="4963923" cy="533424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9" name="Text Placeholder 6">
            <a:extLst>
              <a:ext uri="{FF2B5EF4-FFF2-40B4-BE49-F238E27FC236}">
                <a16:creationId xmlns:a16="http://schemas.microsoft.com/office/drawing/2014/main" id="{B54BA88F-5BD8-839D-33E8-DAC02350ACA1}"/>
              </a:ext>
            </a:extLst>
          </p:cNvPr>
          <p:cNvSpPr>
            <a:spLocks noGrp="1"/>
          </p:cNvSpPr>
          <p:nvPr>
            <p:ph type="body" sz="quarter" idx="25"/>
          </p:nvPr>
        </p:nvSpPr>
        <p:spPr>
          <a:xfrm>
            <a:off x="560577" y="6656832"/>
            <a:ext cx="4963923" cy="533425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0" name="Text Placeholder 6">
            <a:extLst>
              <a:ext uri="{FF2B5EF4-FFF2-40B4-BE49-F238E27FC236}">
                <a16:creationId xmlns:a16="http://schemas.microsoft.com/office/drawing/2014/main" id="{5BCA7C7E-4E8C-6B73-007A-21635527B083}"/>
              </a:ext>
            </a:extLst>
          </p:cNvPr>
          <p:cNvSpPr>
            <a:spLocks noGrp="1"/>
          </p:cNvSpPr>
          <p:nvPr>
            <p:ph type="body" sz="quarter" idx="26"/>
          </p:nvPr>
        </p:nvSpPr>
        <p:spPr>
          <a:xfrm>
            <a:off x="6632297" y="6656832"/>
            <a:ext cx="4963923" cy="533424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2954362297"/>
      </p:ext>
    </p:extLst>
  </p:cSld>
  <p:clrMapOvr>
    <a:masterClrMapping/>
  </p:clrMapOvr>
  <p:transition spd="med"/>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Boxes, 4 horizontal, large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24353C-7670-AC55-CDA3-888971A5482E}"/>
              </a:ext>
            </a:extLst>
          </p:cNvPr>
          <p:cNvSpPr>
            <a:spLocks noGrp="1"/>
          </p:cNvSpPr>
          <p:nvPr>
            <p:ph type="title"/>
          </p:nvPr>
        </p:nvSpPr>
        <p:spPr>
          <a:xfrm>
            <a:off x="576072" y="384048"/>
            <a:ext cx="11050589" cy="4573587"/>
          </a:xfrm>
        </p:spPr>
        <p:txBody>
          <a:bodyPr rIns="457200"/>
          <a:lstStyle>
            <a:lvl1pPr>
              <a:lnSpc>
                <a:spcPct val="100000"/>
              </a:lnSpc>
              <a:defRPr b="0" i="0">
                <a:solidFill>
                  <a:schemeClr val="tx2"/>
                </a:solidFill>
                <a:latin typeface="IBM Plex Sans Light" panose="020B0403050203000203" pitchFamily="34" charset="0"/>
              </a:defRPr>
            </a:lvl1pPr>
          </a:lstStyle>
          <a:p>
            <a:r>
              <a:rPr lang="en-US" dirty="0"/>
              <a:t>Click to edit Master title style</a:t>
            </a:r>
          </a:p>
        </p:txBody>
      </p:sp>
      <p:sp>
        <p:nvSpPr>
          <p:cNvPr id="4" name="Footer Placeholder 3">
            <a:extLst>
              <a:ext uri="{FF2B5EF4-FFF2-40B4-BE49-F238E27FC236}">
                <a16:creationId xmlns:a16="http://schemas.microsoft.com/office/drawing/2014/main" id="{BAB76B22-9748-7A34-9D32-D77BB1B498E6}"/>
              </a:ext>
            </a:extLst>
          </p:cNvPr>
          <p:cNvSpPr>
            <a:spLocks noGrp="1"/>
          </p:cNvSpPr>
          <p:nvPr>
            <p:ph type="ftr" sz="quarter" idx="15"/>
          </p:nvPr>
        </p:nvSpPr>
        <p:spPr/>
        <p:txBody>
          <a:bodyPr/>
          <a:lstStyle>
            <a:lvl1pPr>
              <a:defRPr b="0" i="0">
                <a:latin typeface="IBM Plex Sans Light" panose="020B0403050203000203" pitchFamily="34" charset="0"/>
              </a:defRPr>
            </a:lvl1pPr>
          </a:lstStyle>
          <a:p>
            <a:endParaRPr lang="en-US" dirty="0"/>
          </a:p>
        </p:txBody>
      </p:sp>
      <p:sp>
        <p:nvSpPr>
          <p:cNvPr id="5" name="Slide Number">
            <a:extLst>
              <a:ext uri="{FF2B5EF4-FFF2-40B4-BE49-F238E27FC236}">
                <a16:creationId xmlns:a16="http://schemas.microsoft.com/office/drawing/2014/main" id="{238163DF-77AB-875A-C8AC-2F8AEABFB85F}"/>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3" name="Text Placeholder 6">
            <a:extLst>
              <a:ext uri="{FF2B5EF4-FFF2-40B4-BE49-F238E27FC236}">
                <a16:creationId xmlns:a16="http://schemas.microsoft.com/office/drawing/2014/main" id="{34340CDF-396E-8FEA-9F33-A868AEB7DE6A}"/>
              </a:ext>
            </a:extLst>
          </p:cNvPr>
          <p:cNvSpPr>
            <a:spLocks noGrp="1"/>
          </p:cNvSpPr>
          <p:nvPr>
            <p:ph type="body" sz="quarter" idx="23"/>
          </p:nvPr>
        </p:nvSpPr>
        <p:spPr>
          <a:xfrm>
            <a:off x="12728028" y="6656832"/>
            <a:ext cx="4963923" cy="533424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6" name="Text Placeholder 6">
            <a:extLst>
              <a:ext uri="{FF2B5EF4-FFF2-40B4-BE49-F238E27FC236}">
                <a16:creationId xmlns:a16="http://schemas.microsoft.com/office/drawing/2014/main" id="{F04B77E5-DBD6-E6DD-D620-C878361A7BB4}"/>
              </a:ext>
            </a:extLst>
          </p:cNvPr>
          <p:cNvSpPr>
            <a:spLocks noGrp="1"/>
          </p:cNvSpPr>
          <p:nvPr>
            <p:ph type="body" sz="quarter" idx="24"/>
          </p:nvPr>
        </p:nvSpPr>
        <p:spPr>
          <a:xfrm>
            <a:off x="18799748" y="6656832"/>
            <a:ext cx="4963923" cy="533424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7" name="Text Placeholder 6">
            <a:extLst>
              <a:ext uri="{FF2B5EF4-FFF2-40B4-BE49-F238E27FC236}">
                <a16:creationId xmlns:a16="http://schemas.microsoft.com/office/drawing/2014/main" id="{AC83D79D-159D-684B-A0A2-E6DD61C3A503}"/>
              </a:ext>
            </a:extLst>
          </p:cNvPr>
          <p:cNvSpPr>
            <a:spLocks noGrp="1"/>
          </p:cNvSpPr>
          <p:nvPr>
            <p:ph type="body" sz="quarter" idx="25"/>
          </p:nvPr>
        </p:nvSpPr>
        <p:spPr>
          <a:xfrm>
            <a:off x="560577" y="6656832"/>
            <a:ext cx="4963923" cy="533425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Text Placeholder 6">
            <a:extLst>
              <a:ext uri="{FF2B5EF4-FFF2-40B4-BE49-F238E27FC236}">
                <a16:creationId xmlns:a16="http://schemas.microsoft.com/office/drawing/2014/main" id="{550B9EEB-A8EA-2744-D650-EC7233DAFF4D}"/>
              </a:ext>
            </a:extLst>
          </p:cNvPr>
          <p:cNvSpPr>
            <a:spLocks noGrp="1"/>
          </p:cNvSpPr>
          <p:nvPr>
            <p:ph type="body" sz="quarter" idx="26"/>
          </p:nvPr>
        </p:nvSpPr>
        <p:spPr>
          <a:xfrm>
            <a:off x="6632297" y="6656832"/>
            <a:ext cx="4963923" cy="533424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3457828484"/>
      </p:ext>
    </p:extLst>
  </p:cSld>
  <p:clrMapOvr>
    <a:masterClrMapping/>
  </p:clrMapOvr>
  <p:transition spd="med"/>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Boxes, 6 stacke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DD740D-848C-40A7-AB96-E7B74E0A800D}"/>
              </a:ext>
            </a:extLst>
          </p:cNvPr>
          <p:cNvSpPr>
            <a:spLocks noGrp="1"/>
          </p:cNvSpPr>
          <p:nvPr>
            <p:ph type="title"/>
          </p:nvPr>
        </p:nvSpPr>
        <p:spPr>
          <a:xfrm>
            <a:off x="576072" y="385200"/>
            <a:ext cx="4949825" cy="4573588"/>
          </a:xfrm>
        </p:spPr>
        <p:txBody>
          <a:bodyPr/>
          <a:lstStyle>
            <a:lvl1pPr>
              <a:lnSpc>
                <a:spcPct val="100000"/>
              </a:lnSpc>
              <a:defRPr sz="6400" b="0" i="0">
                <a:solidFill>
                  <a:schemeClr val="tx2"/>
                </a:solidFill>
                <a:latin typeface="IBM Plex Sans Light" panose="020B0403050203000203" pitchFamily="34" charset="0"/>
              </a:defRPr>
            </a:lvl1pPr>
          </a:lstStyle>
          <a:p>
            <a:r>
              <a:rPr lang="en-US"/>
              <a:t>Click to edit Master title style</a:t>
            </a:r>
            <a:endParaRPr lang="en-US" dirty="0"/>
          </a:p>
        </p:txBody>
      </p:sp>
      <p:sp>
        <p:nvSpPr>
          <p:cNvPr id="4" name="Footer Placeholder 3">
            <a:extLst>
              <a:ext uri="{FF2B5EF4-FFF2-40B4-BE49-F238E27FC236}">
                <a16:creationId xmlns:a16="http://schemas.microsoft.com/office/drawing/2014/main" id="{01A4BD59-9F51-7E32-8659-A763D0799EB2}"/>
              </a:ext>
            </a:extLst>
          </p:cNvPr>
          <p:cNvSpPr>
            <a:spLocks noGrp="1"/>
          </p:cNvSpPr>
          <p:nvPr>
            <p:ph type="ftr" sz="quarter" idx="22"/>
          </p:nvPr>
        </p:nvSpPr>
        <p:spPr/>
        <p:txBody>
          <a:bodyPr/>
          <a:lstStyle>
            <a:lvl1pPr>
              <a:defRPr b="0" i="0">
                <a:latin typeface="IBM Plex Sans Light" panose="020B0403050203000203" pitchFamily="34" charset="0"/>
              </a:defRPr>
            </a:lvl1pPr>
          </a:lstStyle>
          <a:p>
            <a:endParaRPr lang="en-US" dirty="0"/>
          </a:p>
        </p:txBody>
      </p:sp>
      <p:sp>
        <p:nvSpPr>
          <p:cNvPr id="6" name="Slide Number">
            <a:extLst>
              <a:ext uri="{FF2B5EF4-FFF2-40B4-BE49-F238E27FC236}">
                <a16:creationId xmlns:a16="http://schemas.microsoft.com/office/drawing/2014/main" id="{180E7AB4-F0E4-7C09-7FE7-9F182217FE07}"/>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19" name="Text Placeholder 6">
            <a:extLst>
              <a:ext uri="{FF2B5EF4-FFF2-40B4-BE49-F238E27FC236}">
                <a16:creationId xmlns:a16="http://schemas.microsoft.com/office/drawing/2014/main" id="{B74FE312-96C3-0801-8AFE-48C53A3855EF}"/>
              </a:ext>
            </a:extLst>
          </p:cNvPr>
          <p:cNvSpPr>
            <a:spLocks noGrp="1"/>
          </p:cNvSpPr>
          <p:nvPr>
            <p:ph type="body" sz="quarter" idx="10"/>
          </p:nvPr>
        </p:nvSpPr>
        <p:spPr>
          <a:xfrm>
            <a:off x="12728028" y="576073"/>
            <a:ext cx="4963923" cy="5145086"/>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0" name="Text Placeholder 6">
            <a:extLst>
              <a:ext uri="{FF2B5EF4-FFF2-40B4-BE49-F238E27FC236}">
                <a16:creationId xmlns:a16="http://schemas.microsoft.com/office/drawing/2014/main" id="{BFE072FD-410A-B1CF-4BD5-EFE459133BB6}"/>
              </a:ext>
            </a:extLst>
          </p:cNvPr>
          <p:cNvSpPr>
            <a:spLocks noGrp="1"/>
          </p:cNvSpPr>
          <p:nvPr>
            <p:ph type="body" sz="quarter" idx="23"/>
          </p:nvPr>
        </p:nvSpPr>
        <p:spPr>
          <a:xfrm>
            <a:off x="18799748" y="576073"/>
            <a:ext cx="4963923" cy="5145085"/>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1" name="Text Placeholder 6">
            <a:extLst>
              <a:ext uri="{FF2B5EF4-FFF2-40B4-BE49-F238E27FC236}">
                <a16:creationId xmlns:a16="http://schemas.microsoft.com/office/drawing/2014/main" id="{1C0822F6-B969-1E92-CC74-0CBB1126A9C8}"/>
              </a:ext>
            </a:extLst>
          </p:cNvPr>
          <p:cNvSpPr>
            <a:spLocks noGrp="1"/>
          </p:cNvSpPr>
          <p:nvPr>
            <p:ph type="body" sz="quarter" idx="24"/>
          </p:nvPr>
        </p:nvSpPr>
        <p:spPr>
          <a:xfrm>
            <a:off x="12728028" y="6667499"/>
            <a:ext cx="4963923" cy="49530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2" name="Text Placeholder 6">
            <a:extLst>
              <a:ext uri="{FF2B5EF4-FFF2-40B4-BE49-F238E27FC236}">
                <a16:creationId xmlns:a16="http://schemas.microsoft.com/office/drawing/2014/main" id="{F9AB4B51-7CBC-4B83-F837-82517C33FEBA}"/>
              </a:ext>
            </a:extLst>
          </p:cNvPr>
          <p:cNvSpPr>
            <a:spLocks noGrp="1"/>
          </p:cNvSpPr>
          <p:nvPr>
            <p:ph type="body" sz="quarter" idx="25"/>
          </p:nvPr>
        </p:nvSpPr>
        <p:spPr>
          <a:xfrm>
            <a:off x="18799748" y="6667499"/>
            <a:ext cx="4963923" cy="495299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3" name="Text Placeholder 6">
            <a:extLst>
              <a:ext uri="{FF2B5EF4-FFF2-40B4-BE49-F238E27FC236}">
                <a16:creationId xmlns:a16="http://schemas.microsoft.com/office/drawing/2014/main" id="{4AB00072-45AF-510F-C146-BAC3B20406FD}"/>
              </a:ext>
            </a:extLst>
          </p:cNvPr>
          <p:cNvSpPr>
            <a:spLocks noGrp="1"/>
          </p:cNvSpPr>
          <p:nvPr>
            <p:ph type="body" sz="quarter" idx="26"/>
          </p:nvPr>
        </p:nvSpPr>
        <p:spPr>
          <a:xfrm>
            <a:off x="6665976" y="576072"/>
            <a:ext cx="4963923" cy="5145084"/>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4" name="Text Placeholder 6">
            <a:extLst>
              <a:ext uri="{FF2B5EF4-FFF2-40B4-BE49-F238E27FC236}">
                <a16:creationId xmlns:a16="http://schemas.microsoft.com/office/drawing/2014/main" id="{C4503F3E-D426-7E9E-BDBD-CDA2B731934A}"/>
              </a:ext>
            </a:extLst>
          </p:cNvPr>
          <p:cNvSpPr>
            <a:spLocks noGrp="1"/>
          </p:cNvSpPr>
          <p:nvPr>
            <p:ph type="body" sz="quarter" idx="27"/>
          </p:nvPr>
        </p:nvSpPr>
        <p:spPr>
          <a:xfrm>
            <a:off x="6665976" y="6667498"/>
            <a:ext cx="4963923" cy="4952998"/>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3156056091"/>
      </p:ext>
    </p:extLst>
  </p:cSld>
  <p:clrMapOvr>
    <a:masterClrMapping/>
  </p:clrMapOvr>
  <p:transition spd="med"/>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Boxes, 6 stacked, icon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3A5819-78ED-4475-16CD-65C8A2C5EC85}"/>
              </a:ext>
            </a:extLst>
          </p:cNvPr>
          <p:cNvSpPr>
            <a:spLocks noGrp="1"/>
          </p:cNvSpPr>
          <p:nvPr>
            <p:ph type="title"/>
          </p:nvPr>
        </p:nvSpPr>
        <p:spPr>
          <a:xfrm>
            <a:off x="576072" y="385200"/>
            <a:ext cx="4949825" cy="2859087"/>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16" name="Picture Placeholder 15">
            <a:extLst>
              <a:ext uri="{FF2B5EF4-FFF2-40B4-BE49-F238E27FC236}">
                <a16:creationId xmlns:a16="http://schemas.microsoft.com/office/drawing/2014/main" id="{DD1F0C48-79E5-E356-43FC-0FCF2DE89A20}"/>
              </a:ext>
            </a:extLst>
          </p:cNvPr>
          <p:cNvSpPr>
            <a:spLocks noGrp="1"/>
          </p:cNvSpPr>
          <p:nvPr>
            <p:ph type="pic" sz="quarter" idx="17" hasCustomPrompt="1"/>
          </p:nvPr>
        </p:nvSpPr>
        <p:spPr>
          <a:xfrm>
            <a:off x="6667500" y="576072"/>
            <a:ext cx="402336" cy="403225"/>
          </a:xfrm>
          <a:prstGeom prst="rect">
            <a:avLst/>
          </a:prstGeom>
        </p:spPr>
        <p:txBody>
          <a:bodyPr/>
          <a:lstStyle>
            <a:lvl1pPr>
              <a:defRPr sz="1400" b="0" i="0">
                <a:solidFill>
                  <a:schemeClr val="tx1"/>
                </a:solidFill>
                <a:latin typeface="IBM Plex Sans Light" panose="020B0403050203000203" pitchFamily="34" charset="0"/>
              </a:defRPr>
            </a:lvl1pPr>
          </a:lstStyle>
          <a:p>
            <a:r>
              <a:rPr lang="en-US" dirty="0"/>
              <a:t>Icon</a:t>
            </a:r>
          </a:p>
        </p:txBody>
      </p:sp>
      <p:sp>
        <p:nvSpPr>
          <p:cNvPr id="17" name="Picture Placeholder 15">
            <a:extLst>
              <a:ext uri="{FF2B5EF4-FFF2-40B4-BE49-F238E27FC236}">
                <a16:creationId xmlns:a16="http://schemas.microsoft.com/office/drawing/2014/main" id="{18E9E323-0756-7849-8F52-19C58A517BD5}"/>
              </a:ext>
            </a:extLst>
          </p:cNvPr>
          <p:cNvSpPr>
            <a:spLocks noGrp="1"/>
          </p:cNvSpPr>
          <p:nvPr>
            <p:ph type="pic" sz="quarter" idx="18" hasCustomPrompt="1"/>
          </p:nvPr>
        </p:nvSpPr>
        <p:spPr>
          <a:xfrm>
            <a:off x="12763501" y="576072"/>
            <a:ext cx="402336" cy="403225"/>
          </a:xfrm>
          <a:prstGeom prst="rect">
            <a:avLst/>
          </a:prstGeom>
        </p:spPr>
        <p:txBody>
          <a:bodyPr/>
          <a:lstStyle>
            <a:lvl1pPr>
              <a:defRPr sz="1400" b="0" i="0">
                <a:solidFill>
                  <a:schemeClr val="tx1"/>
                </a:solidFill>
                <a:latin typeface="IBM Plex Sans Light" panose="020B0403050203000203" pitchFamily="34" charset="0"/>
              </a:defRPr>
            </a:lvl1pPr>
          </a:lstStyle>
          <a:p>
            <a:r>
              <a:rPr lang="en-US" dirty="0"/>
              <a:t>Icon</a:t>
            </a:r>
          </a:p>
        </p:txBody>
      </p:sp>
      <p:sp>
        <p:nvSpPr>
          <p:cNvPr id="18" name="Picture Placeholder 15">
            <a:extLst>
              <a:ext uri="{FF2B5EF4-FFF2-40B4-BE49-F238E27FC236}">
                <a16:creationId xmlns:a16="http://schemas.microsoft.com/office/drawing/2014/main" id="{7C3BFFDB-5499-B3D7-98B2-1ABDA7D5C9DD}"/>
              </a:ext>
            </a:extLst>
          </p:cNvPr>
          <p:cNvSpPr>
            <a:spLocks noGrp="1"/>
          </p:cNvSpPr>
          <p:nvPr>
            <p:ph type="pic" sz="quarter" idx="19" hasCustomPrompt="1"/>
          </p:nvPr>
        </p:nvSpPr>
        <p:spPr>
          <a:xfrm>
            <a:off x="18859501" y="576072"/>
            <a:ext cx="402336" cy="403225"/>
          </a:xfrm>
          <a:prstGeom prst="rect">
            <a:avLst/>
          </a:prstGeom>
        </p:spPr>
        <p:txBody>
          <a:bodyPr/>
          <a:lstStyle>
            <a:lvl1pPr>
              <a:defRPr sz="1400" b="0" i="0">
                <a:solidFill>
                  <a:schemeClr val="tx1"/>
                </a:solidFill>
                <a:latin typeface="IBM Plex Sans Light" panose="020B0403050203000203" pitchFamily="34" charset="0"/>
              </a:defRPr>
            </a:lvl1pPr>
          </a:lstStyle>
          <a:p>
            <a:r>
              <a:rPr lang="en-US" dirty="0"/>
              <a:t>Icon</a:t>
            </a:r>
          </a:p>
        </p:txBody>
      </p:sp>
      <p:sp>
        <p:nvSpPr>
          <p:cNvPr id="19" name="Picture Placeholder 15">
            <a:extLst>
              <a:ext uri="{FF2B5EF4-FFF2-40B4-BE49-F238E27FC236}">
                <a16:creationId xmlns:a16="http://schemas.microsoft.com/office/drawing/2014/main" id="{C00295A2-8D30-455D-EBB9-FA7A46791936}"/>
              </a:ext>
            </a:extLst>
          </p:cNvPr>
          <p:cNvSpPr>
            <a:spLocks noGrp="1"/>
          </p:cNvSpPr>
          <p:nvPr>
            <p:ph type="pic" sz="quarter" idx="20" hasCustomPrompt="1"/>
          </p:nvPr>
        </p:nvSpPr>
        <p:spPr>
          <a:xfrm>
            <a:off x="6667500" y="6694631"/>
            <a:ext cx="402336" cy="403225"/>
          </a:xfrm>
          <a:prstGeom prst="rect">
            <a:avLst/>
          </a:prstGeom>
        </p:spPr>
        <p:txBody>
          <a:bodyPr/>
          <a:lstStyle>
            <a:lvl1pPr>
              <a:defRPr sz="1400" b="0" i="0">
                <a:solidFill>
                  <a:schemeClr val="tx1"/>
                </a:solidFill>
                <a:latin typeface="IBM Plex Sans Light" panose="020B0403050203000203" pitchFamily="34" charset="0"/>
              </a:defRPr>
            </a:lvl1pPr>
          </a:lstStyle>
          <a:p>
            <a:r>
              <a:rPr lang="en-US" dirty="0"/>
              <a:t>Icon</a:t>
            </a:r>
          </a:p>
        </p:txBody>
      </p:sp>
      <p:sp>
        <p:nvSpPr>
          <p:cNvPr id="20" name="Picture Placeholder 15">
            <a:extLst>
              <a:ext uri="{FF2B5EF4-FFF2-40B4-BE49-F238E27FC236}">
                <a16:creationId xmlns:a16="http://schemas.microsoft.com/office/drawing/2014/main" id="{F30F0F2C-CA19-3A79-4375-EB8A00FA887C}"/>
              </a:ext>
            </a:extLst>
          </p:cNvPr>
          <p:cNvSpPr>
            <a:spLocks noGrp="1"/>
          </p:cNvSpPr>
          <p:nvPr>
            <p:ph type="pic" sz="quarter" idx="21" hasCustomPrompt="1"/>
          </p:nvPr>
        </p:nvSpPr>
        <p:spPr>
          <a:xfrm>
            <a:off x="12763501" y="6694631"/>
            <a:ext cx="402336" cy="403225"/>
          </a:xfrm>
          <a:prstGeom prst="rect">
            <a:avLst/>
          </a:prstGeom>
        </p:spPr>
        <p:txBody>
          <a:bodyPr/>
          <a:lstStyle>
            <a:lvl1pPr>
              <a:defRPr sz="1400" b="0" i="0">
                <a:solidFill>
                  <a:schemeClr val="tx1"/>
                </a:solidFill>
                <a:latin typeface="IBM Plex Sans Light" panose="020B0403050203000203" pitchFamily="34" charset="0"/>
              </a:defRPr>
            </a:lvl1pPr>
          </a:lstStyle>
          <a:p>
            <a:r>
              <a:rPr lang="en-US" dirty="0"/>
              <a:t>Icon</a:t>
            </a:r>
          </a:p>
        </p:txBody>
      </p:sp>
      <p:sp>
        <p:nvSpPr>
          <p:cNvPr id="21" name="Picture Placeholder 15">
            <a:extLst>
              <a:ext uri="{FF2B5EF4-FFF2-40B4-BE49-F238E27FC236}">
                <a16:creationId xmlns:a16="http://schemas.microsoft.com/office/drawing/2014/main" id="{9354D8C6-F61D-3FC1-07F8-FEE730E2D7A8}"/>
              </a:ext>
            </a:extLst>
          </p:cNvPr>
          <p:cNvSpPr>
            <a:spLocks noGrp="1"/>
          </p:cNvSpPr>
          <p:nvPr>
            <p:ph type="pic" sz="quarter" idx="22" hasCustomPrompt="1"/>
          </p:nvPr>
        </p:nvSpPr>
        <p:spPr>
          <a:xfrm>
            <a:off x="18859501" y="6694631"/>
            <a:ext cx="402336" cy="403225"/>
          </a:xfrm>
          <a:prstGeom prst="rect">
            <a:avLst/>
          </a:prstGeom>
        </p:spPr>
        <p:txBody>
          <a:bodyPr/>
          <a:lstStyle>
            <a:lvl1pPr>
              <a:defRPr sz="1400" b="0" i="0">
                <a:solidFill>
                  <a:schemeClr val="tx1"/>
                </a:solidFill>
                <a:latin typeface="IBM Plex Sans Light" panose="020B0403050203000203" pitchFamily="34" charset="0"/>
              </a:defRPr>
            </a:lvl1pPr>
          </a:lstStyle>
          <a:p>
            <a:r>
              <a:rPr lang="en-US" dirty="0"/>
              <a:t>Icon</a:t>
            </a:r>
          </a:p>
        </p:txBody>
      </p:sp>
      <p:sp>
        <p:nvSpPr>
          <p:cNvPr id="4" name="Footer Placeholder 3">
            <a:extLst>
              <a:ext uri="{FF2B5EF4-FFF2-40B4-BE49-F238E27FC236}">
                <a16:creationId xmlns:a16="http://schemas.microsoft.com/office/drawing/2014/main" id="{09A430D6-E733-E611-E1EF-A795D0B0362A}"/>
              </a:ext>
            </a:extLst>
          </p:cNvPr>
          <p:cNvSpPr>
            <a:spLocks noGrp="1"/>
          </p:cNvSpPr>
          <p:nvPr>
            <p:ph type="ftr" sz="quarter" idx="23"/>
          </p:nvPr>
        </p:nvSpPr>
        <p:spPr/>
        <p:txBody>
          <a:bodyPr/>
          <a:lstStyle>
            <a:lvl1pPr>
              <a:defRPr b="0" i="0">
                <a:latin typeface="IBM Plex Sans Light" panose="020B0403050203000203" pitchFamily="34" charset="0"/>
              </a:defRPr>
            </a:lvl1pPr>
          </a:lstStyle>
          <a:p>
            <a:endParaRPr lang="en-US" dirty="0"/>
          </a:p>
        </p:txBody>
      </p:sp>
      <p:cxnSp>
        <p:nvCxnSpPr>
          <p:cNvPr id="23" name="Straight Connector 22">
            <a:extLst>
              <a:ext uri="{FF2B5EF4-FFF2-40B4-BE49-F238E27FC236}">
                <a16:creationId xmlns:a16="http://schemas.microsoft.com/office/drawing/2014/main" id="{252CDB94-BA57-B58F-95F0-D406FE34BB40}"/>
              </a:ext>
            </a:extLst>
          </p:cNvPr>
          <p:cNvCxnSpPr>
            <a:cxnSpLocks/>
          </p:cNvCxnSpPr>
          <p:nvPr userDrawn="1"/>
        </p:nvCxnSpPr>
        <p:spPr bwMode="auto">
          <a:xfrm>
            <a:off x="6096000" y="6096000"/>
            <a:ext cx="17722850" cy="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4" name="Straight Connector 23">
            <a:extLst>
              <a:ext uri="{FF2B5EF4-FFF2-40B4-BE49-F238E27FC236}">
                <a16:creationId xmlns:a16="http://schemas.microsoft.com/office/drawing/2014/main" id="{B5CBE6E3-0E18-8A57-578D-D314948AF14F}"/>
              </a:ext>
            </a:extLst>
          </p:cNvPr>
          <p:cNvCxnSpPr/>
          <p:nvPr userDrawn="1"/>
        </p:nvCxnSpPr>
        <p:spPr bwMode="auto">
          <a:xfrm>
            <a:off x="6096000"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7" name="Straight Connector 26">
            <a:extLst>
              <a:ext uri="{FF2B5EF4-FFF2-40B4-BE49-F238E27FC236}">
                <a16:creationId xmlns:a16="http://schemas.microsoft.com/office/drawing/2014/main" id="{47200B05-7E36-4E03-3739-0BA983764616}"/>
              </a:ext>
            </a:extLst>
          </p:cNvPr>
          <p:cNvCxnSpPr/>
          <p:nvPr userDrawn="1"/>
        </p:nvCxnSpPr>
        <p:spPr bwMode="auto">
          <a:xfrm>
            <a:off x="18288000"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8" name="Straight Connector 27">
            <a:extLst>
              <a:ext uri="{FF2B5EF4-FFF2-40B4-BE49-F238E27FC236}">
                <a16:creationId xmlns:a16="http://schemas.microsoft.com/office/drawing/2014/main" id="{52FF3B59-8BBA-8C99-9D4D-743723E434FC}"/>
              </a:ext>
            </a:extLst>
          </p:cNvPr>
          <p:cNvCxnSpPr/>
          <p:nvPr userDrawn="1"/>
        </p:nvCxnSpPr>
        <p:spPr bwMode="auto">
          <a:xfrm>
            <a:off x="12188952" y="566928"/>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1" name="Slide Number">
            <a:extLst>
              <a:ext uri="{FF2B5EF4-FFF2-40B4-BE49-F238E27FC236}">
                <a16:creationId xmlns:a16="http://schemas.microsoft.com/office/drawing/2014/main" id="{A0B46D22-64E6-4222-F4E2-B807A7A15287}"/>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3" name="Text Placeholder 6">
            <a:extLst>
              <a:ext uri="{FF2B5EF4-FFF2-40B4-BE49-F238E27FC236}">
                <a16:creationId xmlns:a16="http://schemas.microsoft.com/office/drawing/2014/main" id="{0784E564-F094-C65E-4C30-6AD26FD6AE47}"/>
              </a:ext>
            </a:extLst>
          </p:cNvPr>
          <p:cNvSpPr>
            <a:spLocks noGrp="1"/>
          </p:cNvSpPr>
          <p:nvPr>
            <p:ph type="body" sz="quarter" idx="10"/>
          </p:nvPr>
        </p:nvSpPr>
        <p:spPr>
          <a:xfrm>
            <a:off x="12728028" y="1427410"/>
            <a:ext cx="4963923" cy="3716082"/>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ext Placeholder 6">
            <a:extLst>
              <a:ext uri="{FF2B5EF4-FFF2-40B4-BE49-F238E27FC236}">
                <a16:creationId xmlns:a16="http://schemas.microsoft.com/office/drawing/2014/main" id="{5B384162-F420-216E-B250-BA49ED23AA36}"/>
              </a:ext>
            </a:extLst>
          </p:cNvPr>
          <p:cNvSpPr>
            <a:spLocks noGrp="1"/>
          </p:cNvSpPr>
          <p:nvPr>
            <p:ph type="body" sz="quarter" idx="24"/>
          </p:nvPr>
        </p:nvSpPr>
        <p:spPr>
          <a:xfrm>
            <a:off x="18799748" y="1427410"/>
            <a:ext cx="4963923" cy="3716076"/>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3" name="Text Placeholder 6">
            <a:extLst>
              <a:ext uri="{FF2B5EF4-FFF2-40B4-BE49-F238E27FC236}">
                <a16:creationId xmlns:a16="http://schemas.microsoft.com/office/drawing/2014/main" id="{2D5D50EC-56AE-CB68-AF0D-967D997C2277}"/>
              </a:ext>
            </a:extLst>
          </p:cNvPr>
          <p:cNvSpPr>
            <a:spLocks noGrp="1"/>
          </p:cNvSpPr>
          <p:nvPr>
            <p:ph type="body" sz="quarter" idx="25"/>
          </p:nvPr>
        </p:nvSpPr>
        <p:spPr>
          <a:xfrm>
            <a:off x="12728028" y="7518835"/>
            <a:ext cx="4963923" cy="3720655"/>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4" name="Text Placeholder 6">
            <a:extLst>
              <a:ext uri="{FF2B5EF4-FFF2-40B4-BE49-F238E27FC236}">
                <a16:creationId xmlns:a16="http://schemas.microsoft.com/office/drawing/2014/main" id="{95DF0382-EAC2-42E6-8F3C-D78D99701167}"/>
              </a:ext>
            </a:extLst>
          </p:cNvPr>
          <p:cNvSpPr>
            <a:spLocks noGrp="1"/>
          </p:cNvSpPr>
          <p:nvPr>
            <p:ph type="body" sz="quarter" idx="26"/>
          </p:nvPr>
        </p:nvSpPr>
        <p:spPr>
          <a:xfrm>
            <a:off x="18799748" y="7518835"/>
            <a:ext cx="4963923" cy="3720651"/>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5" name="Text Placeholder 6">
            <a:extLst>
              <a:ext uri="{FF2B5EF4-FFF2-40B4-BE49-F238E27FC236}">
                <a16:creationId xmlns:a16="http://schemas.microsoft.com/office/drawing/2014/main" id="{DD63E7DA-FA91-79CE-F137-C4CFF4237814}"/>
              </a:ext>
            </a:extLst>
          </p:cNvPr>
          <p:cNvSpPr>
            <a:spLocks noGrp="1"/>
          </p:cNvSpPr>
          <p:nvPr>
            <p:ph type="body" sz="quarter" idx="27"/>
          </p:nvPr>
        </p:nvSpPr>
        <p:spPr>
          <a:xfrm>
            <a:off x="6665976" y="1427408"/>
            <a:ext cx="4963923" cy="3716081"/>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2" name="Text Placeholder 6">
            <a:extLst>
              <a:ext uri="{FF2B5EF4-FFF2-40B4-BE49-F238E27FC236}">
                <a16:creationId xmlns:a16="http://schemas.microsoft.com/office/drawing/2014/main" id="{03E415E0-33AF-4F69-4718-A13AF38331B2}"/>
              </a:ext>
            </a:extLst>
          </p:cNvPr>
          <p:cNvSpPr>
            <a:spLocks noGrp="1"/>
          </p:cNvSpPr>
          <p:nvPr>
            <p:ph type="body" sz="quarter" idx="28"/>
          </p:nvPr>
        </p:nvSpPr>
        <p:spPr>
          <a:xfrm>
            <a:off x="6665976" y="7518834"/>
            <a:ext cx="4963923" cy="3720653"/>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654205542"/>
      </p:ext>
    </p:extLst>
  </p:cSld>
  <p:clrMapOvr>
    <a:masterClrMapping/>
  </p:clrMapOvr>
  <p:transition spd="med"/>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Boxes, 6 stacked, alternate, large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B3E52F-EEA1-D56F-5E7A-C1983151DCC0}"/>
              </a:ext>
            </a:extLst>
          </p:cNvPr>
          <p:cNvSpPr>
            <a:spLocks noGrp="1"/>
          </p:cNvSpPr>
          <p:nvPr>
            <p:ph type="title"/>
          </p:nvPr>
        </p:nvSpPr>
        <p:spPr>
          <a:xfrm>
            <a:off x="576072" y="384048"/>
            <a:ext cx="11039475" cy="3413126"/>
          </a:xfrm>
        </p:spPr>
        <p:txBody>
          <a:bodyPr rIns="457200"/>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4" name="Footer Placeholder 3">
            <a:extLst>
              <a:ext uri="{FF2B5EF4-FFF2-40B4-BE49-F238E27FC236}">
                <a16:creationId xmlns:a16="http://schemas.microsoft.com/office/drawing/2014/main" id="{BDA5ACE3-ACF8-D072-E98D-B30BD47D0818}"/>
              </a:ext>
            </a:extLst>
          </p:cNvPr>
          <p:cNvSpPr>
            <a:spLocks noGrp="1"/>
          </p:cNvSpPr>
          <p:nvPr>
            <p:ph type="ftr" sz="quarter" idx="18"/>
          </p:nvPr>
        </p:nvSpPr>
        <p:spPr/>
        <p:txBody>
          <a:bodyPr/>
          <a:lstStyle>
            <a:lvl1pPr>
              <a:defRPr b="0" i="0">
                <a:latin typeface="IBM Plex Sans Light" panose="020B0403050203000203" pitchFamily="34" charset="0"/>
              </a:defRPr>
            </a:lvl1pPr>
          </a:lstStyle>
          <a:p>
            <a:endParaRPr lang="en-US" dirty="0"/>
          </a:p>
        </p:txBody>
      </p:sp>
      <p:cxnSp>
        <p:nvCxnSpPr>
          <p:cNvPr id="16" name="Straight Connector 15">
            <a:extLst>
              <a:ext uri="{FF2B5EF4-FFF2-40B4-BE49-F238E27FC236}">
                <a16:creationId xmlns:a16="http://schemas.microsoft.com/office/drawing/2014/main" id="{4F455E69-0B51-1D31-E569-651079398D33}"/>
              </a:ext>
            </a:extLst>
          </p:cNvPr>
          <p:cNvCxnSpPr>
            <a:cxnSpLocks/>
          </p:cNvCxnSpPr>
          <p:nvPr userDrawn="1"/>
        </p:nvCxnSpPr>
        <p:spPr bwMode="auto">
          <a:xfrm>
            <a:off x="574675" y="6096000"/>
            <a:ext cx="23244175" cy="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8" name="Straight Connector 17">
            <a:extLst>
              <a:ext uri="{FF2B5EF4-FFF2-40B4-BE49-F238E27FC236}">
                <a16:creationId xmlns:a16="http://schemas.microsoft.com/office/drawing/2014/main" id="{54C560F4-CB2D-6B04-588B-57BB4D4E6DC3}"/>
              </a:ext>
            </a:extLst>
          </p:cNvPr>
          <p:cNvCxnSpPr>
            <a:cxnSpLocks/>
          </p:cNvCxnSpPr>
          <p:nvPr userDrawn="1"/>
        </p:nvCxnSpPr>
        <p:spPr bwMode="auto">
          <a:xfrm>
            <a:off x="6096000" y="6096000"/>
            <a:ext cx="0" cy="590550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B87B78A1-A315-98D3-1692-18AAAF4C6002}"/>
              </a:ext>
            </a:extLst>
          </p:cNvPr>
          <p:cNvCxnSpPr/>
          <p:nvPr userDrawn="1"/>
        </p:nvCxnSpPr>
        <p:spPr bwMode="auto">
          <a:xfrm>
            <a:off x="18288000"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F764036E-86AB-0893-B72B-200B84A6BCFD}"/>
              </a:ext>
            </a:extLst>
          </p:cNvPr>
          <p:cNvCxnSpPr/>
          <p:nvPr userDrawn="1"/>
        </p:nvCxnSpPr>
        <p:spPr bwMode="auto">
          <a:xfrm>
            <a:off x="12188952" y="566928"/>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 name="Slide Number">
            <a:extLst>
              <a:ext uri="{FF2B5EF4-FFF2-40B4-BE49-F238E27FC236}">
                <a16:creationId xmlns:a16="http://schemas.microsoft.com/office/drawing/2014/main" id="{25C7A71B-E65D-0A5D-606D-9F95D5AC6BE8}"/>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35" name="Text Placeholder 6">
            <a:extLst>
              <a:ext uri="{FF2B5EF4-FFF2-40B4-BE49-F238E27FC236}">
                <a16:creationId xmlns:a16="http://schemas.microsoft.com/office/drawing/2014/main" id="{22EB5F78-B3F7-EBA1-BE53-B96CA397D9E3}"/>
              </a:ext>
            </a:extLst>
          </p:cNvPr>
          <p:cNvSpPr>
            <a:spLocks noGrp="1"/>
          </p:cNvSpPr>
          <p:nvPr>
            <p:ph type="body" sz="quarter" idx="10"/>
          </p:nvPr>
        </p:nvSpPr>
        <p:spPr>
          <a:xfrm>
            <a:off x="12728028" y="576073"/>
            <a:ext cx="4963923" cy="5145086"/>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6" name="Text Placeholder 6">
            <a:extLst>
              <a:ext uri="{FF2B5EF4-FFF2-40B4-BE49-F238E27FC236}">
                <a16:creationId xmlns:a16="http://schemas.microsoft.com/office/drawing/2014/main" id="{BFFEAD4C-1129-22EA-9ED5-9BE409A0C748}"/>
              </a:ext>
            </a:extLst>
          </p:cNvPr>
          <p:cNvSpPr>
            <a:spLocks noGrp="1"/>
          </p:cNvSpPr>
          <p:nvPr>
            <p:ph type="body" sz="quarter" idx="23"/>
          </p:nvPr>
        </p:nvSpPr>
        <p:spPr>
          <a:xfrm>
            <a:off x="18799748" y="576073"/>
            <a:ext cx="4963923" cy="5145085"/>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7" name="Text Placeholder 6">
            <a:extLst>
              <a:ext uri="{FF2B5EF4-FFF2-40B4-BE49-F238E27FC236}">
                <a16:creationId xmlns:a16="http://schemas.microsoft.com/office/drawing/2014/main" id="{91719EAC-72ED-B4B5-CA48-EB23C5EB8B0A}"/>
              </a:ext>
            </a:extLst>
          </p:cNvPr>
          <p:cNvSpPr>
            <a:spLocks noGrp="1"/>
          </p:cNvSpPr>
          <p:nvPr>
            <p:ph type="body" sz="quarter" idx="24"/>
          </p:nvPr>
        </p:nvSpPr>
        <p:spPr>
          <a:xfrm>
            <a:off x="12728028" y="6667499"/>
            <a:ext cx="4963923" cy="49530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8" name="Text Placeholder 6">
            <a:extLst>
              <a:ext uri="{FF2B5EF4-FFF2-40B4-BE49-F238E27FC236}">
                <a16:creationId xmlns:a16="http://schemas.microsoft.com/office/drawing/2014/main" id="{28C9C88E-05A2-25E3-4571-C794E968D7FC}"/>
              </a:ext>
            </a:extLst>
          </p:cNvPr>
          <p:cNvSpPr>
            <a:spLocks noGrp="1"/>
          </p:cNvSpPr>
          <p:nvPr>
            <p:ph type="body" sz="quarter" idx="25"/>
          </p:nvPr>
        </p:nvSpPr>
        <p:spPr>
          <a:xfrm>
            <a:off x="18799748" y="6667499"/>
            <a:ext cx="4963923" cy="495299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9" name="Text Placeholder 6">
            <a:extLst>
              <a:ext uri="{FF2B5EF4-FFF2-40B4-BE49-F238E27FC236}">
                <a16:creationId xmlns:a16="http://schemas.microsoft.com/office/drawing/2014/main" id="{D76302BE-E896-F153-8F88-B63A433B5C29}"/>
              </a:ext>
            </a:extLst>
          </p:cNvPr>
          <p:cNvSpPr>
            <a:spLocks noGrp="1"/>
          </p:cNvSpPr>
          <p:nvPr>
            <p:ph type="body" sz="quarter" idx="26"/>
          </p:nvPr>
        </p:nvSpPr>
        <p:spPr>
          <a:xfrm>
            <a:off x="574675" y="6665976"/>
            <a:ext cx="4963923" cy="4954514"/>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40" name="Text Placeholder 6">
            <a:extLst>
              <a:ext uri="{FF2B5EF4-FFF2-40B4-BE49-F238E27FC236}">
                <a16:creationId xmlns:a16="http://schemas.microsoft.com/office/drawing/2014/main" id="{FF14BC99-A0C2-45B6-C1F6-84D3EACEDF48}"/>
              </a:ext>
            </a:extLst>
          </p:cNvPr>
          <p:cNvSpPr>
            <a:spLocks noGrp="1"/>
          </p:cNvSpPr>
          <p:nvPr>
            <p:ph type="body" sz="quarter" idx="27"/>
          </p:nvPr>
        </p:nvSpPr>
        <p:spPr>
          <a:xfrm>
            <a:off x="6665976" y="6667498"/>
            <a:ext cx="4963923" cy="4952998"/>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defTabSz="1161288">
              <a:lnSpc>
                <a:spcPct val="100000"/>
              </a:lnSpc>
              <a:spcBef>
                <a:spcPts val="0"/>
              </a:spcBef>
              <a:defRPr sz="3600" b="0" i="0">
                <a:solidFill>
                  <a:schemeClr val="tx1"/>
                </a:solidFill>
                <a:latin typeface="IBM Plex Sans Light" panose="020B0403050203000203" pitchFamily="34" charset="0"/>
              </a:defRPr>
            </a:lvl2pPr>
            <a:lvl3pPr defTabSz="1161288">
              <a:lnSpc>
                <a:spcPct val="100000"/>
              </a:lnSpc>
              <a:spcBef>
                <a:spcPts val="0"/>
              </a:spcBef>
              <a:defRPr sz="3600" b="0" i="0">
                <a:solidFill>
                  <a:schemeClr val="tx1"/>
                </a:solidFill>
                <a:latin typeface="IBM Plex Sans Light" panose="020B0403050203000203" pitchFamily="34" charset="0"/>
              </a:defRPr>
            </a:lvl3pPr>
            <a:lvl4pPr defTabSz="1161288">
              <a:lnSpc>
                <a:spcPct val="100000"/>
              </a:lnSpc>
              <a:spcBef>
                <a:spcPts val="0"/>
              </a:spcBef>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784512172"/>
      </p:ext>
    </p:extLst>
  </p:cSld>
  <p:clrMapOvr>
    <a:masterClrMapping/>
  </p:clrMapOvr>
  <p:transition spd="med"/>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Boxes, 6 stacked, alternate, small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B3E52F-EEA1-D56F-5E7A-C1983151DCC0}"/>
              </a:ext>
            </a:extLst>
          </p:cNvPr>
          <p:cNvSpPr>
            <a:spLocks noGrp="1"/>
          </p:cNvSpPr>
          <p:nvPr>
            <p:ph type="title"/>
          </p:nvPr>
        </p:nvSpPr>
        <p:spPr>
          <a:xfrm>
            <a:off x="576072" y="385200"/>
            <a:ext cx="4949825" cy="3413126"/>
          </a:xfrm>
        </p:spPr>
        <p:txBody>
          <a:bodyPr rIns="0"/>
          <a:lstStyle>
            <a:lvl1pPr>
              <a:lnSpc>
                <a:spcPct val="100000"/>
              </a:lnSpc>
              <a:defRPr sz="4400" b="0" i="0">
                <a:solidFill>
                  <a:schemeClr val="tx2"/>
                </a:solidFill>
                <a:latin typeface="IBM Plex Sans Light" panose="020B0403050203000203" pitchFamily="34" charset="0"/>
              </a:defRPr>
            </a:lvl1pPr>
          </a:lstStyle>
          <a:p>
            <a:r>
              <a:rPr lang="en-US" dirty="0"/>
              <a:t>Click to edit Master title style</a:t>
            </a:r>
          </a:p>
        </p:txBody>
      </p:sp>
      <p:sp>
        <p:nvSpPr>
          <p:cNvPr id="4" name="Footer Placeholder 3">
            <a:extLst>
              <a:ext uri="{FF2B5EF4-FFF2-40B4-BE49-F238E27FC236}">
                <a16:creationId xmlns:a16="http://schemas.microsoft.com/office/drawing/2014/main" id="{BDA5ACE3-ACF8-D072-E98D-B30BD47D0818}"/>
              </a:ext>
            </a:extLst>
          </p:cNvPr>
          <p:cNvSpPr>
            <a:spLocks noGrp="1"/>
          </p:cNvSpPr>
          <p:nvPr>
            <p:ph type="ftr" sz="quarter" idx="18"/>
          </p:nvPr>
        </p:nvSpPr>
        <p:spPr/>
        <p:txBody>
          <a:bodyPr/>
          <a:lstStyle>
            <a:lvl1pPr>
              <a:defRPr b="0" i="0">
                <a:latin typeface="IBM Plex Sans Light" panose="020B0403050203000203" pitchFamily="34" charset="0"/>
              </a:defRPr>
            </a:lvl1pPr>
          </a:lstStyle>
          <a:p>
            <a:endParaRPr lang="en-US" dirty="0"/>
          </a:p>
        </p:txBody>
      </p:sp>
      <p:cxnSp>
        <p:nvCxnSpPr>
          <p:cNvPr id="16" name="Straight Connector 15">
            <a:extLst>
              <a:ext uri="{FF2B5EF4-FFF2-40B4-BE49-F238E27FC236}">
                <a16:creationId xmlns:a16="http://schemas.microsoft.com/office/drawing/2014/main" id="{4F455E69-0B51-1D31-E569-651079398D33}"/>
              </a:ext>
            </a:extLst>
          </p:cNvPr>
          <p:cNvCxnSpPr>
            <a:cxnSpLocks/>
          </p:cNvCxnSpPr>
          <p:nvPr userDrawn="1"/>
        </p:nvCxnSpPr>
        <p:spPr bwMode="auto">
          <a:xfrm>
            <a:off x="574675" y="6096000"/>
            <a:ext cx="23244175" cy="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8" name="Straight Connector 17">
            <a:extLst>
              <a:ext uri="{FF2B5EF4-FFF2-40B4-BE49-F238E27FC236}">
                <a16:creationId xmlns:a16="http://schemas.microsoft.com/office/drawing/2014/main" id="{54C560F4-CB2D-6B04-588B-57BB4D4E6DC3}"/>
              </a:ext>
            </a:extLst>
          </p:cNvPr>
          <p:cNvCxnSpPr>
            <a:cxnSpLocks/>
          </p:cNvCxnSpPr>
          <p:nvPr userDrawn="1"/>
        </p:nvCxnSpPr>
        <p:spPr bwMode="auto">
          <a:xfrm>
            <a:off x="6096000" y="6096000"/>
            <a:ext cx="0" cy="590550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B87B78A1-A315-98D3-1692-18AAAF4C6002}"/>
              </a:ext>
            </a:extLst>
          </p:cNvPr>
          <p:cNvCxnSpPr/>
          <p:nvPr userDrawn="1"/>
        </p:nvCxnSpPr>
        <p:spPr bwMode="auto">
          <a:xfrm>
            <a:off x="18288000"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F764036E-86AB-0893-B72B-200B84A6BCFD}"/>
              </a:ext>
            </a:extLst>
          </p:cNvPr>
          <p:cNvCxnSpPr/>
          <p:nvPr userDrawn="1"/>
        </p:nvCxnSpPr>
        <p:spPr bwMode="auto">
          <a:xfrm>
            <a:off x="12188952" y="566928"/>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 name="Slide Number">
            <a:extLst>
              <a:ext uri="{FF2B5EF4-FFF2-40B4-BE49-F238E27FC236}">
                <a16:creationId xmlns:a16="http://schemas.microsoft.com/office/drawing/2014/main" id="{78DA00F4-B5C9-B0CB-71F8-ED123EAA68CC}"/>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3" name="Text Placeholder 6">
            <a:extLst>
              <a:ext uri="{FF2B5EF4-FFF2-40B4-BE49-F238E27FC236}">
                <a16:creationId xmlns:a16="http://schemas.microsoft.com/office/drawing/2014/main" id="{FBA90B24-A7AA-EE26-4DF0-B0850F874CC1}"/>
              </a:ext>
            </a:extLst>
          </p:cNvPr>
          <p:cNvSpPr>
            <a:spLocks noGrp="1"/>
          </p:cNvSpPr>
          <p:nvPr>
            <p:ph type="body" sz="quarter" idx="20"/>
          </p:nvPr>
        </p:nvSpPr>
        <p:spPr>
          <a:xfrm>
            <a:off x="552009" y="6665975"/>
            <a:ext cx="5026139" cy="4954515"/>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6" name="Text Placeholder 6">
            <a:extLst>
              <a:ext uri="{FF2B5EF4-FFF2-40B4-BE49-F238E27FC236}">
                <a16:creationId xmlns:a16="http://schemas.microsoft.com/office/drawing/2014/main" id="{B293E5F0-8E0D-8611-485C-03E54EE01CAD}"/>
              </a:ext>
            </a:extLst>
          </p:cNvPr>
          <p:cNvSpPr>
            <a:spLocks noGrp="1"/>
          </p:cNvSpPr>
          <p:nvPr>
            <p:ph type="body" sz="quarter" idx="28"/>
          </p:nvPr>
        </p:nvSpPr>
        <p:spPr>
          <a:xfrm>
            <a:off x="6659393" y="6665975"/>
            <a:ext cx="5026139" cy="495450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7" name="Text Placeholder 6">
            <a:extLst>
              <a:ext uri="{FF2B5EF4-FFF2-40B4-BE49-F238E27FC236}">
                <a16:creationId xmlns:a16="http://schemas.microsoft.com/office/drawing/2014/main" id="{7E5B5649-C746-EAC6-E506-88A5EE6297F2}"/>
              </a:ext>
            </a:extLst>
          </p:cNvPr>
          <p:cNvSpPr>
            <a:spLocks noGrp="1"/>
          </p:cNvSpPr>
          <p:nvPr>
            <p:ph type="body" sz="quarter" idx="29"/>
          </p:nvPr>
        </p:nvSpPr>
        <p:spPr>
          <a:xfrm>
            <a:off x="12725407" y="6701421"/>
            <a:ext cx="5026139" cy="491905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Text Placeholder 6">
            <a:extLst>
              <a:ext uri="{FF2B5EF4-FFF2-40B4-BE49-F238E27FC236}">
                <a16:creationId xmlns:a16="http://schemas.microsoft.com/office/drawing/2014/main" id="{D1C336AE-32DC-6A3D-A0A5-FD3BEEE59FD9}"/>
              </a:ext>
            </a:extLst>
          </p:cNvPr>
          <p:cNvSpPr>
            <a:spLocks noGrp="1"/>
          </p:cNvSpPr>
          <p:nvPr>
            <p:ph type="body" sz="quarter" idx="30"/>
          </p:nvPr>
        </p:nvSpPr>
        <p:spPr>
          <a:xfrm>
            <a:off x="18791798" y="6665975"/>
            <a:ext cx="4978776" cy="4954497"/>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9" name="Text Placeholder 6">
            <a:extLst>
              <a:ext uri="{FF2B5EF4-FFF2-40B4-BE49-F238E27FC236}">
                <a16:creationId xmlns:a16="http://schemas.microsoft.com/office/drawing/2014/main" id="{58F4A404-A74C-F889-564A-6677AB4E33D2}"/>
              </a:ext>
            </a:extLst>
          </p:cNvPr>
          <p:cNvSpPr>
            <a:spLocks noGrp="1"/>
          </p:cNvSpPr>
          <p:nvPr>
            <p:ph type="body" sz="quarter" idx="31"/>
          </p:nvPr>
        </p:nvSpPr>
        <p:spPr>
          <a:xfrm>
            <a:off x="18812222" y="576073"/>
            <a:ext cx="4978776" cy="5145085"/>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0" name="Text Placeholder 6">
            <a:extLst>
              <a:ext uri="{FF2B5EF4-FFF2-40B4-BE49-F238E27FC236}">
                <a16:creationId xmlns:a16="http://schemas.microsoft.com/office/drawing/2014/main" id="{4D20BC60-A254-2972-5466-846B4E395A1C}"/>
              </a:ext>
            </a:extLst>
          </p:cNvPr>
          <p:cNvSpPr>
            <a:spLocks noGrp="1"/>
          </p:cNvSpPr>
          <p:nvPr>
            <p:ph type="body" sz="quarter" idx="32"/>
          </p:nvPr>
        </p:nvSpPr>
        <p:spPr>
          <a:xfrm>
            <a:off x="12692373" y="576073"/>
            <a:ext cx="4978776" cy="5145079"/>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171212167"/>
      </p:ext>
    </p:extLst>
  </p:cSld>
  <p:clrMapOvr>
    <a:masterClrMapping/>
  </p:clrMapOvr>
  <p:transition spd="med"/>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Video or imagery, half, inse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D0BFE-82FD-94B0-E6D9-A9096777C842}"/>
              </a:ext>
            </a:extLst>
          </p:cNvPr>
          <p:cNvSpPr>
            <a:spLocks noGrp="1"/>
          </p:cNvSpPr>
          <p:nvPr>
            <p:ph type="title"/>
          </p:nvPr>
        </p:nvSpPr>
        <p:spPr>
          <a:xfrm>
            <a:off x="576072" y="385200"/>
            <a:ext cx="4949825" cy="1525588"/>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4" name="Footer Placeholder 3">
            <a:extLst>
              <a:ext uri="{FF2B5EF4-FFF2-40B4-BE49-F238E27FC236}">
                <a16:creationId xmlns:a16="http://schemas.microsoft.com/office/drawing/2014/main" id="{C977F84A-1700-568D-FF6C-C74EAF713E1A}"/>
              </a:ext>
            </a:extLst>
          </p:cNvPr>
          <p:cNvSpPr>
            <a:spLocks noGrp="1"/>
          </p:cNvSpPr>
          <p:nvPr>
            <p:ph type="ftr" sz="quarter" idx="14"/>
          </p:nvPr>
        </p:nvSpPr>
        <p:spPr/>
        <p:txBody>
          <a:bodyPr/>
          <a:lstStyle>
            <a:lvl1pPr>
              <a:defRPr b="0" i="0">
                <a:latin typeface="IBM Plex Sans Light" panose="020B0403050203000203" pitchFamily="34" charset="0"/>
              </a:defRPr>
            </a:lvl1pPr>
          </a:lstStyle>
          <a:p>
            <a:endParaRPr lang="en-US" dirty="0"/>
          </a:p>
        </p:txBody>
      </p:sp>
      <p:sp>
        <p:nvSpPr>
          <p:cNvPr id="5" name="Picture Placeholder 10">
            <a:extLst>
              <a:ext uri="{FF2B5EF4-FFF2-40B4-BE49-F238E27FC236}">
                <a16:creationId xmlns:a16="http://schemas.microsoft.com/office/drawing/2014/main" id="{468A48E8-BE84-7972-AB73-8E31C1C13499}"/>
              </a:ext>
            </a:extLst>
          </p:cNvPr>
          <p:cNvSpPr>
            <a:spLocks noGrp="1"/>
          </p:cNvSpPr>
          <p:nvPr>
            <p:ph type="pic" sz="quarter" idx="15" hasCustomPrompt="1"/>
          </p:nvPr>
        </p:nvSpPr>
        <p:spPr>
          <a:xfrm>
            <a:off x="12763500" y="569913"/>
            <a:ext cx="11049000" cy="12574587"/>
          </a:xfrm>
          <a:prstGeom prst="rect">
            <a:avLst/>
          </a:prstGeom>
          <a:solidFill>
            <a:srgbClr val="E0E0E0"/>
          </a:solidFill>
        </p:spPr>
        <p:txBody>
          <a:bodyPr anchor="ctr"/>
          <a:lstStyle>
            <a:lvl1pPr algn="ctr">
              <a:defRPr b="0" i="0">
                <a:solidFill>
                  <a:schemeClr val="accent5"/>
                </a:solidFill>
                <a:latin typeface="IBM Plex Sans Light" panose="020B0403050203000203" pitchFamily="34" charset="0"/>
              </a:defRPr>
            </a:lvl1pPr>
          </a:lstStyle>
          <a:p>
            <a:r>
              <a:rPr lang="en-US" dirty="0"/>
              <a:t>Place imagery here</a:t>
            </a:r>
          </a:p>
        </p:txBody>
      </p:sp>
      <p:sp>
        <p:nvSpPr>
          <p:cNvPr id="6" name="Text Placeholder 6">
            <a:extLst>
              <a:ext uri="{FF2B5EF4-FFF2-40B4-BE49-F238E27FC236}">
                <a16:creationId xmlns:a16="http://schemas.microsoft.com/office/drawing/2014/main" id="{F97050FE-79BA-7876-7C87-1EBC54ABDE3B}"/>
              </a:ext>
            </a:extLst>
          </p:cNvPr>
          <p:cNvSpPr>
            <a:spLocks noGrp="1"/>
          </p:cNvSpPr>
          <p:nvPr>
            <p:ph type="body" sz="quarter" idx="21"/>
          </p:nvPr>
        </p:nvSpPr>
        <p:spPr>
          <a:xfrm>
            <a:off x="552010" y="3429000"/>
            <a:ext cx="4972490"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7" name="Text Placeholder 6">
            <a:extLst>
              <a:ext uri="{FF2B5EF4-FFF2-40B4-BE49-F238E27FC236}">
                <a16:creationId xmlns:a16="http://schemas.microsoft.com/office/drawing/2014/main" id="{0F1D7D74-3344-9F6B-7157-4A7E1AB48342}"/>
              </a:ext>
            </a:extLst>
          </p:cNvPr>
          <p:cNvSpPr>
            <a:spLocks noGrp="1"/>
          </p:cNvSpPr>
          <p:nvPr>
            <p:ph type="body" sz="quarter" idx="22"/>
          </p:nvPr>
        </p:nvSpPr>
        <p:spPr>
          <a:xfrm>
            <a:off x="6669087" y="3429000"/>
            <a:ext cx="4972490"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3224836230"/>
      </p:ext>
    </p:extLst>
  </p:cSld>
  <p:clrMapOvr>
    <a:masterClrMapping/>
  </p:clrMapOvr>
  <p:transition spd="med"/>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Video or imagery, 3/4, blee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D0BFE-82FD-94B0-E6D9-A9096777C842}"/>
              </a:ext>
            </a:extLst>
          </p:cNvPr>
          <p:cNvSpPr>
            <a:spLocks noGrp="1"/>
          </p:cNvSpPr>
          <p:nvPr>
            <p:ph type="title"/>
          </p:nvPr>
        </p:nvSpPr>
        <p:spPr>
          <a:xfrm>
            <a:off x="576072" y="385200"/>
            <a:ext cx="4949825" cy="1525588"/>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3" name="Slide Number Placeholder 2">
            <a:extLst>
              <a:ext uri="{FF2B5EF4-FFF2-40B4-BE49-F238E27FC236}">
                <a16:creationId xmlns:a16="http://schemas.microsoft.com/office/drawing/2014/main" id="{5075B039-5865-7356-B725-0FF3C8F73E3C}"/>
              </a:ext>
            </a:extLst>
          </p:cNvPr>
          <p:cNvSpPr>
            <a:spLocks noGrp="1"/>
          </p:cNvSpPr>
          <p:nvPr>
            <p:ph type="sldNum" sz="quarter" idx="10"/>
          </p:nvPr>
        </p:nvSpPr>
        <p:spPr>
          <a:xfrm>
            <a:off x="23544798" y="12904628"/>
            <a:ext cx="267702" cy="246221"/>
          </a:xfrm>
          <a:prstGeom prst="rect">
            <a:avLst/>
          </a:prstGeom>
        </p:spPr>
        <p:txBody>
          <a:bodyPr/>
          <a:lstStyle>
            <a:lvl1pPr>
              <a:defRPr b="0" i="0">
                <a:latin typeface="IBM Plex Sans Light" panose="020B0403050203000203" pitchFamily="34" charset="0"/>
              </a:defRPr>
            </a:lvl1pPr>
          </a:lstStyle>
          <a:p>
            <a:fld id="{86CB4B4D-7CA3-9044-876B-883B54F8677D}" type="slidenum">
              <a:rPr lang="en-US" smtClean="0"/>
              <a:pPr/>
              <a:t>‹#›</a:t>
            </a:fld>
            <a:endParaRPr lang="en-US" dirty="0"/>
          </a:p>
        </p:txBody>
      </p:sp>
      <p:sp>
        <p:nvSpPr>
          <p:cNvPr id="4" name="Footer Placeholder 3">
            <a:extLst>
              <a:ext uri="{FF2B5EF4-FFF2-40B4-BE49-F238E27FC236}">
                <a16:creationId xmlns:a16="http://schemas.microsoft.com/office/drawing/2014/main" id="{69559113-A66F-B148-0A73-FD8B5C2B023D}"/>
              </a:ext>
            </a:extLst>
          </p:cNvPr>
          <p:cNvSpPr>
            <a:spLocks noGrp="1"/>
          </p:cNvSpPr>
          <p:nvPr>
            <p:ph type="ftr" sz="quarter" idx="12"/>
          </p:nvPr>
        </p:nvSpPr>
        <p:spPr/>
        <p:txBody>
          <a:bodyPr/>
          <a:lstStyle>
            <a:lvl1pPr>
              <a:defRPr b="0" i="0">
                <a:latin typeface="IBM Plex Sans Light" panose="020B0403050203000203" pitchFamily="34" charset="0"/>
              </a:defRPr>
            </a:lvl1pPr>
          </a:lstStyle>
          <a:p>
            <a:endParaRPr lang="en-US" dirty="0"/>
          </a:p>
        </p:txBody>
      </p:sp>
      <p:sp>
        <p:nvSpPr>
          <p:cNvPr id="12" name="Picture Placeholder 11">
            <a:extLst>
              <a:ext uri="{FF2B5EF4-FFF2-40B4-BE49-F238E27FC236}">
                <a16:creationId xmlns:a16="http://schemas.microsoft.com/office/drawing/2014/main" id="{DE390102-FDF4-C834-3F45-02B57A70ADB2}"/>
              </a:ext>
            </a:extLst>
          </p:cNvPr>
          <p:cNvSpPr>
            <a:spLocks noGrp="1"/>
          </p:cNvSpPr>
          <p:nvPr>
            <p:ph type="pic" sz="quarter" idx="14" hasCustomPrompt="1"/>
          </p:nvPr>
        </p:nvSpPr>
        <p:spPr>
          <a:xfrm>
            <a:off x="6096000" y="0"/>
            <a:ext cx="18291175" cy="13716000"/>
          </a:xfrm>
          <a:prstGeom prst="rect">
            <a:avLst/>
          </a:prstGeom>
          <a:solidFill>
            <a:srgbClr val="E0E0E0"/>
          </a:solidFill>
        </p:spPr>
        <p:txBody>
          <a:bodyPr anchor="ctr"/>
          <a:lstStyle>
            <a:lvl1pPr algn="ctr">
              <a:defRPr b="0" i="0">
                <a:solidFill>
                  <a:schemeClr val="accent5"/>
                </a:solidFill>
                <a:latin typeface="IBM Plex Sans Light" panose="020B0403050203000203" pitchFamily="34" charset="0"/>
              </a:defRPr>
            </a:lvl1pPr>
          </a:lstStyle>
          <a:p>
            <a:r>
              <a:rPr lang="en-US" dirty="0"/>
              <a:t>Place imagery here</a:t>
            </a:r>
          </a:p>
        </p:txBody>
      </p:sp>
      <p:sp>
        <p:nvSpPr>
          <p:cNvPr id="7" name="Text Placeholder 6">
            <a:extLst>
              <a:ext uri="{FF2B5EF4-FFF2-40B4-BE49-F238E27FC236}">
                <a16:creationId xmlns:a16="http://schemas.microsoft.com/office/drawing/2014/main" id="{C7581521-9341-A586-10B8-D3CD3EBBADFC}"/>
              </a:ext>
            </a:extLst>
          </p:cNvPr>
          <p:cNvSpPr>
            <a:spLocks noGrp="1"/>
          </p:cNvSpPr>
          <p:nvPr>
            <p:ph type="body" sz="quarter" idx="20"/>
          </p:nvPr>
        </p:nvSpPr>
        <p:spPr>
          <a:xfrm>
            <a:off x="552010" y="3429000"/>
            <a:ext cx="4972490"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2830154425"/>
      </p:ext>
    </p:extLst>
  </p:cSld>
  <p:clrMapOvr>
    <a:masterClrMapping/>
  </p:clrMapOvr>
  <p:transition spd="med"/>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Video or imagery, 3/4, inse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D0BFE-82FD-94B0-E6D9-A9096777C842}"/>
              </a:ext>
            </a:extLst>
          </p:cNvPr>
          <p:cNvSpPr>
            <a:spLocks noGrp="1"/>
          </p:cNvSpPr>
          <p:nvPr>
            <p:ph type="title"/>
          </p:nvPr>
        </p:nvSpPr>
        <p:spPr>
          <a:xfrm>
            <a:off x="576072" y="385200"/>
            <a:ext cx="4949825" cy="1525588"/>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3" name="Slide Number Placeholder 2">
            <a:extLst>
              <a:ext uri="{FF2B5EF4-FFF2-40B4-BE49-F238E27FC236}">
                <a16:creationId xmlns:a16="http://schemas.microsoft.com/office/drawing/2014/main" id="{5075B039-5865-7356-B725-0FF3C8F73E3C}"/>
              </a:ext>
            </a:extLst>
          </p:cNvPr>
          <p:cNvSpPr>
            <a:spLocks noGrp="1"/>
          </p:cNvSpPr>
          <p:nvPr>
            <p:ph type="sldNum" sz="quarter" idx="10"/>
          </p:nvPr>
        </p:nvSpPr>
        <p:spPr>
          <a:xfrm>
            <a:off x="23544798" y="12904628"/>
            <a:ext cx="267702" cy="246221"/>
          </a:xfrm>
          <a:prstGeom prst="rect">
            <a:avLst/>
          </a:prstGeom>
        </p:spPr>
        <p:txBody>
          <a:bodyPr/>
          <a:lstStyle>
            <a:lvl1pPr>
              <a:defRPr b="0" i="0">
                <a:latin typeface="IBM Plex Sans Light" panose="020B0403050203000203" pitchFamily="34" charset="0"/>
              </a:defRPr>
            </a:lvl1pPr>
          </a:lstStyle>
          <a:p>
            <a:fld id="{86CB4B4D-7CA3-9044-876B-883B54F8677D}" type="slidenum">
              <a:rPr lang="en-US" smtClean="0"/>
              <a:pPr/>
              <a:t>‹#›</a:t>
            </a:fld>
            <a:endParaRPr lang="en-US" dirty="0"/>
          </a:p>
        </p:txBody>
      </p:sp>
      <p:sp>
        <p:nvSpPr>
          <p:cNvPr id="4" name="Footer Placeholder 3">
            <a:extLst>
              <a:ext uri="{FF2B5EF4-FFF2-40B4-BE49-F238E27FC236}">
                <a16:creationId xmlns:a16="http://schemas.microsoft.com/office/drawing/2014/main" id="{378C6A11-84D9-C1BA-F3C9-2E9D1A288B25}"/>
              </a:ext>
            </a:extLst>
          </p:cNvPr>
          <p:cNvSpPr>
            <a:spLocks noGrp="1"/>
          </p:cNvSpPr>
          <p:nvPr>
            <p:ph type="ftr" sz="quarter" idx="13"/>
          </p:nvPr>
        </p:nvSpPr>
        <p:spPr/>
        <p:txBody>
          <a:bodyPr/>
          <a:lstStyle>
            <a:lvl1pPr>
              <a:defRPr b="0" i="0">
                <a:latin typeface="IBM Plex Sans Light" panose="020B0403050203000203" pitchFamily="34" charset="0"/>
              </a:defRPr>
            </a:lvl1pPr>
          </a:lstStyle>
          <a:p>
            <a:endParaRPr lang="en-US" dirty="0"/>
          </a:p>
        </p:txBody>
      </p:sp>
      <p:sp>
        <p:nvSpPr>
          <p:cNvPr id="7" name="Picture Placeholder 6">
            <a:extLst>
              <a:ext uri="{FF2B5EF4-FFF2-40B4-BE49-F238E27FC236}">
                <a16:creationId xmlns:a16="http://schemas.microsoft.com/office/drawing/2014/main" id="{CC70703B-65B6-4B78-8B7C-73857A06C3A8}"/>
              </a:ext>
            </a:extLst>
          </p:cNvPr>
          <p:cNvSpPr>
            <a:spLocks noGrp="1"/>
          </p:cNvSpPr>
          <p:nvPr>
            <p:ph type="pic" sz="quarter" idx="14" hasCustomPrompt="1"/>
          </p:nvPr>
        </p:nvSpPr>
        <p:spPr>
          <a:xfrm>
            <a:off x="6667500" y="565151"/>
            <a:ext cx="17151350" cy="12579349"/>
          </a:xfrm>
          <a:prstGeom prst="rect">
            <a:avLst/>
          </a:prstGeom>
          <a:solidFill>
            <a:srgbClr val="E0E0E0"/>
          </a:solidFill>
        </p:spPr>
        <p:txBody>
          <a:bodyPr anchor="ctr"/>
          <a:lstStyle>
            <a:lvl1pPr algn="ctr">
              <a:defRPr b="0" i="0">
                <a:solidFill>
                  <a:schemeClr val="accent5"/>
                </a:solidFill>
                <a:latin typeface="IBM Plex Sans Light" panose="020B0403050203000203" pitchFamily="34" charset="0"/>
              </a:defRPr>
            </a:lvl1pPr>
          </a:lstStyle>
          <a:p>
            <a:r>
              <a:rPr lang="en-US" dirty="0"/>
              <a:t>Place imagery here</a:t>
            </a:r>
          </a:p>
        </p:txBody>
      </p:sp>
      <p:sp>
        <p:nvSpPr>
          <p:cNvPr id="5" name="Text Placeholder 6">
            <a:extLst>
              <a:ext uri="{FF2B5EF4-FFF2-40B4-BE49-F238E27FC236}">
                <a16:creationId xmlns:a16="http://schemas.microsoft.com/office/drawing/2014/main" id="{4D171C2C-D5EE-B66A-FC5F-45245937D132}"/>
              </a:ext>
            </a:extLst>
          </p:cNvPr>
          <p:cNvSpPr>
            <a:spLocks noGrp="1"/>
          </p:cNvSpPr>
          <p:nvPr>
            <p:ph type="body" sz="quarter" idx="19"/>
          </p:nvPr>
        </p:nvSpPr>
        <p:spPr>
          <a:xfrm>
            <a:off x="563069" y="3429000"/>
            <a:ext cx="4963923" cy="8572500"/>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2327768506"/>
      </p:ext>
    </p:extLst>
  </p:cSld>
  <p:clrMapOvr>
    <a:masterClrMapping/>
  </p:clrMapOvr>
  <p:transition spd="med"/>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Video or imagery, blee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0C9F466-AC9D-B311-5655-93E326ED59B1}"/>
              </a:ext>
            </a:extLst>
          </p:cNvPr>
          <p:cNvSpPr>
            <a:spLocks noGrp="1"/>
          </p:cNvSpPr>
          <p:nvPr>
            <p:ph type="sldNum" sz="quarter" idx="10"/>
          </p:nvPr>
        </p:nvSpPr>
        <p:spPr>
          <a:xfrm>
            <a:off x="23555959" y="12896848"/>
            <a:ext cx="256541" cy="254001"/>
          </a:xfrm>
          <a:prstGeom prst="rect">
            <a:avLst/>
          </a:prstGeom>
        </p:spPr>
        <p:txBody>
          <a:bodyPr/>
          <a:lstStyle/>
          <a:p>
            <a:fld id="{86CB4B4D-7CA3-9044-876B-883B54F8677D}" type="slidenum">
              <a:rPr lang="en-US" smtClean="0"/>
              <a:t>‹#›</a:t>
            </a:fld>
            <a:endParaRPr lang="en-US" dirty="0"/>
          </a:p>
        </p:txBody>
      </p:sp>
      <p:sp>
        <p:nvSpPr>
          <p:cNvPr id="4" name="Picture Placeholder 3">
            <a:extLst>
              <a:ext uri="{FF2B5EF4-FFF2-40B4-BE49-F238E27FC236}">
                <a16:creationId xmlns:a16="http://schemas.microsoft.com/office/drawing/2014/main" id="{F6679120-DB81-97FD-CD5A-00DC1F5E6658}"/>
              </a:ext>
            </a:extLst>
          </p:cNvPr>
          <p:cNvSpPr>
            <a:spLocks noGrp="1"/>
          </p:cNvSpPr>
          <p:nvPr>
            <p:ph type="pic" sz="quarter" idx="11" hasCustomPrompt="1"/>
          </p:nvPr>
        </p:nvSpPr>
        <p:spPr>
          <a:xfrm>
            <a:off x="1" y="0"/>
            <a:ext cx="24387174" cy="13715999"/>
          </a:xfrm>
          <a:prstGeom prst="rect">
            <a:avLst/>
          </a:prstGeom>
          <a:solidFill>
            <a:srgbClr val="E0E0E0"/>
          </a:solidFill>
        </p:spPr>
        <p:txBody>
          <a:bodyPr anchor="ctr"/>
          <a:lstStyle>
            <a:lvl1pPr algn="ctr">
              <a:defRPr>
                <a:solidFill>
                  <a:schemeClr val="accent5"/>
                </a:solidFill>
              </a:defRPr>
            </a:lvl1pPr>
          </a:lstStyle>
          <a:p>
            <a:r>
              <a:rPr lang="en-US" dirty="0"/>
              <a:t>Place imagery here</a:t>
            </a:r>
          </a:p>
        </p:txBody>
      </p:sp>
    </p:spTree>
    <p:extLst>
      <p:ext uri="{BB962C8B-B14F-4D97-AF65-F5344CB8AC3E}">
        <p14:creationId xmlns:p14="http://schemas.microsoft.com/office/powerpoint/2010/main" val="4066270910"/>
      </p:ext>
    </p:extLst>
  </p:cSld>
  <p:clrMapOvr>
    <a:masterClrMapping/>
  </p:clrMapOvr>
  <p:transition spd="med"/>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Video or imagery, inset">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0C9F466-AC9D-B311-5655-93E326ED59B1}"/>
              </a:ext>
            </a:extLst>
          </p:cNvPr>
          <p:cNvSpPr>
            <a:spLocks noGrp="1"/>
          </p:cNvSpPr>
          <p:nvPr>
            <p:ph type="sldNum" sz="quarter" idx="10"/>
          </p:nvPr>
        </p:nvSpPr>
        <p:spPr>
          <a:xfrm>
            <a:off x="23555959" y="12896848"/>
            <a:ext cx="256541" cy="254001"/>
          </a:xfrm>
          <a:prstGeom prst="rect">
            <a:avLst/>
          </a:prstGeom>
        </p:spPr>
        <p:txBody>
          <a:bodyPr/>
          <a:lstStyle/>
          <a:p>
            <a:fld id="{86CB4B4D-7CA3-9044-876B-883B54F8677D}" type="slidenum">
              <a:rPr lang="en-US" smtClean="0"/>
              <a:t>‹#›</a:t>
            </a:fld>
            <a:endParaRPr lang="en-US" dirty="0"/>
          </a:p>
        </p:txBody>
      </p:sp>
      <p:sp>
        <p:nvSpPr>
          <p:cNvPr id="4" name="Picture Placeholder 3">
            <a:extLst>
              <a:ext uri="{FF2B5EF4-FFF2-40B4-BE49-F238E27FC236}">
                <a16:creationId xmlns:a16="http://schemas.microsoft.com/office/drawing/2014/main" id="{34239CCE-9A38-90E1-F860-FF40FBDA2409}"/>
              </a:ext>
            </a:extLst>
          </p:cNvPr>
          <p:cNvSpPr>
            <a:spLocks noGrp="1"/>
          </p:cNvSpPr>
          <p:nvPr>
            <p:ph type="pic" sz="quarter" idx="11" hasCustomPrompt="1"/>
          </p:nvPr>
        </p:nvSpPr>
        <p:spPr>
          <a:xfrm>
            <a:off x="568325" y="569913"/>
            <a:ext cx="23244175" cy="12580936"/>
          </a:xfrm>
          <a:prstGeom prst="rect">
            <a:avLst/>
          </a:prstGeom>
          <a:solidFill>
            <a:srgbClr val="E0E0E0"/>
          </a:solidFill>
        </p:spPr>
        <p:txBody>
          <a:bodyPr anchor="ctr"/>
          <a:lstStyle>
            <a:lvl1pPr algn="ctr">
              <a:defRPr>
                <a:solidFill>
                  <a:schemeClr val="accent5"/>
                </a:solidFill>
              </a:defRPr>
            </a:lvl1pPr>
          </a:lstStyle>
          <a:p>
            <a:r>
              <a:rPr lang="en-US" dirty="0"/>
              <a:t>Place imagery here</a:t>
            </a:r>
          </a:p>
        </p:txBody>
      </p:sp>
    </p:spTree>
    <p:extLst>
      <p:ext uri="{BB962C8B-B14F-4D97-AF65-F5344CB8AC3E}">
        <p14:creationId xmlns:p14="http://schemas.microsoft.com/office/powerpoint/2010/main" val="7694905"/>
      </p:ext>
    </p:extLst>
  </p:cSld>
  <p:clrMapOvr>
    <a:masterClrMapping/>
  </p:clrMapOvr>
  <p:transition spd="med"/>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Contacts, profiles, contributors">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AB8510EE-4140-AEDB-B7AB-EF1D4B72D2AD}"/>
              </a:ext>
            </a:extLst>
          </p:cNvPr>
          <p:cNvSpPr>
            <a:spLocks noGrp="1"/>
          </p:cNvSpPr>
          <p:nvPr>
            <p:ph type="pic" sz="quarter" idx="11" hasCustomPrompt="1"/>
          </p:nvPr>
        </p:nvSpPr>
        <p:spPr>
          <a:xfrm>
            <a:off x="576072" y="6117123"/>
            <a:ext cx="2473325" cy="2476500"/>
          </a:xfrm>
          <a:prstGeom prst="rect">
            <a:avLst/>
          </a:prstGeom>
          <a:solidFill>
            <a:srgbClr val="E0E0E0"/>
          </a:solidFill>
        </p:spPr>
        <p:txBody>
          <a:bodyPr anchor="ctr"/>
          <a:lstStyle>
            <a:lvl1pPr marL="0" marR="0" indent="0" algn="ctr" defTabSz="2438400" rtl="0" eaLnBrk="1" fontAlgn="auto" latinLnBrk="0" hangingPunct="1">
              <a:lnSpc>
                <a:spcPct val="110000"/>
              </a:lnSpc>
              <a:spcBef>
                <a:spcPts val="0"/>
              </a:spcBef>
              <a:spcAft>
                <a:spcPts val="0"/>
              </a:spcAft>
              <a:buClrTx/>
              <a:buSzTx/>
              <a:buFontTx/>
              <a:buNone/>
              <a:tabLst/>
              <a:defRPr b="0" i="0">
                <a:solidFill>
                  <a:schemeClr val="accent5"/>
                </a:solidFill>
                <a:latin typeface="IBM Plex Sans Light" panose="020B0403050203000203" pitchFamily="34" charset="0"/>
              </a:defRPr>
            </a:lvl1pPr>
          </a:lstStyle>
          <a:p>
            <a:pPr marL="0" marR="0" lvl="0" indent="0" algn="ctr" defTabSz="2438400" rtl="0" eaLnBrk="1" fontAlgn="auto" latinLnBrk="0" hangingPunct="1">
              <a:lnSpc>
                <a:spcPct val="110000"/>
              </a:lnSpc>
              <a:spcBef>
                <a:spcPts val="0"/>
              </a:spcBef>
              <a:spcAft>
                <a:spcPts val="0"/>
              </a:spcAft>
              <a:buClrTx/>
              <a:buSzTx/>
              <a:buFontTx/>
              <a:buNone/>
              <a:tabLst/>
              <a:defRPr/>
            </a:pPr>
            <a:r>
              <a:rPr lang="en-US" dirty="0"/>
              <a:t>Place imagery here</a:t>
            </a:r>
          </a:p>
        </p:txBody>
      </p:sp>
      <p:sp>
        <p:nvSpPr>
          <p:cNvPr id="11" name="Picture Placeholder 7">
            <a:extLst>
              <a:ext uri="{FF2B5EF4-FFF2-40B4-BE49-F238E27FC236}">
                <a16:creationId xmlns:a16="http://schemas.microsoft.com/office/drawing/2014/main" id="{3F048335-9A0B-2C1F-47A6-67051F20075E}"/>
              </a:ext>
            </a:extLst>
          </p:cNvPr>
          <p:cNvSpPr>
            <a:spLocks noGrp="1"/>
          </p:cNvSpPr>
          <p:nvPr>
            <p:ph type="pic" sz="quarter" idx="13" hasCustomPrompt="1"/>
          </p:nvPr>
        </p:nvSpPr>
        <p:spPr>
          <a:xfrm>
            <a:off x="576072" y="9525000"/>
            <a:ext cx="2473325" cy="2476500"/>
          </a:xfrm>
          <a:prstGeom prst="rect">
            <a:avLst/>
          </a:prstGeom>
          <a:solidFill>
            <a:srgbClr val="E0E0E0"/>
          </a:solidFill>
        </p:spPr>
        <p:txBody>
          <a:bodyPr anchor="ctr"/>
          <a:lstStyle>
            <a:lvl1pPr marL="0" marR="0" indent="0" algn="ctr" defTabSz="2438400" rtl="0" eaLnBrk="1" fontAlgn="auto" latinLnBrk="0" hangingPunct="1">
              <a:lnSpc>
                <a:spcPct val="110000"/>
              </a:lnSpc>
              <a:spcBef>
                <a:spcPts val="0"/>
              </a:spcBef>
              <a:spcAft>
                <a:spcPts val="0"/>
              </a:spcAft>
              <a:buClrTx/>
              <a:buSzTx/>
              <a:buFontTx/>
              <a:buNone/>
              <a:tabLst/>
              <a:defRPr b="0" i="0">
                <a:solidFill>
                  <a:schemeClr val="accent5"/>
                </a:solidFill>
                <a:latin typeface="IBM Plex Sans Light" panose="020B0403050203000203" pitchFamily="34" charset="0"/>
              </a:defRPr>
            </a:lvl1pPr>
          </a:lstStyle>
          <a:p>
            <a:pPr marL="0" marR="0" lvl="0" indent="0" algn="ctr" defTabSz="2438400" rtl="0" eaLnBrk="1" fontAlgn="auto" latinLnBrk="0" hangingPunct="1">
              <a:lnSpc>
                <a:spcPct val="110000"/>
              </a:lnSpc>
              <a:spcBef>
                <a:spcPts val="0"/>
              </a:spcBef>
              <a:spcAft>
                <a:spcPts val="0"/>
              </a:spcAft>
              <a:buClrTx/>
              <a:buSzTx/>
              <a:buFontTx/>
              <a:buNone/>
              <a:tabLst/>
              <a:defRPr/>
            </a:pPr>
            <a:r>
              <a:rPr lang="en-US" dirty="0"/>
              <a:t>Place imagery here</a:t>
            </a:r>
          </a:p>
        </p:txBody>
      </p:sp>
      <p:sp>
        <p:nvSpPr>
          <p:cNvPr id="4" name="Footer Placeholder 3">
            <a:extLst>
              <a:ext uri="{FF2B5EF4-FFF2-40B4-BE49-F238E27FC236}">
                <a16:creationId xmlns:a16="http://schemas.microsoft.com/office/drawing/2014/main" id="{85D83A84-CCD3-C297-7314-225B96D47D6A}"/>
              </a:ext>
            </a:extLst>
          </p:cNvPr>
          <p:cNvSpPr>
            <a:spLocks noGrp="1"/>
          </p:cNvSpPr>
          <p:nvPr>
            <p:ph type="ftr" sz="quarter" idx="19"/>
          </p:nvPr>
        </p:nvSpPr>
        <p:spPr/>
        <p:txBody>
          <a:bodyPr/>
          <a:lstStyle>
            <a:lvl1pPr>
              <a:defRPr b="0" i="0">
                <a:latin typeface="IBM Plex Sans Light" panose="020B0403050203000203" pitchFamily="34" charset="0"/>
              </a:defRPr>
            </a:lvl1pPr>
          </a:lstStyle>
          <a:p>
            <a:endParaRPr lang="en-US" dirty="0"/>
          </a:p>
        </p:txBody>
      </p:sp>
      <p:sp>
        <p:nvSpPr>
          <p:cNvPr id="17" name="Picture Placeholder 7">
            <a:extLst>
              <a:ext uri="{FF2B5EF4-FFF2-40B4-BE49-F238E27FC236}">
                <a16:creationId xmlns:a16="http://schemas.microsoft.com/office/drawing/2014/main" id="{E889D859-F4A1-3E97-F05E-8D134A25B9F2}"/>
              </a:ext>
            </a:extLst>
          </p:cNvPr>
          <p:cNvSpPr>
            <a:spLocks noGrp="1"/>
          </p:cNvSpPr>
          <p:nvPr>
            <p:ph type="pic" sz="quarter" idx="20" hasCustomPrompt="1"/>
          </p:nvPr>
        </p:nvSpPr>
        <p:spPr>
          <a:xfrm>
            <a:off x="576072" y="2618874"/>
            <a:ext cx="2473325" cy="2476500"/>
          </a:xfrm>
          <a:prstGeom prst="rect">
            <a:avLst/>
          </a:prstGeom>
          <a:solidFill>
            <a:srgbClr val="E0E0E0"/>
          </a:solidFill>
        </p:spPr>
        <p:txBody>
          <a:bodyPr anchor="ctr"/>
          <a:lstStyle>
            <a:lvl1pPr algn="ctr">
              <a:defRPr b="0" i="0">
                <a:solidFill>
                  <a:schemeClr val="accent5"/>
                </a:solidFill>
                <a:latin typeface="IBM Plex Sans Light" panose="020B0403050203000203" pitchFamily="34" charset="0"/>
              </a:defRPr>
            </a:lvl1pPr>
          </a:lstStyle>
          <a:p>
            <a:r>
              <a:rPr lang="en-US" dirty="0"/>
              <a:t>Place imagery here</a:t>
            </a:r>
          </a:p>
        </p:txBody>
      </p:sp>
      <p:sp>
        <p:nvSpPr>
          <p:cNvPr id="19" name="Picture Placeholder 7">
            <a:extLst>
              <a:ext uri="{FF2B5EF4-FFF2-40B4-BE49-F238E27FC236}">
                <a16:creationId xmlns:a16="http://schemas.microsoft.com/office/drawing/2014/main" id="{A33F8C74-1D30-FEA9-4F3C-636531C86142}"/>
              </a:ext>
            </a:extLst>
          </p:cNvPr>
          <p:cNvSpPr>
            <a:spLocks noGrp="1"/>
          </p:cNvSpPr>
          <p:nvPr>
            <p:ph type="pic" sz="quarter" idx="22" hasCustomPrompt="1"/>
          </p:nvPr>
        </p:nvSpPr>
        <p:spPr>
          <a:xfrm>
            <a:off x="12757150" y="6121400"/>
            <a:ext cx="2473325" cy="2476500"/>
          </a:xfrm>
          <a:prstGeom prst="rect">
            <a:avLst/>
          </a:prstGeom>
          <a:solidFill>
            <a:srgbClr val="E0E0E0"/>
          </a:solidFill>
        </p:spPr>
        <p:txBody>
          <a:bodyPr anchor="ctr"/>
          <a:lstStyle>
            <a:lvl1pPr marL="0" marR="0" indent="0" algn="ctr" defTabSz="2438400" rtl="0" eaLnBrk="1" fontAlgn="auto" latinLnBrk="0" hangingPunct="1">
              <a:lnSpc>
                <a:spcPct val="110000"/>
              </a:lnSpc>
              <a:spcBef>
                <a:spcPts val="0"/>
              </a:spcBef>
              <a:spcAft>
                <a:spcPts val="0"/>
              </a:spcAft>
              <a:buClrTx/>
              <a:buSzTx/>
              <a:buFontTx/>
              <a:buNone/>
              <a:tabLst/>
              <a:defRPr b="0" i="0">
                <a:solidFill>
                  <a:schemeClr val="accent5"/>
                </a:solidFill>
                <a:latin typeface="IBM Plex Sans Light" panose="020B0403050203000203" pitchFamily="34" charset="0"/>
              </a:defRPr>
            </a:lvl1pPr>
          </a:lstStyle>
          <a:p>
            <a:pPr marL="0" marR="0" lvl="0" indent="0" algn="ctr" defTabSz="2438400" rtl="0" eaLnBrk="1" fontAlgn="auto" latinLnBrk="0" hangingPunct="1">
              <a:lnSpc>
                <a:spcPct val="110000"/>
              </a:lnSpc>
              <a:spcBef>
                <a:spcPts val="0"/>
              </a:spcBef>
              <a:spcAft>
                <a:spcPts val="0"/>
              </a:spcAft>
              <a:buClrTx/>
              <a:buSzTx/>
              <a:buFontTx/>
              <a:buNone/>
              <a:tabLst/>
              <a:defRPr/>
            </a:pPr>
            <a:r>
              <a:rPr lang="en-US" dirty="0"/>
              <a:t>Place imagery here</a:t>
            </a:r>
          </a:p>
        </p:txBody>
      </p:sp>
      <p:sp>
        <p:nvSpPr>
          <p:cNvPr id="21" name="Picture Placeholder 7">
            <a:extLst>
              <a:ext uri="{FF2B5EF4-FFF2-40B4-BE49-F238E27FC236}">
                <a16:creationId xmlns:a16="http://schemas.microsoft.com/office/drawing/2014/main" id="{2E690121-61A1-708E-E5B8-5B65A668E628}"/>
              </a:ext>
            </a:extLst>
          </p:cNvPr>
          <p:cNvSpPr>
            <a:spLocks noGrp="1"/>
          </p:cNvSpPr>
          <p:nvPr>
            <p:ph type="pic" sz="quarter" idx="24" hasCustomPrompt="1"/>
          </p:nvPr>
        </p:nvSpPr>
        <p:spPr>
          <a:xfrm>
            <a:off x="12757150" y="9525000"/>
            <a:ext cx="2473325" cy="2476500"/>
          </a:xfrm>
          <a:prstGeom prst="rect">
            <a:avLst/>
          </a:prstGeom>
          <a:solidFill>
            <a:srgbClr val="E0E0E0"/>
          </a:solidFill>
        </p:spPr>
        <p:txBody>
          <a:bodyPr anchor="ctr"/>
          <a:lstStyle>
            <a:lvl1pPr marL="0" marR="0" indent="0" algn="ctr" defTabSz="2438400" rtl="0" eaLnBrk="1" fontAlgn="auto" latinLnBrk="0" hangingPunct="1">
              <a:lnSpc>
                <a:spcPct val="110000"/>
              </a:lnSpc>
              <a:spcBef>
                <a:spcPts val="0"/>
              </a:spcBef>
              <a:spcAft>
                <a:spcPts val="0"/>
              </a:spcAft>
              <a:buClrTx/>
              <a:buSzTx/>
              <a:buFontTx/>
              <a:buNone/>
              <a:tabLst/>
              <a:defRPr b="0" i="0">
                <a:solidFill>
                  <a:schemeClr val="accent5"/>
                </a:solidFill>
                <a:latin typeface="IBM Plex Sans Light" panose="020B0403050203000203" pitchFamily="34" charset="0"/>
              </a:defRPr>
            </a:lvl1pPr>
          </a:lstStyle>
          <a:p>
            <a:pPr marL="0" marR="0" lvl="0" indent="0" algn="ctr" defTabSz="2438400" rtl="0" eaLnBrk="1" fontAlgn="auto" latinLnBrk="0" hangingPunct="1">
              <a:lnSpc>
                <a:spcPct val="110000"/>
              </a:lnSpc>
              <a:spcBef>
                <a:spcPts val="0"/>
              </a:spcBef>
              <a:spcAft>
                <a:spcPts val="0"/>
              </a:spcAft>
              <a:buClrTx/>
              <a:buSzTx/>
              <a:buFontTx/>
              <a:buNone/>
              <a:tabLst/>
              <a:defRPr/>
            </a:pPr>
            <a:r>
              <a:rPr lang="en-US" dirty="0"/>
              <a:t>Place imagery here</a:t>
            </a:r>
          </a:p>
        </p:txBody>
      </p:sp>
      <p:sp>
        <p:nvSpPr>
          <p:cNvPr id="23" name="Picture Placeholder 7">
            <a:extLst>
              <a:ext uri="{FF2B5EF4-FFF2-40B4-BE49-F238E27FC236}">
                <a16:creationId xmlns:a16="http://schemas.microsoft.com/office/drawing/2014/main" id="{F94AC7E0-2DC4-5DEB-8E1E-2F27996F98E6}"/>
              </a:ext>
            </a:extLst>
          </p:cNvPr>
          <p:cNvSpPr>
            <a:spLocks noGrp="1"/>
          </p:cNvSpPr>
          <p:nvPr>
            <p:ph type="pic" sz="quarter" idx="26" hasCustomPrompt="1"/>
          </p:nvPr>
        </p:nvSpPr>
        <p:spPr>
          <a:xfrm>
            <a:off x="12757150" y="2667000"/>
            <a:ext cx="2473325" cy="2476500"/>
          </a:xfrm>
          <a:prstGeom prst="rect">
            <a:avLst/>
          </a:prstGeom>
          <a:solidFill>
            <a:srgbClr val="E0E0E0"/>
          </a:solidFill>
        </p:spPr>
        <p:txBody>
          <a:bodyPr anchor="ctr"/>
          <a:lstStyle>
            <a:lvl1pPr marL="0" marR="0" indent="0" algn="ctr" defTabSz="2438400" rtl="0" eaLnBrk="1" fontAlgn="auto" latinLnBrk="0" hangingPunct="1">
              <a:lnSpc>
                <a:spcPct val="110000"/>
              </a:lnSpc>
              <a:spcBef>
                <a:spcPts val="0"/>
              </a:spcBef>
              <a:spcAft>
                <a:spcPts val="0"/>
              </a:spcAft>
              <a:buClrTx/>
              <a:buSzTx/>
              <a:buFontTx/>
              <a:buNone/>
              <a:tabLst/>
              <a:defRPr b="0" i="0">
                <a:solidFill>
                  <a:schemeClr val="accent5"/>
                </a:solidFill>
                <a:latin typeface="IBM Plex Sans Light" panose="020B0403050203000203" pitchFamily="34" charset="0"/>
              </a:defRPr>
            </a:lvl1pPr>
          </a:lstStyle>
          <a:p>
            <a:pPr marL="0" marR="0" lvl="0" indent="0" algn="ctr" defTabSz="2438400" rtl="0" eaLnBrk="1" fontAlgn="auto" latinLnBrk="0" hangingPunct="1">
              <a:lnSpc>
                <a:spcPct val="110000"/>
              </a:lnSpc>
              <a:spcBef>
                <a:spcPts val="0"/>
              </a:spcBef>
              <a:spcAft>
                <a:spcPts val="0"/>
              </a:spcAft>
              <a:buClrTx/>
              <a:buSzTx/>
              <a:buFontTx/>
              <a:buNone/>
              <a:tabLst/>
              <a:defRPr/>
            </a:pPr>
            <a:r>
              <a:rPr lang="en-US" dirty="0"/>
              <a:t>Place imagery here</a:t>
            </a:r>
          </a:p>
        </p:txBody>
      </p:sp>
      <p:sp>
        <p:nvSpPr>
          <p:cNvPr id="5" name="Slide Number">
            <a:extLst>
              <a:ext uri="{FF2B5EF4-FFF2-40B4-BE49-F238E27FC236}">
                <a16:creationId xmlns:a16="http://schemas.microsoft.com/office/drawing/2014/main" id="{74870601-E9CA-9D0E-804F-2A7353CE534A}"/>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9" name="Picture Placeholder 7">
            <a:extLst>
              <a:ext uri="{FF2B5EF4-FFF2-40B4-BE49-F238E27FC236}">
                <a16:creationId xmlns:a16="http://schemas.microsoft.com/office/drawing/2014/main" id="{2BD9F85F-FC85-6E91-ADD3-38F0F5BEE2E9}"/>
              </a:ext>
            </a:extLst>
          </p:cNvPr>
          <p:cNvSpPr>
            <a:spLocks noGrp="1"/>
          </p:cNvSpPr>
          <p:nvPr>
            <p:ph type="pic" sz="quarter" idx="31" hasCustomPrompt="1"/>
          </p:nvPr>
        </p:nvSpPr>
        <p:spPr>
          <a:xfrm>
            <a:off x="12764898" y="6117123"/>
            <a:ext cx="2328218" cy="2476500"/>
          </a:xfrm>
          <a:prstGeom prst="rect">
            <a:avLst/>
          </a:prstGeom>
          <a:solidFill>
            <a:srgbClr val="E0E0E0"/>
          </a:solidFill>
        </p:spPr>
        <p:txBody>
          <a:bodyPr anchor="ctr"/>
          <a:lstStyle>
            <a:lvl1pPr marL="0" marR="0" indent="0" algn="ctr" defTabSz="2438400" rtl="0" eaLnBrk="1" fontAlgn="auto" latinLnBrk="0" hangingPunct="1">
              <a:lnSpc>
                <a:spcPct val="110000"/>
              </a:lnSpc>
              <a:spcBef>
                <a:spcPts val="0"/>
              </a:spcBef>
              <a:spcAft>
                <a:spcPts val="0"/>
              </a:spcAft>
              <a:buClrTx/>
              <a:buSzTx/>
              <a:buFontTx/>
              <a:buNone/>
              <a:tabLst/>
              <a:defRPr b="0" i="0">
                <a:solidFill>
                  <a:schemeClr val="accent5"/>
                </a:solidFill>
                <a:latin typeface="IBM Plex Sans Light" panose="020B0403050203000203" pitchFamily="34" charset="0"/>
              </a:defRPr>
            </a:lvl1pPr>
          </a:lstStyle>
          <a:p>
            <a:pPr marL="0" marR="0" lvl="0" indent="0" algn="ctr" defTabSz="2438400" rtl="0" eaLnBrk="1" fontAlgn="auto" latinLnBrk="0" hangingPunct="1">
              <a:lnSpc>
                <a:spcPct val="110000"/>
              </a:lnSpc>
              <a:spcBef>
                <a:spcPts val="0"/>
              </a:spcBef>
              <a:spcAft>
                <a:spcPts val="0"/>
              </a:spcAft>
              <a:buClrTx/>
              <a:buSzTx/>
              <a:buFontTx/>
              <a:buNone/>
              <a:tabLst/>
              <a:defRPr/>
            </a:pPr>
            <a:r>
              <a:rPr lang="en-US" dirty="0"/>
              <a:t>Place imagery here</a:t>
            </a:r>
          </a:p>
        </p:txBody>
      </p:sp>
      <p:sp>
        <p:nvSpPr>
          <p:cNvPr id="13" name="Picture Placeholder 7">
            <a:extLst>
              <a:ext uri="{FF2B5EF4-FFF2-40B4-BE49-F238E27FC236}">
                <a16:creationId xmlns:a16="http://schemas.microsoft.com/office/drawing/2014/main" id="{8FF7CC5C-A250-D817-B1E6-EBD584F08B1B}"/>
              </a:ext>
            </a:extLst>
          </p:cNvPr>
          <p:cNvSpPr>
            <a:spLocks noGrp="1"/>
          </p:cNvSpPr>
          <p:nvPr>
            <p:ph type="pic" sz="quarter" idx="32" hasCustomPrompt="1"/>
          </p:nvPr>
        </p:nvSpPr>
        <p:spPr>
          <a:xfrm>
            <a:off x="12764898" y="9525000"/>
            <a:ext cx="2328218" cy="2476500"/>
          </a:xfrm>
          <a:prstGeom prst="rect">
            <a:avLst/>
          </a:prstGeom>
          <a:solidFill>
            <a:srgbClr val="E0E0E0"/>
          </a:solidFill>
        </p:spPr>
        <p:txBody>
          <a:bodyPr anchor="ctr"/>
          <a:lstStyle>
            <a:lvl1pPr marL="0" marR="0" indent="0" algn="ctr" defTabSz="2438400" rtl="0" eaLnBrk="1" fontAlgn="auto" latinLnBrk="0" hangingPunct="1">
              <a:lnSpc>
                <a:spcPct val="110000"/>
              </a:lnSpc>
              <a:spcBef>
                <a:spcPts val="0"/>
              </a:spcBef>
              <a:spcAft>
                <a:spcPts val="0"/>
              </a:spcAft>
              <a:buClrTx/>
              <a:buSzTx/>
              <a:buFontTx/>
              <a:buNone/>
              <a:tabLst/>
              <a:defRPr b="0" i="0">
                <a:solidFill>
                  <a:schemeClr val="accent5"/>
                </a:solidFill>
                <a:latin typeface="IBM Plex Sans Light" panose="020B0403050203000203" pitchFamily="34" charset="0"/>
              </a:defRPr>
            </a:lvl1pPr>
          </a:lstStyle>
          <a:p>
            <a:pPr marL="0" marR="0" lvl="0" indent="0" algn="ctr" defTabSz="2438400" rtl="0" eaLnBrk="1" fontAlgn="auto" latinLnBrk="0" hangingPunct="1">
              <a:lnSpc>
                <a:spcPct val="110000"/>
              </a:lnSpc>
              <a:spcBef>
                <a:spcPts val="0"/>
              </a:spcBef>
              <a:spcAft>
                <a:spcPts val="0"/>
              </a:spcAft>
              <a:buClrTx/>
              <a:buSzTx/>
              <a:buFontTx/>
              <a:buNone/>
              <a:tabLst/>
              <a:defRPr/>
            </a:pPr>
            <a:r>
              <a:rPr lang="en-US" dirty="0"/>
              <a:t>Place imagery here</a:t>
            </a:r>
          </a:p>
        </p:txBody>
      </p:sp>
      <p:sp>
        <p:nvSpPr>
          <p:cNvPr id="14" name="Picture Placeholder 7">
            <a:extLst>
              <a:ext uri="{FF2B5EF4-FFF2-40B4-BE49-F238E27FC236}">
                <a16:creationId xmlns:a16="http://schemas.microsoft.com/office/drawing/2014/main" id="{9416EBE0-0E9C-366F-583C-0BE751DA2B30}"/>
              </a:ext>
            </a:extLst>
          </p:cNvPr>
          <p:cNvSpPr>
            <a:spLocks noGrp="1"/>
          </p:cNvSpPr>
          <p:nvPr>
            <p:ph type="pic" sz="quarter" idx="33" hasCustomPrompt="1"/>
          </p:nvPr>
        </p:nvSpPr>
        <p:spPr>
          <a:xfrm>
            <a:off x="12764898" y="2646074"/>
            <a:ext cx="2328218" cy="2476500"/>
          </a:xfrm>
          <a:prstGeom prst="rect">
            <a:avLst/>
          </a:prstGeom>
          <a:solidFill>
            <a:srgbClr val="E0E0E0"/>
          </a:solidFill>
        </p:spPr>
        <p:txBody>
          <a:bodyPr anchor="ctr"/>
          <a:lstStyle>
            <a:lvl1pPr algn="ctr">
              <a:defRPr b="0" i="0">
                <a:solidFill>
                  <a:schemeClr val="accent5"/>
                </a:solidFill>
                <a:latin typeface="IBM Plex Sans Light" panose="020B0403050203000203" pitchFamily="34" charset="0"/>
              </a:defRPr>
            </a:lvl1pPr>
          </a:lstStyle>
          <a:p>
            <a:r>
              <a:rPr lang="en-US" dirty="0"/>
              <a:t>Place imagery here</a:t>
            </a:r>
          </a:p>
        </p:txBody>
      </p:sp>
      <p:sp>
        <p:nvSpPr>
          <p:cNvPr id="2" name="Title 1">
            <a:extLst>
              <a:ext uri="{FF2B5EF4-FFF2-40B4-BE49-F238E27FC236}">
                <a16:creationId xmlns:a16="http://schemas.microsoft.com/office/drawing/2014/main" id="{275D0BFE-82FD-94B0-E6D9-A9096777C842}"/>
              </a:ext>
            </a:extLst>
          </p:cNvPr>
          <p:cNvSpPr>
            <a:spLocks noGrp="1"/>
          </p:cNvSpPr>
          <p:nvPr>
            <p:ph type="title"/>
          </p:nvPr>
        </p:nvSpPr>
        <p:spPr>
          <a:xfrm>
            <a:off x="576072" y="385200"/>
            <a:ext cx="4949825" cy="1525588"/>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18" name="Text Placeholder 6">
            <a:extLst>
              <a:ext uri="{FF2B5EF4-FFF2-40B4-BE49-F238E27FC236}">
                <a16:creationId xmlns:a16="http://schemas.microsoft.com/office/drawing/2014/main" id="{64C60C05-9B2E-E5AA-E325-3B56BC1B4589}"/>
              </a:ext>
            </a:extLst>
          </p:cNvPr>
          <p:cNvSpPr>
            <a:spLocks noGrp="1"/>
          </p:cNvSpPr>
          <p:nvPr>
            <p:ph type="body" sz="quarter" idx="37"/>
          </p:nvPr>
        </p:nvSpPr>
        <p:spPr>
          <a:xfrm>
            <a:off x="3349623" y="2618874"/>
            <a:ext cx="5756496" cy="2524626"/>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0" name="Text Placeholder 6">
            <a:extLst>
              <a:ext uri="{FF2B5EF4-FFF2-40B4-BE49-F238E27FC236}">
                <a16:creationId xmlns:a16="http://schemas.microsoft.com/office/drawing/2014/main" id="{E5379598-B132-493E-3A4A-13641BF453F4}"/>
              </a:ext>
            </a:extLst>
          </p:cNvPr>
          <p:cNvSpPr>
            <a:spLocks noGrp="1"/>
          </p:cNvSpPr>
          <p:nvPr>
            <p:ph type="body" sz="quarter" idx="38"/>
          </p:nvPr>
        </p:nvSpPr>
        <p:spPr>
          <a:xfrm>
            <a:off x="3349623" y="6117123"/>
            <a:ext cx="5756496" cy="2460305"/>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24" name="Text Placeholder 6">
            <a:extLst>
              <a:ext uri="{FF2B5EF4-FFF2-40B4-BE49-F238E27FC236}">
                <a16:creationId xmlns:a16="http://schemas.microsoft.com/office/drawing/2014/main" id="{D387A7EC-6D77-1F31-248D-AF22142944DA}"/>
              </a:ext>
            </a:extLst>
          </p:cNvPr>
          <p:cNvSpPr>
            <a:spLocks noGrp="1"/>
          </p:cNvSpPr>
          <p:nvPr>
            <p:ph type="body" sz="quarter" idx="39"/>
          </p:nvPr>
        </p:nvSpPr>
        <p:spPr>
          <a:xfrm>
            <a:off x="3349623" y="9525000"/>
            <a:ext cx="5843620" cy="2460305"/>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2" name="Picture Placeholder 7">
            <a:extLst>
              <a:ext uri="{FF2B5EF4-FFF2-40B4-BE49-F238E27FC236}">
                <a16:creationId xmlns:a16="http://schemas.microsoft.com/office/drawing/2014/main" id="{79C6738A-ED82-E7BB-C9BF-8057E77ED4B9}"/>
              </a:ext>
            </a:extLst>
          </p:cNvPr>
          <p:cNvSpPr>
            <a:spLocks noGrp="1"/>
          </p:cNvSpPr>
          <p:nvPr>
            <p:ph type="pic" sz="quarter" idx="40" hasCustomPrompt="1"/>
          </p:nvPr>
        </p:nvSpPr>
        <p:spPr>
          <a:xfrm>
            <a:off x="12756886" y="6144323"/>
            <a:ext cx="2473325" cy="2476500"/>
          </a:xfrm>
          <a:prstGeom prst="rect">
            <a:avLst/>
          </a:prstGeom>
          <a:solidFill>
            <a:srgbClr val="E0E0E0"/>
          </a:solidFill>
        </p:spPr>
        <p:txBody>
          <a:bodyPr anchor="ctr"/>
          <a:lstStyle>
            <a:lvl1pPr marL="0" marR="0" indent="0" algn="ctr" defTabSz="2438400" rtl="0" eaLnBrk="1" fontAlgn="auto" latinLnBrk="0" hangingPunct="1">
              <a:lnSpc>
                <a:spcPct val="110000"/>
              </a:lnSpc>
              <a:spcBef>
                <a:spcPts val="0"/>
              </a:spcBef>
              <a:spcAft>
                <a:spcPts val="0"/>
              </a:spcAft>
              <a:buClrTx/>
              <a:buSzTx/>
              <a:buFontTx/>
              <a:buNone/>
              <a:tabLst/>
              <a:defRPr b="0" i="0">
                <a:solidFill>
                  <a:schemeClr val="accent5"/>
                </a:solidFill>
                <a:latin typeface="IBM Plex Sans Light" panose="020B0403050203000203" pitchFamily="34" charset="0"/>
              </a:defRPr>
            </a:lvl1pPr>
          </a:lstStyle>
          <a:p>
            <a:pPr marL="0" marR="0" lvl="0" indent="0" algn="ctr" defTabSz="2438400" rtl="0" eaLnBrk="1" fontAlgn="auto" latinLnBrk="0" hangingPunct="1">
              <a:lnSpc>
                <a:spcPct val="110000"/>
              </a:lnSpc>
              <a:spcBef>
                <a:spcPts val="0"/>
              </a:spcBef>
              <a:spcAft>
                <a:spcPts val="0"/>
              </a:spcAft>
              <a:buClrTx/>
              <a:buSzTx/>
              <a:buFontTx/>
              <a:buNone/>
              <a:tabLst/>
              <a:defRPr/>
            </a:pPr>
            <a:r>
              <a:rPr lang="en-US" dirty="0"/>
              <a:t>Place imagery here</a:t>
            </a:r>
          </a:p>
        </p:txBody>
      </p:sp>
      <p:sp>
        <p:nvSpPr>
          <p:cNvPr id="33" name="Picture Placeholder 7">
            <a:extLst>
              <a:ext uri="{FF2B5EF4-FFF2-40B4-BE49-F238E27FC236}">
                <a16:creationId xmlns:a16="http://schemas.microsoft.com/office/drawing/2014/main" id="{24967257-4251-A48B-9DE6-F07EC4EC0362}"/>
              </a:ext>
            </a:extLst>
          </p:cNvPr>
          <p:cNvSpPr>
            <a:spLocks noGrp="1"/>
          </p:cNvSpPr>
          <p:nvPr>
            <p:ph type="pic" sz="quarter" idx="41" hasCustomPrompt="1"/>
          </p:nvPr>
        </p:nvSpPr>
        <p:spPr>
          <a:xfrm>
            <a:off x="12756886" y="9552200"/>
            <a:ext cx="2473325" cy="2476500"/>
          </a:xfrm>
          <a:prstGeom prst="rect">
            <a:avLst/>
          </a:prstGeom>
          <a:solidFill>
            <a:srgbClr val="E0E0E0"/>
          </a:solidFill>
        </p:spPr>
        <p:txBody>
          <a:bodyPr anchor="ctr"/>
          <a:lstStyle>
            <a:lvl1pPr marL="0" marR="0" indent="0" algn="ctr" defTabSz="2438400" rtl="0" eaLnBrk="1" fontAlgn="auto" latinLnBrk="0" hangingPunct="1">
              <a:lnSpc>
                <a:spcPct val="110000"/>
              </a:lnSpc>
              <a:spcBef>
                <a:spcPts val="0"/>
              </a:spcBef>
              <a:spcAft>
                <a:spcPts val="0"/>
              </a:spcAft>
              <a:buClrTx/>
              <a:buSzTx/>
              <a:buFontTx/>
              <a:buNone/>
              <a:tabLst/>
              <a:defRPr b="0" i="0">
                <a:solidFill>
                  <a:schemeClr val="accent5"/>
                </a:solidFill>
                <a:latin typeface="IBM Plex Sans Light" panose="020B0403050203000203" pitchFamily="34" charset="0"/>
              </a:defRPr>
            </a:lvl1pPr>
          </a:lstStyle>
          <a:p>
            <a:pPr marL="0" marR="0" lvl="0" indent="0" algn="ctr" defTabSz="2438400" rtl="0" eaLnBrk="1" fontAlgn="auto" latinLnBrk="0" hangingPunct="1">
              <a:lnSpc>
                <a:spcPct val="110000"/>
              </a:lnSpc>
              <a:spcBef>
                <a:spcPts val="0"/>
              </a:spcBef>
              <a:spcAft>
                <a:spcPts val="0"/>
              </a:spcAft>
              <a:buClrTx/>
              <a:buSzTx/>
              <a:buFontTx/>
              <a:buNone/>
              <a:tabLst/>
              <a:defRPr/>
            </a:pPr>
            <a:r>
              <a:rPr lang="en-US" dirty="0"/>
              <a:t>Place imagery here</a:t>
            </a:r>
          </a:p>
        </p:txBody>
      </p:sp>
      <p:sp>
        <p:nvSpPr>
          <p:cNvPr id="34" name="Picture Placeholder 7">
            <a:extLst>
              <a:ext uri="{FF2B5EF4-FFF2-40B4-BE49-F238E27FC236}">
                <a16:creationId xmlns:a16="http://schemas.microsoft.com/office/drawing/2014/main" id="{4A6B1635-0D2E-93F5-D353-C9B1B58E7780}"/>
              </a:ext>
            </a:extLst>
          </p:cNvPr>
          <p:cNvSpPr>
            <a:spLocks noGrp="1"/>
          </p:cNvSpPr>
          <p:nvPr>
            <p:ph type="pic" sz="quarter" idx="42" hasCustomPrompt="1"/>
          </p:nvPr>
        </p:nvSpPr>
        <p:spPr>
          <a:xfrm>
            <a:off x="12756886" y="2646074"/>
            <a:ext cx="2473325" cy="2476500"/>
          </a:xfrm>
          <a:prstGeom prst="rect">
            <a:avLst/>
          </a:prstGeom>
          <a:solidFill>
            <a:srgbClr val="E0E0E0"/>
          </a:solidFill>
        </p:spPr>
        <p:txBody>
          <a:bodyPr anchor="ctr"/>
          <a:lstStyle>
            <a:lvl1pPr algn="ctr">
              <a:defRPr b="0" i="0">
                <a:solidFill>
                  <a:schemeClr val="accent5"/>
                </a:solidFill>
                <a:latin typeface="IBM Plex Sans Light" panose="020B0403050203000203" pitchFamily="34" charset="0"/>
              </a:defRPr>
            </a:lvl1pPr>
          </a:lstStyle>
          <a:p>
            <a:r>
              <a:rPr lang="en-US" dirty="0"/>
              <a:t>Place imagery here</a:t>
            </a:r>
          </a:p>
        </p:txBody>
      </p:sp>
      <p:sp>
        <p:nvSpPr>
          <p:cNvPr id="44" name="Picture Placeholder 7">
            <a:extLst>
              <a:ext uri="{FF2B5EF4-FFF2-40B4-BE49-F238E27FC236}">
                <a16:creationId xmlns:a16="http://schemas.microsoft.com/office/drawing/2014/main" id="{0541A3D3-1296-6D28-80F6-210E0C86167C}"/>
              </a:ext>
            </a:extLst>
          </p:cNvPr>
          <p:cNvSpPr>
            <a:spLocks noGrp="1"/>
          </p:cNvSpPr>
          <p:nvPr>
            <p:ph type="pic" sz="quarter" idx="46" hasCustomPrompt="1"/>
          </p:nvPr>
        </p:nvSpPr>
        <p:spPr>
          <a:xfrm>
            <a:off x="12756886" y="6165249"/>
            <a:ext cx="2291075" cy="2476500"/>
          </a:xfrm>
          <a:prstGeom prst="rect">
            <a:avLst/>
          </a:prstGeom>
          <a:solidFill>
            <a:srgbClr val="E0E0E0"/>
          </a:solidFill>
        </p:spPr>
        <p:txBody>
          <a:bodyPr anchor="ctr"/>
          <a:lstStyle>
            <a:lvl1pPr marL="0" marR="0" indent="0" algn="ctr" defTabSz="2438400" rtl="0" eaLnBrk="1" fontAlgn="auto" latinLnBrk="0" hangingPunct="1">
              <a:lnSpc>
                <a:spcPct val="110000"/>
              </a:lnSpc>
              <a:spcBef>
                <a:spcPts val="0"/>
              </a:spcBef>
              <a:spcAft>
                <a:spcPts val="0"/>
              </a:spcAft>
              <a:buClrTx/>
              <a:buSzTx/>
              <a:buFontTx/>
              <a:buNone/>
              <a:tabLst/>
              <a:defRPr b="0" i="0">
                <a:solidFill>
                  <a:schemeClr val="accent5"/>
                </a:solidFill>
                <a:latin typeface="IBM Plex Sans Light" panose="020B0403050203000203" pitchFamily="34" charset="0"/>
              </a:defRPr>
            </a:lvl1pPr>
          </a:lstStyle>
          <a:p>
            <a:pPr marL="0" marR="0" lvl="0" indent="0" algn="ctr" defTabSz="2438400" rtl="0" eaLnBrk="1" fontAlgn="auto" latinLnBrk="0" hangingPunct="1">
              <a:lnSpc>
                <a:spcPct val="110000"/>
              </a:lnSpc>
              <a:spcBef>
                <a:spcPts val="0"/>
              </a:spcBef>
              <a:spcAft>
                <a:spcPts val="0"/>
              </a:spcAft>
              <a:buClrTx/>
              <a:buSzTx/>
              <a:buFontTx/>
              <a:buNone/>
              <a:tabLst/>
              <a:defRPr/>
            </a:pPr>
            <a:r>
              <a:rPr lang="en-US" dirty="0"/>
              <a:t>Place imagery here</a:t>
            </a:r>
          </a:p>
        </p:txBody>
      </p:sp>
      <p:sp>
        <p:nvSpPr>
          <p:cNvPr id="45" name="Picture Placeholder 7">
            <a:extLst>
              <a:ext uri="{FF2B5EF4-FFF2-40B4-BE49-F238E27FC236}">
                <a16:creationId xmlns:a16="http://schemas.microsoft.com/office/drawing/2014/main" id="{EE31C9DF-6A33-F9E3-7394-0B59091621E3}"/>
              </a:ext>
            </a:extLst>
          </p:cNvPr>
          <p:cNvSpPr>
            <a:spLocks noGrp="1"/>
          </p:cNvSpPr>
          <p:nvPr>
            <p:ph type="pic" sz="quarter" idx="47" hasCustomPrompt="1"/>
          </p:nvPr>
        </p:nvSpPr>
        <p:spPr>
          <a:xfrm>
            <a:off x="12756886" y="9573126"/>
            <a:ext cx="2291075" cy="2476500"/>
          </a:xfrm>
          <a:prstGeom prst="rect">
            <a:avLst/>
          </a:prstGeom>
          <a:solidFill>
            <a:srgbClr val="E0E0E0"/>
          </a:solidFill>
        </p:spPr>
        <p:txBody>
          <a:bodyPr anchor="ctr"/>
          <a:lstStyle>
            <a:lvl1pPr marL="0" marR="0" indent="0" algn="ctr" defTabSz="2438400" rtl="0" eaLnBrk="1" fontAlgn="auto" latinLnBrk="0" hangingPunct="1">
              <a:lnSpc>
                <a:spcPct val="110000"/>
              </a:lnSpc>
              <a:spcBef>
                <a:spcPts val="0"/>
              </a:spcBef>
              <a:spcAft>
                <a:spcPts val="0"/>
              </a:spcAft>
              <a:buClrTx/>
              <a:buSzTx/>
              <a:buFontTx/>
              <a:buNone/>
              <a:tabLst/>
              <a:defRPr b="0" i="0">
                <a:solidFill>
                  <a:schemeClr val="accent5"/>
                </a:solidFill>
                <a:latin typeface="IBM Plex Sans Light" panose="020B0403050203000203" pitchFamily="34" charset="0"/>
              </a:defRPr>
            </a:lvl1pPr>
          </a:lstStyle>
          <a:p>
            <a:pPr marL="0" marR="0" lvl="0" indent="0" algn="ctr" defTabSz="2438400" rtl="0" eaLnBrk="1" fontAlgn="auto" latinLnBrk="0" hangingPunct="1">
              <a:lnSpc>
                <a:spcPct val="110000"/>
              </a:lnSpc>
              <a:spcBef>
                <a:spcPts val="0"/>
              </a:spcBef>
              <a:spcAft>
                <a:spcPts val="0"/>
              </a:spcAft>
              <a:buClrTx/>
              <a:buSzTx/>
              <a:buFontTx/>
              <a:buNone/>
              <a:tabLst/>
              <a:defRPr/>
            </a:pPr>
            <a:r>
              <a:rPr lang="en-US" dirty="0"/>
              <a:t>Place imagery here</a:t>
            </a:r>
          </a:p>
        </p:txBody>
      </p:sp>
      <p:sp>
        <p:nvSpPr>
          <p:cNvPr id="46" name="Picture Placeholder 7">
            <a:extLst>
              <a:ext uri="{FF2B5EF4-FFF2-40B4-BE49-F238E27FC236}">
                <a16:creationId xmlns:a16="http://schemas.microsoft.com/office/drawing/2014/main" id="{2CAAA857-D33B-2769-F70D-96215C29A417}"/>
              </a:ext>
            </a:extLst>
          </p:cNvPr>
          <p:cNvSpPr>
            <a:spLocks noGrp="1"/>
          </p:cNvSpPr>
          <p:nvPr>
            <p:ph type="pic" sz="quarter" idx="48" hasCustomPrompt="1"/>
          </p:nvPr>
        </p:nvSpPr>
        <p:spPr>
          <a:xfrm>
            <a:off x="12756886" y="2667000"/>
            <a:ext cx="2291075" cy="2476500"/>
          </a:xfrm>
          <a:prstGeom prst="rect">
            <a:avLst/>
          </a:prstGeom>
          <a:solidFill>
            <a:srgbClr val="E0E0E0"/>
          </a:solidFill>
        </p:spPr>
        <p:txBody>
          <a:bodyPr anchor="ctr"/>
          <a:lstStyle>
            <a:lvl1pPr algn="ctr">
              <a:defRPr b="0" i="0">
                <a:solidFill>
                  <a:schemeClr val="accent5"/>
                </a:solidFill>
                <a:latin typeface="IBM Plex Sans Light" panose="020B0403050203000203" pitchFamily="34" charset="0"/>
              </a:defRPr>
            </a:lvl1pPr>
          </a:lstStyle>
          <a:p>
            <a:r>
              <a:rPr lang="en-US" dirty="0"/>
              <a:t>Place imagery here</a:t>
            </a:r>
          </a:p>
        </p:txBody>
      </p:sp>
      <p:sp>
        <p:nvSpPr>
          <p:cNvPr id="47" name="Text Placeholder 6">
            <a:extLst>
              <a:ext uri="{FF2B5EF4-FFF2-40B4-BE49-F238E27FC236}">
                <a16:creationId xmlns:a16="http://schemas.microsoft.com/office/drawing/2014/main" id="{3412D36A-B5BE-A294-20DF-30B55A06C5A9}"/>
              </a:ext>
            </a:extLst>
          </p:cNvPr>
          <p:cNvSpPr>
            <a:spLocks noGrp="1"/>
          </p:cNvSpPr>
          <p:nvPr>
            <p:ph type="body" sz="quarter" idx="49"/>
          </p:nvPr>
        </p:nvSpPr>
        <p:spPr>
          <a:xfrm>
            <a:off x="15530437" y="2667000"/>
            <a:ext cx="5843620" cy="2524626"/>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48" name="Text Placeholder 6">
            <a:extLst>
              <a:ext uri="{FF2B5EF4-FFF2-40B4-BE49-F238E27FC236}">
                <a16:creationId xmlns:a16="http://schemas.microsoft.com/office/drawing/2014/main" id="{ED900610-36FC-D7DA-7651-CC7E3D3200DB}"/>
              </a:ext>
            </a:extLst>
          </p:cNvPr>
          <p:cNvSpPr>
            <a:spLocks noGrp="1"/>
          </p:cNvSpPr>
          <p:nvPr>
            <p:ph type="body" sz="quarter" idx="50"/>
          </p:nvPr>
        </p:nvSpPr>
        <p:spPr>
          <a:xfrm>
            <a:off x="15530437" y="6165249"/>
            <a:ext cx="5843620" cy="2460305"/>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49" name="Text Placeholder 6">
            <a:extLst>
              <a:ext uri="{FF2B5EF4-FFF2-40B4-BE49-F238E27FC236}">
                <a16:creationId xmlns:a16="http://schemas.microsoft.com/office/drawing/2014/main" id="{BFEAE0F0-F94C-F405-C850-B3545368F695}"/>
              </a:ext>
            </a:extLst>
          </p:cNvPr>
          <p:cNvSpPr>
            <a:spLocks noGrp="1"/>
          </p:cNvSpPr>
          <p:nvPr>
            <p:ph type="body" sz="quarter" idx="51"/>
          </p:nvPr>
        </p:nvSpPr>
        <p:spPr>
          <a:xfrm>
            <a:off x="15530437" y="9573126"/>
            <a:ext cx="5843620" cy="2460305"/>
          </a:xfrm>
          <a:prstGeom prst="rect">
            <a:avLst/>
          </a:prstGeom>
        </p:spPr>
        <p:txBody>
          <a:bodyPr/>
          <a:lstStyle>
            <a:lvl1pPr defTabSz="1161288">
              <a:lnSpc>
                <a:spcPct val="100000"/>
              </a:lnSpc>
              <a:spcBef>
                <a:spcPts val="0"/>
              </a:spcBef>
              <a:defRPr sz="3600" b="0" i="0">
                <a:solidFill>
                  <a:schemeClr val="tx1"/>
                </a:solidFill>
                <a:latin typeface="IBM Plex Sans Light" panose="020B0403050203000203" pitchFamily="34" charset="0"/>
              </a:defRPr>
            </a:lvl1pPr>
            <a:lvl2pPr marL="3276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2pPr>
            <a:lvl3pPr marL="6588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3pPr>
            <a:lvl4pPr marL="986400" indent="-327600" defTabSz="1161288">
              <a:lnSpc>
                <a:spcPct val="100000"/>
              </a:lnSpc>
              <a:spcBef>
                <a:spcPts val="0"/>
              </a:spcBef>
              <a:buFont typeface="Arial" panose="020B0604020202020204" pitchFamily="34" charset="0"/>
              <a:buChar char="•"/>
              <a:defRPr sz="3600" b="0" i="0">
                <a:solidFill>
                  <a:schemeClr val="tx1"/>
                </a:solidFill>
                <a:latin typeface="IBM Plex Sans Light" panose="020B0403050203000203" pitchFamily="34" charset="0"/>
              </a:defRPr>
            </a:lvl4pPr>
            <a:lvl5pPr defTabSz="1161288">
              <a:spcBef>
                <a:spcPts val="0"/>
              </a:spcBef>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2936719277"/>
      </p:ext>
    </p:extLst>
  </p:cSld>
  <p:clrMapOvr>
    <a:masterClrMapping/>
  </p:clrMapOvr>
  <p:transition spd="med"/>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D0BFE-82FD-94B0-E6D9-A9096777C842}"/>
              </a:ext>
            </a:extLst>
          </p:cNvPr>
          <p:cNvSpPr>
            <a:spLocks noGrp="1"/>
          </p:cNvSpPr>
          <p:nvPr>
            <p:ph type="title"/>
          </p:nvPr>
        </p:nvSpPr>
        <p:spPr>
          <a:xfrm>
            <a:off x="576072" y="385200"/>
            <a:ext cx="4949825" cy="4573587"/>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5" name="Table Placeholder 4">
            <a:extLst>
              <a:ext uri="{FF2B5EF4-FFF2-40B4-BE49-F238E27FC236}">
                <a16:creationId xmlns:a16="http://schemas.microsoft.com/office/drawing/2014/main" id="{B3D8D357-75A1-F4FD-F531-380CF7DE4340}"/>
              </a:ext>
            </a:extLst>
          </p:cNvPr>
          <p:cNvSpPr>
            <a:spLocks noGrp="1"/>
          </p:cNvSpPr>
          <p:nvPr>
            <p:ph type="tbl" sz="quarter" idx="11"/>
          </p:nvPr>
        </p:nvSpPr>
        <p:spPr>
          <a:xfrm>
            <a:off x="6667500" y="569913"/>
            <a:ext cx="17145000" cy="11431587"/>
          </a:xfrm>
          <a:prstGeom prst="rect">
            <a:avLst/>
          </a:prstGeom>
        </p:spPr>
        <p:txBody>
          <a:bodyPr anchor="ctr"/>
          <a:lstStyle>
            <a:lvl1pPr algn="ctr">
              <a:defRPr b="0" i="0">
                <a:solidFill>
                  <a:schemeClr val="tx1"/>
                </a:solidFill>
                <a:latin typeface="IBM Plex Sans Light" panose="020B0403050203000203" pitchFamily="34" charset="0"/>
              </a:defRPr>
            </a:lvl1pPr>
          </a:lstStyle>
          <a:p>
            <a:r>
              <a:rPr lang="en-US" dirty="0"/>
              <a:t>Click icon to add table</a:t>
            </a:r>
          </a:p>
        </p:txBody>
      </p:sp>
      <p:sp>
        <p:nvSpPr>
          <p:cNvPr id="4" name="Footer Placeholder 3">
            <a:extLst>
              <a:ext uri="{FF2B5EF4-FFF2-40B4-BE49-F238E27FC236}">
                <a16:creationId xmlns:a16="http://schemas.microsoft.com/office/drawing/2014/main" id="{B48A8EE3-1224-3A4B-8A9E-611D8DCF629F}"/>
              </a:ext>
            </a:extLst>
          </p:cNvPr>
          <p:cNvSpPr>
            <a:spLocks noGrp="1"/>
          </p:cNvSpPr>
          <p:nvPr>
            <p:ph type="ftr" sz="quarter" idx="12"/>
          </p:nvPr>
        </p:nvSpPr>
        <p:spPr/>
        <p:txBody>
          <a:bodyPr/>
          <a:lstStyle>
            <a:lvl1pPr>
              <a:defRPr b="0" i="0">
                <a:latin typeface="IBM Plex Sans Light" panose="020B0403050203000203" pitchFamily="34" charset="0"/>
              </a:defRPr>
            </a:lvl1pPr>
          </a:lstStyle>
          <a:p>
            <a:endParaRPr lang="en-US" dirty="0"/>
          </a:p>
        </p:txBody>
      </p:sp>
      <p:sp>
        <p:nvSpPr>
          <p:cNvPr id="6" name="Slide Number">
            <a:extLst>
              <a:ext uri="{FF2B5EF4-FFF2-40B4-BE49-F238E27FC236}">
                <a16:creationId xmlns:a16="http://schemas.microsoft.com/office/drawing/2014/main" id="{7989FA07-F7B7-BE4B-581F-7BE47BBA6051}"/>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8229029"/>
      </p:ext>
    </p:extLst>
  </p:cSld>
  <p:clrMapOvr>
    <a:masterClrMapping/>
  </p:clrMapOvr>
  <p:transition spd="med"/>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Legal disclaimer, one column">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0BB717A5-5D28-36C3-250F-93E0C68721CA}"/>
              </a:ext>
            </a:extLst>
          </p:cNvPr>
          <p:cNvSpPr>
            <a:spLocks noGrp="1"/>
          </p:cNvSpPr>
          <p:nvPr>
            <p:ph type="body" sz="quarter" idx="14"/>
          </p:nvPr>
        </p:nvSpPr>
        <p:spPr>
          <a:xfrm>
            <a:off x="576072" y="385200"/>
            <a:ext cx="4956175" cy="2859087"/>
          </a:xfrm>
          <a:prstGeom prst="rect">
            <a:avLst/>
          </a:prstGeom>
        </p:spPr>
        <p:txBody>
          <a:bodyPr/>
          <a:lstStyle>
            <a:lvl1pPr>
              <a:lnSpc>
                <a:spcPct val="100000"/>
              </a:lnSpc>
              <a:spcBef>
                <a:spcPts val="0"/>
              </a:spcBef>
              <a:defRPr sz="6400" b="0" i="0">
                <a:solidFill>
                  <a:schemeClr val="tx2"/>
                </a:solidFill>
                <a:latin typeface="IBM Plex Sans Light" panose="020B0403050203000203" pitchFamily="34" charset="0"/>
              </a:defRPr>
            </a:lvl1pPr>
            <a:lvl2pPr>
              <a:lnSpc>
                <a:spcPct val="100000"/>
              </a:lnSpc>
              <a:spcBef>
                <a:spcPts val="0"/>
              </a:spcBef>
              <a:defRPr sz="6400">
                <a:solidFill>
                  <a:schemeClr val="tx1"/>
                </a:solidFill>
              </a:defRPr>
            </a:lvl2pPr>
            <a:lvl3pPr>
              <a:lnSpc>
                <a:spcPct val="100000"/>
              </a:lnSpc>
              <a:spcBef>
                <a:spcPts val="0"/>
              </a:spcBef>
              <a:defRPr sz="6400">
                <a:solidFill>
                  <a:schemeClr val="tx1"/>
                </a:solidFill>
              </a:defRPr>
            </a:lvl3pPr>
            <a:lvl4pPr>
              <a:lnSpc>
                <a:spcPct val="100000"/>
              </a:lnSpc>
              <a:spcBef>
                <a:spcPts val="0"/>
              </a:spcBef>
              <a:defRPr sz="6400">
                <a:solidFill>
                  <a:schemeClr val="tx1"/>
                </a:solidFill>
              </a:defRPr>
            </a:lvl4pPr>
            <a:lvl5pPr>
              <a:lnSpc>
                <a:spcPct val="100000"/>
              </a:lnSpc>
              <a:spcBef>
                <a:spcPts val="0"/>
              </a:spcBef>
              <a:defRPr sz="6400">
                <a:solidFill>
                  <a:schemeClr val="tx1"/>
                </a:solidFill>
              </a:defRPr>
            </a:lvl5pPr>
          </a:lstStyle>
          <a:p>
            <a:pPr lvl="0"/>
            <a:r>
              <a:rPr lang="en-US" dirty="0"/>
              <a:t>Click to edit Master text styles</a:t>
            </a:r>
          </a:p>
        </p:txBody>
      </p:sp>
      <p:sp>
        <p:nvSpPr>
          <p:cNvPr id="7" name="Text Placeholder 6">
            <a:extLst>
              <a:ext uri="{FF2B5EF4-FFF2-40B4-BE49-F238E27FC236}">
                <a16:creationId xmlns:a16="http://schemas.microsoft.com/office/drawing/2014/main" id="{13FF5DC1-E283-8AC5-8620-936474303181}"/>
              </a:ext>
            </a:extLst>
          </p:cNvPr>
          <p:cNvSpPr>
            <a:spLocks noGrp="1"/>
          </p:cNvSpPr>
          <p:nvPr>
            <p:ph type="body" sz="quarter" idx="15" hasCustomPrompt="1"/>
          </p:nvPr>
        </p:nvSpPr>
        <p:spPr>
          <a:xfrm>
            <a:off x="18859500" y="569913"/>
            <a:ext cx="4953000" cy="11431587"/>
          </a:xfrm>
          <a:prstGeom prst="rect">
            <a:avLst/>
          </a:prstGeom>
        </p:spPr>
        <p:txBody>
          <a:bodyPr/>
          <a:lstStyle>
            <a:lvl1pPr>
              <a:lnSpc>
                <a:spcPct val="100000"/>
              </a:lnSpc>
              <a:spcBef>
                <a:spcPts val="0"/>
              </a:spcBef>
              <a:defRPr sz="1600" b="0" i="0">
                <a:solidFill>
                  <a:schemeClr val="tx1"/>
                </a:solidFill>
                <a:latin typeface="IBM Plex Sans Light" panose="020B0403050203000203" pitchFamily="34" charset="0"/>
              </a:defRPr>
            </a:lvl1pPr>
            <a:lvl2pPr marL="146304" indent="-146304">
              <a:lnSpc>
                <a:spcPct val="120000"/>
              </a:lnSpc>
              <a:spcBef>
                <a:spcPts val="0"/>
              </a:spcBef>
              <a:defRPr sz="1600" b="0" i="0">
                <a:solidFill>
                  <a:schemeClr val="tx1"/>
                </a:solidFill>
                <a:latin typeface="IBM Plex Sans" panose="020B0503050203000203" pitchFamily="34" charset="0"/>
              </a:defRPr>
            </a:lvl2pPr>
            <a:lvl3pPr marL="292608" indent="-146304">
              <a:lnSpc>
                <a:spcPct val="120000"/>
              </a:lnSpc>
              <a:spcBef>
                <a:spcPts val="0"/>
              </a:spcBef>
              <a:defRPr sz="1600" b="0" i="0">
                <a:solidFill>
                  <a:schemeClr val="tx1"/>
                </a:solidFill>
                <a:latin typeface="IBM Plex Sans" panose="020B0503050203000203" pitchFamily="34" charset="0"/>
              </a:defRPr>
            </a:lvl3pPr>
            <a:lvl4pPr marL="438912" indent="-146304">
              <a:lnSpc>
                <a:spcPct val="120000"/>
              </a:lnSpc>
              <a:spcBef>
                <a:spcPts val="0"/>
              </a:spcBef>
              <a:defRPr sz="1600" b="0" i="0">
                <a:solidFill>
                  <a:schemeClr val="tx1"/>
                </a:solidFill>
                <a:latin typeface="IBM Plex Sans" panose="020B0503050203000203" pitchFamily="34" charset="0"/>
              </a:defRPr>
            </a:lvl4pPr>
            <a:lvl5pPr>
              <a:lnSpc>
                <a:spcPct val="120000"/>
              </a:lnSpc>
              <a:spcBef>
                <a:spcPts val="0"/>
              </a:spcBef>
              <a:defRPr sz="1600" b="0" i="0">
                <a:solidFill>
                  <a:schemeClr val="tx1"/>
                </a:solidFill>
                <a:latin typeface="IBM Plex Sans" panose="020B0503050203000203" pitchFamily="34" charset="0"/>
              </a:defRPr>
            </a:lvl5pPr>
          </a:lstStyle>
          <a:p>
            <a:r>
              <a:rPr lang="en-US" dirty="0"/>
              <a:t>Copy and paste appropriate legal disclaimer text from one of the three options in the PDF guidance deck, found on pages 22-24. Always use the proper legal disclaimer for your presentation audience.</a:t>
            </a:r>
          </a:p>
        </p:txBody>
      </p:sp>
      <p:sp>
        <p:nvSpPr>
          <p:cNvPr id="2" name="Footer Placeholder 1">
            <a:extLst>
              <a:ext uri="{FF2B5EF4-FFF2-40B4-BE49-F238E27FC236}">
                <a16:creationId xmlns:a16="http://schemas.microsoft.com/office/drawing/2014/main" id="{04A6E1A4-1881-81E9-2BBE-BC4DBFE11A0E}"/>
              </a:ext>
            </a:extLst>
          </p:cNvPr>
          <p:cNvSpPr>
            <a:spLocks noGrp="1"/>
          </p:cNvSpPr>
          <p:nvPr>
            <p:ph type="ftr" sz="quarter" idx="16"/>
          </p:nvPr>
        </p:nvSpPr>
        <p:spPr/>
        <p:txBody>
          <a:bodyPr/>
          <a:lstStyle>
            <a:lvl1pPr>
              <a:defRPr b="0" i="0">
                <a:latin typeface="IBM Plex Sans Light" panose="020B0403050203000203" pitchFamily="34" charset="0"/>
              </a:defRPr>
            </a:lvl1pPr>
          </a:lstStyle>
          <a:p>
            <a:endParaRPr lang="en-US" dirty="0"/>
          </a:p>
        </p:txBody>
      </p:sp>
      <p:sp>
        <p:nvSpPr>
          <p:cNvPr id="6" name="Slide Number">
            <a:extLst>
              <a:ext uri="{FF2B5EF4-FFF2-40B4-BE49-F238E27FC236}">
                <a16:creationId xmlns:a16="http://schemas.microsoft.com/office/drawing/2014/main" id="{80270476-9FE1-F85E-6F9B-322B184D8FC9}"/>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86187956"/>
      </p:ext>
    </p:extLst>
  </p:cSld>
  <p:clrMapOvr>
    <a:masterClrMapping/>
  </p:clrMapOvr>
  <p:transition spd="med"/>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Blank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D0BFE-82FD-94B0-E6D9-A9096777C842}"/>
              </a:ext>
            </a:extLst>
          </p:cNvPr>
          <p:cNvSpPr>
            <a:spLocks noGrp="1"/>
          </p:cNvSpPr>
          <p:nvPr>
            <p:ph type="title"/>
          </p:nvPr>
        </p:nvSpPr>
        <p:spPr>
          <a:xfrm>
            <a:off x="576072" y="385200"/>
            <a:ext cx="4949825" cy="1527048"/>
          </a:xfrm>
        </p:spPr>
        <p:txBody>
          <a:bodyPr/>
          <a:lstStyle>
            <a:lvl1pPr>
              <a:lnSpc>
                <a:spcPct val="100000"/>
              </a:lnSpc>
              <a:defRPr sz="6400" b="0" i="0">
                <a:solidFill>
                  <a:schemeClr val="tx2"/>
                </a:solidFill>
                <a:latin typeface="IBM Plex Sans Light" panose="020B0403050203000203" pitchFamily="34" charset="0"/>
              </a:defRPr>
            </a:lvl1pPr>
          </a:lstStyle>
          <a:p>
            <a:r>
              <a:rPr lang="en-US" dirty="0"/>
              <a:t>Click to edit Master title style</a:t>
            </a:r>
          </a:p>
        </p:txBody>
      </p:sp>
      <p:sp>
        <p:nvSpPr>
          <p:cNvPr id="4" name="Footer Placeholder 3">
            <a:extLst>
              <a:ext uri="{FF2B5EF4-FFF2-40B4-BE49-F238E27FC236}">
                <a16:creationId xmlns:a16="http://schemas.microsoft.com/office/drawing/2014/main" id="{69559113-A66F-B148-0A73-FD8B5C2B023D}"/>
              </a:ext>
            </a:extLst>
          </p:cNvPr>
          <p:cNvSpPr>
            <a:spLocks noGrp="1"/>
          </p:cNvSpPr>
          <p:nvPr>
            <p:ph type="ftr" sz="quarter" idx="12"/>
          </p:nvPr>
        </p:nvSpPr>
        <p:spPr/>
        <p:txBody>
          <a:bodyPr/>
          <a:lstStyle>
            <a:lvl1pPr>
              <a:defRPr b="0" i="0">
                <a:latin typeface="IBM Plex Sans Light" panose="020B0403050203000203" pitchFamily="34" charset="0"/>
              </a:defRPr>
            </a:lvl1pPr>
          </a:lstStyle>
          <a:p>
            <a:endParaRPr lang="en-US" dirty="0"/>
          </a:p>
        </p:txBody>
      </p:sp>
      <p:sp>
        <p:nvSpPr>
          <p:cNvPr id="5" name="Slide Number">
            <a:extLst>
              <a:ext uri="{FF2B5EF4-FFF2-40B4-BE49-F238E27FC236}">
                <a16:creationId xmlns:a16="http://schemas.microsoft.com/office/drawing/2014/main" id="{BAFC9C6E-79FD-9BB8-F74D-EAA013319C68}"/>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9605039"/>
      </p:ext>
    </p:extLst>
  </p:cSld>
  <p:clrMapOvr>
    <a:masterClrMapping/>
  </p:clrMapOvr>
  <p:transition spd="med"/>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Legal disclaimer, two columns">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0BB717A5-5D28-36C3-250F-93E0C68721CA}"/>
              </a:ext>
            </a:extLst>
          </p:cNvPr>
          <p:cNvSpPr>
            <a:spLocks noGrp="1"/>
          </p:cNvSpPr>
          <p:nvPr>
            <p:ph type="body" sz="quarter" idx="14"/>
          </p:nvPr>
        </p:nvSpPr>
        <p:spPr>
          <a:xfrm>
            <a:off x="576072" y="385200"/>
            <a:ext cx="4956175" cy="2859087"/>
          </a:xfrm>
          <a:prstGeom prst="rect">
            <a:avLst/>
          </a:prstGeom>
        </p:spPr>
        <p:txBody>
          <a:bodyPr/>
          <a:lstStyle>
            <a:lvl1pPr>
              <a:lnSpc>
                <a:spcPct val="100000"/>
              </a:lnSpc>
              <a:spcBef>
                <a:spcPts val="0"/>
              </a:spcBef>
              <a:defRPr sz="6400" b="0" i="0">
                <a:solidFill>
                  <a:schemeClr val="tx2"/>
                </a:solidFill>
                <a:latin typeface="IBM Plex Sans Light" panose="020B0403050203000203" pitchFamily="34" charset="0"/>
              </a:defRPr>
            </a:lvl1pPr>
            <a:lvl2pPr>
              <a:lnSpc>
                <a:spcPct val="100000"/>
              </a:lnSpc>
              <a:spcBef>
                <a:spcPts val="0"/>
              </a:spcBef>
              <a:defRPr sz="6400">
                <a:solidFill>
                  <a:schemeClr val="tx1"/>
                </a:solidFill>
              </a:defRPr>
            </a:lvl2pPr>
            <a:lvl3pPr>
              <a:lnSpc>
                <a:spcPct val="100000"/>
              </a:lnSpc>
              <a:spcBef>
                <a:spcPts val="0"/>
              </a:spcBef>
              <a:defRPr sz="6400">
                <a:solidFill>
                  <a:schemeClr val="tx1"/>
                </a:solidFill>
              </a:defRPr>
            </a:lvl3pPr>
            <a:lvl4pPr>
              <a:lnSpc>
                <a:spcPct val="100000"/>
              </a:lnSpc>
              <a:spcBef>
                <a:spcPts val="0"/>
              </a:spcBef>
              <a:defRPr sz="6400">
                <a:solidFill>
                  <a:schemeClr val="tx1"/>
                </a:solidFill>
              </a:defRPr>
            </a:lvl4pPr>
            <a:lvl5pPr>
              <a:lnSpc>
                <a:spcPct val="100000"/>
              </a:lnSpc>
              <a:spcBef>
                <a:spcPts val="0"/>
              </a:spcBef>
              <a:defRPr sz="6400">
                <a:solidFill>
                  <a:schemeClr val="tx1"/>
                </a:solidFill>
              </a:defRPr>
            </a:lvl5pPr>
          </a:lstStyle>
          <a:p>
            <a:pPr lvl="0"/>
            <a:r>
              <a:rPr lang="en-US" dirty="0"/>
              <a:t>Click to edit Master text styles</a:t>
            </a:r>
          </a:p>
        </p:txBody>
      </p:sp>
      <p:sp>
        <p:nvSpPr>
          <p:cNvPr id="7" name="Text Placeholder 6">
            <a:extLst>
              <a:ext uri="{FF2B5EF4-FFF2-40B4-BE49-F238E27FC236}">
                <a16:creationId xmlns:a16="http://schemas.microsoft.com/office/drawing/2014/main" id="{13FF5DC1-E283-8AC5-8620-936474303181}"/>
              </a:ext>
            </a:extLst>
          </p:cNvPr>
          <p:cNvSpPr>
            <a:spLocks noGrp="1"/>
          </p:cNvSpPr>
          <p:nvPr>
            <p:ph type="body" sz="quarter" idx="15" hasCustomPrompt="1"/>
          </p:nvPr>
        </p:nvSpPr>
        <p:spPr>
          <a:xfrm>
            <a:off x="18859500" y="569913"/>
            <a:ext cx="4953000" cy="11431587"/>
          </a:xfrm>
          <a:prstGeom prst="rect">
            <a:avLst/>
          </a:prstGeom>
        </p:spPr>
        <p:txBody>
          <a:bodyPr/>
          <a:lstStyle>
            <a:lvl1pPr>
              <a:lnSpc>
                <a:spcPct val="100000"/>
              </a:lnSpc>
              <a:spcBef>
                <a:spcPts val="0"/>
              </a:spcBef>
              <a:defRPr sz="1600" b="0" i="0">
                <a:solidFill>
                  <a:schemeClr val="tx1"/>
                </a:solidFill>
                <a:latin typeface="IBM Plex Sans Light" panose="020B0403050203000203" pitchFamily="34" charset="0"/>
              </a:defRPr>
            </a:lvl1pPr>
            <a:lvl2pPr marL="146304" indent="-146304">
              <a:lnSpc>
                <a:spcPct val="120000"/>
              </a:lnSpc>
              <a:spcBef>
                <a:spcPts val="0"/>
              </a:spcBef>
              <a:defRPr sz="1600" b="0" i="0">
                <a:solidFill>
                  <a:schemeClr val="tx1"/>
                </a:solidFill>
                <a:latin typeface="IBM Plex Sans" panose="020B0503050203000203" pitchFamily="34" charset="0"/>
              </a:defRPr>
            </a:lvl2pPr>
            <a:lvl3pPr marL="292608" indent="-146304">
              <a:lnSpc>
                <a:spcPct val="120000"/>
              </a:lnSpc>
              <a:spcBef>
                <a:spcPts val="0"/>
              </a:spcBef>
              <a:defRPr sz="1600" b="0" i="0">
                <a:solidFill>
                  <a:schemeClr val="tx1"/>
                </a:solidFill>
                <a:latin typeface="IBM Plex Sans" panose="020B0503050203000203" pitchFamily="34" charset="0"/>
              </a:defRPr>
            </a:lvl3pPr>
            <a:lvl4pPr marL="438912" indent="-146304">
              <a:lnSpc>
                <a:spcPct val="120000"/>
              </a:lnSpc>
              <a:spcBef>
                <a:spcPts val="0"/>
              </a:spcBef>
              <a:defRPr sz="1600" b="0" i="0">
                <a:solidFill>
                  <a:schemeClr val="tx1"/>
                </a:solidFill>
                <a:latin typeface="IBM Plex Sans" panose="020B0503050203000203" pitchFamily="34" charset="0"/>
              </a:defRPr>
            </a:lvl4pPr>
            <a:lvl5pPr>
              <a:lnSpc>
                <a:spcPct val="120000"/>
              </a:lnSpc>
              <a:spcBef>
                <a:spcPts val="0"/>
              </a:spcBef>
              <a:defRPr sz="1600" b="0" i="0">
                <a:solidFill>
                  <a:schemeClr val="tx1"/>
                </a:solidFill>
                <a:latin typeface="IBM Plex Sans" panose="020B0503050203000203" pitchFamily="34" charset="0"/>
              </a:defRPr>
            </a:lvl5pPr>
          </a:lstStyle>
          <a:p>
            <a:r>
              <a:rPr lang="en-US" dirty="0"/>
              <a:t>Copy and paste appropriate legal disclaimer text from one of the three options in the PDF guidance deck, found on pages 22-24. Always use the proper legal disclaimer for your presentation audience.</a:t>
            </a:r>
          </a:p>
        </p:txBody>
      </p:sp>
      <p:sp>
        <p:nvSpPr>
          <p:cNvPr id="2" name="Footer Placeholder 1">
            <a:extLst>
              <a:ext uri="{FF2B5EF4-FFF2-40B4-BE49-F238E27FC236}">
                <a16:creationId xmlns:a16="http://schemas.microsoft.com/office/drawing/2014/main" id="{04A6E1A4-1881-81E9-2BBE-BC4DBFE11A0E}"/>
              </a:ext>
            </a:extLst>
          </p:cNvPr>
          <p:cNvSpPr>
            <a:spLocks noGrp="1"/>
          </p:cNvSpPr>
          <p:nvPr>
            <p:ph type="ftr" sz="quarter" idx="16"/>
          </p:nvPr>
        </p:nvSpPr>
        <p:spPr>
          <a:xfrm>
            <a:off x="581024" y="12804775"/>
            <a:ext cx="4956176" cy="381000"/>
          </a:xfrm>
        </p:spPr>
        <p:txBody>
          <a:bodyPr/>
          <a:lstStyle>
            <a:lvl1pPr>
              <a:defRPr b="0" i="0">
                <a:latin typeface="IBM Plex Sans Light" panose="020B0403050203000203" pitchFamily="34" charset="0"/>
              </a:defRPr>
            </a:lvl1pPr>
          </a:lstStyle>
          <a:p>
            <a:endParaRPr lang="en-US" dirty="0"/>
          </a:p>
        </p:txBody>
      </p:sp>
      <p:sp>
        <p:nvSpPr>
          <p:cNvPr id="6" name="Text Placeholder 6">
            <a:extLst>
              <a:ext uri="{FF2B5EF4-FFF2-40B4-BE49-F238E27FC236}">
                <a16:creationId xmlns:a16="http://schemas.microsoft.com/office/drawing/2014/main" id="{54E531DA-4051-706E-065B-21A03914153D}"/>
              </a:ext>
            </a:extLst>
          </p:cNvPr>
          <p:cNvSpPr>
            <a:spLocks noGrp="1"/>
          </p:cNvSpPr>
          <p:nvPr>
            <p:ph type="body" sz="quarter" idx="17" hasCustomPrompt="1"/>
          </p:nvPr>
        </p:nvSpPr>
        <p:spPr>
          <a:xfrm>
            <a:off x="12763500" y="569913"/>
            <a:ext cx="4953000" cy="11431587"/>
          </a:xfrm>
          <a:prstGeom prst="rect">
            <a:avLst/>
          </a:prstGeom>
        </p:spPr>
        <p:txBody>
          <a:bodyPr/>
          <a:lstStyle>
            <a:lvl1pPr>
              <a:lnSpc>
                <a:spcPct val="100000"/>
              </a:lnSpc>
              <a:spcBef>
                <a:spcPts val="0"/>
              </a:spcBef>
              <a:defRPr sz="1600" b="0" i="0">
                <a:solidFill>
                  <a:schemeClr val="tx1"/>
                </a:solidFill>
                <a:latin typeface="IBM Plex Sans Light" panose="020B0403050203000203" pitchFamily="34" charset="0"/>
              </a:defRPr>
            </a:lvl1pPr>
            <a:lvl2pPr marL="146304" indent="-146304">
              <a:lnSpc>
                <a:spcPct val="120000"/>
              </a:lnSpc>
              <a:spcBef>
                <a:spcPts val="0"/>
              </a:spcBef>
              <a:defRPr sz="1600" b="0" i="0">
                <a:solidFill>
                  <a:schemeClr val="tx1"/>
                </a:solidFill>
                <a:latin typeface="IBM Plex Sans" panose="020B0503050203000203" pitchFamily="34" charset="0"/>
              </a:defRPr>
            </a:lvl2pPr>
            <a:lvl3pPr marL="292608" indent="-146304">
              <a:lnSpc>
                <a:spcPct val="120000"/>
              </a:lnSpc>
              <a:spcBef>
                <a:spcPts val="0"/>
              </a:spcBef>
              <a:defRPr sz="1600" b="0" i="0">
                <a:solidFill>
                  <a:schemeClr val="tx1"/>
                </a:solidFill>
                <a:latin typeface="IBM Plex Sans" panose="020B0503050203000203" pitchFamily="34" charset="0"/>
              </a:defRPr>
            </a:lvl3pPr>
            <a:lvl4pPr marL="438912" indent="-146304">
              <a:lnSpc>
                <a:spcPct val="120000"/>
              </a:lnSpc>
              <a:spcBef>
                <a:spcPts val="0"/>
              </a:spcBef>
              <a:defRPr sz="1600" b="0" i="0">
                <a:solidFill>
                  <a:schemeClr val="tx1"/>
                </a:solidFill>
                <a:latin typeface="IBM Plex Sans" panose="020B0503050203000203" pitchFamily="34" charset="0"/>
              </a:defRPr>
            </a:lvl4pPr>
            <a:lvl5pPr>
              <a:lnSpc>
                <a:spcPct val="120000"/>
              </a:lnSpc>
              <a:spcBef>
                <a:spcPts val="0"/>
              </a:spcBef>
              <a:defRPr sz="1600" b="0" i="0">
                <a:solidFill>
                  <a:schemeClr val="tx1"/>
                </a:solidFill>
                <a:latin typeface="IBM Plex Sans" panose="020B0503050203000203" pitchFamily="34" charset="0"/>
              </a:defRPr>
            </a:lvl5pPr>
          </a:lstStyle>
          <a:p>
            <a:r>
              <a:rPr lang="en-US" dirty="0"/>
              <a:t>Copy and paste appropriate legal disclaimer text from one of the three options in the PDF guidance deck, found on pages 22-24. Always use the proper legal disclaimer for your presentation audience.</a:t>
            </a:r>
          </a:p>
        </p:txBody>
      </p:sp>
      <p:sp>
        <p:nvSpPr>
          <p:cNvPr id="5" name="Slide Number">
            <a:extLst>
              <a:ext uri="{FF2B5EF4-FFF2-40B4-BE49-F238E27FC236}">
                <a16:creationId xmlns:a16="http://schemas.microsoft.com/office/drawing/2014/main" id="{CAD686F0-BF95-1E62-61EC-967907338873}"/>
              </a:ext>
            </a:extLst>
          </p:cNvPr>
          <p:cNvSpPr txBox="1">
            <a:spLocks noGrp="1"/>
          </p:cNvSpPr>
          <p:nvPr>
            <p:ph type="sldNum" sz="quarter" idx="4"/>
          </p:nvPr>
        </p:nvSpPr>
        <p:spPr>
          <a:xfrm>
            <a:off x="23541592" y="12938838"/>
            <a:ext cx="270908" cy="246221"/>
          </a:xfrm>
          <a:prstGeom prst="rect">
            <a:avLst/>
          </a:prstGeom>
          <a:ln w="12700">
            <a:miter lim="400000"/>
          </a:ln>
        </p:spPr>
        <p:txBody>
          <a:bodyPr wrap="none" lIns="0" tIns="0" rIns="0" bIns="0" anchor="ctr">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196161"/>
      </p:ext>
    </p:extLst>
  </p:cSld>
  <p:clrMapOvr>
    <a:masterClrMapping/>
  </p:clrMapOvr>
  <p:transition spd="med"/>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End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7060FE5-C047-4041-AB41-F553D2847ED5}"/>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465371" y="6168460"/>
            <a:ext cx="3456432" cy="1379081"/>
          </a:xfrm>
          <a:prstGeom prst="rect">
            <a:avLst/>
          </a:prstGeom>
        </p:spPr>
      </p:pic>
    </p:spTree>
    <p:extLst>
      <p:ext uri="{BB962C8B-B14F-4D97-AF65-F5344CB8AC3E}">
        <p14:creationId xmlns:p14="http://schemas.microsoft.com/office/powerpoint/2010/main" val="4195384914"/>
      </p:ext>
    </p:extLst>
  </p:cSld>
  <p:clrMapOvr>
    <a:masterClrMapping/>
  </p:clrMapOvr>
  <p:transition spd="med"/>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_rels/slideMaster2.xml.rels><?xml version="1.0" encoding="UTF-8" standalone="yes"?>
<Relationships xmlns="http://schemas.openxmlformats.org/package/2006/relationships"><Relationship Id="rId1"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2"/>
      </p:bgRef>
    </p:bg>
    <p:spTree>
      <p:nvGrpSpPr>
        <p:cNvPr id="1" name=""/>
        <p:cNvGrpSpPr/>
        <p:nvPr/>
      </p:nvGrpSpPr>
      <p:grpSpPr>
        <a:xfrm>
          <a:off x="0" y="0"/>
          <a:ext cx="0" cy="0"/>
          <a:chOff x="0" y="0"/>
          <a:chExt cx="0" cy="0"/>
        </a:xfrm>
      </p:grpSpPr>
      <p:sp>
        <p:nvSpPr>
          <p:cNvPr id="47" name="Slide Number"/>
          <p:cNvSpPr txBox="1">
            <a:spLocks noGrp="1"/>
          </p:cNvSpPr>
          <p:nvPr>
            <p:ph type="sldNum" sz="quarter" idx="2"/>
          </p:nvPr>
        </p:nvSpPr>
        <p:spPr>
          <a:xfrm>
            <a:off x="23541592" y="12939014"/>
            <a:ext cx="270908" cy="246221"/>
          </a:xfrm>
          <a:prstGeom prst="rect">
            <a:avLst/>
          </a:prstGeom>
          <a:ln w="12700">
            <a:miter lim="400000"/>
          </a:ln>
        </p:spPr>
        <p:txBody>
          <a:bodyPr wrap="none" lIns="0" tIns="0" rIns="0" bIns="0" anchor="b" anchorCtr="0">
            <a:spAutoFit/>
          </a:bodyPr>
          <a:lstStyle>
            <a:lvl1pPr algn="r">
              <a:defRPr sz="1600" b="0" i="0">
                <a:solidFill>
                  <a:schemeClr val="tx1"/>
                </a:solidFill>
                <a:latin typeface="IBM Plex Sans Light" panose="020B04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48" name="Title Text"/>
          <p:cNvSpPr txBox="1">
            <a:spLocks noGrp="1"/>
          </p:cNvSpPr>
          <p:nvPr>
            <p:ph type="title"/>
          </p:nvPr>
        </p:nvSpPr>
        <p:spPr>
          <a:xfrm>
            <a:off x="576072" y="576072"/>
            <a:ext cx="22590125" cy="265112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lstStyle/>
          <a:p>
            <a:r>
              <a:rPr dirty="0"/>
              <a:t>Title Text</a:t>
            </a:r>
          </a:p>
        </p:txBody>
      </p:sp>
      <p:sp>
        <p:nvSpPr>
          <p:cNvPr id="49" name="Body Level One…"/>
          <p:cNvSpPr txBox="1">
            <a:spLocks noGrp="1"/>
          </p:cNvSpPr>
          <p:nvPr>
            <p:ph type="body" idx="1"/>
          </p:nvPr>
        </p:nvSpPr>
        <p:spPr>
          <a:xfrm>
            <a:off x="574675" y="3327399"/>
            <a:ext cx="22590125" cy="8669339"/>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lstStyle/>
          <a:p>
            <a:r>
              <a:rPr dirty="0"/>
              <a:t>Body Level One</a:t>
            </a:r>
          </a:p>
          <a:p>
            <a:pPr lvl="1"/>
            <a:r>
              <a:rPr dirty="0"/>
              <a:t>Body Level Two</a:t>
            </a:r>
            <a:endParaRPr lang="en-CA" dirty="0"/>
          </a:p>
          <a:p>
            <a:pPr lvl="2"/>
            <a:r>
              <a:rPr lang="en-CA" dirty="0"/>
              <a:t>Body Level Three</a:t>
            </a:r>
          </a:p>
          <a:p>
            <a:pPr lvl="3"/>
            <a:r>
              <a:rPr lang="en-CA" dirty="0"/>
              <a:t>Body Level Four</a:t>
            </a:r>
          </a:p>
        </p:txBody>
      </p:sp>
      <p:sp>
        <p:nvSpPr>
          <p:cNvPr id="2" name="Footer Placeholder 1">
            <a:extLst>
              <a:ext uri="{FF2B5EF4-FFF2-40B4-BE49-F238E27FC236}">
                <a16:creationId xmlns:a16="http://schemas.microsoft.com/office/drawing/2014/main" id="{59EB465A-FE7F-6B71-D716-1673174BBF59}"/>
              </a:ext>
            </a:extLst>
          </p:cNvPr>
          <p:cNvSpPr>
            <a:spLocks noGrp="1"/>
          </p:cNvSpPr>
          <p:nvPr>
            <p:ph type="ftr" sz="quarter" idx="3"/>
          </p:nvPr>
        </p:nvSpPr>
        <p:spPr>
          <a:xfrm>
            <a:off x="568324" y="12804235"/>
            <a:ext cx="4956176" cy="381000"/>
          </a:xfrm>
          <a:prstGeom prst="rect">
            <a:avLst/>
          </a:prstGeom>
        </p:spPr>
        <p:txBody>
          <a:bodyPr vert="horz" lIns="0" tIns="0" rIns="0" bIns="0" rtlCol="0" anchor="b"/>
          <a:lstStyle>
            <a:lvl1pPr algn="l">
              <a:defRPr sz="1600" b="0" i="0">
                <a:solidFill>
                  <a:schemeClr val="tx1"/>
                </a:solidFill>
                <a:latin typeface="IBM Plex Sans Light" panose="020B0403050203000203" pitchFamily="34" charset="0"/>
              </a:defRPr>
            </a:lvl1pPr>
          </a:lstStyle>
          <a:p>
            <a:endParaRPr lang="en-US" dirty="0"/>
          </a:p>
        </p:txBody>
      </p:sp>
    </p:spTree>
    <p:extLst>
      <p:ext uri="{BB962C8B-B14F-4D97-AF65-F5344CB8AC3E}">
        <p14:creationId xmlns:p14="http://schemas.microsoft.com/office/powerpoint/2010/main" val="3669031262"/>
      </p:ext>
    </p:extLst>
  </p:cSld>
  <p:clrMap bg1="dk1" tx1="lt1" bg2="dk2" tx2="lt2" accent1="accent1" accent2="accent2" accent3="accent3" accent4="accent4" accent5="accent5" accent6="accent6" hlink="hlink" folHlink="folHlink"/>
  <p:sldLayoutIdLst>
    <p:sldLayoutId id="2147483944" r:id="rId1"/>
    <p:sldLayoutId id="2147483945" r:id="rId2"/>
    <p:sldLayoutId id="2147483904" r:id="rId3"/>
    <p:sldLayoutId id="2147483905" r:id="rId4"/>
    <p:sldLayoutId id="2147483901" r:id="rId5"/>
    <p:sldLayoutId id="2147483692" r:id="rId6"/>
    <p:sldLayoutId id="2147483906" r:id="rId7"/>
    <p:sldLayoutId id="2147483907" r:id="rId8"/>
    <p:sldLayoutId id="2147483910" r:id="rId9"/>
    <p:sldLayoutId id="2147483908" r:id="rId10"/>
    <p:sldLayoutId id="2147483909" r:id="rId11"/>
    <p:sldLayoutId id="2147483912" r:id="rId12"/>
    <p:sldLayoutId id="2147483914" r:id="rId13"/>
    <p:sldLayoutId id="2147483915" r:id="rId14"/>
    <p:sldLayoutId id="2147483913" r:id="rId15"/>
    <p:sldLayoutId id="2147483917" r:id="rId16"/>
    <p:sldLayoutId id="2147483942" r:id="rId17"/>
    <p:sldLayoutId id="2147483919" r:id="rId18"/>
    <p:sldLayoutId id="2147483929" r:id="rId19"/>
    <p:sldLayoutId id="2147483920" r:id="rId20"/>
    <p:sldLayoutId id="2147483930" r:id="rId21"/>
    <p:sldLayoutId id="2147483928" r:id="rId22"/>
    <p:sldLayoutId id="2147483948" r:id="rId23"/>
    <p:sldLayoutId id="2147483927" r:id="rId24"/>
    <p:sldLayoutId id="2147483950" r:id="rId25"/>
    <p:sldLayoutId id="2147483921" r:id="rId26"/>
    <p:sldLayoutId id="2147483916" r:id="rId27"/>
    <p:sldLayoutId id="2147483922" r:id="rId28"/>
    <p:sldLayoutId id="2147483953" r:id="rId29"/>
    <p:sldLayoutId id="2147483956" r:id="rId30"/>
    <p:sldLayoutId id="2147483923" r:id="rId31"/>
    <p:sldLayoutId id="2147483924" r:id="rId32"/>
    <p:sldLayoutId id="2147483926" r:id="rId33"/>
    <p:sldLayoutId id="2147483925" r:id="rId34"/>
    <p:sldLayoutId id="2147483959" r:id="rId35"/>
    <p:sldLayoutId id="2147483937" r:id="rId36"/>
    <p:sldLayoutId id="2147483932" r:id="rId37"/>
    <p:sldLayoutId id="2147483934" r:id="rId38"/>
    <p:sldLayoutId id="2147483935" r:id="rId39"/>
    <p:sldLayoutId id="2147483936" r:id="rId40"/>
    <p:sldLayoutId id="2147483938" r:id="rId41"/>
    <p:sldLayoutId id="2147483939" r:id="rId42"/>
    <p:sldLayoutId id="2147483940" r:id="rId43"/>
    <p:sldLayoutId id="2147483943" r:id="rId44"/>
    <p:sldLayoutId id="2147483960" r:id="rId45"/>
    <p:sldLayoutId id="2147483941" r:id="rId46"/>
  </p:sldLayoutIdLst>
  <p:transition spd="med"/>
  <p:hf sldNum="0" hdr="0" ftr="0" dt="0"/>
  <p:txStyles>
    <p:titleStyle>
      <a:lvl1pPr marL="0" marR="0" indent="0" algn="l" defTabSz="2438400" rtl="0" eaLnBrk="1" latinLnBrk="0" hangingPunct="1">
        <a:lnSpc>
          <a:spcPct val="100000"/>
        </a:lnSpc>
        <a:spcBef>
          <a:spcPts val="0"/>
        </a:spcBef>
        <a:spcAft>
          <a:spcPts val="0"/>
        </a:spcAft>
        <a:buClrTx/>
        <a:buSzTx/>
        <a:buFontTx/>
        <a:buNone/>
        <a:tabLst/>
        <a:defRPr sz="6400" b="0" i="0" u="none" strike="noStrike" cap="none" spc="0" baseline="0">
          <a:solidFill>
            <a:schemeClr val="tx2"/>
          </a:solidFill>
          <a:uFillTx/>
          <a:latin typeface="IBM Plex Sans Light" panose="020B0403050203000203" pitchFamily="34" charset="0"/>
          <a:ea typeface="+mj-ea"/>
          <a:cs typeface="+mj-cs"/>
          <a:sym typeface="IBM Plex Sans Light"/>
        </a:defRPr>
      </a:lvl1pPr>
      <a:lvl2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2pPr>
      <a:lvl3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3pPr>
      <a:lvl4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4pPr>
      <a:lvl5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5pPr>
      <a:lvl6pPr marL="0" marR="0" indent="362568"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6pPr>
      <a:lvl7pPr marL="0" marR="0" indent="725139"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7pPr>
      <a:lvl8pPr marL="0" marR="0" indent="108770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8pPr>
      <a:lvl9pPr marL="0" marR="0" indent="145027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9pPr>
    </p:titleStyle>
    <p:bodyStyle>
      <a:lvl1pPr marL="0" marR="0" indent="0" algn="l" defTabSz="2438400" rtl="0" eaLnBrk="1" latinLnBrk="0" hangingPunct="1">
        <a:lnSpc>
          <a:spcPct val="100000"/>
        </a:lnSpc>
        <a:spcBef>
          <a:spcPts val="0"/>
        </a:spcBef>
        <a:spcAft>
          <a:spcPts val="0"/>
        </a:spcAft>
        <a:buClr>
          <a:schemeClr val="tx1"/>
        </a:buClr>
        <a:buSzTx/>
        <a:buFont typeface="Arial" panose="020B0604020202020204" pitchFamily="34" charset="0"/>
        <a:buNone/>
        <a:tabLst/>
        <a:defRPr sz="3600" b="0" i="0" u="none" strike="noStrike" cap="none" spc="0" baseline="0">
          <a:solidFill>
            <a:schemeClr val="tx1"/>
          </a:solidFill>
          <a:uFillTx/>
          <a:latin typeface="IBM Plex Sans Light" panose="020B0403050203000203" pitchFamily="34" charset="0"/>
          <a:ea typeface="+mj-ea"/>
          <a:cs typeface="+mj-cs"/>
          <a:sym typeface="IBM Plex Sans Light"/>
        </a:defRPr>
      </a:lvl1pPr>
      <a:lvl2pPr marL="327600" marR="0" indent="-327600" algn="l" defTabSz="2438400" rtl="0" eaLnBrk="1" latinLnBrk="0" hangingPunct="1">
        <a:lnSpc>
          <a:spcPct val="100000"/>
        </a:lnSpc>
        <a:spcBef>
          <a:spcPts val="0"/>
        </a:spcBef>
        <a:spcAft>
          <a:spcPts val="0"/>
        </a:spcAft>
        <a:buClr>
          <a:schemeClr val="tx1"/>
        </a:buClr>
        <a:buSzPct val="100000"/>
        <a:buFont typeface="Arial" panose="020B0604020202020204" pitchFamily="34" charset="0"/>
        <a:buChar char="•"/>
        <a:tabLst/>
        <a:defRPr sz="3600" b="0" i="0" u="none" strike="noStrike" cap="none" spc="0" baseline="0">
          <a:solidFill>
            <a:schemeClr val="tx1"/>
          </a:solidFill>
          <a:uFillTx/>
          <a:latin typeface="IBM Plex Sans Light" panose="020B0403050203000203" pitchFamily="34" charset="0"/>
          <a:ea typeface="+mj-ea"/>
          <a:cs typeface="+mj-cs"/>
          <a:sym typeface="IBM Plex Sans Light"/>
        </a:defRPr>
      </a:lvl2pPr>
      <a:lvl3pPr marL="658800" marR="0" indent="-327600" algn="l" defTabSz="2438400" rtl="0" eaLnBrk="1" latinLnBrk="0" hangingPunct="1">
        <a:lnSpc>
          <a:spcPct val="100000"/>
        </a:lnSpc>
        <a:spcBef>
          <a:spcPts val="0"/>
        </a:spcBef>
        <a:spcAft>
          <a:spcPts val="0"/>
        </a:spcAft>
        <a:buClr>
          <a:schemeClr val="tx1"/>
        </a:buClr>
        <a:buSzPct val="100000"/>
        <a:buFont typeface="Arial" panose="020B0604020202020204" pitchFamily="34" charset="0"/>
        <a:buChar char="•"/>
        <a:tabLst/>
        <a:defRPr sz="3600" b="0" i="0" u="none" strike="noStrike" cap="none" spc="0" baseline="0">
          <a:solidFill>
            <a:schemeClr val="tx1"/>
          </a:solidFill>
          <a:uFillTx/>
          <a:latin typeface="IBM Plex Sans Light" panose="020B0403050203000203" pitchFamily="34" charset="0"/>
          <a:ea typeface="+mj-ea"/>
          <a:cs typeface="+mj-cs"/>
          <a:sym typeface="IBM Plex Sans Light"/>
        </a:defRPr>
      </a:lvl3pPr>
      <a:lvl4pPr marL="986400" marR="0" indent="-327600" algn="l" defTabSz="2438400" rtl="0" eaLnBrk="1" latinLnBrk="0" hangingPunct="1">
        <a:lnSpc>
          <a:spcPct val="100000"/>
        </a:lnSpc>
        <a:spcBef>
          <a:spcPts val="0"/>
        </a:spcBef>
        <a:spcAft>
          <a:spcPts val="0"/>
        </a:spcAft>
        <a:buClr>
          <a:schemeClr val="tx1"/>
        </a:buClr>
        <a:buSzPct val="100000"/>
        <a:buFont typeface="Arial" panose="020B0604020202020204" pitchFamily="34" charset="0"/>
        <a:buChar char="•"/>
        <a:tabLst/>
        <a:defRPr sz="3600" b="0" i="0" u="none" strike="noStrike" cap="none" spc="0" baseline="0">
          <a:solidFill>
            <a:schemeClr val="tx1"/>
          </a:solidFill>
          <a:uFillTx/>
          <a:latin typeface="IBM Plex Sans Light" panose="020B0403050203000203" pitchFamily="34" charset="0"/>
          <a:ea typeface="+mj-ea"/>
          <a:cs typeface="+mj-cs"/>
          <a:sym typeface="IBM Plex Sans Light"/>
        </a:defRPr>
      </a:lvl4pPr>
      <a:lvl5pPr marL="685800" marR="0" indent="0" algn="l" defTabSz="2438400" rtl="0" eaLnBrk="1" latinLnBrk="0" hangingPunct="1">
        <a:lnSpc>
          <a:spcPct val="110000"/>
        </a:lnSpc>
        <a:spcBef>
          <a:spcPts val="2900"/>
        </a:spcBef>
        <a:spcAft>
          <a:spcPts val="0"/>
        </a:spcAft>
        <a:buClrTx/>
        <a:buSzPct val="100000"/>
        <a:buFont typeface="Arial" panose="020B0604020202020204" pitchFamily="34" charset="0"/>
        <a:buNone/>
        <a:tabLst/>
        <a:defRPr sz="3600" b="0" i="0" u="none" strike="noStrike" cap="none" spc="0" baseline="0">
          <a:solidFill>
            <a:srgbClr val="000000"/>
          </a:solidFill>
          <a:uFillTx/>
          <a:latin typeface="+mj-lt"/>
          <a:ea typeface="+mj-ea"/>
          <a:cs typeface="+mj-cs"/>
          <a:sym typeface="IBM Plex Sans Light"/>
        </a:defRPr>
      </a:lvl5pPr>
      <a:lvl6pPr marL="1843060" marR="0" indent="-389009" algn="l" defTabSz="2438400" rtl="0" eaLnBrk="1" latinLnBrk="0" hangingPunct="1">
        <a:lnSpc>
          <a:spcPct val="100000"/>
        </a:lnSpc>
        <a:spcBef>
          <a:spcPts val="2900"/>
        </a:spcBef>
        <a:spcAft>
          <a:spcPts val="0"/>
        </a:spcAft>
        <a:buClrTx/>
        <a:buSzPct val="100000"/>
        <a:buFontTx/>
        <a:buChar char="»"/>
        <a:tabLst/>
        <a:defRPr sz="3600" b="0" i="0" u="none" strike="noStrike" cap="none" spc="0" baseline="0">
          <a:solidFill>
            <a:srgbClr val="000000"/>
          </a:solidFill>
          <a:uFillTx/>
          <a:latin typeface="+mj-lt"/>
          <a:ea typeface="+mj-ea"/>
          <a:cs typeface="+mj-cs"/>
          <a:sym typeface="IBM Plex Sans Light"/>
        </a:defRPr>
      </a:lvl6pPr>
      <a:lvl7pPr marL="2205631" marR="0" indent="-389009" algn="l" defTabSz="2438400" rtl="0" eaLnBrk="1" latinLnBrk="0" hangingPunct="1">
        <a:lnSpc>
          <a:spcPct val="100000"/>
        </a:lnSpc>
        <a:spcBef>
          <a:spcPts val="2900"/>
        </a:spcBef>
        <a:spcAft>
          <a:spcPts val="0"/>
        </a:spcAft>
        <a:buClrTx/>
        <a:buSzPct val="100000"/>
        <a:buFontTx/>
        <a:buChar char="»"/>
        <a:tabLst/>
        <a:defRPr sz="3600" b="0" i="0" u="none" strike="noStrike" cap="none" spc="0" baseline="0">
          <a:solidFill>
            <a:srgbClr val="000000"/>
          </a:solidFill>
          <a:uFillTx/>
          <a:latin typeface="+mj-lt"/>
          <a:ea typeface="+mj-ea"/>
          <a:cs typeface="+mj-cs"/>
          <a:sym typeface="IBM Plex Sans Light"/>
        </a:defRPr>
      </a:lvl7pPr>
      <a:lvl8pPr marL="2568200" marR="0" indent="-389009" algn="l" defTabSz="2438400" rtl="0" eaLnBrk="1" latinLnBrk="0" hangingPunct="1">
        <a:lnSpc>
          <a:spcPct val="100000"/>
        </a:lnSpc>
        <a:spcBef>
          <a:spcPts val="2900"/>
        </a:spcBef>
        <a:spcAft>
          <a:spcPts val="0"/>
        </a:spcAft>
        <a:buClrTx/>
        <a:buSzPct val="100000"/>
        <a:buFontTx/>
        <a:buChar char="»"/>
        <a:tabLst/>
        <a:defRPr sz="3600" b="0" i="0" u="none" strike="noStrike" cap="none" spc="0" baseline="0">
          <a:solidFill>
            <a:srgbClr val="000000"/>
          </a:solidFill>
          <a:uFillTx/>
          <a:latin typeface="+mj-lt"/>
          <a:ea typeface="+mj-ea"/>
          <a:cs typeface="+mj-cs"/>
          <a:sym typeface="IBM Plex Sans Light"/>
        </a:defRPr>
      </a:lvl8pPr>
      <a:lvl9pPr marL="2930769" marR="0" indent="-389009" algn="l" defTabSz="2438400" rtl="0" eaLnBrk="1" latinLnBrk="0" hangingPunct="1">
        <a:lnSpc>
          <a:spcPct val="100000"/>
        </a:lnSpc>
        <a:spcBef>
          <a:spcPts val="2900"/>
        </a:spcBef>
        <a:spcAft>
          <a:spcPts val="0"/>
        </a:spcAft>
        <a:buClrTx/>
        <a:buSzPct val="100000"/>
        <a:buFontTx/>
        <a:buChar char="»"/>
        <a:tabLst/>
        <a:defRPr sz="3600" b="0" i="0" u="none" strike="noStrike" cap="none" spc="0" baseline="0">
          <a:solidFill>
            <a:srgbClr val="000000"/>
          </a:solidFill>
          <a:uFillTx/>
          <a:latin typeface="+mj-lt"/>
          <a:ea typeface="+mj-ea"/>
          <a:cs typeface="+mj-cs"/>
          <a:sym typeface="IBM Plex Sans Light"/>
        </a:defRPr>
      </a:lvl9pPr>
    </p:bodyStyle>
    <p:otherStyle>
      <a:lvl1pPr marL="0" marR="0" indent="0"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1pPr>
      <a:lvl2pPr marL="0" marR="0" indent="342991"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2pPr>
      <a:lvl3pPr marL="0" marR="0" indent="685982"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3pPr>
      <a:lvl4pPr marL="0" marR="0" indent="1028974"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4pPr>
      <a:lvl5pPr marL="0" marR="0" indent="1371965"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5pPr>
      <a:lvl6pPr marL="0" marR="0" indent="1714956"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6pPr>
      <a:lvl7pPr marL="0" marR="0" indent="2057948"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7pPr>
      <a:lvl8pPr marL="0" marR="0" indent="2400940"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8pPr>
      <a:lvl9pPr marL="0" marR="0" indent="2743931"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9pPr>
    </p:otherStyle>
  </p:txStyles>
  <p:extLst>
    <p:ext uri="{27BBF7A9-308A-43DC-89C8-2F10F3537804}">
      <p15:sldGuideLst xmlns:p15="http://schemas.microsoft.com/office/powerpoint/2012/main">
        <p15:guide id="1" orient="horz" pos="4320">
          <p15:clr>
            <a:srgbClr val="0F62FE"/>
          </p15:clr>
        </p15:guide>
        <p15:guide id="3" pos="364">
          <p15:clr>
            <a:srgbClr val="EE5396"/>
          </p15:clr>
        </p15:guide>
        <p15:guide id="4" pos="3840">
          <p15:clr>
            <a:srgbClr val="0F62FE"/>
          </p15:clr>
        </p15:guide>
        <p15:guide id="5" pos="1916">
          <p15:clr>
            <a:srgbClr val="EE5396"/>
          </p15:clr>
        </p15:guide>
        <p15:guide id="6" pos="5756">
          <p15:clr>
            <a:srgbClr val="EE5396"/>
          </p15:clr>
        </p15:guide>
        <p15:guide id="7" pos="7319">
          <p15:clr>
            <a:srgbClr val="EE5396"/>
          </p15:clr>
        </p15:guide>
        <p15:guide id="8" pos="8040">
          <p15:clr>
            <a:srgbClr val="EE5396"/>
          </p15:clr>
        </p15:guide>
        <p15:guide id="9" pos="4200">
          <p15:clr>
            <a:srgbClr val="EE5396"/>
          </p15:clr>
        </p15:guide>
        <p15:guide id="10" pos="3480">
          <p15:clr>
            <a:srgbClr val="EE5396"/>
          </p15:clr>
        </p15:guide>
        <p15:guide id="11" pos="9594">
          <p15:clr>
            <a:srgbClr val="EE5396"/>
          </p15:clr>
        </p15:guide>
        <p15:guide id="13" pos="11160">
          <p15:clr>
            <a:srgbClr val="EE5396"/>
          </p15:clr>
        </p15:guide>
        <p15:guide id="14" pos="11880">
          <p15:clr>
            <a:srgbClr val="EE5396"/>
          </p15:clr>
        </p15:guide>
        <p15:guide id="15" pos="13440">
          <p15:clr>
            <a:srgbClr val="EE5396"/>
          </p15:clr>
        </p15:guide>
        <p15:guide id="16" pos="14995">
          <p15:clr>
            <a:srgbClr val="EE5396"/>
          </p15:clr>
        </p15:guide>
        <p15:guide id="17" orient="horz" pos="2160">
          <p15:clr>
            <a:srgbClr val="0F62FE"/>
          </p15:clr>
        </p15:guide>
        <p15:guide id="19" orient="horz" pos="3240">
          <p15:clr>
            <a:srgbClr val="EE5396"/>
          </p15:clr>
        </p15:guide>
        <p15:guide id="20" orient="horz" pos="1080" userDrawn="1">
          <p15:clr>
            <a:srgbClr val="EE5396"/>
          </p15:clr>
        </p15:guide>
        <p15:guide id="21" orient="horz" pos="364">
          <p15:clr>
            <a:srgbClr val="EE5396"/>
          </p15:clr>
        </p15:guide>
        <p15:guide id="22" orient="horz" pos="5400">
          <p15:clr>
            <a:srgbClr val="EE5396"/>
          </p15:clr>
        </p15:guide>
        <p15:guide id="24" orient="horz" pos="7557">
          <p15:clr>
            <a:srgbClr val="EE5396"/>
          </p15:clr>
        </p15:guide>
        <p15:guide id="25" orient="horz" pos="8273">
          <p15:clr>
            <a:srgbClr val="EE5396"/>
          </p15:clr>
        </p15:guide>
        <p15:guide id="26" pos="7680">
          <p15:clr>
            <a:srgbClr val="0F62FE"/>
          </p15:clr>
        </p15:guide>
        <p15:guide id="27" pos="11520">
          <p15:clr>
            <a:srgbClr val="0F62FE"/>
          </p15:clr>
        </p15:guide>
        <p15:guide id="28" orient="horz" pos="6480">
          <p15:clr>
            <a:srgbClr val="0F62FE"/>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7" name="Slide Number"/>
          <p:cNvSpPr txBox="1">
            <a:spLocks noGrp="1"/>
          </p:cNvSpPr>
          <p:nvPr>
            <p:ph type="sldNum" sz="quarter" idx="2"/>
          </p:nvPr>
        </p:nvSpPr>
        <p:spPr>
          <a:xfrm>
            <a:off x="23541592" y="12939014"/>
            <a:ext cx="270908" cy="246221"/>
          </a:xfrm>
          <a:prstGeom prst="rect">
            <a:avLst/>
          </a:prstGeom>
          <a:ln w="12700">
            <a:miter lim="400000"/>
          </a:ln>
        </p:spPr>
        <p:txBody>
          <a:bodyPr wrap="none" lIns="0" tIns="0" rIns="0" bIns="0" anchor="b" anchorCtr="0">
            <a:spAutoFit/>
          </a:bodyPr>
          <a:lstStyle>
            <a:lvl1pPr algn="r">
              <a:defRPr sz="1600" b="0" i="0">
                <a:solidFill>
                  <a:schemeClr val="tx1"/>
                </a:solidFill>
                <a:latin typeface="IBM Plex Sans" panose="020B0503050203000203" pitchFamily="34" charset="0"/>
                <a:ea typeface="+mn-ea"/>
                <a:cs typeface="+mn-cs"/>
                <a:sym typeface="IBM Plex Sans"/>
              </a:defRPr>
            </a:lvl1pPr>
          </a:lstStyle>
          <a:p>
            <a:fld id="{86CB4B4D-7CA3-9044-876B-883B54F8677D}" type="slidenum">
              <a:rPr lang="en-US" smtClean="0"/>
              <a:pPr/>
              <a:t>‹#›</a:t>
            </a:fld>
            <a:endParaRPr lang="en-US" dirty="0"/>
          </a:p>
        </p:txBody>
      </p:sp>
      <p:sp>
        <p:nvSpPr>
          <p:cNvPr id="48" name="Title Text"/>
          <p:cNvSpPr txBox="1">
            <a:spLocks noGrp="1"/>
          </p:cNvSpPr>
          <p:nvPr>
            <p:ph type="title"/>
          </p:nvPr>
        </p:nvSpPr>
        <p:spPr>
          <a:xfrm>
            <a:off x="576072" y="576072"/>
            <a:ext cx="22590125" cy="2651126"/>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0" tIns="0" rIns="0" bIns="0"/>
          <a:lstStyle/>
          <a:p>
            <a:r>
              <a:rPr dirty="0"/>
              <a:t>Title Text</a:t>
            </a:r>
          </a:p>
        </p:txBody>
      </p:sp>
      <p:sp>
        <p:nvSpPr>
          <p:cNvPr id="49" name="Body Level One…"/>
          <p:cNvSpPr txBox="1">
            <a:spLocks noGrp="1"/>
          </p:cNvSpPr>
          <p:nvPr>
            <p:ph type="body" idx="1"/>
          </p:nvPr>
        </p:nvSpPr>
        <p:spPr>
          <a:xfrm>
            <a:off x="574675" y="3327399"/>
            <a:ext cx="22590125" cy="866933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0" tIns="0" rIns="0" bIns="0"/>
          <a:lstStyle/>
          <a:p>
            <a:r>
              <a:rPr dirty="0"/>
              <a:t>Body Level One</a:t>
            </a:r>
          </a:p>
          <a:p>
            <a:pPr lvl="1"/>
            <a:r>
              <a:rPr dirty="0"/>
              <a:t>Body Level Two</a:t>
            </a:r>
          </a:p>
          <a:p>
            <a:pPr lvl="2"/>
            <a:r>
              <a:rPr dirty="0"/>
              <a:t>Body Level Three</a:t>
            </a:r>
          </a:p>
          <a:p>
            <a:pPr lvl="3"/>
            <a:r>
              <a:rPr dirty="0"/>
              <a:t>Body Level Four</a:t>
            </a:r>
          </a:p>
        </p:txBody>
      </p:sp>
      <p:sp>
        <p:nvSpPr>
          <p:cNvPr id="2" name="Footer Placeholder 1">
            <a:extLst>
              <a:ext uri="{FF2B5EF4-FFF2-40B4-BE49-F238E27FC236}">
                <a16:creationId xmlns:a16="http://schemas.microsoft.com/office/drawing/2014/main" id="{59EB465A-FE7F-6B71-D716-1673174BBF59}"/>
              </a:ext>
            </a:extLst>
          </p:cNvPr>
          <p:cNvSpPr>
            <a:spLocks noGrp="1"/>
          </p:cNvSpPr>
          <p:nvPr>
            <p:ph type="ftr" sz="quarter" idx="3"/>
          </p:nvPr>
        </p:nvSpPr>
        <p:spPr>
          <a:xfrm>
            <a:off x="568324" y="12804235"/>
            <a:ext cx="4956176" cy="381000"/>
          </a:xfrm>
          <a:prstGeom prst="rect">
            <a:avLst/>
          </a:prstGeom>
        </p:spPr>
        <p:txBody>
          <a:bodyPr vert="horz" lIns="0" tIns="0" rIns="0" bIns="0" rtlCol="0" anchor="b"/>
          <a:lstStyle>
            <a:lvl1pPr algn="l">
              <a:defRPr sz="1600" b="0" i="0">
                <a:solidFill>
                  <a:schemeClr val="tx1"/>
                </a:solidFill>
                <a:latin typeface="IBM Plex Sans" panose="020B0503050203000203" pitchFamily="34" charset="0"/>
              </a:defRPr>
            </a:lvl1pPr>
          </a:lstStyle>
          <a:p>
            <a:r>
              <a:rPr lang="en-US" dirty="0"/>
              <a:t>Footer text (optional)</a:t>
            </a:r>
          </a:p>
        </p:txBody>
      </p:sp>
    </p:spTree>
    <p:extLst>
      <p:ext uri="{BB962C8B-B14F-4D97-AF65-F5344CB8AC3E}">
        <p14:creationId xmlns:p14="http://schemas.microsoft.com/office/powerpoint/2010/main" val="3669031262"/>
      </p:ext>
    </p:extLst>
  </p:cSld>
  <p:clrMap bg1="dk1" tx1="lt1" bg2="dk2" tx2="lt2" accent1="accent1" accent2="accent2" accent3="accent3" accent4="accent4" accent5="accent5" accent6="accent6" hlink="hlink" folHlink="folHlink"/>
  <p:transition spd="med"/>
  <p:hf hdr="0" dt="0"/>
  <p:txStyles>
    <p:titleStyle>
      <a:lvl1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chemeClr val="tx2"/>
          </a:solidFill>
          <a:uFillTx/>
          <a:latin typeface="+mj-lt"/>
          <a:ea typeface="+mj-ea"/>
          <a:cs typeface="+mj-cs"/>
          <a:sym typeface="IBM Plex Sans Light"/>
        </a:defRPr>
      </a:lvl1pPr>
      <a:lvl2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2pPr>
      <a:lvl3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3pPr>
      <a:lvl4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4pPr>
      <a:lvl5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5pPr>
      <a:lvl6pPr marL="0" marR="0" indent="362568"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6pPr>
      <a:lvl7pPr marL="0" marR="0" indent="725139"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7pPr>
      <a:lvl8pPr marL="0" marR="0" indent="108770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8pPr>
      <a:lvl9pPr marL="0" marR="0" indent="145027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9pPr>
    </p:titleStyle>
    <p:bodyStyle>
      <a:lvl1pPr marL="0" marR="0" indent="0" algn="l" defTabSz="2438400" rtl="0" eaLnBrk="1" latinLnBrk="0" hangingPunct="1">
        <a:lnSpc>
          <a:spcPct val="110000"/>
        </a:lnSpc>
        <a:spcBef>
          <a:spcPts val="0"/>
        </a:spcBef>
        <a:spcAft>
          <a:spcPts val="0"/>
        </a:spcAft>
        <a:buClrTx/>
        <a:buSzTx/>
        <a:buFontTx/>
        <a:buNone/>
        <a:tabLst/>
        <a:defRPr sz="3600" b="0" i="0" u="none" strike="noStrike" cap="none" spc="0" baseline="0">
          <a:solidFill>
            <a:schemeClr val="tx1"/>
          </a:solidFill>
          <a:uFillTx/>
          <a:latin typeface="+mj-lt"/>
          <a:ea typeface="+mj-ea"/>
          <a:cs typeface="+mj-cs"/>
          <a:sym typeface="IBM Plex Sans Light"/>
        </a:defRPr>
      </a:lvl1pPr>
      <a:lvl2pPr marL="329184" marR="0" indent="-329184" algn="l" defTabSz="2438400" rtl="0" eaLnBrk="1" latinLnBrk="0" hangingPunct="1">
        <a:lnSpc>
          <a:spcPct val="110000"/>
        </a:lnSpc>
        <a:spcBef>
          <a:spcPts val="0"/>
        </a:spcBef>
        <a:spcAft>
          <a:spcPts val="0"/>
        </a:spcAft>
        <a:buClrTx/>
        <a:buSzPct val="100000"/>
        <a:buFontTx/>
        <a:buChar char="–"/>
        <a:tabLst/>
        <a:defRPr sz="3600" b="0" i="0" u="none" strike="noStrike" cap="none" spc="0" baseline="0">
          <a:solidFill>
            <a:schemeClr val="tx1"/>
          </a:solidFill>
          <a:uFillTx/>
          <a:latin typeface="+mj-lt"/>
          <a:ea typeface="+mj-ea"/>
          <a:cs typeface="+mj-cs"/>
          <a:sym typeface="IBM Plex Sans Light"/>
        </a:defRPr>
      </a:lvl2pPr>
      <a:lvl3pPr marL="658368" marR="0" indent="-329184" algn="l" defTabSz="2438400" rtl="0" eaLnBrk="1" latinLnBrk="0" hangingPunct="1">
        <a:lnSpc>
          <a:spcPct val="110000"/>
        </a:lnSpc>
        <a:spcBef>
          <a:spcPts val="0"/>
        </a:spcBef>
        <a:spcAft>
          <a:spcPts val="0"/>
        </a:spcAft>
        <a:buClrTx/>
        <a:buSzPct val="100000"/>
        <a:buFontTx/>
        <a:buChar char="•"/>
        <a:tabLst/>
        <a:defRPr sz="3600" b="0" i="0" u="none" strike="noStrike" cap="none" spc="0" baseline="0">
          <a:solidFill>
            <a:schemeClr val="tx1"/>
          </a:solidFill>
          <a:uFillTx/>
          <a:latin typeface="+mj-lt"/>
          <a:ea typeface="+mj-ea"/>
          <a:cs typeface="+mj-cs"/>
          <a:sym typeface="IBM Plex Sans Light"/>
        </a:defRPr>
      </a:lvl3pPr>
      <a:lvl4pPr marL="987552" marR="0" indent="-329184" algn="l" defTabSz="2438400" rtl="0" eaLnBrk="1" latinLnBrk="0" hangingPunct="1">
        <a:lnSpc>
          <a:spcPct val="110000"/>
        </a:lnSpc>
        <a:spcBef>
          <a:spcPts val="0"/>
        </a:spcBef>
        <a:spcAft>
          <a:spcPts val="0"/>
        </a:spcAft>
        <a:buClrTx/>
        <a:buSzPct val="100000"/>
        <a:buFontTx/>
        <a:buChar char="–"/>
        <a:tabLst/>
        <a:defRPr sz="3600" b="0" i="0" u="none" strike="noStrike" cap="none" spc="0" baseline="0">
          <a:solidFill>
            <a:schemeClr val="tx1"/>
          </a:solidFill>
          <a:uFillTx/>
          <a:latin typeface="+mj-lt"/>
          <a:ea typeface="+mj-ea"/>
          <a:cs typeface="+mj-cs"/>
          <a:sym typeface="IBM Plex Sans Light"/>
        </a:defRPr>
      </a:lvl4pPr>
      <a:lvl5pPr marL="1143000" marR="0" indent="-457200" algn="l" defTabSz="2438400" rtl="0" eaLnBrk="1" latinLnBrk="0" hangingPunct="1">
        <a:lnSpc>
          <a:spcPct val="110000"/>
        </a:lnSpc>
        <a:spcBef>
          <a:spcPts val="2900"/>
        </a:spcBef>
        <a:spcAft>
          <a:spcPts val="0"/>
        </a:spcAft>
        <a:buClrTx/>
        <a:buSzPct val="100000"/>
        <a:buFont typeface="Arial" panose="020B0604020202020204" pitchFamily="34" charset="0"/>
        <a:buChar char="•"/>
        <a:tabLst/>
        <a:defRPr sz="3600" b="0" i="0" u="none" strike="noStrike" cap="none" spc="0" baseline="0">
          <a:solidFill>
            <a:srgbClr val="000000"/>
          </a:solidFill>
          <a:uFillTx/>
          <a:latin typeface="+mj-lt"/>
          <a:ea typeface="+mj-ea"/>
          <a:cs typeface="+mj-cs"/>
          <a:sym typeface="IBM Plex Sans Light"/>
        </a:defRPr>
      </a:lvl5pPr>
      <a:lvl6pPr marL="1843060" marR="0" indent="-389009" algn="l" defTabSz="2438400" rtl="0" eaLnBrk="1" latinLnBrk="0" hangingPunct="1">
        <a:lnSpc>
          <a:spcPct val="100000"/>
        </a:lnSpc>
        <a:spcBef>
          <a:spcPts val="2900"/>
        </a:spcBef>
        <a:spcAft>
          <a:spcPts val="0"/>
        </a:spcAft>
        <a:buClrTx/>
        <a:buSzPct val="100000"/>
        <a:buFontTx/>
        <a:buChar char="»"/>
        <a:tabLst/>
        <a:defRPr sz="3600" b="0" i="0" u="none" strike="noStrike" cap="none" spc="0" baseline="0">
          <a:solidFill>
            <a:srgbClr val="000000"/>
          </a:solidFill>
          <a:uFillTx/>
          <a:latin typeface="+mj-lt"/>
          <a:ea typeface="+mj-ea"/>
          <a:cs typeface="+mj-cs"/>
          <a:sym typeface="IBM Plex Sans Light"/>
        </a:defRPr>
      </a:lvl6pPr>
      <a:lvl7pPr marL="2205631" marR="0" indent="-389009" algn="l" defTabSz="2438400" rtl="0" eaLnBrk="1" latinLnBrk="0" hangingPunct="1">
        <a:lnSpc>
          <a:spcPct val="100000"/>
        </a:lnSpc>
        <a:spcBef>
          <a:spcPts val="2900"/>
        </a:spcBef>
        <a:spcAft>
          <a:spcPts val="0"/>
        </a:spcAft>
        <a:buClrTx/>
        <a:buSzPct val="100000"/>
        <a:buFontTx/>
        <a:buChar char="»"/>
        <a:tabLst/>
        <a:defRPr sz="3600" b="0" i="0" u="none" strike="noStrike" cap="none" spc="0" baseline="0">
          <a:solidFill>
            <a:srgbClr val="000000"/>
          </a:solidFill>
          <a:uFillTx/>
          <a:latin typeface="+mj-lt"/>
          <a:ea typeface="+mj-ea"/>
          <a:cs typeface="+mj-cs"/>
          <a:sym typeface="IBM Plex Sans Light"/>
        </a:defRPr>
      </a:lvl7pPr>
      <a:lvl8pPr marL="2568200" marR="0" indent="-389009" algn="l" defTabSz="2438400" rtl="0" eaLnBrk="1" latinLnBrk="0" hangingPunct="1">
        <a:lnSpc>
          <a:spcPct val="100000"/>
        </a:lnSpc>
        <a:spcBef>
          <a:spcPts val="2900"/>
        </a:spcBef>
        <a:spcAft>
          <a:spcPts val="0"/>
        </a:spcAft>
        <a:buClrTx/>
        <a:buSzPct val="100000"/>
        <a:buFontTx/>
        <a:buChar char="»"/>
        <a:tabLst/>
        <a:defRPr sz="3600" b="0" i="0" u="none" strike="noStrike" cap="none" spc="0" baseline="0">
          <a:solidFill>
            <a:srgbClr val="000000"/>
          </a:solidFill>
          <a:uFillTx/>
          <a:latin typeface="+mj-lt"/>
          <a:ea typeface="+mj-ea"/>
          <a:cs typeface="+mj-cs"/>
          <a:sym typeface="IBM Plex Sans Light"/>
        </a:defRPr>
      </a:lvl8pPr>
      <a:lvl9pPr marL="2930769" marR="0" indent="-389009" algn="l" defTabSz="2438400" rtl="0" eaLnBrk="1" latinLnBrk="0" hangingPunct="1">
        <a:lnSpc>
          <a:spcPct val="100000"/>
        </a:lnSpc>
        <a:spcBef>
          <a:spcPts val="2900"/>
        </a:spcBef>
        <a:spcAft>
          <a:spcPts val="0"/>
        </a:spcAft>
        <a:buClrTx/>
        <a:buSzPct val="100000"/>
        <a:buFontTx/>
        <a:buChar char="»"/>
        <a:tabLst/>
        <a:defRPr sz="3600" b="0" i="0" u="none" strike="noStrike" cap="none" spc="0" baseline="0">
          <a:solidFill>
            <a:srgbClr val="000000"/>
          </a:solidFill>
          <a:uFillTx/>
          <a:latin typeface="+mj-lt"/>
          <a:ea typeface="+mj-ea"/>
          <a:cs typeface="+mj-cs"/>
          <a:sym typeface="IBM Plex Sans Light"/>
        </a:defRPr>
      </a:lvl9pPr>
    </p:bodyStyle>
    <p:otherStyle>
      <a:lvl1pPr marL="0" marR="0" indent="0"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1pPr>
      <a:lvl2pPr marL="0" marR="0" indent="342991"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2pPr>
      <a:lvl3pPr marL="0" marR="0" indent="685982"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3pPr>
      <a:lvl4pPr marL="0" marR="0" indent="1028974"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4pPr>
      <a:lvl5pPr marL="0" marR="0" indent="1371965"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5pPr>
      <a:lvl6pPr marL="0" marR="0" indent="1714956"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6pPr>
      <a:lvl7pPr marL="0" marR="0" indent="2057948"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7pPr>
      <a:lvl8pPr marL="0" marR="0" indent="2400940"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8pPr>
      <a:lvl9pPr marL="0" marR="0" indent="2743931" algn="r" defTabSz="1829287" rtl="0" eaLnBrk="1" latinLnBrk="0" hangingPunct="1">
        <a:lnSpc>
          <a:spcPct val="100000"/>
        </a:lnSpc>
        <a:spcBef>
          <a:spcPts val="0"/>
        </a:spcBef>
        <a:spcAft>
          <a:spcPts val="0"/>
        </a:spcAft>
        <a:buClrTx/>
        <a:buSzTx/>
        <a:buFontTx/>
        <a:buNone/>
        <a:tabLst/>
        <a:defRPr sz="1600" b="0" i="0" u="none" strike="noStrike" cap="none" spc="0" baseline="0">
          <a:solidFill>
            <a:schemeClr val="tx1"/>
          </a:solidFill>
          <a:uFillTx/>
          <a:latin typeface="+mn-lt"/>
          <a:ea typeface="+mn-ea"/>
          <a:cs typeface="+mn-cs"/>
          <a:sym typeface="IBM Plex Sans"/>
        </a:defRPr>
      </a:lvl9pPr>
    </p:otherStyle>
  </p:txStyles>
  <p:extLst>
    <p:ext uri="{27BBF7A9-308A-43DC-89C8-2F10F3537804}">
      <p15:sldGuideLst xmlns:p15="http://schemas.microsoft.com/office/powerpoint/2012/main">
        <p15:guide id="1" orient="horz" pos="4320">
          <p15:clr>
            <a:srgbClr val="0F62FE"/>
          </p15:clr>
        </p15:guide>
        <p15:guide id="3" pos="364">
          <p15:clr>
            <a:srgbClr val="EE5396"/>
          </p15:clr>
        </p15:guide>
        <p15:guide id="4" pos="3840">
          <p15:clr>
            <a:srgbClr val="0F62FE"/>
          </p15:clr>
        </p15:guide>
        <p15:guide id="5" pos="1916">
          <p15:clr>
            <a:srgbClr val="EE5396"/>
          </p15:clr>
        </p15:guide>
        <p15:guide id="6" pos="5756">
          <p15:clr>
            <a:srgbClr val="EE5396"/>
          </p15:clr>
        </p15:guide>
        <p15:guide id="7" pos="7319">
          <p15:clr>
            <a:srgbClr val="EE5396"/>
          </p15:clr>
        </p15:guide>
        <p15:guide id="8" pos="8040">
          <p15:clr>
            <a:srgbClr val="EE5396"/>
          </p15:clr>
        </p15:guide>
        <p15:guide id="9" pos="4200">
          <p15:clr>
            <a:srgbClr val="EE5396"/>
          </p15:clr>
        </p15:guide>
        <p15:guide id="10" pos="3480">
          <p15:clr>
            <a:srgbClr val="EE5396"/>
          </p15:clr>
        </p15:guide>
        <p15:guide id="11" pos="9594">
          <p15:clr>
            <a:srgbClr val="EE5396"/>
          </p15:clr>
        </p15:guide>
        <p15:guide id="13" pos="11160">
          <p15:clr>
            <a:srgbClr val="EE5396"/>
          </p15:clr>
        </p15:guide>
        <p15:guide id="14" pos="11880">
          <p15:clr>
            <a:srgbClr val="EE5396"/>
          </p15:clr>
        </p15:guide>
        <p15:guide id="15" pos="13440">
          <p15:clr>
            <a:srgbClr val="EE5396"/>
          </p15:clr>
        </p15:guide>
        <p15:guide id="16" pos="14995">
          <p15:clr>
            <a:srgbClr val="EE5396"/>
          </p15:clr>
        </p15:guide>
        <p15:guide id="17" orient="horz" pos="2160">
          <p15:clr>
            <a:srgbClr val="0F62FE"/>
          </p15:clr>
        </p15:guide>
        <p15:guide id="19" orient="horz" pos="3240">
          <p15:clr>
            <a:srgbClr val="EE5396"/>
          </p15:clr>
        </p15:guide>
        <p15:guide id="20" orient="horz" pos="1080" userDrawn="1">
          <p15:clr>
            <a:srgbClr val="EE5396"/>
          </p15:clr>
        </p15:guide>
        <p15:guide id="21" orient="horz" pos="364">
          <p15:clr>
            <a:srgbClr val="EE5396"/>
          </p15:clr>
        </p15:guide>
        <p15:guide id="22" orient="horz" pos="5400">
          <p15:clr>
            <a:srgbClr val="EE5396"/>
          </p15:clr>
        </p15:guide>
        <p15:guide id="24" orient="horz" pos="7557">
          <p15:clr>
            <a:srgbClr val="EE5396"/>
          </p15:clr>
        </p15:guide>
        <p15:guide id="25" orient="horz" pos="8273">
          <p15:clr>
            <a:srgbClr val="EE5396"/>
          </p15:clr>
        </p15:guide>
        <p15:guide id="26" pos="7680">
          <p15:clr>
            <a:srgbClr val="0F62FE"/>
          </p15:clr>
        </p15:guide>
        <p15:guide id="27" pos="11520">
          <p15:clr>
            <a:srgbClr val="0F62FE"/>
          </p15:clr>
        </p15:guide>
        <p15:guide id="28" orient="horz" pos="6480">
          <p15:clr>
            <a:srgbClr val="0F62FE"/>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hyperlink" Target="mailto:dderoos@ca.ibm.com" TargetMode="External"/><Relationship Id="rId2" Type="http://schemas.openxmlformats.org/officeDocument/2006/relationships/notesSlide" Target="../notesSlides/notesSlide1.xml"/><Relationship Id="rId1" Type="http://schemas.openxmlformats.org/officeDocument/2006/relationships/slideLayout" Target="../slideLayouts/slideLayout6.xml"/><Relationship Id="rId5" Type="http://schemas.openxmlformats.org/officeDocument/2006/relationships/image" Target="../media/image2.jpeg"/><Relationship Id="rId4" Type="http://schemas.openxmlformats.org/officeDocument/2006/relationships/hyperlink" Target="mailto:Gina.Hawkins@ibm.com" TargetMode="Externa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5.xml"/></Relationships>
</file>

<file path=ppt/slides/_rels/slide3.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3.xml"/><Relationship Id="rId1" Type="http://schemas.openxmlformats.org/officeDocument/2006/relationships/slideLayout" Target="../slideLayouts/slideLayout4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4.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44.xml"/><Relationship Id="rId6" Type="http://schemas.openxmlformats.org/officeDocument/2006/relationships/image" Target="../media/image7.emf"/><Relationship Id="rId5" Type="http://schemas.openxmlformats.org/officeDocument/2006/relationships/image" Target="../media/image6.emf"/><Relationship Id="rId4" Type="http://schemas.openxmlformats.org/officeDocument/2006/relationships/image" Target="../media/image5.sv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4.xml"/></Relationships>
</file>

<file path=ppt/slides/_rels/slide11.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8.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4.xml"/></Relationships>
</file>

<file path=ppt/slides/_rels/slide17.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8.xml"/><Relationship Id="rId1" Type="http://schemas.openxmlformats.org/officeDocument/2006/relationships/slideLayout" Target="../slideLayouts/slideLayout44.xml"/></Relationships>
</file>

<file path=ppt/slides/_rels/slide19.xml.rels><?xml version="1.0" encoding="UTF-8" standalone="yes"?>
<Relationships xmlns="http://schemas.openxmlformats.org/package/2006/relationships"><Relationship Id="rId3" Type="http://schemas.openxmlformats.org/officeDocument/2006/relationships/image" Target="../media/image10.emf"/><Relationship Id="rId7" Type="http://schemas.openxmlformats.org/officeDocument/2006/relationships/image" Target="../media/image14.emf"/><Relationship Id="rId2" Type="http://schemas.openxmlformats.org/officeDocument/2006/relationships/notesSlide" Target="../notesSlides/notesSlide19.xml"/><Relationship Id="rId1" Type="http://schemas.openxmlformats.org/officeDocument/2006/relationships/slideLayout" Target="../slideLayouts/slideLayout31.xml"/><Relationship Id="rId6" Type="http://schemas.openxmlformats.org/officeDocument/2006/relationships/image" Target="../media/image13.emf"/><Relationship Id="rId5" Type="http://schemas.openxmlformats.org/officeDocument/2006/relationships/image" Target="../media/image12.emf"/><Relationship Id="rId4" Type="http://schemas.openxmlformats.org/officeDocument/2006/relationships/image" Target="../media/image11.emf"/></Relationships>
</file>

<file path=ppt/slides/_rels/slide20.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20.xml"/><Relationship Id="rId1" Type="http://schemas.openxmlformats.org/officeDocument/2006/relationships/slideLayout" Target="../slideLayouts/slideLayout38.xml"/></Relationships>
</file>

<file path=ppt/slides/_rels/slide21.xml.rels><?xml version="1.0" encoding="UTF-8" standalone="yes"?>
<Relationships xmlns="http://schemas.openxmlformats.org/package/2006/relationships"><Relationship Id="rId3" Type="http://schemas.openxmlformats.org/officeDocument/2006/relationships/image" Target="../media/image16.emf"/><Relationship Id="rId7" Type="http://schemas.openxmlformats.org/officeDocument/2006/relationships/image" Target="../media/image18.emf"/><Relationship Id="rId2" Type="http://schemas.openxmlformats.org/officeDocument/2006/relationships/notesSlide" Target="../notesSlides/notesSlide21.xml"/><Relationship Id="rId1" Type="http://schemas.openxmlformats.org/officeDocument/2006/relationships/slideLayout" Target="../slideLayouts/slideLayout33.xml"/><Relationship Id="rId6" Type="http://schemas.openxmlformats.org/officeDocument/2006/relationships/image" Target="../media/image11.emf"/><Relationship Id="rId5" Type="http://schemas.openxmlformats.org/officeDocument/2006/relationships/image" Target="../media/image17.emf"/><Relationship Id="rId4" Type="http://schemas.openxmlformats.org/officeDocument/2006/relationships/image" Target="../media/image13.emf"/></Relationships>
</file>

<file path=ppt/slides/_rels/slide2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22.xml"/><Relationship Id="rId1" Type="http://schemas.openxmlformats.org/officeDocument/2006/relationships/slideLayout" Target="../slideLayouts/slideLayout38.xml"/></Relationships>
</file>

<file path=ppt/slides/_rels/slide23.xml.rels><?xml version="1.0" encoding="UTF-8" standalone="yes"?>
<Relationships xmlns="http://schemas.openxmlformats.org/package/2006/relationships"><Relationship Id="rId8" Type="http://schemas.openxmlformats.org/officeDocument/2006/relationships/image" Target="../media/image23.emf"/><Relationship Id="rId3" Type="http://schemas.openxmlformats.org/officeDocument/2006/relationships/image" Target="../media/image10.emf"/><Relationship Id="rId7" Type="http://schemas.openxmlformats.org/officeDocument/2006/relationships/image" Target="../media/image22.emf"/><Relationship Id="rId2" Type="http://schemas.openxmlformats.org/officeDocument/2006/relationships/notesSlide" Target="../notesSlides/notesSlide23.xml"/><Relationship Id="rId1" Type="http://schemas.openxmlformats.org/officeDocument/2006/relationships/slideLayout" Target="../slideLayouts/slideLayout33.xml"/><Relationship Id="rId6" Type="http://schemas.openxmlformats.org/officeDocument/2006/relationships/image" Target="../media/image12.emf"/><Relationship Id="rId5" Type="http://schemas.openxmlformats.org/officeDocument/2006/relationships/image" Target="../media/image21.emf"/><Relationship Id="rId4" Type="http://schemas.openxmlformats.org/officeDocument/2006/relationships/image" Target="../media/image20.emf"/></Relationships>
</file>

<file path=ppt/slides/_rels/slide24.xml.rels><?xml version="1.0" encoding="UTF-8" standalone="yes"?>
<Relationships xmlns="http://schemas.openxmlformats.org/package/2006/relationships"><Relationship Id="rId3" Type="http://schemas.openxmlformats.org/officeDocument/2006/relationships/image" Target="../media/image18.emf"/><Relationship Id="rId7" Type="http://schemas.openxmlformats.org/officeDocument/2006/relationships/image" Target="../media/image27.emf"/><Relationship Id="rId2" Type="http://schemas.openxmlformats.org/officeDocument/2006/relationships/notesSlide" Target="../notesSlides/notesSlide24.xml"/><Relationship Id="rId1" Type="http://schemas.openxmlformats.org/officeDocument/2006/relationships/slideLayout" Target="../slideLayouts/slideLayout31.xml"/><Relationship Id="rId6" Type="http://schemas.openxmlformats.org/officeDocument/2006/relationships/image" Target="../media/image26.emf"/><Relationship Id="rId5" Type="http://schemas.openxmlformats.org/officeDocument/2006/relationships/image" Target="../media/image25.emf"/><Relationship Id="rId4" Type="http://schemas.openxmlformats.org/officeDocument/2006/relationships/image" Target="../media/image24.emf"/></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6.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F9F3A86-C550-0C44-A8EC-688BFA462065}"/>
              </a:ext>
            </a:extLst>
          </p:cNvPr>
          <p:cNvSpPr>
            <a:spLocks noGrp="1"/>
          </p:cNvSpPr>
          <p:nvPr>
            <p:ph type="title"/>
          </p:nvPr>
        </p:nvSpPr>
        <p:spPr>
          <a:xfrm>
            <a:off x="574675" y="569913"/>
            <a:ext cx="10099675" cy="9337675"/>
          </a:xfrm>
        </p:spPr>
        <p:txBody>
          <a:bodyPr/>
          <a:lstStyle/>
          <a:p>
            <a:r>
              <a:rPr lang="en-US" dirty="0"/>
              <a:t>Introduction to AI</a:t>
            </a:r>
            <a:br>
              <a:rPr lang="en-US" dirty="0"/>
            </a:br>
            <a:br>
              <a:rPr lang="en-US" dirty="0"/>
            </a:br>
            <a:br>
              <a:rPr lang="en-US" dirty="0"/>
            </a:br>
            <a:br>
              <a:rPr lang="en-US" dirty="0"/>
            </a:br>
            <a:br>
              <a:rPr lang="en-US" sz="3600" dirty="0"/>
            </a:br>
            <a:br>
              <a:rPr lang="en-US" sz="3600" dirty="0"/>
            </a:br>
            <a:br>
              <a:rPr lang="en-US" sz="3600" dirty="0"/>
            </a:br>
            <a:r>
              <a:rPr lang="en-US" sz="3600" dirty="0"/>
              <a:t>Dirk deRoos</a:t>
            </a:r>
            <a:br>
              <a:rPr lang="en-US" sz="3600" dirty="0"/>
            </a:br>
            <a:r>
              <a:rPr lang="en-US" sz="3600" dirty="0"/>
              <a:t>WW Technology Sales Enablement </a:t>
            </a:r>
            <a:br>
              <a:rPr lang="en-US" sz="3600" dirty="0"/>
            </a:br>
            <a:r>
              <a:rPr lang="en-US" sz="3600" dirty="0"/>
              <a:t>Data &amp; AI Manager</a:t>
            </a:r>
            <a:br>
              <a:rPr lang="en-US" sz="3600" dirty="0"/>
            </a:br>
            <a:r>
              <a:rPr lang="en-US" sz="3600" dirty="0">
                <a:hlinkClick r:id="rId3"/>
              </a:rPr>
              <a:t>dderoos@ca.ibm.com</a:t>
            </a:r>
            <a:br>
              <a:rPr lang="en-US" sz="3600" dirty="0"/>
            </a:br>
            <a:br>
              <a:rPr lang="en-US" sz="3600" dirty="0"/>
            </a:br>
            <a:r>
              <a:rPr lang="en-US" sz="3600" dirty="0"/>
              <a:t>Gina Hawkins</a:t>
            </a:r>
            <a:br>
              <a:rPr lang="en-US" sz="3600" dirty="0"/>
            </a:br>
            <a:r>
              <a:rPr lang="en-US" sz="3600" dirty="0"/>
              <a:t>WW Technology Sales Enablement </a:t>
            </a:r>
            <a:br>
              <a:rPr lang="en-US" sz="3600" dirty="0"/>
            </a:br>
            <a:r>
              <a:rPr lang="en-US" sz="3600" dirty="0">
                <a:hlinkClick r:id="rId4"/>
              </a:rPr>
              <a:t>Gina.Hawkins1@ibm.com</a:t>
            </a:r>
            <a:br>
              <a:rPr lang="en-US" sz="3600" dirty="0"/>
            </a:br>
            <a:br>
              <a:rPr lang="en-US" sz="3600" dirty="0"/>
            </a:br>
            <a:br>
              <a:rPr lang="en-US" sz="3600" dirty="0"/>
            </a:br>
            <a:endParaRPr lang="en-US" dirty="0"/>
          </a:p>
        </p:txBody>
      </p:sp>
      <p:pic>
        <p:nvPicPr>
          <p:cNvPr id="7" name="Picture Placeholder 6" descr="A picture containing snowboarding, toy, chain&#10;&#10;Description automatically generated">
            <a:extLst>
              <a:ext uri="{FF2B5EF4-FFF2-40B4-BE49-F238E27FC236}">
                <a16:creationId xmlns:a16="http://schemas.microsoft.com/office/drawing/2014/main" id="{A9468400-EDCF-A269-9DD0-4209EC6C8EEC}"/>
              </a:ext>
            </a:extLst>
          </p:cNvPr>
          <p:cNvPicPr>
            <a:picLocks noGrp="1" noChangeAspect="1"/>
          </p:cNvPicPr>
          <p:nvPr>
            <p:ph type="pic" sz="quarter" idx="12"/>
          </p:nvPr>
        </p:nvPicPr>
        <p:blipFill>
          <a:blip r:embed="rId5" cstate="email">
            <a:extLst>
              <a:ext uri="{28A0092B-C50C-407E-A947-70E740481C1C}">
                <a14:useLocalDpi xmlns:a14="http://schemas.microsoft.com/office/drawing/2010/main"/>
              </a:ext>
            </a:extLst>
          </a:blip>
          <a:srcRect l="25287" r="25287"/>
          <a:stretch>
            <a:fillRect/>
          </a:stretch>
        </p:blipFill>
        <p:spPr/>
      </p:pic>
    </p:spTree>
    <p:extLst>
      <p:ext uri="{BB962C8B-B14F-4D97-AF65-F5344CB8AC3E}">
        <p14:creationId xmlns:p14="http://schemas.microsoft.com/office/powerpoint/2010/main" val="4216321674"/>
      </p:ext>
    </p:extLst>
  </p:cSld>
  <p:clrMapOvr>
    <a:masterClrMapping/>
  </p:clrMapOvr>
  <p:transition spd="med"/>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E810636-4F66-A342-2B5E-0B0B74BA7F62}"/>
              </a:ext>
            </a:extLst>
          </p:cNvPr>
          <p:cNvSpPr>
            <a:spLocks noGrp="1"/>
          </p:cNvSpPr>
          <p:nvPr>
            <p:ph type="body" sz="quarter" idx="14"/>
          </p:nvPr>
        </p:nvSpPr>
        <p:spPr>
          <a:xfrm>
            <a:off x="576072" y="385200"/>
            <a:ext cx="5789556" cy="2859087"/>
          </a:xfrm>
        </p:spPr>
        <p:txBody>
          <a:bodyPr/>
          <a:lstStyle/>
          <a:p>
            <a:r>
              <a:rPr lang="en-US" dirty="0"/>
              <a:t>Seller guidance </a:t>
            </a:r>
            <a:br>
              <a:rPr lang="en-US" dirty="0"/>
            </a:br>
            <a:r>
              <a:rPr lang="en-US" dirty="0"/>
              <a:t>and legal disclaimer</a:t>
            </a:r>
          </a:p>
          <a:p>
            <a:endParaRPr lang="en-US" dirty="0"/>
          </a:p>
        </p:txBody>
      </p:sp>
      <p:sp>
        <p:nvSpPr>
          <p:cNvPr id="3" name="Text Placeholder 2">
            <a:extLst>
              <a:ext uri="{FF2B5EF4-FFF2-40B4-BE49-F238E27FC236}">
                <a16:creationId xmlns:a16="http://schemas.microsoft.com/office/drawing/2014/main" id="{4E0165A9-3ED7-C092-C680-45D6E57BAA11}"/>
              </a:ext>
            </a:extLst>
          </p:cNvPr>
          <p:cNvSpPr>
            <a:spLocks noGrp="1"/>
          </p:cNvSpPr>
          <p:nvPr>
            <p:ph type="body" sz="quarter" idx="15"/>
          </p:nvPr>
        </p:nvSpPr>
        <p:spPr/>
        <p:txBody>
          <a:bodyPr/>
          <a:lstStyle/>
          <a:p>
            <a:r>
              <a:rPr lang="en-US" sz="2000" dirty="0">
                <a:latin typeface="+mn-lt"/>
              </a:rPr>
              <a:t>References in this presentation to IBM products, programs, or services do not imply that they will be available in all countries in which IBM operates. Product release dates and/or capabilities referenced in this presentation may change at any time at IBM’s sole discretion based on market opportunities or other factors and are not intended to be a commitment to future product or feature availability in any way. Nothing contained in these materials is intended to, nor shall have the effect of, stating or implying that any activities undertaken by you will result in any specific sales, revenue growth, or other results. </a:t>
            </a:r>
          </a:p>
          <a:p>
            <a:endParaRPr lang="en-US" sz="2000" dirty="0">
              <a:latin typeface="+mn-lt"/>
            </a:endParaRPr>
          </a:p>
          <a:p>
            <a:r>
              <a:rPr lang="en-US" sz="2000" dirty="0">
                <a:latin typeface="+mn-lt"/>
              </a:rPr>
              <a:t>All client examples described are presented as illustrations of how those clients have used IBM products and the results, they </a:t>
            </a:r>
            <a:br>
              <a:rPr lang="en-US" sz="2000" dirty="0">
                <a:latin typeface="+mn-lt"/>
              </a:rPr>
            </a:br>
            <a:r>
              <a:rPr lang="en-US" sz="2000" dirty="0">
                <a:latin typeface="+mn-lt"/>
              </a:rPr>
              <a:t>may have achieved. Actual environmental costs and performance characteristics </a:t>
            </a:r>
            <a:br>
              <a:rPr lang="en-US" sz="2000" dirty="0">
                <a:latin typeface="+mn-lt"/>
              </a:rPr>
            </a:br>
            <a:r>
              <a:rPr lang="en-US" sz="2000" dirty="0">
                <a:latin typeface="+mn-lt"/>
              </a:rPr>
              <a:t>may vary by client.</a:t>
            </a:r>
          </a:p>
          <a:p>
            <a:endParaRPr lang="en-US" dirty="0"/>
          </a:p>
        </p:txBody>
      </p:sp>
      <p:sp>
        <p:nvSpPr>
          <p:cNvPr id="5" name="Text Placeholder 4">
            <a:extLst>
              <a:ext uri="{FF2B5EF4-FFF2-40B4-BE49-F238E27FC236}">
                <a16:creationId xmlns:a16="http://schemas.microsoft.com/office/drawing/2014/main" id="{7607A411-4E60-844A-C088-F069BB09A76E}"/>
              </a:ext>
            </a:extLst>
          </p:cNvPr>
          <p:cNvSpPr>
            <a:spLocks noGrp="1"/>
          </p:cNvSpPr>
          <p:nvPr>
            <p:ph type="body" sz="quarter" idx="17"/>
          </p:nvPr>
        </p:nvSpPr>
        <p:spPr/>
        <p:txBody>
          <a:bodyPr/>
          <a:lstStyle/>
          <a:p>
            <a:r>
              <a:rPr lang="en-US" sz="2000" dirty="0">
                <a:latin typeface="+mn-lt"/>
              </a:rPr>
              <a:t>Slides in this presentation marked as </a:t>
            </a:r>
            <a:br>
              <a:rPr lang="en-US" sz="2000" dirty="0">
                <a:latin typeface="+mn-lt"/>
              </a:rPr>
            </a:br>
            <a:r>
              <a:rPr lang="en-US" sz="2000" b="1" dirty="0">
                <a:latin typeface="+mn-lt"/>
              </a:rPr>
              <a:t>"IBM and Business Partner Internal Use Only" </a:t>
            </a:r>
            <a:r>
              <a:rPr lang="en-US" sz="2000" dirty="0">
                <a:latin typeface="+mn-lt"/>
              </a:rPr>
              <a:t>are for IBM and Business Partner </a:t>
            </a:r>
            <a:br>
              <a:rPr lang="en-US" sz="2000" dirty="0">
                <a:latin typeface="+mn-lt"/>
              </a:rPr>
            </a:br>
            <a:r>
              <a:rPr lang="en-US" sz="2000" dirty="0">
                <a:latin typeface="+mn-lt"/>
              </a:rPr>
              <a:t>use and should not be shared with clients </a:t>
            </a:r>
            <a:br>
              <a:rPr lang="en-US" sz="2000" dirty="0">
                <a:latin typeface="+mn-lt"/>
              </a:rPr>
            </a:br>
            <a:r>
              <a:rPr lang="en-US" sz="2000" dirty="0">
                <a:latin typeface="+mn-lt"/>
              </a:rPr>
              <a:t>or  anyone else outside of IBM or the </a:t>
            </a:r>
            <a:br>
              <a:rPr lang="en-US" sz="2000" dirty="0">
                <a:latin typeface="+mn-lt"/>
              </a:rPr>
            </a:br>
            <a:r>
              <a:rPr lang="en-US" sz="2000" dirty="0">
                <a:latin typeface="+mn-lt"/>
              </a:rPr>
              <a:t>Business Partners’ company.</a:t>
            </a:r>
          </a:p>
          <a:p>
            <a:endParaRPr lang="en-US" sz="2000" dirty="0">
              <a:latin typeface="+mn-lt"/>
            </a:endParaRPr>
          </a:p>
          <a:p>
            <a:r>
              <a:rPr lang="en-US" sz="2000" dirty="0">
                <a:latin typeface="+mn-lt"/>
              </a:rPr>
              <a:t>© IBM Corporation 2023. </a:t>
            </a:r>
            <a:br>
              <a:rPr lang="en-US" sz="2000" dirty="0">
                <a:latin typeface="+mn-lt"/>
              </a:rPr>
            </a:br>
            <a:r>
              <a:rPr lang="en-US" sz="2000" b="1" dirty="0">
                <a:latin typeface="+mn-lt"/>
              </a:rPr>
              <a:t>All Rights Reserved.</a:t>
            </a:r>
          </a:p>
          <a:p>
            <a:endParaRPr lang="en-US" sz="2000" dirty="0">
              <a:latin typeface="+mn-lt"/>
            </a:endParaRPr>
          </a:p>
          <a:p>
            <a:r>
              <a:rPr lang="en-US" sz="2000" dirty="0">
                <a:latin typeface="+mn-lt"/>
              </a:rPr>
              <a:t>The information contained in this publication is provided for informational purposes only. While efforts were made </a:t>
            </a:r>
            <a:br>
              <a:rPr lang="en-US" sz="2000" dirty="0">
                <a:latin typeface="+mn-lt"/>
              </a:rPr>
            </a:br>
            <a:r>
              <a:rPr lang="en-US" sz="2000" dirty="0">
                <a:latin typeface="+mn-lt"/>
              </a:rPr>
              <a:t>to verify the completeness and accuracy </a:t>
            </a:r>
            <a:br>
              <a:rPr lang="en-US" sz="2000" dirty="0">
                <a:latin typeface="+mn-lt"/>
              </a:rPr>
            </a:br>
            <a:r>
              <a:rPr lang="en-US" sz="2000" dirty="0">
                <a:latin typeface="+mn-lt"/>
              </a:rPr>
              <a:t>of the information contained in this publication, it is provided AS IS without warranty of any kind, express or implied. </a:t>
            </a:r>
            <a:br>
              <a:rPr lang="en-US" sz="2000" dirty="0">
                <a:latin typeface="+mn-lt"/>
              </a:rPr>
            </a:br>
            <a:r>
              <a:rPr lang="en-US" sz="2000" dirty="0">
                <a:latin typeface="+mn-lt"/>
              </a:rPr>
              <a:t>In addition, this information is based on IBM’s current product plans and strategy, which are subject to change by IBM without notice. IBM shall not be responsible for </a:t>
            </a:r>
            <a:br>
              <a:rPr lang="en-US" sz="2000" dirty="0">
                <a:latin typeface="+mn-lt"/>
              </a:rPr>
            </a:br>
            <a:r>
              <a:rPr lang="en-US" sz="2000" dirty="0">
                <a:latin typeface="+mn-lt"/>
              </a:rPr>
              <a:t>any damages arising out of the use of, or otherwise related to, this publication or </a:t>
            </a:r>
            <a:br>
              <a:rPr lang="en-US" sz="2000" dirty="0">
                <a:latin typeface="+mn-lt"/>
              </a:rPr>
            </a:br>
            <a:r>
              <a:rPr lang="en-US" sz="2000" dirty="0">
                <a:latin typeface="+mn-lt"/>
              </a:rPr>
              <a:t>any other materials. Nothing contained in this publication is intended to, nor shall have the effect of, creating any warranties or representations from IBM or its suppliers or licensors, or altering the terms and conditions of the applicable license agreement governing the use of </a:t>
            </a:r>
            <a:br>
              <a:rPr lang="en-US" sz="2000" dirty="0">
                <a:latin typeface="+mn-lt"/>
              </a:rPr>
            </a:br>
            <a:r>
              <a:rPr lang="en-US" sz="2000" dirty="0">
                <a:latin typeface="+mn-lt"/>
              </a:rPr>
              <a:t>IBM software.</a:t>
            </a:r>
          </a:p>
          <a:p>
            <a:endParaRPr lang="en-US" dirty="0"/>
          </a:p>
        </p:txBody>
      </p:sp>
      <p:sp>
        <p:nvSpPr>
          <p:cNvPr id="7" name="TextBox 6">
            <a:extLst>
              <a:ext uri="{FF2B5EF4-FFF2-40B4-BE49-F238E27FC236}">
                <a16:creationId xmlns:a16="http://schemas.microsoft.com/office/drawing/2014/main" id="{06CA5F77-8BD1-2EF0-A86B-E5E064075C74}"/>
              </a:ext>
            </a:extLst>
          </p:cNvPr>
          <p:cNvSpPr txBox="1"/>
          <p:nvPr/>
        </p:nvSpPr>
        <p:spPr>
          <a:xfrm>
            <a:off x="553267" y="5059092"/>
            <a:ext cx="4971233" cy="920637"/>
          </a:xfrm>
          <a:prstGeom prst="rect">
            <a:avLst/>
          </a:prstGeom>
          <a:noFill/>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0" tIns="0" rIns="0" bIns="0">
            <a:spAutoFit/>
          </a:bodyPr>
          <a:lstStyle/>
          <a:p>
            <a:pPr>
              <a:lnSpc>
                <a:spcPct val="110000"/>
              </a:lnSpc>
            </a:pPr>
            <a:r>
              <a:rPr lang="en-US" sz="2800" dirty="0">
                <a:solidFill>
                  <a:schemeClr val="tx1"/>
                </a:solidFill>
                <a:latin typeface="IBM Plex Sans Light" panose="020B0403050203000203" pitchFamily="34" charset="0"/>
              </a:rPr>
              <a:t>IBM and Business Partner </a:t>
            </a:r>
            <a:br>
              <a:rPr lang="en-US" sz="2800" dirty="0">
                <a:solidFill>
                  <a:schemeClr val="tx1"/>
                </a:solidFill>
                <a:latin typeface="IBM Plex Sans Light" panose="020B0403050203000203" pitchFamily="34" charset="0"/>
              </a:rPr>
            </a:br>
            <a:r>
              <a:rPr lang="en-US" sz="2800" dirty="0">
                <a:solidFill>
                  <a:schemeClr val="accent6"/>
                </a:solidFill>
                <a:latin typeface="IBM Plex Sans Light" panose="020B0403050203000203" pitchFamily="34" charset="0"/>
              </a:rPr>
              <a:t>Internal Use Only</a:t>
            </a:r>
          </a:p>
        </p:txBody>
      </p:sp>
      <p:cxnSp>
        <p:nvCxnSpPr>
          <p:cNvPr id="8" name="Straight Connector 7">
            <a:extLst>
              <a:ext uri="{FF2B5EF4-FFF2-40B4-BE49-F238E27FC236}">
                <a16:creationId xmlns:a16="http://schemas.microsoft.com/office/drawing/2014/main" id="{BC5C1651-804D-5D23-019E-BA7837678616}"/>
              </a:ext>
            </a:extLst>
          </p:cNvPr>
          <p:cNvCxnSpPr/>
          <p:nvPr/>
        </p:nvCxnSpPr>
        <p:spPr bwMode="auto">
          <a:xfrm>
            <a:off x="12192000"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 name="Straight Connector 8">
            <a:extLst>
              <a:ext uri="{FF2B5EF4-FFF2-40B4-BE49-F238E27FC236}">
                <a16:creationId xmlns:a16="http://schemas.microsoft.com/office/drawing/2014/main" id="{6221CC60-A66D-5C7E-DF65-20BA8E13D9A8}"/>
              </a:ext>
            </a:extLst>
          </p:cNvPr>
          <p:cNvCxnSpPr/>
          <p:nvPr/>
        </p:nvCxnSpPr>
        <p:spPr bwMode="auto">
          <a:xfrm>
            <a:off x="18288000" y="569913"/>
            <a:ext cx="0" cy="11431587"/>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156118671"/>
      </p:ext>
    </p:extLst>
  </p:cSld>
  <p:clrMapOvr>
    <a:masterClrMapping/>
  </p:clrMapOvr>
  <p:transition spd="med" advTm="2287"/>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34041D5-EE80-C435-F390-2BB777CF5115}"/>
              </a:ext>
            </a:extLst>
          </p:cNvPr>
          <p:cNvSpPr>
            <a:spLocks noGrp="1"/>
          </p:cNvSpPr>
          <p:nvPr>
            <p:ph type="title"/>
          </p:nvPr>
        </p:nvSpPr>
        <p:spPr>
          <a:xfrm>
            <a:off x="576072" y="577850"/>
            <a:ext cx="5759413" cy="1334398"/>
          </a:xfrm>
        </p:spPr>
        <p:txBody>
          <a:bodyPr/>
          <a:lstStyle/>
          <a:p>
            <a:r>
              <a:rPr lang="en-US"/>
              <a:t>¿Qué es la IA?</a:t>
            </a:r>
            <a:endParaRPr lang="en-US" dirty="0"/>
          </a:p>
        </p:txBody>
      </p:sp>
      <p:sp>
        <p:nvSpPr>
          <p:cNvPr id="4" name="TextBox 3">
            <a:extLst>
              <a:ext uri="{FF2B5EF4-FFF2-40B4-BE49-F238E27FC236}">
                <a16:creationId xmlns:a16="http://schemas.microsoft.com/office/drawing/2014/main" id="{F357E478-AACF-B236-C0BB-6614C932A96D}"/>
              </a:ext>
            </a:extLst>
          </p:cNvPr>
          <p:cNvSpPr txBox="1"/>
          <p:nvPr/>
        </p:nvSpPr>
        <p:spPr>
          <a:xfrm>
            <a:off x="566738" y="2090048"/>
            <a:ext cx="6356576" cy="4308872"/>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a:spAutoFit/>
          </a:bodyPr>
          <a:lstStyle/>
          <a:p>
            <a:r>
              <a:rPr lang="es-ES" sz="4000" i="1"/>
              <a:t>La IA se refiere a la capacidad de los sistemas informáticos para intentar imitar las capacidades de resolución de problemas y toma de decisiones de la mente humana.</a:t>
            </a:r>
            <a:endParaRPr lang="en-US" sz="4000" i="1" dirty="0"/>
          </a:p>
        </p:txBody>
      </p:sp>
      <p:sp>
        <p:nvSpPr>
          <p:cNvPr id="8" name="TextBox 7">
            <a:extLst>
              <a:ext uri="{FF2B5EF4-FFF2-40B4-BE49-F238E27FC236}">
                <a16:creationId xmlns:a16="http://schemas.microsoft.com/office/drawing/2014/main" id="{F400895C-1066-EF18-DC7A-2D33D2B9AE2D}"/>
              </a:ext>
            </a:extLst>
          </p:cNvPr>
          <p:cNvSpPr txBox="1"/>
          <p:nvPr/>
        </p:nvSpPr>
        <p:spPr>
          <a:xfrm>
            <a:off x="13302615" y="4549402"/>
            <a:ext cx="3855720" cy="646331"/>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a:t>Visión artificial</a:t>
            </a:r>
            <a:endParaRPr lang="en-US" sz="3600" dirty="0"/>
          </a:p>
        </p:txBody>
      </p:sp>
      <p:sp>
        <p:nvSpPr>
          <p:cNvPr id="9" name="TextBox 8">
            <a:extLst>
              <a:ext uri="{FF2B5EF4-FFF2-40B4-BE49-F238E27FC236}">
                <a16:creationId xmlns:a16="http://schemas.microsoft.com/office/drawing/2014/main" id="{F4B8ABAD-AF1B-D94A-58F2-7818FBFFA54D}"/>
              </a:ext>
            </a:extLst>
          </p:cNvPr>
          <p:cNvSpPr txBox="1"/>
          <p:nvPr/>
        </p:nvSpPr>
        <p:spPr>
          <a:xfrm>
            <a:off x="19417285" y="10287000"/>
            <a:ext cx="3855720" cy="646331"/>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a:t>Robótica</a:t>
            </a:r>
            <a:endParaRPr lang="en-US" sz="3600" dirty="0"/>
          </a:p>
        </p:txBody>
      </p:sp>
      <p:sp>
        <p:nvSpPr>
          <p:cNvPr id="10" name="TextBox 9">
            <a:extLst>
              <a:ext uri="{FF2B5EF4-FFF2-40B4-BE49-F238E27FC236}">
                <a16:creationId xmlns:a16="http://schemas.microsoft.com/office/drawing/2014/main" id="{EFADFA4A-8194-9328-D17D-E5F1E9FB1EC5}"/>
              </a:ext>
            </a:extLst>
          </p:cNvPr>
          <p:cNvSpPr txBox="1"/>
          <p:nvPr/>
        </p:nvSpPr>
        <p:spPr>
          <a:xfrm>
            <a:off x="19408140" y="4549402"/>
            <a:ext cx="3855720" cy="646331"/>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a:t>Ciencia de datos</a:t>
            </a:r>
            <a:endParaRPr lang="en-US" sz="3600" dirty="0"/>
          </a:p>
        </p:txBody>
      </p:sp>
      <p:sp>
        <p:nvSpPr>
          <p:cNvPr id="11" name="TextBox 10">
            <a:extLst>
              <a:ext uri="{FF2B5EF4-FFF2-40B4-BE49-F238E27FC236}">
                <a16:creationId xmlns:a16="http://schemas.microsoft.com/office/drawing/2014/main" id="{CE5BDB6E-D3A2-E548-40BA-C19BFA5AF90E}"/>
              </a:ext>
            </a:extLst>
          </p:cNvPr>
          <p:cNvSpPr txBox="1"/>
          <p:nvPr/>
        </p:nvSpPr>
        <p:spPr>
          <a:xfrm>
            <a:off x="13320903" y="10224754"/>
            <a:ext cx="3855719" cy="1754326"/>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s-ES"/>
              <a:t>Procesamiento del lenguaje natural (PLN)</a:t>
            </a:r>
            <a:endParaRPr lang="en-US" sz="3600" dirty="0"/>
          </a:p>
        </p:txBody>
      </p:sp>
      <p:sp>
        <p:nvSpPr>
          <p:cNvPr id="17" name="Freeform 16">
            <a:extLst>
              <a:ext uri="{FF2B5EF4-FFF2-40B4-BE49-F238E27FC236}">
                <a16:creationId xmlns:a16="http://schemas.microsoft.com/office/drawing/2014/main" id="{7A0D0EB1-6131-C6D6-F345-FC0D0001ECF9}"/>
              </a:ext>
            </a:extLst>
          </p:cNvPr>
          <p:cNvSpPr>
            <a:spLocks noChangeAspect="1"/>
          </p:cNvSpPr>
          <p:nvPr/>
        </p:nvSpPr>
        <p:spPr>
          <a:xfrm>
            <a:off x="20638426" y="8056319"/>
            <a:ext cx="1188720" cy="1188720"/>
          </a:xfrm>
          <a:custGeom>
            <a:avLst/>
            <a:gdLst>
              <a:gd name="connsiteX0" fmla="*/ 1957682 w 1980895"/>
              <a:gd name="connsiteY0" fmla="*/ 1980896 h 1980895"/>
              <a:gd name="connsiteX1" fmla="*/ 23214 w 1980895"/>
              <a:gd name="connsiteY1" fmla="*/ 1980896 h 1980895"/>
              <a:gd name="connsiteX2" fmla="*/ 0 w 1980895"/>
              <a:gd name="connsiteY2" fmla="*/ 1957682 h 1980895"/>
              <a:gd name="connsiteX3" fmla="*/ 3095 w 1980895"/>
              <a:gd name="connsiteY3" fmla="*/ 1945624 h 1980895"/>
              <a:gd name="connsiteX4" fmla="*/ 151727 w 1980895"/>
              <a:gd name="connsiteY4" fmla="*/ 1688146 h 1980895"/>
              <a:gd name="connsiteX5" fmla="*/ 171845 w 1980895"/>
              <a:gd name="connsiteY5" fmla="*/ 1676475 h 1980895"/>
              <a:gd name="connsiteX6" fmla="*/ 967234 w 1980895"/>
              <a:gd name="connsiteY6" fmla="*/ 1676475 h 1980895"/>
              <a:gd name="connsiteX7" fmla="*/ 967234 w 1980895"/>
              <a:gd name="connsiteY7" fmla="*/ 1377342 h 1980895"/>
              <a:gd name="connsiteX8" fmla="*/ 990448 w 1980895"/>
              <a:gd name="connsiteY8" fmla="*/ 1354128 h 1980895"/>
              <a:gd name="connsiteX9" fmla="*/ 1222649 w 1980895"/>
              <a:gd name="connsiteY9" fmla="*/ 1354128 h 1980895"/>
              <a:gd name="connsiteX10" fmla="*/ 1057316 w 1980895"/>
              <a:gd name="connsiteY10" fmla="*/ 1067246 h 1980895"/>
              <a:gd name="connsiteX11" fmla="*/ 1057638 w 1980895"/>
              <a:gd name="connsiteY11" fmla="*/ 871414 h 1980895"/>
              <a:gd name="connsiteX12" fmla="*/ 1129149 w 1980895"/>
              <a:gd name="connsiteY12" fmla="*/ 799838 h 1980895"/>
              <a:gd name="connsiteX13" fmla="*/ 1165646 w 1980895"/>
              <a:gd name="connsiteY13" fmla="*/ 783589 h 1980895"/>
              <a:gd name="connsiteX14" fmla="*/ 1383532 w 1980895"/>
              <a:gd name="connsiteY14" fmla="*/ 406238 h 1980895"/>
              <a:gd name="connsiteX15" fmla="*/ 1368185 w 1980895"/>
              <a:gd name="connsiteY15" fmla="*/ 368903 h 1980895"/>
              <a:gd name="connsiteX16" fmla="*/ 930673 w 1980895"/>
              <a:gd name="connsiteY16" fmla="*/ 368903 h 1980895"/>
              <a:gd name="connsiteX17" fmla="*/ 732583 w 1980895"/>
              <a:gd name="connsiteY17" fmla="*/ 497868 h 1980895"/>
              <a:gd name="connsiteX18" fmla="*/ 693507 w 1980895"/>
              <a:gd name="connsiteY18" fmla="*/ 494321 h 1980895"/>
              <a:gd name="connsiteX19" fmla="*/ 577116 w 1980895"/>
              <a:gd name="connsiteY19" fmla="*/ 695699 h 1980895"/>
              <a:gd name="connsiteX20" fmla="*/ 602007 w 1980895"/>
              <a:gd name="connsiteY20" fmla="*/ 754959 h 1980895"/>
              <a:gd name="connsiteX21" fmla="*/ 578793 w 1980895"/>
              <a:gd name="connsiteY21" fmla="*/ 909716 h 1980895"/>
              <a:gd name="connsiteX22" fmla="*/ 482199 w 1980895"/>
              <a:gd name="connsiteY22" fmla="*/ 1075758 h 1980895"/>
              <a:gd name="connsiteX23" fmla="*/ 450538 w 1980895"/>
              <a:gd name="connsiteY23" fmla="*/ 1084205 h 1980895"/>
              <a:gd name="connsiteX24" fmla="*/ 313255 w 1980895"/>
              <a:gd name="connsiteY24" fmla="*/ 1004956 h 1980895"/>
              <a:gd name="connsiteX25" fmla="*/ 261089 w 1980895"/>
              <a:gd name="connsiteY25" fmla="*/ 1095296 h 1980895"/>
              <a:gd name="connsiteX26" fmla="*/ 309128 w 1980895"/>
              <a:gd name="connsiteY26" fmla="*/ 1167903 h 1980895"/>
              <a:gd name="connsiteX27" fmla="*/ 297457 w 1980895"/>
              <a:gd name="connsiteY27" fmla="*/ 1280941 h 1980895"/>
              <a:gd name="connsiteX28" fmla="*/ 263862 w 1980895"/>
              <a:gd name="connsiteY28" fmla="*/ 1342844 h 1980895"/>
              <a:gd name="connsiteX29" fmla="*/ 249933 w 1980895"/>
              <a:gd name="connsiteY29" fmla="*/ 1354128 h 1980895"/>
              <a:gd name="connsiteX30" fmla="*/ 149148 w 1980895"/>
              <a:gd name="connsiteY30" fmla="*/ 1383983 h 1980895"/>
              <a:gd name="connsiteX31" fmla="*/ 135993 w 1980895"/>
              <a:gd name="connsiteY31" fmla="*/ 1339555 h 1980895"/>
              <a:gd name="connsiteX32" fmla="*/ 227880 w 1980895"/>
              <a:gd name="connsiteY32" fmla="*/ 1312279 h 1980895"/>
              <a:gd name="connsiteX33" fmla="*/ 256704 w 1980895"/>
              <a:gd name="connsiteY33" fmla="*/ 1258823 h 1980895"/>
              <a:gd name="connsiteX34" fmla="*/ 264700 w 1980895"/>
              <a:gd name="connsiteY34" fmla="*/ 1181187 h 1980895"/>
              <a:gd name="connsiteX35" fmla="*/ 215629 w 1980895"/>
              <a:gd name="connsiteY35" fmla="*/ 1120509 h 1980895"/>
              <a:gd name="connsiteX36" fmla="*/ 137928 w 1980895"/>
              <a:gd name="connsiteY36" fmla="*/ 1112513 h 1980895"/>
              <a:gd name="connsiteX37" fmla="*/ 77250 w 1980895"/>
              <a:gd name="connsiteY37" fmla="*/ 1161648 h 1980895"/>
              <a:gd name="connsiteX38" fmla="*/ 48233 w 1980895"/>
              <a:gd name="connsiteY38" fmla="*/ 1215104 h 1980895"/>
              <a:gd name="connsiteX39" fmla="*/ 75315 w 1980895"/>
              <a:gd name="connsiteY39" fmla="*/ 1306605 h 1980895"/>
              <a:gd name="connsiteX40" fmla="*/ 30823 w 1980895"/>
              <a:gd name="connsiteY40" fmla="*/ 1319823 h 1980895"/>
              <a:gd name="connsiteX41" fmla="*/ 967 w 1980895"/>
              <a:gd name="connsiteY41" fmla="*/ 1219102 h 1980895"/>
              <a:gd name="connsiteX42" fmla="*/ 2837 w 1980895"/>
              <a:gd name="connsiteY42" fmla="*/ 1201434 h 1980895"/>
              <a:gd name="connsiteX43" fmla="*/ 36432 w 1980895"/>
              <a:gd name="connsiteY43" fmla="*/ 1139531 h 1980895"/>
              <a:gd name="connsiteX44" fmla="*/ 124709 w 1980895"/>
              <a:gd name="connsiteY44" fmla="*/ 1068149 h 1980895"/>
              <a:gd name="connsiteX45" fmla="*/ 221045 w 1980895"/>
              <a:gd name="connsiteY45" fmla="*/ 1072083 h 1980895"/>
              <a:gd name="connsiteX46" fmla="*/ 273018 w 1980895"/>
              <a:gd name="connsiteY46" fmla="*/ 982001 h 1980895"/>
              <a:gd name="connsiteX47" fmla="*/ 133801 w 1980895"/>
              <a:gd name="connsiteY47" fmla="*/ 901656 h 1980895"/>
              <a:gd name="connsiteX48" fmla="*/ 122968 w 1980895"/>
              <a:gd name="connsiteY48" fmla="*/ 887341 h 1980895"/>
              <a:gd name="connsiteX49" fmla="*/ 125611 w 1980895"/>
              <a:gd name="connsiteY49" fmla="*/ 869544 h 1980895"/>
              <a:gd name="connsiteX50" fmla="*/ 228590 w 1980895"/>
              <a:gd name="connsiteY50" fmla="*/ 698666 h 1980895"/>
              <a:gd name="connsiteX51" fmla="*/ 354653 w 1980895"/>
              <a:gd name="connsiteY51" fmla="*/ 606005 h 1980895"/>
              <a:gd name="connsiteX52" fmla="*/ 425841 w 1980895"/>
              <a:gd name="connsiteY52" fmla="*/ 601039 h 1980895"/>
              <a:gd name="connsiteX53" fmla="*/ 546423 w 1980895"/>
              <a:gd name="connsiteY53" fmla="*/ 392246 h 1980895"/>
              <a:gd name="connsiteX54" fmla="*/ 515858 w 1980895"/>
              <a:gd name="connsiteY54" fmla="*/ 281143 h 1980895"/>
              <a:gd name="connsiteX55" fmla="*/ 732519 w 1980895"/>
              <a:gd name="connsiteY55" fmla="*/ 64482 h 1980895"/>
              <a:gd name="connsiteX56" fmla="*/ 930608 w 1980895"/>
              <a:gd name="connsiteY56" fmla="*/ 193447 h 1980895"/>
              <a:gd name="connsiteX57" fmla="*/ 1368121 w 1980895"/>
              <a:gd name="connsiteY57" fmla="*/ 193447 h 1980895"/>
              <a:gd name="connsiteX58" fmla="*/ 1635271 w 1980895"/>
              <a:gd name="connsiteY58" fmla="*/ 0 h 1980895"/>
              <a:gd name="connsiteX59" fmla="*/ 1916414 w 1980895"/>
              <a:gd name="connsiteY59" fmla="*/ 281143 h 1980895"/>
              <a:gd name="connsiteX60" fmla="*/ 1638237 w 1980895"/>
              <a:gd name="connsiteY60" fmla="*/ 562286 h 1980895"/>
              <a:gd name="connsiteX61" fmla="*/ 1428025 w 1980895"/>
              <a:gd name="connsiteY61" fmla="*/ 926417 h 1980895"/>
              <a:gd name="connsiteX62" fmla="*/ 1674540 w 1980895"/>
              <a:gd name="connsiteY62" fmla="*/ 1354128 h 1980895"/>
              <a:gd name="connsiteX63" fmla="*/ 1828718 w 1980895"/>
              <a:gd name="connsiteY63" fmla="*/ 1354128 h 1980895"/>
              <a:gd name="connsiteX64" fmla="*/ 1851931 w 1980895"/>
              <a:gd name="connsiteY64" fmla="*/ 1377342 h 1980895"/>
              <a:gd name="connsiteX65" fmla="*/ 1851931 w 1980895"/>
              <a:gd name="connsiteY65" fmla="*/ 1676539 h 1980895"/>
              <a:gd name="connsiteX66" fmla="*/ 1957682 w 1980895"/>
              <a:gd name="connsiteY66" fmla="*/ 1676539 h 1980895"/>
              <a:gd name="connsiteX67" fmla="*/ 1980896 w 1980895"/>
              <a:gd name="connsiteY67" fmla="*/ 1699753 h 1980895"/>
              <a:gd name="connsiteX68" fmla="*/ 1980896 w 1980895"/>
              <a:gd name="connsiteY68" fmla="*/ 1957682 h 1980895"/>
              <a:gd name="connsiteX69" fmla="*/ 1957682 w 1980895"/>
              <a:gd name="connsiteY69" fmla="*/ 1980896 h 1980895"/>
              <a:gd name="connsiteX70" fmla="*/ 63193 w 1980895"/>
              <a:gd name="connsiteY70" fmla="*/ 1934468 h 1980895"/>
              <a:gd name="connsiteX71" fmla="*/ 1934468 w 1980895"/>
              <a:gd name="connsiteY71" fmla="*/ 1934468 h 1980895"/>
              <a:gd name="connsiteX72" fmla="*/ 1934468 w 1980895"/>
              <a:gd name="connsiteY72" fmla="*/ 1722967 h 1980895"/>
              <a:gd name="connsiteX73" fmla="*/ 185258 w 1980895"/>
              <a:gd name="connsiteY73" fmla="*/ 1722967 h 1980895"/>
              <a:gd name="connsiteX74" fmla="*/ 63193 w 1980895"/>
              <a:gd name="connsiteY74" fmla="*/ 1934468 h 1980895"/>
              <a:gd name="connsiteX75" fmla="*/ 1013662 w 1980895"/>
              <a:gd name="connsiteY75" fmla="*/ 1676539 h 1980895"/>
              <a:gd name="connsiteX76" fmla="*/ 1805504 w 1980895"/>
              <a:gd name="connsiteY76" fmla="*/ 1676539 h 1980895"/>
              <a:gd name="connsiteX77" fmla="*/ 1805504 w 1980895"/>
              <a:gd name="connsiteY77" fmla="*/ 1400555 h 1980895"/>
              <a:gd name="connsiteX78" fmla="*/ 1013662 w 1980895"/>
              <a:gd name="connsiteY78" fmla="*/ 1400555 h 1980895"/>
              <a:gd name="connsiteX79" fmla="*/ 1013662 w 1980895"/>
              <a:gd name="connsiteY79" fmla="*/ 1676539 h 1980895"/>
              <a:gd name="connsiteX80" fmla="*/ 1276233 w 1980895"/>
              <a:gd name="connsiteY80" fmla="*/ 1354128 h 1980895"/>
              <a:gd name="connsiteX81" fmla="*/ 1621020 w 1980895"/>
              <a:gd name="connsiteY81" fmla="*/ 1354128 h 1980895"/>
              <a:gd name="connsiteX82" fmla="*/ 1356320 w 1980895"/>
              <a:gd name="connsiteY82" fmla="*/ 894821 h 1980895"/>
              <a:gd name="connsiteX83" fmla="*/ 1302220 w 1980895"/>
              <a:gd name="connsiteY83" fmla="*/ 840656 h 1980895"/>
              <a:gd name="connsiteX84" fmla="*/ 1152363 w 1980895"/>
              <a:gd name="connsiteY84" fmla="*/ 840075 h 1980895"/>
              <a:gd name="connsiteX85" fmla="*/ 1097811 w 1980895"/>
              <a:gd name="connsiteY85" fmla="*/ 894692 h 1980895"/>
              <a:gd name="connsiteX86" fmla="*/ 1097488 w 1980895"/>
              <a:gd name="connsiteY86" fmla="*/ 1044033 h 1980895"/>
              <a:gd name="connsiteX87" fmla="*/ 1276233 w 1980895"/>
              <a:gd name="connsiteY87" fmla="*/ 1354128 h 1980895"/>
              <a:gd name="connsiteX88" fmla="*/ 177520 w 1980895"/>
              <a:gd name="connsiteY88" fmla="*/ 872961 h 1980895"/>
              <a:gd name="connsiteX89" fmla="*/ 453697 w 1980895"/>
              <a:gd name="connsiteY89" fmla="*/ 1032426 h 1980895"/>
              <a:gd name="connsiteX90" fmla="*/ 538878 w 1980895"/>
              <a:gd name="connsiteY90" fmla="*/ 886051 h 1980895"/>
              <a:gd name="connsiteX91" fmla="*/ 556998 w 1980895"/>
              <a:gd name="connsiteY91" fmla="*/ 766114 h 1980895"/>
              <a:gd name="connsiteX92" fmla="*/ 485423 w 1980895"/>
              <a:gd name="connsiteY92" fmla="*/ 668681 h 1980895"/>
              <a:gd name="connsiteX93" fmla="*/ 365808 w 1980895"/>
              <a:gd name="connsiteY93" fmla="*/ 650755 h 1980895"/>
              <a:gd name="connsiteX94" fmla="*/ 268311 w 1980895"/>
              <a:gd name="connsiteY94" fmla="*/ 722331 h 1980895"/>
              <a:gd name="connsiteX95" fmla="*/ 177520 w 1980895"/>
              <a:gd name="connsiteY95" fmla="*/ 872961 h 1980895"/>
              <a:gd name="connsiteX96" fmla="*/ 1226517 w 1980895"/>
              <a:gd name="connsiteY96" fmla="*/ 773916 h 1980895"/>
              <a:gd name="connsiteX97" fmla="*/ 1325433 w 1980895"/>
              <a:gd name="connsiteY97" fmla="*/ 800483 h 1980895"/>
              <a:gd name="connsiteX98" fmla="*/ 1396428 w 1980895"/>
              <a:gd name="connsiteY98" fmla="*/ 871672 h 1980895"/>
              <a:gd name="connsiteX99" fmla="*/ 1401200 w 1980895"/>
              <a:gd name="connsiteY99" fmla="*/ 879990 h 1980895"/>
              <a:gd name="connsiteX100" fmla="*/ 1587038 w 1980895"/>
              <a:gd name="connsiteY100" fmla="*/ 558223 h 1980895"/>
              <a:gd name="connsiteX101" fmla="*/ 1411259 w 1980895"/>
              <a:gd name="connsiteY101" fmla="*/ 450925 h 1980895"/>
              <a:gd name="connsiteX102" fmla="*/ 1224777 w 1980895"/>
              <a:gd name="connsiteY102" fmla="*/ 773916 h 1980895"/>
              <a:gd name="connsiteX103" fmla="*/ 1226517 w 1980895"/>
              <a:gd name="connsiteY103" fmla="*/ 773916 h 1980895"/>
              <a:gd name="connsiteX104" fmla="*/ 473171 w 1980895"/>
              <a:gd name="connsiteY104" fmla="*/ 611614 h 1980895"/>
              <a:gd name="connsiteX105" fmla="*/ 509410 w 1980895"/>
              <a:gd name="connsiteY105" fmla="*/ 628960 h 1980895"/>
              <a:gd name="connsiteX106" fmla="*/ 545907 w 1980895"/>
              <a:gd name="connsiteY106" fmla="*/ 657010 h 1980895"/>
              <a:gd name="connsiteX107" fmla="*/ 647789 w 1980895"/>
              <a:gd name="connsiteY107" fmla="*/ 480586 h 1980895"/>
              <a:gd name="connsiteX108" fmla="*/ 576923 w 1980895"/>
              <a:gd name="connsiteY108" fmla="*/ 431773 h 1980895"/>
              <a:gd name="connsiteX109" fmla="*/ 473171 w 1980895"/>
              <a:gd name="connsiteY109" fmla="*/ 611614 h 1980895"/>
              <a:gd name="connsiteX110" fmla="*/ 1635271 w 1980895"/>
              <a:gd name="connsiteY110" fmla="*/ 46427 h 1980895"/>
              <a:gd name="connsiteX111" fmla="*/ 1400555 w 1980895"/>
              <a:gd name="connsiteY111" fmla="*/ 281143 h 1980895"/>
              <a:gd name="connsiteX112" fmla="*/ 1635271 w 1980895"/>
              <a:gd name="connsiteY112" fmla="*/ 515858 h 1980895"/>
              <a:gd name="connsiteX113" fmla="*/ 1869986 w 1980895"/>
              <a:gd name="connsiteY113" fmla="*/ 281143 h 1980895"/>
              <a:gd name="connsiteX114" fmla="*/ 1635271 w 1980895"/>
              <a:gd name="connsiteY114" fmla="*/ 46427 h 1980895"/>
              <a:gd name="connsiteX115" fmla="*/ 732519 w 1980895"/>
              <a:gd name="connsiteY115" fmla="*/ 110910 h 1980895"/>
              <a:gd name="connsiteX116" fmla="*/ 562286 w 1980895"/>
              <a:gd name="connsiteY116" fmla="*/ 281143 h 1980895"/>
              <a:gd name="connsiteX117" fmla="*/ 732519 w 1980895"/>
              <a:gd name="connsiteY117" fmla="*/ 451376 h 1980895"/>
              <a:gd name="connsiteX118" fmla="*/ 902752 w 1980895"/>
              <a:gd name="connsiteY118" fmla="*/ 281143 h 1980895"/>
              <a:gd name="connsiteX119" fmla="*/ 732519 w 1980895"/>
              <a:gd name="connsiteY119" fmla="*/ 110910 h 1980895"/>
              <a:gd name="connsiteX120" fmla="*/ 945246 w 1980895"/>
              <a:gd name="connsiteY120" fmla="*/ 322411 h 1980895"/>
              <a:gd name="connsiteX121" fmla="*/ 1357159 w 1980895"/>
              <a:gd name="connsiteY121" fmla="*/ 322411 h 1980895"/>
              <a:gd name="connsiteX122" fmla="*/ 1354128 w 1980895"/>
              <a:gd name="connsiteY122" fmla="*/ 281143 h 1980895"/>
              <a:gd name="connsiteX123" fmla="*/ 1357159 w 1980895"/>
              <a:gd name="connsiteY123" fmla="*/ 239874 h 1980895"/>
              <a:gd name="connsiteX124" fmla="*/ 945246 w 1980895"/>
              <a:gd name="connsiteY124" fmla="*/ 239874 h 1980895"/>
              <a:gd name="connsiteX125" fmla="*/ 949179 w 1980895"/>
              <a:gd name="connsiteY125" fmla="*/ 281143 h 1980895"/>
              <a:gd name="connsiteX126" fmla="*/ 945246 w 1980895"/>
              <a:gd name="connsiteY126" fmla="*/ 322411 h 1980895"/>
              <a:gd name="connsiteX127" fmla="*/ 764760 w 1980895"/>
              <a:gd name="connsiteY127" fmla="*/ 281143 h 1980895"/>
              <a:gd name="connsiteX128" fmla="*/ 732519 w 1980895"/>
              <a:gd name="connsiteY128" fmla="*/ 313384 h 1980895"/>
              <a:gd name="connsiteX129" fmla="*/ 700278 w 1980895"/>
              <a:gd name="connsiteY129" fmla="*/ 281143 h 1980895"/>
              <a:gd name="connsiteX130" fmla="*/ 732519 w 1980895"/>
              <a:gd name="connsiteY130" fmla="*/ 248902 h 1980895"/>
              <a:gd name="connsiteX131" fmla="*/ 764760 w 1980895"/>
              <a:gd name="connsiteY131" fmla="*/ 281143 h 1980895"/>
              <a:gd name="connsiteX132" fmla="*/ 1635271 w 1980895"/>
              <a:gd name="connsiteY132" fmla="*/ 248902 h 1980895"/>
              <a:gd name="connsiteX133" fmla="*/ 1603030 w 1980895"/>
              <a:gd name="connsiteY133" fmla="*/ 281143 h 1980895"/>
              <a:gd name="connsiteX134" fmla="*/ 1635271 w 1980895"/>
              <a:gd name="connsiteY134" fmla="*/ 313384 h 1980895"/>
              <a:gd name="connsiteX135" fmla="*/ 1667512 w 1980895"/>
              <a:gd name="connsiteY135" fmla="*/ 281143 h 1980895"/>
              <a:gd name="connsiteX136" fmla="*/ 1635271 w 1980895"/>
              <a:gd name="connsiteY136" fmla="*/ 248902 h 1980895"/>
              <a:gd name="connsiteX137" fmla="*/ 1216136 w 1980895"/>
              <a:gd name="connsiteY137" fmla="*/ 958207 h 1980895"/>
              <a:gd name="connsiteX138" fmla="*/ 1183895 w 1980895"/>
              <a:gd name="connsiteY138" fmla="*/ 990448 h 1980895"/>
              <a:gd name="connsiteX139" fmla="*/ 1216136 w 1980895"/>
              <a:gd name="connsiteY139" fmla="*/ 1022689 h 1980895"/>
              <a:gd name="connsiteX140" fmla="*/ 1248377 w 1980895"/>
              <a:gd name="connsiteY140" fmla="*/ 990448 h 1980895"/>
              <a:gd name="connsiteX141" fmla="*/ 1216136 w 1980895"/>
              <a:gd name="connsiteY141" fmla="*/ 958207 h 198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1980895" h="1980895">
                <a:moveTo>
                  <a:pt x="1957682" y="1980896"/>
                </a:moveTo>
                <a:lnTo>
                  <a:pt x="23214" y="1980896"/>
                </a:lnTo>
                <a:cubicBezTo>
                  <a:pt x="10382" y="1980896"/>
                  <a:pt x="0" y="1970514"/>
                  <a:pt x="0" y="1957682"/>
                </a:cubicBezTo>
                <a:cubicBezTo>
                  <a:pt x="0" y="1953620"/>
                  <a:pt x="1096" y="1949170"/>
                  <a:pt x="3095" y="1945624"/>
                </a:cubicBezTo>
                <a:lnTo>
                  <a:pt x="151727" y="1688146"/>
                </a:lnTo>
                <a:cubicBezTo>
                  <a:pt x="155854" y="1680989"/>
                  <a:pt x="163592" y="1676475"/>
                  <a:pt x="171845" y="1676475"/>
                </a:cubicBezTo>
                <a:lnTo>
                  <a:pt x="967234" y="1676475"/>
                </a:lnTo>
                <a:lnTo>
                  <a:pt x="967234" y="1377342"/>
                </a:lnTo>
                <a:cubicBezTo>
                  <a:pt x="967234" y="1364510"/>
                  <a:pt x="977616" y="1354128"/>
                  <a:pt x="990448" y="1354128"/>
                </a:cubicBezTo>
                <a:lnTo>
                  <a:pt x="1222649" y="1354128"/>
                </a:lnTo>
                <a:lnTo>
                  <a:pt x="1057316" y="1067246"/>
                </a:lnTo>
                <a:cubicBezTo>
                  <a:pt x="1023011" y="1007729"/>
                  <a:pt x="1023140" y="930802"/>
                  <a:pt x="1057638" y="871414"/>
                </a:cubicBezTo>
                <a:cubicBezTo>
                  <a:pt x="1074984" y="841623"/>
                  <a:pt x="1099681" y="816862"/>
                  <a:pt x="1129149" y="799838"/>
                </a:cubicBezTo>
                <a:cubicBezTo>
                  <a:pt x="1140885" y="793132"/>
                  <a:pt x="1153072" y="787716"/>
                  <a:pt x="1165646" y="783589"/>
                </a:cubicBezTo>
                <a:lnTo>
                  <a:pt x="1383532" y="406238"/>
                </a:lnTo>
                <a:cubicBezTo>
                  <a:pt x="1377535" y="394245"/>
                  <a:pt x="1372376" y="381800"/>
                  <a:pt x="1368185" y="368903"/>
                </a:cubicBezTo>
                <a:lnTo>
                  <a:pt x="930673" y="368903"/>
                </a:lnTo>
                <a:cubicBezTo>
                  <a:pt x="896949" y="444799"/>
                  <a:pt x="820859" y="497868"/>
                  <a:pt x="732583" y="497868"/>
                </a:cubicBezTo>
                <a:cubicBezTo>
                  <a:pt x="719235" y="497868"/>
                  <a:pt x="706145" y="496643"/>
                  <a:pt x="693507" y="494321"/>
                </a:cubicBezTo>
                <a:lnTo>
                  <a:pt x="577116" y="695699"/>
                </a:lnTo>
                <a:cubicBezTo>
                  <a:pt x="588336" y="713754"/>
                  <a:pt x="596784" y="733679"/>
                  <a:pt x="602007" y="754959"/>
                </a:cubicBezTo>
                <a:cubicBezTo>
                  <a:pt x="615161" y="808156"/>
                  <a:pt x="606907" y="863095"/>
                  <a:pt x="578793" y="909716"/>
                </a:cubicBezTo>
                <a:lnTo>
                  <a:pt x="482199" y="1075758"/>
                </a:lnTo>
                <a:cubicBezTo>
                  <a:pt x="475815" y="1086913"/>
                  <a:pt x="461693" y="1090718"/>
                  <a:pt x="450538" y="1084205"/>
                </a:cubicBezTo>
                <a:lnTo>
                  <a:pt x="313255" y="1004956"/>
                </a:lnTo>
                <a:lnTo>
                  <a:pt x="261089" y="1095296"/>
                </a:lnTo>
                <a:cubicBezTo>
                  <a:pt x="283851" y="1113932"/>
                  <a:pt x="300552" y="1138951"/>
                  <a:pt x="309128" y="1167903"/>
                </a:cubicBezTo>
                <a:cubicBezTo>
                  <a:pt x="320477" y="1206077"/>
                  <a:pt x="316286" y="1246185"/>
                  <a:pt x="297457" y="1280941"/>
                </a:cubicBezTo>
                <a:lnTo>
                  <a:pt x="263862" y="1342844"/>
                </a:lnTo>
                <a:cubicBezTo>
                  <a:pt x="260895" y="1346841"/>
                  <a:pt x="254705" y="1352709"/>
                  <a:pt x="249933" y="1354128"/>
                </a:cubicBezTo>
                <a:lnTo>
                  <a:pt x="149148" y="1383983"/>
                </a:lnTo>
                <a:lnTo>
                  <a:pt x="135993" y="1339555"/>
                </a:lnTo>
                <a:lnTo>
                  <a:pt x="227880" y="1312279"/>
                </a:lnTo>
                <a:lnTo>
                  <a:pt x="256704" y="1258823"/>
                </a:lnTo>
                <a:cubicBezTo>
                  <a:pt x="269600" y="1235029"/>
                  <a:pt x="272438" y="1207431"/>
                  <a:pt x="264700" y="1181187"/>
                </a:cubicBezTo>
                <a:cubicBezTo>
                  <a:pt x="256897" y="1155007"/>
                  <a:pt x="239487" y="1133405"/>
                  <a:pt x="215629" y="1120509"/>
                </a:cubicBezTo>
                <a:cubicBezTo>
                  <a:pt x="191770" y="1107612"/>
                  <a:pt x="164236" y="1104839"/>
                  <a:pt x="137928" y="1112513"/>
                </a:cubicBezTo>
                <a:cubicBezTo>
                  <a:pt x="111683" y="1120315"/>
                  <a:pt x="90146" y="1137790"/>
                  <a:pt x="77250" y="1161648"/>
                </a:cubicBezTo>
                <a:lnTo>
                  <a:pt x="48233" y="1215104"/>
                </a:lnTo>
                <a:lnTo>
                  <a:pt x="75315" y="1306605"/>
                </a:lnTo>
                <a:lnTo>
                  <a:pt x="30823" y="1319823"/>
                </a:lnTo>
                <a:lnTo>
                  <a:pt x="967" y="1219102"/>
                </a:lnTo>
                <a:cubicBezTo>
                  <a:pt x="-774" y="1213170"/>
                  <a:pt x="-129" y="1206850"/>
                  <a:pt x="2837" y="1201434"/>
                </a:cubicBezTo>
                <a:lnTo>
                  <a:pt x="36432" y="1139531"/>
                </a:lnTo>
                <a:cubicBezTo>
                  <a:pt x="55261" y="1104839"/>
                  <a:pt x="86600" y="1079369"/>
                  <a:pt x="124709" y="1068149"/>
                </a:cubicBezTo>
                <a:cubicBezTo>
                  <a:pt x="156885" y="1058477"/>
                  <a:pt x="190481" y="1059960"/>
                  <a:pt x="221045" y="1072083"/>
                </a:cubicBezTo>
                <a:lnTo>
                  <a:pt x="273018" y="982001"/>
                </a:lnTo>
                <a:lnTo>
                  <a:pt x="133801" y="901656"/>
                </a:lnTo>
                <a:cubicBezTo>
                  <a:pt x="128449" y="898561"/>
                  <a:pt x="124515" y="893402"/>
                  <a:pt x="122968" y="887341"/>
                </a:cubicBezTo>
                <a:cubicBezTo>
                  <a:pt x="121420" y="881279"/>
                  <a:pt x="122323" y="874896"/>
                  <a:pt x="125611" y="869544"/>
                </a:cubicBezTo>
                <a:lnTo>
                  <a:pt x="228590" y="698666"/>
                </a:lnTo>
                <a:cubicBezTo>
                  <a:pt x="256704" y="652045"/>
                  <a:pt x="301455" y="619159"/>
                  <a:pt x="354653" y="606005"/>
                </a:cubicBezTo>
                <a:cubicBezTo>
                  <a:pt x="378382" y="600201"/>
                  <a:pt x="402498" y="598525"/>
                  <a:pt x="425841" y="601039"/>
                </a:cubicBezTo>
                <a:lnTo>
                  <a:pt x="546423" y="392246"/>
                </a:lnTo>
                <a:cubicBezTo>
                  <a:pt x="527014" y="359489"/>
                  <a:pt x="515858" y="321573"/>
                  <a:pt x="515858" y="281143"/>
                </a:cubicBezTo>
                <a:cubicBezTo>
                  <a:pt x="515858" y="161657"/>
                  <a:pt x="613033" y="64482"/>
                  <a:pt x="732519" y="64482"/>
                </a:cubicBezTo>
                <a:cubicBezTo>
                  <a:pt x="820795" y="64482"/>
                  <a:pt x="896884" y="117551"/>
                  <a:pt x="930608" y="193447"/>
                </a:cubicBezTo>
                <a:lnTo>
                  <a:pt x="1368121" y="193447"/>
                </a:lnTo>
                <a:cubicBezTo>
                  <a:pt x="1405005" y="81248"/>
                  <a:pt x="1510820" y="0"/>
                  <a:pt x="1635271" y="0"/>
                </a:cubicBezTo>
                <a:cubicBezTo>
                  <a:pt x="1790286" y="0"/>
                  <a:pt x="1916414" y="126127"/>
                  <a:pt x="1916414" y="281143"/>
                </a:cubicBezTo>
                <a:cubicBezTo>
                  <a:pt x="1916414" y="435191"/>
                  <a:pt x="1791834" y="560673"/>
                  <a:pt x="1638237" y="562286"/>
                </a:cubicBezTo>
                <a:lnTo>
                  <a:pt x="1428025" y="926417"/>
                </a:lnTo>
                <a:lnTo>
                  <a:pt x="1674540" y="1354128"/>
                </a:lnTo>
                <a:lnTo>
                  <a:pt x="1828718" y="1354128"/>
                </a:lnTo>
                <a:cubicBezTo>
                  <a:pt x="1841549" y="1354128"/>
                  <a:pt x="1851931" y="1364510"/>
                  <a:pt x="1851931" y="1377342"/>
                </a:cubicBezTo>
                <a:lnTo>
                  <a:pt x="1851931" y="1676539"/>
                </a:lnTo>
                <a:lnTo>
                  <a:pt x="1957682" y="1676539"/>
                </a:lnTo>
                <a:cubicBezTo>
                  <a:pt x="1970514" y="1676539"/>
                  <a:pt x="1980896" y="1686921"/>
                  <a:pt x="1980896" y="1699753"/>
                </a:cubicBezTo>
                <a:lnTo>
                  <a:pt x="1980896" y="1957682"/>
                </a:lnTo>
                <a:cubicBezTo>
                  <a:pt x="1980896" y="1970514"/>
                  <a:pt x="1970514" y="1980896"/>
                  <a:pt x="1957682" y="1980896"/>
                </a:cubicBezTo>
                <a:close/>
                <a:moveTo>
                  <a:pt x="63193" y="1934468"/>
                </a:moveTo>
                <a:lnTo>
                  <a:pt x="1934468" y="1934468"/>
                </a:lnTo>
                <a:lnTo>
                  <a:pt x="1934468" y="1722967"/>
                </a:lnTo>
                <a:lnTo>
                  <a:pt x="185258" y="1722967"/>
                </a:lnTo>
                <a:lnTo>
                  <a:pt x="63193" y="1934468"/>
                </a:lnTo>
                <a:close/>
                <a:moveTo>
                  <a:pt x="1013662" y="1676539"/>
                </a:moveTo>
                <a:lnTo>
                  <a:pt x="1805504" y="1676539"/>
                </a:lnTo>
                <a:lnTo>
                  <a:pt x="1805504" y="1400555"/>
                </a:lnTo>
                <a:lnTo>
                  <a:pt x="1013662" y="1400555"/>
                </a:lnTo>
                <a:lnTo>
                  <a:pt x="1013662" y="1676539"/>
                </a:lnTo>
                <a:close/>
                <a:moveTo>
                  <a:pt x="1276233" y="1354128"/>
                </a:moveTo>
                <a:lnTo>
                  <a:pt x="1621020" y="1354128"/>
                </a:lnTo>
                <a:lnTo>
                  <a:pt x="1356320" y="894821"/>
                </a:lnTo>
                <a:cubicBezTo>
                  <a:pt x="1343295" y="872381"/>
                  <a:pt x="1324660" y="853616"/>
                  <a:pt x="1302220" y="840656"/>
                </a:cubicBezTo>
                <a:cubicBezTo>
                  <a:pt x="1255792" y="813702"/>
                  <a:pt x="1198339" y="813444"/>
                  <a:pt x="1152363" y="840075"/>
                </a:cubicBezTo>
                <a:cubicBezTo>
                  <a:pt x="1129923" y="853036"/>
                  <a:pt x="1111030" y="871929"/>
                  <a:pt x="1097811" y="894692"/>
                </a:cubicBezTo>
                <a:cubicBezTo>
                  <a:pt x="1071889" y="939313"/>
                  <a:pt x="1071824" y="999346"/>
                  <a:pt x="1097488" y="1044033"/>
                </a:cubicBezTo>
                <a:lnTo>
                  <a:pt x="1276233" y="1354128"/>
                </a:lnTo>
                <a:close/>
                <a:moveTo>
                  <a:pt x="177520" y="872961"/>
                </a:moveTo>
                <a:lnTo>
                  <a:pt x="453697" y="1032426"/>
                </a:lnTo>
                <a:lnTo>
                  <a:pt x="538878" y="886051"/>
                </a:lnTo>
                <a:cubicBezTo>
                  <a:pt x="560802" y="849748"/>
                  <a:pt x="567122" y="807254"/>
                  <a:pt x="556998" y="766114"/>
                </a:cubicBezTo>
                <a:cubicBezTo>
                  <a:pt x="546810" y="724974"/>
                  <a:pt x="521404" y="690412"/>
                  <a:pt x="485423" y="668681"/>
                </a:cubicBezTo>
                <a:cubicBezTo>
                  <a:pt x="449506" y="647015"/>
                  <a:pt x="406948" y="640567"/>
                  <a:pt x="365808" y="650755"/>
                </a:cubicBezTo>
                <a:cubicBezTo>
                  <a:pt x="324668" y="660943"/>
                  <a:pt x="290041" y="686349"/>
                  <a:pt x="268311" y="722331"/>
                </a:cubicBezTo>
                <a:lnTo>
                  <a:pt x="177520" y="872961"/>
                </a:lnTo>
                <a:close/>
                <a:moveTo>
                  <a:pt x="1226517" y="773916"/>
                </a:moveTo>
                <a:cubicBezTo>
                  <a:pt x="1260629" y="773916"/>
                  <a:pt x="1294933" y="782750"/>
                  <a:pt x="1325433" y="800483"/>
                </a:cubicBezTo>
                <a:cubicBezTo>
                  <a:pt x="1354837" y="817571"/>
                  <a:pt x="1379341" y="842139"/>
                  <a:pt x="1396428" y="871672"/>
                </a:cubicBezTo>
                <a:lnTo>
                  <a:pt x="1401200" y="879990"/>
                </a:lnTo>
                <a:lnTo>
                  <a:pt x="1587038" y="558223"/>
                </a:lnTo>
                <a:cubicBezTo>
                  <a:pt x="1515656" y="545843"/>
                  <a:pt x="1453431" y="506379"/>
                  <a:pt x="1411259" y="450925"/>
                </a:cubicBezTo>
                <a:lnTo>
                  <a:pt x="1224777" y="773916"/>
                </a:lnTo>
                <a:cubicBezTo>
                  <a:pt x="1225421" y="773916"/>
                  <a:pt x="1225937" y="773916"/>
                  <a:pt x="1226517" y="773916"/>
                </a:cubicBezTo>
                <a:close/>
                <a:moveTo>
                  <a:pt x="473171" y="611614"/>
                </a:moveTo>
                <a:cubicBezTo>
                  <a:pt x="485681" y="616128"/>
                  <a:pt x="497803" y="621932"/>
                  <a:pt x="509410" y="628960"/>
                </a:cubicBezTo>
                <a:cubicBezTo>
                  <a:pt x="522758" y="637020"/>
                  <a:pt x="534945" y="646435"/>
                  <a:pt x="545907" y="657010"/>
                </a:cubicBezTo>
                <a:lnTo>
                  <a:pt x="647789" y="480586"/>
                </a:lnTo>
                <a:cubicBezTo>
                  <a:pt x="620964" y="469109"/>
                  <a:pt x="596913" y="452408"/>
                  <a:pt x="576923" y="431773"/>
                </a:cubicBezTo>
                <a:lnTo>
                  <a:pt x="473171" y="611614"/>
                </a:lnTo>
                <a:close/>
                <a:moveTo>
                  <a:pt x="1635271" y="46427"/>
                </a:moveTo>
                <a:cubicBezTo>
                  <a:pt x="1505855" y="46427"/>
                  <a:pt x="1400555" y="151727"/>
                  <a:pt x="1400555" y="281143"/>
                </a:cubicBezTo>
                <a:cubicBezTo>
                  <a:pt x="1400555" y="410559"/>
                  <a:pt x="1505855" y="515858"/>
                  <a:pt x="1635271" y="515858"/>
                </a:cubicBezTo>
                <a:cubicBezTo>
                  <a:pt x="1764687" y="515858"/>
                  <a:pt x="1869986" y="410559"/>
                  <a:pt x="1869986" y="281143"/>
                </a:cubicBezTo>
                <a:cubicBezTo>
                  <a:pt x="1869986" y="151727"/>
                  <a:pt x="1764687" y="46427"/>
                  <a:pt x="1635271" y="46427"/>
                </a:cubicBezTo>
                <a:close/>
                <a:moveTo>
                  <a:pt x="732519" y="110910"/>
                </a:moveTo>
                <a:cubicBezTo>
                  <a:pt x="638633" y="110910"/>
                  <a:pt x="562286" y="187321"/>
                  <a:pt x="562286" y="281143"/>
                </a:cubicBezTo>
                <a:cubicBezTo>
                  <a:pt x="562286" y="374964"/>
                  <a:pt x="638633" y="451376"/>
                  <a:pt x="732519" y="451376"/>
                </a:cubicBezTo>
                <a:cubicBezTo>
                  <a:pt x="826405" y="451376"/>
                  <a:pt x="902752" y="375029"/>
                  <a:pt x="902752" y="281143"/>
                </a:cubicBezTo>
                <a:cubicBezTo>
                  <a:pt x="902752" y="187257"/>
                  <a:pt x="826405" y="110910"/>
                  <a:pt x="732519" y="110910"/>
                </a:cubicBezTo>
                <a:close/>
                <a:moveTo>
                  <a:pt x="945246" y="322411"/>
                </a:moveTo>
                <a:lnTo>
                  <a:pt x="1357159" y="322411"/>
                </a:lnTo>
                <a:cubicBezTo>
                  <a:pt x="1355160" y="308935"/>
                  <a:pt x="1354128" y="295135"/>
                  <a:pt x="1354128" y="281143"/>
                </a:cubicBezTo>
                <a:cubicBezTo>
                  <a:pt x="1354128" y="267150"/>
                  <a:pt x="1355224" y="253351"/>
                  <a:pt x="1357159" y="239874"/>
                </a:cubicBezTo>
                <a:lnTo>
                  <a:pt x="945246" y="239874"/>
                </a:lnTo>
                <a:cubicBezTo>
                  <a:pt x="947825" y="253222"/>
                  <a:pt x="949179" y="267021"/>
                  <a:pt x="949179" y="281143"/>
                </a:cubicBezTo>
                <a:cubicBezTo>
                  <a:pt x="949179" y="295264"/>
                  <a:pt x="947825" y="309064"/>
                  <a:pt x="945246" y="322411"/>
                </a:cubicBezTo>
                <a:close/>
                <a:moveTo>
                  <a:pt x="764760" y="281143"/>
                </a:moveTo>
                <a:cubicBezTo>
                  <a:pt x="764760" y="298940"/>
                  <a:pt x="750316" y="313384"/>
                  <a:pt x="732519" y="313384"/>
                </a:cubicBezTo>
                <a:cubicBezTo>
                  <a:pt x="714722" y="313384"/>
                  <a:pt x="700278" y="298940"/>
                  <a:pt x="700278" y="281143"/>
                </a:cubicBezTo>
                <a:cubicBezTo>
                  <a:pt x="700278" y="263346"/>
                  <a:pt x="714722" y="248902"/>
                  <a:pt x="732519" y="248902"/>
                </a:cubicBezTo>
                <a:cubicBezTo>
                  <a:pt x="750316" y="248902"/>
                  <a:pt x="764760" y="263346"/>
                  <a:pt x="764760" y="281143"/>
                </a:cubicBezTo>
                <a:close/>
                <a:moveTo>
                  <a:pt x="1635271" y="248902"/>
                </a:moveTo>
                <a:cubicBezTo>
                  <a:pt x="1617474" y="248902"/>
                  <a:pt x="1603030" y="263346"/>
                  <a:pt x="1603030" y="281143"/>
                </a:cubicBezTo>
                <a:cubicBezTo>
                  <a:pt x="1603030" y="298940"/>
                  <a:pt x="1617474" y="313384"/>
                  <a:pt x="1635271" y="313384"/>
                </a:cubicBezTo>
                <a:cubicBezTo>
                  <a:pt x="1653068" y="313384"/>
                  <a:pt x="1667512" y="298940"/>
                  <a:pt x="1667512" y="281143"/>
                </a:cubicBezTo>
                <a:cubicBezTo>
                  <a:pt x="1667512" y="263346"/>
                  <a:pt x="1653068" y="248902"/>
                  <a:pt x="1635271" y="248902"/>
                </a:cubicBezTo>
                <a:close/>
                <a:moveTo>
                  <a:pt x="1216136" y="958207"/>
                </a:moveTo>
                <a:cubicBezTo>
                  <a:pt x="1198339" y="958207"/>
                  <a:pt x="1183895" y="972651"/>
                  <a:pt x="1183895" y="990448"/>
                </a:cubicBezTo>
                <a:cubicBezTo>
                  <a:pt x="1183895" y="1008245"/>
                  <a:pt x="1198339" y="1022689"/>
                  <a:pt x="1216136" y="1022689"/>
                </a:cubicBezTo>
                <a:cubicBezTo>
                  <a:pt x="1233933" y="1022689"/>
                  <a:pt x="1248377" y="1008245"/>
                  <a:pt x="1248377" y="990448"/>
                </a:cubicBezTo>
                <a:cubicBezTo>
                  <a:pt x="1248377" y="972651"/>
                  <a:pt x="1233933" y="958207"/>
                  <a:pt x="1216136" y="958207"/>
                </a:cubicBezTo>
                <a:close/>
              </a:path>
            </a:pathLst>
          </a:custGeom>
          <a:solidFill>
            <a:srgbClr val="0F62FE"/>
          </a:solidFill>
          <a:ln w="64294"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6ABCB877-06CE-32D3-9694-B5F19922E359}"/>
              </a:ext>
            </a:extLst>
          </p:cNvPr>
          <p:cNvSpPr>
            <a:spLocks noChangeAspect="1"/>
          </p:cNvSpPr>
          <p:nvPr/>
        </p:nvSpPr>
        <p:spPr>
          <a:xfrm>
            <a:off x="14499027" y="2529205"/>
            <a:ext cx="1326189" cy="1188720"/>
          </a:xfrm>
          <a:custGeom>
            <a:avLst/>
            <a:gdLst>
              <a:gd name="connsiteX0" fmla="*/ 441896 w 1768177"/>
              <a:gd name="connsiteY0" fmla="*/ 1584894 h 1584894"/>
              <a:gd name="connsiteX1" fmla="*/ 361228 w 1768177"/>
              <a:gd name="connsiteY1" fmla="*/ 1504226 h 1584894"/>
              <a:gd name="connsiteX2" fmla="*/ 441896 w 1768177"/>
              <a:gd name="connsiteY2" fmla="*/ 1423558 h 1584894"/>
              <a:gd name="connsiteX3" fmla="*/ 462656 w 1768177"/>
              <a:gd name="connsiteY3" fmla="*/ 1426286 h 1584894"/>
              <a:gd name="connsiteX4" fmla="*/ 573872 w 1768177"/>
              <a:gd name="connsiteY4" fmla="*/ 1235530 h 1584894"/>
              <a:gd name="connsiteX5" fmla="*/ 9550 w 1768177"/>
              <a:gd name="connsiteY5" fmla="*/ 805259 h 1584894"/>
              <a:gd name="connsiteX6" fmla="*/ 0 w 1768177"/>
              <a:gd name="connsiteY6" fmla="*/ 792447 h 1584894"/>
              <a:gd name="connsiteX7" fmla="*/ 9609 w 1768177"/>
              <a:gd name="connsiteY7" fmla="*/ 779635 h 1584894"/>
              <a:gd name="connsiteX8" fmla="*/ 573634 w 1768177"/>
              <a:gd name="connsiteY8" fmla="*/ 349483 h 1584894"/>
              <a:gd name="connsiteX9" fmla="*/ 462597 w 1768177"/>
              <a:gd name="connsiteY9" fmla="*/ 158667 h 1584894"/>
              <a:gd name="connsiteX10" fmla="*/ 441896 w 1768177"/>
              <a:gd name="connsiteY10" fmla="*/ 161337 h 1584894"/>
              <a:gd name="connsiteX11" fmla="*/ 361228 w 1768177"/>
              <a:gd name="connsiteY11" fmla="*/ 80668 h 1584894"/>
              <a:gd name="connsiteX12" fmla="*/ 441896 w 1768177"/>
              <a:gd name="connsiteY12" fmla="*/ 0 h 1584894"/>
              <a:gd name="connsiteX13" fmla="*/ 522564 w 1768177"/>
              <a:gd name="connsiteY13" fmla="*/ 80668 h 1584894"/>
              <a:gd name="connsiteX14" fmla="*/ 499491 w 1768177"/>
              <a:gd name="connsiteY14" fmla="*/ 137136 h 1584894"/>
              <a:gd name="connsiteX15" fmla="*/ 614858 w 1768177"/>
              <a:gd name="connsiteY15" fmla="*/ 335307 h 1584894"/>
              <a:gd name="connsiteX16" fmla="*/ 857100 w 1768177"/>
              <a:gd name="connsiteY16" fmla="*/ 296575 h 1584894"/>
              <a:gd name="connsiteX17" fmla="*/ 1653996 w 1768177"/>
              <a:gd name="connsiteY17" fmla="*/ 719075 h 1584894"/>
              <a:gd name="connsiteX18" fmla="*/ 1687509 w 1768177"/>
              <a:gd name="connsiteY18" fmla="*/ 711779 h 1584894"/>
              <a:gd name="connsiteX19" fmla="*/ 1768177 w 1768177"/>
              <a:gd name="connsiteY19" fmla="*/ 792447 h 1584894"/>
              <a:gd name="connsiteX20" fmla="*/ 1687509 w 1768177"/>
              <a:gd name="connsiteY20" fmla="*/ 873115 h 1584894"/>
              <a:gd name="connsiteX21" fmla="*/ 1653996 w 1768177"/>
              <a:gd name="connsiteY21" fmla="*/ 865820 h 1584894"/>
              <a:gd name="connsiteX22" fmla="*/ 857100 w 1768177"/>
              <a:gd name="connsiteY22" fmla="*/ 1288320 h 1584894"/>
              <a:gd name="connsiteX23" fmla="*/ 615096 w 1768177"/>
              <a:gd name="connsiteY23" fmla="*/ 1249706 h 1584894"/>
              <a:gd name="connsiteX24" fmla="*/ 499550 w 1768177"/>
              <a:gd name="connsiteY24" fmla="*/ 1447818 h 1584894"/>
              <a:gd name="connsiteX25" fmla="*/ 522564 w 1768177"/>
              <a:gd name="connsiteY25" fmla="*/ 1504226 h 1584894"/>
              <a:gd name="connsiteX26" fmla="*/ 441896 w 1768177"/>
              <a:gd name="connsiteY26" fmla="*/ 1584894 h 1584894"/>
              <a:gd name="connsiteX27" fmla="*/ 441896 w 1768177"/>
              <a:gd name="connsiteY27" fmla="*/ 1466265 h 1584894"/>
              <a:gd name="connsiteX28" fmla="*/ 403935 w 1768177"/>
              <a:gd name="connsiteY28" fmla="*/ 1504226 h 1584894"/>
              <a:gd name="connsiteX29" fmla="*/ 441896 w 1768177"/>
              <a:gd name="connsiteY29" fmla="*/ 1542188 h 1584894"/>
              <a:gd name="connsiteX30" fmla="*/ 479858 w 1768177"/>
              <a:gd name="connsiteY30" fmla="*/ 1504226 h 1584894"/>
              <a:gd name="connsiteX31" fmla="*/ 441896 w 1768177"/>
              <a:gd name="connsiteY31" fmla="*/ 1466265 h 1584894"/>
              <a:gd name="connsiteX32" fmla="*/ 637517 w 1768177"/>
              <a:gd name="connsiteY32" fmla="*/ 1211270 h 1584894"/>
              <a:gd name="connsiteX33" fmla="*/ 857100 w 1768177"/>
              <a:gd name="connsiteY33" fmla="*/ 1245613 h 1584894"/>
              <a:gd name="connsiteX34" fmla="*/ 1621254 w 1768177"/>
              <a:gd name="connsiteY34" fmla="*/ 838416 h 1584894"/>
              <a:gd name="connsiteX35" fmla="*/ 1609747 w 1768177"/>
              <a:gd name="connsiteY35" fmla="*/ 813801 h 1584894"/>
              <a:gd name="connsiteX36" fmla="*/ 1233750 w 1768177"/>
              <a:gd name="connsiteY36" fmla="*/ 813801 h 1584894"/>
              <a:gd name="connsiteX37" fmla="*/ 857100 w 1768177"/>
              <a:gd name="connsiteY37" fmla="*/ 1169690 h 1584894"/>
              <a:gd name="connsiteX38" fmla="*/ 685799 w 1768177"/>
              <a:gd name="connsiteY38" fmla="*/ 1128525 h 1584894"/>
              <a:gd name="connsiteX39" fmla="*/ 637517 w 1768177"/>
              <a:gd name="connsiteY39" fmla="*/ 1211270 h 1584894"/>
              <a:gd name="connsiteX40" fmla="*/ 53917 w 1768177"/>
              <a:gd name="connsiteY40" fmla="*/ 792447 h 1584894"/>
              <a:gd name="connsiteX41" fmla="*/ 596233 w 1768177"/>
              <a:gd name="connsiteY41" fmla="*/ 1197331 h 1584894"/>
              <a:gd name="connsiteX42" fmla="*/ 648964 w 1768177"/>
              <a:gd name="connsiteY42" fmla="*/ 1106935 h 1584894"/>
              <a:gd name="connsiteX43" fmla="*/ 479858 w 1768177"/>
              <a:gd name="connsiteY43" fmla="*/ 792447 h 1584894"/>
              <a:gd name="connsiteX44" fmla="*/ 648549 w 1768177"/>
              <a:gd name="connsiteY44" fmla="*/ 478197 h 1584894"/>
              <a:gd name="connsiteX45" fmla="*/ 595878 w 1768177"/>
              <a:gd name="connsiteY45" fmla="*/ 387682 h 1584894"/>
              <a:gd name="connsiteX46" fmla="*/ 53917 w 1768177"/>
              <a:gd name="connsiteY46" fmla="*/ 792447 h 1584894"/>
              <a:gd name="connsiteX47" fmla="*/ 707330 w 1768177"/>
              <a:gd name="connsiteY47" fmla="*/ 1091572 h 1584894"/>
              <a:gd name="connsiteX48" fmla="*/ 857100 w 1768177"/>
              <a:gd name="connsiteY48" fmla="*/ 1126983 h 1584894"/>
              <a:gd name="connsiteX49" fmla="*/ 1190984 w 1768177"/>
              <a:gd name="connsiteY49" fmla="*/ 813801 h 1584894"/>
              <a:gd name="connsiteX50" fmla="*/ 1055272 w 1768177"/>
              <a:gd name="connsiteY50" fmla="*/ 813801 h 1584894"/>
              <a:gd name="connsiteX51" fmla="*/ 857100 w 1768177"/>
              <a:gd name="connsiteY51" fmla="*/ 991745 h 1584894"/>
              <a:gd name="connsiteX52" fmla="*/ 775720 w 1768177"/>
              <a:gd name="connsiteY52" fmla="*/ 974366 h 1584894"/>
              <a:gd name="connsiteX53" fmla="*/ 707330 w 1768177"/>
              <a:gd name="connsiteY53" fmla="*/ 1091572 h 1584894"/>
              <a:gd name="connsiteX54" fmla="*/ 670140 w 1768177"/>
              <a:gd name="connsiteY54" fmla="*/ 515209 h 1584894"/>
              <a:gd name="connsiteX55" fmla="*/ 522564 w 1768177"/>
              <a:gd name="connsiteY55" fmla="*/ 792447 h 1584894"/>
              <a:gd name="connsiteX56" fmla="*/ 670496 w 1768177"/>
              <a:gd name="connsiteY56" fmla="*/ 1069982 h 1584894"/>
              <a:gd name="connsiteX57" fmla="*/ 738826 w 1768177"/>
              <a:gd name="connsiteY57" fmla="*/ 952775 h 1584894"/>
              <a:gd name="connsiteX58" fmla="*/ 657802 w 1768177"/>
              <a:gd name="connsiteY58" fmla="*/ 792447 h 1584894"/>
              <a:gd name="connsiteX59" fmla="*/ 738352 w 1768177"/>
              <a:gd name="connsiteY59" fmla="*/ 632475 h 1584894"/>
              <a:gd name="connsiteX60" fmla="*/ 670140 w 1768177"/>
              <a:gd name="connsiteY60" fmla="*/ 515209 h 1584894"/>
              <a:gd name="connsiteX61" fmla="*/ 857100 w 1768177"/>
              <a:gd name="connsiteY61" fmla="*/ 635856 h 1584894"/>
              <a:gd name="connsiteX62" fmla="*/ 700509 w 1768177"/>
              <a:gd name="connsiteY62" fmla="*/ 792447 h 1584894"/>
              <a:gd name="connsiteX63" fmla="*/ 857100 w 1768177"/>
              <a:gd name="connsiteY63" fmla="*/ 949038 h 1584894"/>
              <a:gd name="connsiteX64" fmla="*/ 1013692 w 1768177"/>
              <a:gd name="connsiteY64" fmla="*/ 792447 h 1584894"/>
              <a:gd name="connsiteX65" fmla="*/ 857100 w 1768177"/>
              <a:gd name="connsiteY65" fmla="*/ 635856 h 1584894"/>
              <a:gd name="connsiteX66" fmla="*/ 1687509 w 1768177"/>
              <a:gd name="connsiteY66" fmla="*/ 754486 h 1584894"/>
              <a:gd name="connsiteX67" fmla="*/ 1649548 w 1768177"/>
              <a:gd name="connsiteY67" fmla="*/ 792447 h 1584894"/>
              <a:gd name="connsiteX68" fmla="*/ 1687509 w 1768177"/>
              <a:gd name="connsiteY68" fmla="*/ 830409 h 1584894"/>
              <a:gd name="connsiteX69" fmla="*/ 1725471 w 1768177"/>
              <a:gd name="connsiteY69" fmla="*/ 792447 h 1584894"/>
              <a:gd name="connsiteX70" fmla="*/ 1687509 w 1768177"/>
              <a:gd name="connsiteY70" fmla="*/ 754486 h 1584894"/>
              <a:gd name="connsiteX71" fmla="*/ 1233750 w 1768177"/>
              <a:gd name="connsiteY71" fmla="*/ 771094 h 1584894"/>
              <a:gd name="connsiteX72" fmla="*/ 1609747 w 1768177"/>
              <a:gd name="connsiteY72" fmla="*/ 771094 h 1584894"/>
              <a:gd name="connsiteX73" fmla="*/ 1621254 w 1768177"/>
              <a:gd name="connsiteY73" fmla="*/ 746478 h 1584894"/>
              <a:gd name="connsiteX74" fmla="*/ 857100 w 1768177"/>
              <a:gd name="connsiteY74" fmla="*/ 339281 h 1584894"/>
              <a:gd name="connsiteX75" fmla="*/ 637161 w 1768177"/>
              <a:gd name="connsiteY75" fmla="*/ 373743 h 1584894"/>
              <a:gd name="connsiteX76" fmla="*/ 685384 w 1768177"/>
              <a:gd name="connsiteY76" fmla="*/ 456547 h 1584894"/>
              <a:gd name="connsiteX77" fmla="*/ 857100 w 1768177"/>
              <a:gd name="connsiteY77" fmla="*/ 415204 h 1584894"/>
              <a:gd name="connsiteX78" fmla="*/ 1233750 w 1768177"/>
              <a:gd name="connsiteY78" fmla="*/ 771094 h 1584894"/>
              <a:gd name="connsiteX79" fmla="*/ 1055272 w 1768177"/>
              <a:gd name="connsiteY79" fmla="*/ 771094 h 1584894"/>
              <a:gd name="connsiteX80" fmla="*/ 1190984 w 1768177"/>
              <a:gd name="connsiteY80" fmla="*/ 771094 h 1584894"/>
              <a:gd name="connsiteX81" fmla="*/ 857100 w 1768177"/>
              <a:gd name="connsiteY81" fmla="*/ 457911 h 1584894"/>
              <a:gd name="connsiteX82" fmla="*/ 706915 w 1768177"/>
              <a:gd name="connsiteY82" fmla="*/ 493559 h 1584894"/>
              <a:gd name="connsiteX83" fmla="*/ 775127 w 1768177"/>
              <a:gd name="connsiteY83" fmla="*/ 610766 h 1584894"/>
              <a:gd name="connsiteX84" fmla="*/ 857100 w 1768177"/>
              <a:gd name="connsiteY84" fmla="*/ 593149 h 1584894"/>
              <a:gd name="connsiteX85" fmla="*/ 1055272 w 1768177"/>
              <a:gd name="connsiteY85" fmla="*/ 771094 h 1584894"/>
              <a:gd name="connsiteX86" fmla="*/ 441896 w 1768177"/>
              <a:gd name="connsiteY86" fmla="*/ 42707 h 1584894"/>
              <a:gd name="connsiteX87" fmla="*/ 403935 w 1768177"/>
              <a:gd name="connsiteY87" fmla="*/ 80668 h 1584894"/>
              <a:gd name="connsiteX88" fmla="*/ 441896 w 1768177"/>
              <a:gd name="connsiteY88" fmla="*/ 118630 h 1584894"/>
              <a:gd name="connsiteX89" fmla="*/ 479858 w 1768177"/>
              <a:gd name="connsiteY89" fmla="*/ 80668 h 1584894"/>
              <a:gd name="connsiteX90" fmla="*/ 441896 w 1768177"/>
              <a:gd name="connsiteY90" fmla="*/ 42707 h 15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768177" h="1584894">
                <a:moveTo>
                  <a:pt x="441896" y="1584894"/>
                </a:moveTo>
                <a:cubicBezTo>
                  <a:pt x="397410" y="1584894"/>
                  <a:pt x="361228" y="1548712"/>
                  <a:pt x="361228" y="1504226"/>
                </a:cubicBezTo>
                <a:cubicBezTo>
                  <a:pt x="361228" y="1459740"/>
                  <a:pt x="397410" y="1423558"/>
                  <a:pt x="441896" y="1423558"/>
                </a:cubicBezTo>
                <a:cubicBezTo>
                  <a:pt x="449073" y="1423558"/>
                  <a:pt x="456013" y="1424566"/>
                  <a:pt x="462656" y="1426286"/>
                </a:cubicBezTo>
                <a:lnTo>
                  <a:pt x="573872" y="1235530"/>
                </a:lnTo>
                <a:cubicBezTo>
                  <a:pt x="244199" y="1113460"/>
                  <a:pt x="21294" y="820859"/>
                  <a:pt x="9550" y="805259"/>
                </a:cubicBezTo>
                <a:lnTo>
                  <a:pt x="0" y="792447"/>
                </a:lnTo>
                <a:lnTo>
                  <a:pt x="9609" y="779635"/>
                </a:lnTo>
                <a:cubicBezTo>
                  <a:pt x="21294" y="764035"/>
                  <a:pt x="244081" y="471613"/>
                  <a:pt x="573634" y="349483"/>
                </a:cubicBezTo>
                <a:lnTo>
                  <a:pt x="462597" y="158667"/>
                </a:lnTo>
                <a:cubicBezTo>
                  <a:pt x="455954" y="160387"/>
                  <a:pt x="449073" y="161337"/>
                  <a:pt x="441896" y="161337"/>
                </a:cubicBezTo>
                <a:cubicBezTo>
                  <a:pt x="397410" y="161337"/>
                  <a:pt x="361228" y="125154"/>
                  <a:pt x="361228" y="80668"/>
                </a:cubicBezTo>
                <a:cubicBezTo>
                  <a:pt x="361228" y="36182"/>
                  <a:pt x="397410" y="0"/>
                  <a:pt x="441896" y="0"/>
                </a:cubicBezTo>
                <a:cubicBezTo>
                  <a:pt x="486382" y="0"/>
                  <a:pt x="522564" y="36182"/>
                  <a:pt x="522564" y="80668"/>
                </a:cubicBezTo>
                <a:cubicBezTo>
                  <a:pt x="522564" y="102615"/>
                  <a:pt x="513786" y="122604"/>
                  <a:pt x="499491" y="137136"/>
                </a:cubicBezTo>
                <a:lnTo>
                  <a:pt x="614858" y="335307"/>
                </a:lnTo>
                <a:cubicBezTo>
                  <a:pt x="690781" y="311166"/>
                  <a:pt x="771924" y="296575"/>
                  <a:pt x="857100" y="296575"/>
                </a:cubicBezTo>
                <a:cubicBezTo>
                  <a:pt x="1232267" y="296575"/>
                  <a:pt x="1531452" y="581523"/>
                  <a:pt x="1653996" y="719075"/>
                </a:cubicBezTo>
                <a:cubicBezTo>
                  <a:pt x="1664258" y="714389"/>
                  <a:pt x="1675587" y="711779"/>
                  <a:pt x="1687509" y="711779"/>
                </a:cubicBezTo>
                <a:cubicBezTo>
                  <a:pt x="1731995" y="711779"/>
                  <a:pt x="1768177" y="747961"/>
                  <a:pt x="1768177" y="792447"/>
                </a:cubicBezTo>
                <a:cubicBezTo>
                  <a:pt x="1768177" y="836933"/>
                  <a:pt x="1731995" y="873115"/>
                  <a:pt x="1687509" y="873115"/>
                </a:cubicBezTo>
                <a:cubicBezTo>
                  <a:pt x="1675587" y="873115"/>
                  <a:pt x="1664139" y="870446"/>
                  <a:pt x="1653996" y="865820"/>
                </a:cubicBezTo>
                <a:cubicBezTo>
                  <a:pt x="1531392" y="1003371"/>
                  <a:pt x="1232089" y="1288320"/>
                  <a:pt x="857100" y="1288320"/>
                </a:cubicBezTo>
                <a:cubicBezTo>
                  <a:pt x="772043" y="1288320"/>
                  <a:pt x="691019" y="1273728"/>
                  <a:pt x="615096" y="1249706"/>
                </a:cubicBezTo>
                <a:lnTo>
                  <a:pt x="499550" y="1447818"/>
                </a:lnTo>
                <a:cubicBezTo>
                  <a:pt x="513786" y="1462409"/>
                  <a:pt x="522564" y="1482280"/>
                  <a:pt x="522564" y="1504226"/>
                </a:cubicBezTo>
                <a:cubicBezTo>
                  <a:pt x="522564" y="1548712"/>
                  <a:pt x="486382" y="1584894"/>
                  <a:pt x="441896" y="1584894"/>
                </a:cubicBezTo>
                <a:close/>
                <a:moveTo>
                  <a:pt x="441896" y="1466265"/>
                </a:moveTo>
                <a:cubicBezTo>
                  <a:pt x="420958" y="1466265"/>
                  <a:pt x="403935" y="1483288"/>
                  <a:pt x="403935" y="1504226"/>
                </a:cubicBezTo>
                <a:cubicBezTo>
                  <a:pt x="403935" y="1525164"/>
                  <a:pt x="420958" y="1542188"/>
                  <a:pt x="441896" y="1542188"/>
                </a:cubicBezTo>
                <a:cubicBezTo>
                  <a:pt x="462834" y="1542188"/>
                  <a:pt x="479858" y="1525164"/>
                  <a:pt x="479858" y="1504226"/>
                </a:cubicBezTo>
                <a:cubicBezTo>
                  <a:pt x="479858" y="1483288"/>
                  <a:pt x="462834" y="1466265"/>
                  <a:pt x="441896" y="1466265"/>
                </a:cubicBezTo>
                <a:close/>
                <a:moveTo>
                  <a:pt x="637517" y="1211270"/>
                </a:moveTo>
                <a:cubicBezTo>
                  <a:pt x="706974" y="1232742"/>
                  <a:pt x="780584" y="1245613"/>
                  <a:pt x="857100" y="1245613"/>
                </a:cubicBezTo>
                <a:cubicBezTo>
                  <a:pt x="1214236" y="1245613"/>
                  <a:pt x="1502269" y="971697"/>
                  <a:pt x="1621254" y="838416"/>
                </a:cubicBezTo>
                <a:cubicBezTo>
                  <a:pt x="1616094" y="831002"/>
                  <a:pt x="1612179" y="822698"/>
                  <a:pt x="1609747" y="813801"/>
                </a:cubicBezTo>
                <a:lnTo>
                  <a:pt x="1233750" y="813801"/>
                </a:lnTo>
                <a:cubicBezTo>
                  <a:pt x="1222658" y="1011912"/>
                  <a:pt x="1057941" y="1169690"/>
                  <a:pt x="857100" y="1169690"/>
                </a:cubicBezTo>
                <a:cubicBezTo>
                  <a:pt x="795472" y="1169690"/>
                  <a:pt x="737225" y="1154802"/>
                  <a:pt x="685799" y="1128525"/>
                </a:cubicBezTo>
                <a:lnTo>
                  <a:pt x="637517" y="1211270"/>
                </a:lnTo>
                <a:close/>
                <a:moveTo>
                  <a:pt x="53917" y="792447"/>
                </a:moveTo>
                <a:cubicBezTo>
                  <a:pt x="101310" y="850872"/>
                  <a:pt x="310336" y="1092877"/>
                  <a:pt x="596233" y="1197331"/>
                </a:cubicBezTo>
                <a:lnTo>
                  <a:pt x="648964" y="1106935"/>
                </a:lnTo>
                <a:cubicBezTo>
                  <a:pt x="547121" y="1039316"/>
                  <a:pt x="479858" y="923592"/>
                  <a:pt x="479858" y="792447"/>
                </a:cubicBezTo>
                <a:cubicBezTo>
                  <a:pt x="479858" y="661480"/>
                  <a:pt x="546943" y="545875"/>
                  <a:pt x="648549" y="478197"/>
                </a:cubicBezTo>
                <a:lnTo>
                  <a:pt x="595878" y="387682"/>
                </a:lnTo>
                <a:cubicBezTo>
                  <a:pt x="310158" y="492136"/>
                  <a:pt x="101310" y="734081"/>
                  <a:pt x="53917" y="792447"/>
                </a:cubicBezTo>
                <a:close/>
                <a:moveTo>
                  <a:pt x="707330" y="1091572"/>
                </a:moveTo>
                <a:cubicBezTo>
                  <a:pt x="752410" y="1114231"/>
                  <a:pt x="803302" y="1126983"/>
                  <a:pt x="857100" y="1126983"/>
                </a:cubicBezTo>
                <a:cubicBezTo>
                  <a:pt x="1034393" y="1126983"/>
                  <a:pt x="1179892" y="988364"/>
                  <a:pt x="1190984" y="813801"/>
                </a:cubicBezTo>
                <a:lnTo>
                  <a:pt x="1055272" y="813801"/>
                </a:lnTo>
                <a:cubicBezTo>
                  <a:pt x="1044595" y="913687"/>
                  <a:pt x="959834" y="991745"/>
                  <a:pt x="857100" y="991745"/>
                </a:cubicBezTo>
                <a:cubicBezTo>
                  <a:pt x="828155" y="991745"/>
                  <a:pt x="800573" y="985517"/>
                  <a:pt x="775720" y="974366"/>
                </a:cubicBezTo>
                <a:lnTo>
                  <a:pt x="707330" y="1091572"/>
                </a:lnTo>
                <a:close/>
                <a:moveTo>
                  <a:pt x="670140" y="515209"/>
                </a:moveTo>
                <a:cubicBezTo>
                  <a:pt x="581167" y="575414"/>
                  <a:pt x="522564" y="677198"/>
                  <a:pt x="522564" y="792447"/>
                </a:cubicBezTo>
                <a:cubicBezTo>
                  <a:pt x="522564" y="907874"/>
                  <a:pt x="581345" y="1009836"/>
                  <a:pt x="670496" y="1069982"/>
                </a:cubicBezTo>
                <a:lnTo>
                  <a:pt x="738826" y="952775"/>
                </a:lnTo>
                <a:cubicBezTo>
                  <a:pt x="689714" y="916475"/>
                  <a:pt x="657802" y="858109"/>
                  <a:pt x="657802" y="792447"/>
                </a:cubicBezTo>
                <a:cubicBezTo>
                  <a:pt x="657802" y="726964"/>
                  <a:pt x="689536" y="668835"/>
                  <a:pt x="738352" y="632475"/>
                </a:cubicBezTo>
                <a:lnTo>
                  <a:pt x="670140" y="515209"/>
                </a:lnTo>
                <a:close/>
                <a:moveTo>
                  <a:pt x="857100" y="635856"/>
                </a:moveTo>
                <a:cubicBezTo>
                  <a:pt x="770738" y="635856"/>
                  <a:pt x="700509" y="706144"/>
                  <a:pt x="700509" y="792447"/>
                </a:cubicBezTo>
                <a:cubicBezTo>
                  <a:pt x="700509" y="878810"/>
                  <a:pt x="770797" y="949038"/>
                  <a:pt x="857100" y="949038"/>
                </a:cubicBezTo>
                <a:cubicBezTo>
                  <a:pt x="943463" y="949038"/>
                  <a:pt x="1013692" y="878810"/>
                  <a:pt x="1013692" y="792447"/>
                </a:cubicBezTo>
                <a:cubicBezTo>
                  <a:pt x="1013692" y="706085"/>
                  <a:pt x="943463" y="635856"/>
                  <a:pt x="857100" y="635856"/>
                </a:cubicBezTo>
                <a:close/>
                <a:moveTo>
                  <a:pt x="1687509" y="754486"/>
                </a:moveTo>
                <a:cubicBezTo>
                  <a:pt x="1666571" y="754486"/>
                  <a:pt x="1649548" y="771509"/>
                  <a:pt x="1649548" y="792447"/>
                </a:cubicBezTo>
                <a:cubicBezTo>
                  <a:pt x="1649548" y="813385"/>
                  <a:pt x="1666571" y="830409"/>
                  <a:pt x="1687509" y="830409"/>
                </a:cubicBezTo>
                <a:cubicBezTo>
                  <a:pt x="1708447" y="830409"/>
                  <a:pt x="1725471" y="813385"/>
                  <a:pt x="1725471" y="792447"/>
                </a:cubicBezTo>
                <a:cubicBezTo>
                  <a:pt x="1725471" y="771509"/>
                  <a:pt x="1708447" y="754486"/>
                  <a:pt x="1687509" y="754486"/>
                </a:cubicBezTo>
                <a:close/>
                <a:moveTo>
                  <a:pt x="1233750" y="771094"/>
                </a:moveTo>
                <a:lnTo>
                  <a:pt x="1609747" y="771094"/>
                </a:lnTo>
                <a:cubicBezTo>
                  <a:pt x="1612179" y="762197"/>
                  <a:pt x="1616094" y="753893"/>
                  <a:pt x="1621254" y="746478"/>
                </a:cubicBezTo>
                <a:cubicBezTo>
                  <a:pt x="1502328" y="613257"/>
                  <a:pt x="1214354" y="339281"/>
                  <a:pt x="857100" y="339281"/>
                </a:cubicBezTo>
                <a:cubicBezTo>
                  <a:pt x="780466" y="339281"/>
                  <a:pt x="706737" y="352212"/>
                  <a:pt x="637161" y="373743"/>
                </a:cubicBezTo>
                <a:lnTo>
                  <a:pt x="685384" y="456547"/>
                </a:lnTo>
                <a:cubicBezTo>
                  <a:pt x="736928" y="430152"/>
                  <a:pt x="795294" y="415204"/>
                  <a:pt x="857100" y="415204"/>
                </a:cubicBezTo>
                <a:cubicBezTo>
                  <a:pt x="1057941" y="415204"/>
                  <a:pt x="1222658" y="572982"/>
                  <a:pt x="1233750" y="771094"/>
                </a:cubicBezTo>
                <a:close/>
                <a:moveTo>
                  <a:pt x="1055272" y="771094"/>
                </a:moveTo>
                <a:lnTo>
                  <a:pt x="1190984" y="771094"/>
                </a:lnTo>
                <a:cubicBezTo>
                  <a:pt x="1179892" y="596530"/>
                  <a:pt x="1034393" y="457911"/>
                  <a:pt x="857100" y="457911"/>
                </a:cubicBezTo>
                <a:cubicBezTo>
                  <a:pt x="803124" y="457911"/>
                  <a:pt x="752113" y="470782"/>
                  <a:pt x="706915" y="493559"/>
                </a:cubicBezTo>
                <a:lnTo>
                  <a:pt x="775127" y="610766"/>
                </a:lnTo>
                <a:cubicBezTo>
                  <a:pt x="800158" y="599436"/>
                  <a:pt x="827918" y="593149"/>
                  <a:pt x="857100" y="593149"/>
                </a:cubicBezTo>
                <a:cubicBezTo>
                  <a:pt x="959775" y="593149"/>
                  <a:pt x="1044595" y="671208"/>
                  <a:pt x="1055272" y="771094"/>
                </a:cubicBezTo>
                <a:close/>
                <a:moveTo>
                  <a:pt x="441896" y="42707"/>
                </a:moveTo>
                <a:cubicBezTo>
                  <a:pt x="420958" y="42707"/>
                  <a:pt x="403935" y="59730"/>
                  <a:pt x="403935" y="80668"/>
                </a:cubicBezTo>
                <a:cubicBezTo>
                  <a:pt x="403935" y="101606"/>
                  <a:pt x="420958" y="118630"/>
                  <a:pt x="441896" y="118630"/>
                </a:cubicBezTo>
                <a:cubicBezTo>
                  <a:pt x="462834" y="118630"/>
                  <a:pt x="479858" y="101606"/>
                  <a:pt x="479858" y="80668"/>
                </a:cubicBezTo>
                <a:cubicBezTo>
                  <a:pt x="479858" y="59730"/>
                  <a:pt x="462834" y="42707"/>
                  <a:pt x="441896" y="42707"/>
                </a:cubicBezTo>
                <a:close/>
              </a:path>
            </a:pathLst>
          </a:custGeom>
          <a:solidFill>
            <a:schemeClr val="accent1"/>
          </a:solidFill>
          <a:ln w="59234" cap="flat">
            <a:noFill/>
            <a:prstDash val="solid"/>
            <a:miter/>
          </a:ln>
        </p:spPr>
        <p:txBody>
          <a:bodyPr rtlCol="0" anchor="ctr"/>
          <a:lstStyle/>
          <a:p>
            <a:endParaRPr lang="en-US"/>
          </a:p>
        </p:txBody>
      </p:sp>
      <p:pic>
        <p:nvPicPr>
          <p:cNvPr id="21" name="Picture 20">
            <a:extLst>
              <a:ext uri="{FF2B5EF4-FFF2-40B4-BE49-F238E27FC236}">
                <a16:creationId xmlns:a16="http://schemas.microsoft.com/office/drawing/2014/main" id="{1ED304F8-AC1E-ACD7-D496-30FAF4CA80CB}"/>
              </a:ext>
            </a:extLst>
          </p:cNvPr>
          <p:cNvPicPr>
            <a:picLocks noChangeAspect="1"/>
          </p:cNvPicPr>
          <p:nvPr/>
        </p:nvPicPr>
        <p:blipFill>
          <a:blip r:embed="rId3" cstate="email">
            <a:extLst>
              <a:ext uri="{28A0092B-C50C-407E-A947-70E740481C1C}">
                <a14:useLocalDpi xmlns:a14="http://schemas.microsoft.com/office/drawing/2010/main"/>
              </a:ext>
            </a:extLst>
          </a:blip>
          <a:srcRect/>
          <a:stretch/>
        </p:blipFill>
        <p:spPr>
          <a:xfrm>
            <a:off x="20638426" y="2529205"/>
            <a:ext cx="1188720" cy="1188720"/>
          </a:xfrm>
          <a:prstGeom prst="rect">
            <a:avLst/>
          </a:prstGeom>
        </p:spPr>
      </p:pic>
      <p:grpSp>
        <p:nvGrpSpPr>
          <p:cNvPr id="31" name="Group 30">
            <a:extLst>
              <a:ext uri="{FF2B5EF4-FFF2-40B4-BE49-F238E27FC236}">
                <a16:creationId xmlns:a16="http://schemas.microsoft.com/office/drawing/2014/main" id="{5B96529B-D54E-465C-2256-DC3CB0C76F7A}"/>
              </a:ext>
            </a:extLst>
          </p:cNvPr>
          <p:cNvGrpSpPr>
            <a:grpSpLocks noChangeAspect="1"/>
          </p:cNvGrpSpPr>
          <p:nvPr/>
        </p:nvGrpSpPr>
        <p:grpSpPr>
          <a:xfrm>
            <a:off x="14772588" y="8056319"/>
            <a:ext cx="1164987" cy="1188720"/>
            <a:chOff x="17102055" y="8673626"/>
            <a:chExt cx="4139709" cy="4224056"/>
          </a:xfrm>
        </p:grpSpPr>
        <p:sp>
          <p:nvSpPr>
            <p:cNvPr id="27" name="Freeform 26">
              <a:extLst>
                <a:ext uri="{FF2B5EF4-FFF2-40B4-BE49-F238E27FC236}">
                  <a16:creationId xmlns:a16="http://schemas.microsoft.com/office/drawing/2014/main" id="{33C8467D-1E47-B2BE-1E08-6BB49218EC00}"/>
                </a:ext>
              </a:extLst>
            </p:cNvPr>
            <p:cNvSpPr>
              <a:spLocks noChangeAspect="1"/>
            </p:cNvSpPr>
            <p:nvPr/>
          </p:nvSpPr>
          <p:spPr>
            <a:xfrm>
              <a:off x="19387391" y="8673626"/>
              <a:ext cx="1854373" cy="1854432"/>
            </a:xfrm>
            <a:custGeom>
              <a:avLst/>
              <a:gdLst>
                <a:gd name="connsiteX0" fmla="*/ 478345 w 877852"/>
                <a:gd name="connsiteY0" fmla="*/ 649224 h 877824"/>
                <a:gd name="connsiteX1" fmla="*/ 399479 w 877852"/>
                <a:gd name="connsiteY1" fmla="*/ 649224 h 877824"/>
                <a:gd name="connsiteX2" fmla="*/ 389192 w 877852"/>
                <a:gd name="connsiteY2" fmla="*/ 638937 h 877824"/>
                <a:gd name="connsiteX3" fmla="*/ 389192 w 877852"/>
                <a:gd name="connsiteY3" fmla="*/ 594160 h 877824"/>
                <a:gd name="connsiteX4" fmla="*/ 364360 w 877852"/>
                <a:gd name="connsiteY4" fmla="*/ 583787 h 877824"/>
                <a:gd name="connsiteX5" fmla="*/ 332613 w 877852"/>
                <a:gd name="connsiteY5" fmla="*/ 615534 h 877824"/>
                <a:gd name="connsiteX6" fmla="*/ 325355 w 877852"/>
                <a:gd name="connsiteY6" fmla="*/ 618534 h 877824"/>
                <a:gd name="connsiteX7" fmla="*/ 325355 w 877852"/>
                <a:gd name="connsiteY7" fmla="*/ 618534 h 877824"/>
                <a:gd name="connsiteX8" fmla="*/ 318097 w 877852"/>
                <a:gd name="connsiteY8" fmla="*/ 615534 h 877824"/>
                <a:gd name="connsiteX9" fmla="*/ 262319 w 877852"/>
                <a:gd name="connsiteY9" fmla="*/ 559756 h 877824"/>
                <a:gd name="connsiteX10" fmla="*/ 262319 w 877852"/>
                <a:gd name="connsiteY10" fmla="*/ 545182 h 877824"/>
                <a:gd name="connsiteX11" fmla="*/ 293980 w 877852"/>
                <a:gd name="connsiteY11" fmla="*/ 513550 h 877824"/>
                <a:gd name="connsiteX12" fmla="*/ 283778 w 877852"/>
                <a:gd name="connsiteY12" fmla="*/ 488661 h 877824"/>
                <a:gd name="connsiteX13" fmla="*/ 238887 w 877852"/>
                <a:gd name="connsiteY13" fmla="*/ 488661 h 877824"/>
                <a:gd name="connsiteX14" fmla="*/ 228600 w 877852"/>
                <a:gd name="connsiteY14" fmla="*/ 478374 h 877824"/>
                <a:gd name="connsiteX15" fmla="*/ 228600 w 877852"/>
                <a:gd name="connsiteY15" fmla="*/ 399507 h 877824"/>
                <a:gd name="connsiteX16" fmla="*/ 238887 w 877852"/>
                <a:gd name="connsiteY16" fmla="*/ 389220 h 877824"/>
                <a:gd name="connsiteX17" fmla="*/ 283664 w 877852"/>
                <a:gd name="connsiteY17" fmla="*/ 389220 h 877824"/>
                <a:gd name="connsiteX18" fmla="*/ 294037 w 877852"/>
                <a:gd name="connsiteY18" fmla="*/ 364388 h 877824"/>
                <a:gd name="connsiteX19" fmla="*/ 262319 w 877852"/>
                <a:gd name="connsiteY19" fmla="*/ 332613 h 877824"/>
                <a:gd name="connsiteX20" fmla="*/ 262319 w 877852"/>
                <a:gd name="connsiteY20" fmla="*/ 318068 h 877824"/>
                <a:gd name="connsiteX21" fmla="*/ 318068 w 877852"/>
                <a:gd name="connsiteY21" fmla="*/ 262290 h 877824"/>
                <a:gd name="connsiteX22" fmla="*/ 332613 w 877852"/>
                <a:gd name="connsiteY22" fmla="*/ 262290 h 877824"/>
                <a:gd name="connsiteX23" fmla="*/ 364274 w 877852"/>
                <a:gd name="connsiteY23" fmla="*/ 293980 h 877824"/>
                <a:gd name="connsiteX24" fmla="*/ 389192 w 877852"/>
                <a:gd name="connsiteY24" fmla="*/ 283778 h 877824"/>
                <a:gd name="connsiteX25" fmla="*/ 389192 w 877852"/>
                <a:gd name="connsiteY25" fmla="*/ 238887 h 877824"/>
                <a:gd name="connsiteX26" fmla="*/ 399479 w 877852"/>
                <a:gd name="connsiteY26" fmla="*/ 228600 h 877824"/>
                <a:gd name="connsiteX27" fmla="*/ 478345 w 877852"/>
                <a:gd name="connsiteY27" fmla="*/ 228600 h 877824"/>
                <a:gd name="connsiteX28" fmla="*/ 488633 w 877852"/>
                <a:gd name="connsiteY28" fmla="*/ 238887 h 877824"/>
                <a:gd name="connsiteX29" fmla="*/ 488633 w 877852"/>
                <a:gd name="connsiteY29" fmla="*/ 283664 h 877824"/>
                <a:gd name="connsiteX30" fmla="*/ 513436 w 877852"/>
                <a:gd name="connsiteY30" fmla="*/ 294037 h 877824"/>
                <a:gd name="connsiteX31" fmla="*/ 545154 w 877852"/>
                <a:gd name="connsiteY31" fmla="*/ 262290 h 877824"/>
                <a:gd name="connsiteX32" fmla="*/ 559727 w 877852"/>
                <a:gd name="connsiteY32" fmla="*/ 262290 h 877824"/>
                <a:gd name="connsiteX33" fmla="*/ 615506 w 877852"/>
                <a:gd name="connsiteY33" fmla="*/ 318068 h 877824"/>
                <a:gd name="connsiteX34" fmla="*/ 618506 w 877852"/>
                <a:gd name="connsiteY34" fmla="*/ 325326 h 877824"/>
                <a:gd name="connsiteX35" fmla="*/ 615506 w 877852"/>
                <a:gd name="connsiteY35" fmla="*/ 332584 h 877824"/>
                <a:gd name="connsiteX36" fmla="*/ 583816 w 877852"/>
                <a:gd name="connsiteY36" fmla="*/ 364246 h 877824"/>
                <a:gd name="connsiteX37" fmla="*/ 594017 w 877852"/>
                <a:gd name="connsiteY37" fmla="*/ 389163 h 877824"/>
                <a:gd name="connsiteX38" fmla="*/ 638937 w 877852"/>
                <a:gd name="connsiteY38" fmla="*/ 389163 h 877824"/>
                <a:gd name="connsiteX39" fmla="*/ 649224 w 877852"/>
                <a:gd name="connsiteY39" fmla="*/ 399450 h 877824"/>
                <a:gd name="connsiteX40" fmla="*/ 649224 w 877852"/>
                <a:gd name="connsiteY40" fmla="*/ 478317 h 877824"/>
                <a:gd name="connsiteX41" fmla="*/ 638937 w 877852"/>
                <a:gd name="connsiteY41" fmla="*/ 488604 h 877824"/>
                <a:gd name="connsiteX42" fmla="*/ 594160 w 877852"/>
                <a:gd name="connsiteY42" fmla="*/ 488604 h 877824"/>
                <a:gd name="connsiteX43" fmla="*/ 583787 w 877852"/>
                <a:gd name="connsiteY43" fmla="*/ 513407 h 877824"/>
                <a:gd name="connsiteX44" fmla="*/ 615534 w 877852"/>
                <a:gd name="connsiteY44" fmla="*/ 545125 h 877824"/>
                <a:gd name="connsiteX45" fmla="*/ 618534 w 877852"/>
                <a:gd name="connsiteY45" fmla="*/ 552412 h 877824"/>
                <a:gd name="connsiteX46" fmla="*/ 615534 w 877852"/>
                <a:gd name="connsiteY46" fmla="*/ 559699 h 877824"/>
                <a:gd name="connsiteX47" fmla="*/ 559756 w 877852"/>
                <a:gd name="connsiteY47" fmla="*/ 615477 h 877824"/>
                <a:gd name="connsiteX48" fmla="*/ 552469 w 877852"/>
                <a:gd name="connsiteY48" fmla="*/ 618477 h 877824"/>
                <a:gd name="connsiteX49" fmla="*/ 552469 w 877852"/>
                <a:gd name="connsiteY49" fmla="*/ 618477 h 877824"/>
                <a:gd name="connsiteX50" fmla="*/ 545182 w 877852"/>
                <a:gd name="connsiteY50" fmla="*/ 615477 h 877824"/>
                <a:gd name="connsiteX51" fmla="*/ 513550 w 877852"/>
                <a:gd name="connsiteY51" fmla="*/ 583787 h 877824"/>
                <a:gd name="connsiteX52" fmla="*/ 488661 w 877852"/>
                <a:gd name="connsiteY52" fmla="*/ 593989 h 877824"/>
                <a:gd name="connsiteX53" fmla="*/ 488661 w 877852"/>
                <a:gd name="connsiteY53" fmla="*/ 638937 h 877824"/>
                <a:gd name="connsiteX54" fmla="*/ 478345 w 877852"/>
                <a:gd name="connsiteY54" fmla="*/ 649224 h 877824"/>
                <a:gd name="connsiteX55" fmla="*/ 409766 w 877852"/>
                <a:gd name="connsiteY55" fmla="*/ 628650 h 877824"/>
                <a:gd name="connsiteX56" fmla="*/ 468059 w 877852"/>
                <a:gd name="connsiteY56" fmla="*/ 628650 h 877824"/>
                <a:gd name="connsiteX57" fmla="*/ 468059 w 877852"/>
                <a:gd name="connsiteY57" fmla="*/ 587159 h 877824"/>
                <a:gd name="connsiteX58" fmla="*/ 474459 w 877852"/>
                <a:gd name="connsiteY58" fmla="*/ 577644 h 877824"/>
                <a:gd name="connsiteX59" fmla="*/ 512064 w 877852"/>
                <a:gd name="connsiteY59" fmla="*/ 562213 h 877824"/>
                <a:gd name="connsiteX60" fmla="*/ 523265 w 877852"/>
                <a:gd name="connsiteY60" fmla="*/ 564442 h 877824"/>
                <a:gd name="connsiteX61" fmla="*/ 552469 w 877852"/>
                <a:gd name="connsiteY61" fmla="*/ 593703 h 877824"/>
                <a:gd name="connsiteX62" fmla="*/ 593703 w 877852"/>
                <a:gd name="connsiteY62" fmla="*/ 552469 h 877824"/>
                <a:gd name="connsiteX63" fmla="*/ 564328 w 877852"/>
                <a:gd name="connsiteY63" fmla="*/ 523151 h 877824"/>
                <a:gd name="connsiteX64" fmla="*/ 562127 w 877852"/>
                <a:gd name="connsiteY64" fmla="*/ 511893 h 877824"/>
                <a:gd name="connsiteX65" fmla="*/ 577844 w 877852"/>
                <a:gd name="connsiteY65" fmla="*/ 474402 h 877824"/>
                <a:gd name="connsiteX66" fmla="*/ 587331 w 877852"/>
                <a:gd name="connsiteY66" fmla="*/ 468059 h 877824"/>
                <a:gd name="connsiteX67" fmla="*/ 628650 w 877852"/>
                <a:gd name="connsiteY67" fmla="*/ 468059 h 877824"/>
                <a:gd name="connsiteX68" fmla="*/ 628650 w 877852"/>
                <a:gd name="connsiteY68" fmla="*/ 409766 h 877824"/>
                <a:gd name="connsiteX69" fmla="*/ 587159 w 877852"/>
                <a:gd name="connsiteY69" fmla="*/ 409766 h 877824"/>
                <a:gd name="connsiteX70" fmla="*/ 577644 w 877852"/>
                <a:gd name="connsiteY70" fmla="*/ 403393 h 877824"/>
                <a:gd name="connsiteX71" fmla="*/ 562213 w 877852"/>
                <a:gd name="connsiteY71" fmla="*/ 365789 h 877824"/>
                <a:gd name="connsiteX72" fmla="*/ 564442 w 877852"/>
                <a:gd name="connsiteY72" fmla="*/ 354616 h 877824"/>
                <a:gd name="connsiteX73" fmla="*/ 593703 w 877852"/>
                <a:gd name="connsiteY73" fmla="*/ 325384 h 877824"/>
                <a:gd name="connsiteX74" fmla="*/ 552469 w 877852"/>
                <a:gd name="connsiteY74" fmla="*/ 284150 h 877824"/>
                <a:gd name="connsiteX75" fmla="*/ 523151 w 877852"/>
                <a:gd name="connsiteY75" fmla="*/ 313496 h 877824"/>
                <a:gd name="connsiteX76" fmla="*/ 511893 w 877852"/>
                <a:gd name="connsiteY76" fmla="*/ 315725 h 877824"/>
                <a:gd name="connsiteX77" fmla="*/ 474402 w 877852"/>
                <a:gd name="connsiteY77" fmla="*/ 300038 h 877824"/>
                <a:gd name="connsiteX78" fmla="*/ 468059 w 877852"/>
                <a:gd name="connsiteY78" fmla="*/ 290551 h 877824"/>
                <a:gd name="connsiteX79" fmla="*/ 468059 w 877852"/>
                <a:gd name="connsiteY79" fmla="*/ 249174 h 877824"/>
                <a:gd name="connsiteX80" fmla="*/ 409766 w 877852"/>
                <a:gd name="connsiteY80" fmla="*/ 249174 h 877824"/>
                <a:gd name="connsiteX81" fmla="*/ 409766 w 877852"/>
                <a:gd name="connsiteY81" fmla="*/ 290665 h 877824"/>
                <a:gd name="connsiteX82" fmla="*/ 403393 w 877852"/>
                <a:gd name="connsiteY82" fmla="*/ 300180 h 877824"/>
                <a:gd name="connsiteX83" fmla="*/ 365789 w 877852"/>
                <a:gd name="connsiteY83" fmla="*/ 315611 h 877824"/>
                <a:gd name="connsiteX84" fmla="*/ 354616 w 877852"/>
                <a:gd name="connsiteY84" fmla="*/ 313353 h 877824"/>
                <a:gd name="connsiteX85" fmla="*/ 325384 w 877852"/>
                <a:gd name="connsiteY85" fmla="*/ 284121 h 877824"/>
                <a:gd name="connsiteX86" fmla="*/ 284178 w 877852"/>
                <a:gd name="connsiteY86" fmla="*/ 325355 h 877824"/>
                <a:gd name="connsiteX87" fmla="*/ 313525 w 877852"/>
                <a:gd name="connsiteY87" fmla="*/ 354730 h 877824"/>
                <a:gd name="connsiteX88" fmla="*/ 315725 w 877852"/>
                <a:gd name="connsiteY88" fmla="*/ 365989 h 877824"/>
                <a:gd name="connsiteX89" fmla="*/ 300038 w 877852"/>
                <a:gd name="connsiteY89" fmla="*/ 403479 h 877824"/>
                <a:gd name="connsiteX90" fmla="*/ 290551 w 877852"/>
                <a:gd name="connsiteY90" fmla="*/ 409794 h 877824"/>
                <a:gd name="connsiteX91" fmla="*/ 249174 w 877852"/>
                <a:gd name="connsiteY91" fmla="*/ 409794 h 877824"/>
                <a:gd name="connsiteX92" fmla="*/ 249174 w 877852"/>
                <a:gd name="connsiteY92" fmla="*/ 468087 h 877824"/>
                <a:gd name="connsiteX93" fmla="*/ 290665 w 877852"/>
                <a:gd name="connsiteY93" fmla="*/ 468087 h 877824"/>
                <a:gd name="connsiteX94" fmla="*/ 300180 w 877852"/>
                <a:gd name="connsiteY94" fmla="*/ 474488 h 877824"/>
                <a:gd name="connsiteX95" fmla="*/ 315611 w 877852"/>
                <a:gd name="connsiteY95" fmla="*/ 512093 h 877824"/>
                <a:gd name="connsiteX96" fmla="*/ 313353 w 877852"/>
                <a:gd name="connsiteY96" fmla="*/ 523294 h 877824"/>
                <a:gd name="connsiteX97" fmla="*/ 284150 w 877852"/>
                <a:gd name="connsiteY97" fmla="*/ 552498 h 877824"/>
                <a:gd name="connsiteX98" fmla="*/ 325355 w 877852"/>
                <a:gd name="connsiteY98" fmla="*/ 593731 h 877824"/>
                <a:gd name="connsiteX99" fmla="*/ 354730 w 877852"/>
                <a:gd name="connsiteY99" fmla="*/ 564356 h 877824"/>
                <a:gd name="connsiteX100" fmla="*/ 365989 w 877852"/>
                <a:gd name="connsiteY100" fmla="*/ 562156 h 877824"/>
                <a:gd name="connsiteX101" fmla="*/ 403479 w 877852"/>
                <a:gd name="connsiteY101" fmla="*/ 577872 h 877824"/>
                <a:gd name="connsiteX102" fmla="*/ 409794 w 877852"/>
                <a:gd name="connsiteY102" fmla="*/ 587359 h 877824"/>
                <a:gd name="connsiteX103" fmla="*/ 409766 w 877852"/>
                <a:gd name="connsiteY103" fmla="*/ 628650 h 877824"/>
                <a:gd name="connsiteX104" fmla="*/ 409766 w 877852"/>
                <a:gd name="connsiteY104" fmla="*/ 628650 h 877824"/>
                <a:gd name="connsiteX105" fmla="*/ 438912 w 877852"/>
                <a:gd name="connsiteY105" fmla="*/ 534924 h 877824"/>
                <a:gd name="connsiteX106" fmla="*/ 342900 w 877852"/>
                <a:gd name="connsiteY106" fmla="*/ 438912 h 877824"/>
                <a:gd name="connsiteX107" fmla="*/ 438912 w 877852"/>
                <a:gd name="connsiteY107" fmla="*/ 342900 h 877824"/>
                <a:gd name="connsiteX108" fmla="*/ 534924 w 877852"/>
                <a:gd name="connsiteY108" fmla="*/ 438912 h 877824"/>
                <a:gd name="connsiteX109" fmla="*/ 438912 w 877852"/>
                <a:gd name="connsiteY109" fmla="*/ 534924 h 877824"/>
                <a:gd name="connsiteX110" fmla="*/ 438912 w 877852"/>
                <a:gd name="connsiteY110" fmla="*/ 363474 h 877824"/>
                <a:gd name="connsiteX111" fmla="*/ 363474 w 877852"/>
                <a:gd name="connsiteY111" fmla="*/ 438912 h 877824"/>
                <a:gd name="connsiteX112" fmla="*/ 438912 w 877852"/>
                <a:gd name="connsiteY112" fmla="*/ 514350 h 877824"/>
                <a:gd name="connsiteX113" fmla="*/ 514350 w 877852"/>
                <a:gd name="connsiteY113" fmla="*/ 438912 h 877824"/>
                <a:gd name="connsiteX114" fmla="*/ 438912 w 877852"/>
                <a:gd name="connsiteY114" fmla="*/ 363474 h 877824"/>
                <a:gd name="connsiteX115" fmla="*/ 438912 w 877852"/>
                <a:gd name="connsiteY115" fmla="*/ 877824 h 877824"/>
                <a:gd name="connsiteX116" fmla="*/ 106299 w 877852"/>
                <a:gd name="connsiteY116" fmla="*/ 725291 h 877824"/>
                <a:gd name="connsiteX117" fmla="*/ 106299 w 877852"/>
                <a:gd name="connsiteY117" fmla="*/ 838962 h 877824"/>
                <a:gd name="connsiteX118" fmla="*/ 85725 w 877852"/>
                <a:gd name="connsiteY118" fmla="*/ 838962 h 877824"/>
                <a:gd name="connsiteX119" fmla="*/ 85725 w 877852"/>
                <a:gd name="connsiteY119" fmla="*/ 685800 h 877824"/>
                <a:gd name="connsiteX120" fmla="*/ 238887 w 877852"/>
                <a:gd name="connsiteY120" fmla="*/ 685800 h 877824"/>
                <a:gd name="connsiteX121" fmla="*/ 238887 w 877852"/>
                <a:gd name="connsiteY121" fmla="*/ 706403 h 877824"/>
                <a:gd name="connsiteX122" fmla="*/ 117243 w 877852"/>
                <a:gd name="connsiteY122" fmla="*/ 706403 h 877824"/>
                <a:gd name="connsiteX123" fmla="*/ 438912 w 877852"/>
                <a:gd name="connsiteY123" fmla="*/ 857250 h 877824"/>
                <a:gd name="connsiteX124" fmla="*/ 857250 w 877852"/>
                <a:gd name="connsiteY124" fmla="*/ 438912 h 877824"/>
                <a:gd name="connsiteX125" fmla="*/ 877853 w 877852"/>
                <a:gd name="connsiteY125" fmla="*/ 438912 h 877824"/>
                <a:gd name="connsiteX126" fmla="*/ 438912 w 877852"/>
                <a:gd name="connsiteY126" fmla="*/ 877824 h 877824"/>
                <a:gd name="connsiteX127" fmla="*/ 20574 w 877852"/>
                <a:gd name="connsiteY127" fmla="*/ 438912 h 877824"/>
                <a:gd name="connsiteX128" fmla="*/ 0 w 877852"/>
                <a:gd name="connsiteY128" fmla="*/ 438912 h 877824"/>
                <a:gd name="connsiteX129" fmla="*/ 438912 w 877852"/>
                <a:gd name="connsiteY129" fmla="*/ 0 h 877824"/>
                <a:gd name="connsiteX130" fmla="*/ 771525 w 877852"/>
                <a:gd name="connsiteY130" fmla="*/ 152505 h 877824"/>
                <a:gd name="connsiteX131" fmla="*/ 771525 w 877852"/>
                <a:gd name="connsiteY131" fmla="*/ 38862 h 877824"/>
                <a:gd name="connsiteX132" fmla="*/ 792128 w 877852"/>
                <a:gd name="connsiteY132" fmla="*/ 38862 h 877824"/>
                <a:gd name="connsiteX133" fmla="*/ 792128 w 877852"/>
                <a:gd name="connsiteY133" fmla="*/ 192024 h 877824"/>
                <a:gd name="connsiteX134" fmla="*/ 638937 w 877852"/>
                <a:gd name="connsiteY134" fmla="*/ 192024 h 877824"/>
                <a:gd name="connsiteX135" fmla="*/ 638937 w 877852"/>
                <a:gd name="connsiteY135" fmla="*/ 171450 h 877824"/>
                <a:gd name="connsiteX136" fmla="*/ 760581 w 877852"/>
                <a:gd name="connsiteY136" fmla="*/ 171450 h 877824"/>
                <a:gd name="connsiteX137" fmla="*/ 438912 w 877852"/>
                <a:gd name="connsiteY137" fmla="*/ 20574 h 877824"/>
                <a:gd name="connsiteX138" fmla="*/ 20574 w 877852"/>
                <a:gd name="connsiteY138" fmla="*/ 438912 h 877824"/>
                <a:gd name="connsiteX0" fmla="*/ 478345 w 877853"/>
                <a:gd name="connsiteY0" fmla="*/ 649224 h 877824"/>
                <a:gd name="connsiteX1" fmla="*/ 399479 w 877853"/>
                <a:gd name="connsiteY1" fmla="*/ 649224 h 877824"/>
                <a:gd name="connsiteX2" fmla="*/ 389192 w 877853"/>
                <a:gd name="connsiteY2" fmla="*/ 638937 h 877824"/>
                <a:gd name="connsiteX3" fmla="*/ 389192 w 877853"/>
                <a:gd name="connsiteY3" fmla="*/ 594160 h 877824"/>
                <a:gd name="connsiteX4" fmla="*/ 364360 w 877853"/>
                <a:gd name="connsiteY4" fmla="*/ 583787 h 877824"/>
                <a:gd name="connsiteX5" fmla="*/ 332613 w 877853"/>
                <a:gd name="connsiteY5" fmla="*/ 615534 h 877824"/>
                <a:gd name="connsiteX6" fmla="*/ 325355 w 877853"/>
                <a:gd name="connsiteY6" fmla="*/ 618534 h 877824"/>
                <a:gd name="connsiteX7" fmla="*/ 325355 w 877853"/>
                <a:gd name="connsiteY7" fmla="*/ 618534 h 877824"/>
                <a:gd name="connsiteX8" fmla="*/ 318097 w 877853"/>
                <a:gd name="connsiteY8" fmla="*/ 615534 h 877824"/>
                <a:gd name="connsiteX9" fmla="*/ 262319 w 877853"/>
                <a:gd name="connsiteY9" fmla="*/ 559756 h 877824"/>
                <a:gd name="connsiteX10" fmla="*/ 262319 w 877853"/>
                <a:gd name="connsiteY10" fmla="*/ 545182 h 877824"/>
                <a:gd name="connsiteX11" fmla="*/ 293980 w 877853"/>
                <a:gd name="connsiteY11" fmla="*/ 513550 h 877824"/>
                <a:gd name="connsiteX12" fmla="*/ 283778 w 877853"/>
                <a:gd name="connsiteY12" fmla="*/ 488661 h 877824"/>
                <a:gd name="connsiteX13" fmla="*/ 238887 w 877853"/>
                <a:gd name="connsiteY13" fmla="*/ 488661 h 877824"/>
                <a:gd name="connsiteX14" fmla="*/ 228600 w 877853"/>
                <a:gd name="connsiteY14" fmla="*/ 478374 h 877824"/>
                <a:gd name="connsiteX15" fmla="*/ 228600 w 877853"/>
                <a:gd name="connsiteY15" fmla="*/ 399507 h 877824"/>
                <a:gd name="connsiteX16" fmla="*/ 238887 w 877853"/>
                <a:gd name="connsiteY16" fmla="*/ 389220 h 877824"/>
                <a:gd name="connsiteX17" fmla="*/ 283664 w 877853"/>
                <a:gd name="connsiteY17" fmla="*/ 389220 h 877824"/>
                <a:gd name="connsiteX18" fmla="*/ 294037 w 877853"/>
                <a:gd name="connsiteY18" fmla="*/ 364388 h 877824"/>
                <a:gd name="connsiteX19" fmla="*/ 262319 w 877853"/>
                <a:gd name="connsiteY19" fmla="*/ 332613 h 877824"/>
                <a:gd name="connsiteX20" fmla="*/ 262319 w 877853"/>
                <a:gd name="connsiteY20" fmla="*/ 318068 h 877824"/>
                <a:gd name="connsiteX21" fmla="*/ 318068 w 877853"/>
                <a:gd name="connsiteY21" fmla="*/ 262290 h 877824"/>
                <a:gd name="connsiteX22" fmla="*/ 332613 w 877853"/>
                <a:gd name="connsiteY22" fmla="*/ 262290 h 877824"/>
                <a:gd name="connsiteX23" fmla="*/ 364274 w 877853"/>
                <a:gd name="connsiteY23" fmla="*/ 293980 h 877824"/>
                <a:gd name="connsiteX24" fmla="*/ 389192 w 877853"/>
                <a:gd name="connsiteY24" fmla="*/ 283778 h 877824"/>
                <a:gd name="connsiteX25" fmla="*/ 389192 w 877853"/>
                <a:gd name="connsiteY25" fmla="*/ 238887 h 877824"/>
                <a:gd name="connsiteX26" fmla="*/ 399479 w 877853"/>
                <a:gd name="connsiteY26" fmla="*/ 228600 h 877824"/>
                <a:gd name="connsiteX27" fmla="*/ 478345 w 877853"/>
                <a:gd name="connsiteY27" fmla="*/ 228600 h 877824"/>
                <a:gd name="connsiteX28" fmla="*/ 488633 w 877853"/>
                <a:gd name="connsiteY28" fmla="*/ 238887 h 877824"/>
                <a:gd name="connsiteX29" fmla="*/ 488633 w 877853"/>
                <a:gd name="connsiteY29" fmla="*/ 283664 h 877824"/>
                <a:gd name="connsiteX30" fmla="*/ 513436 w 877853"/>
                <a:gd name="connsiteY30" fmla="*/ 294037 h 877824"/>
                <a:gd name="connsiteX31" fmla="*/ 545154 w 877853"/>
                <a:gd name="connsiteY31" fmla="*/ 262290 h 877824"/>
                <a:gd name="connsiteX32" fmla="*/ 559727 w 877853"/>
                <a:gd name="connsiteY32" fmla="*/ 262290 h 877824"/>
                <a:gd name="connsiteX33" fmla="*/ 615506 w 877853"/>
                <a:gd name="connsiteY33" fmla="*/ 318068 h 877824"/>
                <a:gd name="connsiteX34" fmla="*/ 618506 w 877853"/>
                <a:gd name="connsiteY34" fmla="*/ 325326 h 877824"/>
                <a:gd name="connsiteX35" fmla="*/ 615506 w 877853"/>
                <a:gd name="connsiteY35" fmla="*/ 332584 h 877824"/>
                <a:gd name="connsiteX36" fmla="*/ 583816 w 877853"/>
                <a:gd name="connsiteY36" fmla="*/ 364246 h 877824"/>
                <a:gd name="connsiteX37" fmla="*/ 594017 w 877853"/>
                <a:gd name="connsiteY37" fmla="*/ 389163 h 877824"/>
                <a:gd name="connsiteX38" fmla="*/ 638937 w 877853"/>
                <a:gd name="connsiteY38" fmla="*/ 389163 h 877824"/>
                <a:gd name="connsiteX39" fmla="*/ 649224 w 877853"/>
                <a:gd name="connsiteY39" fmla="*/ 399450 h 877824"/>
                <a:gd name="connsiteX40" fmla="*/ 649224 w 877853"/>
                <a:gd name="connsiteY40" fmla="*/ 478317 h 877824"/>
                <a:gd name="connsiteX41" fmla="*/ 638937 w 877853"/>
                <a:gd name="connsiteY41" fmla="*/ 488604 h 877824"/>
                <a:gd name="connsiteX42" fmla="*/ 594160 w 877853"/>
                <a:gd name="connsiteY42" fmla="*/ 488604 h 877824"/>
                <a:gd name="connsiteX43" fmla="*/ 583787 w 877853"/>
                <a:gd name="connsiteY43" fmla="*/ 513407 h 877824"/>
                <a:gd name="connsiteX44" fmla="*/ 615534 w 877853"/>
                <a:gd name="connsiteY44" fmla="*/ 545125 h 877824"/>
                <a:gd name="connsiteX45" fmla="*/ 618534 w 877853"/>
                <a:gd name="connsiteY45" fmla="*/ 552412 h 877824"/>
                <a:gd name="connsiteX46" fmla="*/ 615534 w 877853"/>
                <a:gd name="connsiteY46" fmla="*/ 559699 h 877824"/>
                <a:gd name="connsiteX47" fmla="*/ 559756 w 877853"/>
                <a:gd name="connsiteY47" fmla="*/ 615477 h 877824"/>
                <a:gd name="connsiteX48" fmla="*/ 552469 w 877853"/>
                <a:gd name="connsiteY48" fmla="*/ 618477 h 877824"/>
                <a:gd name="connsiteX49" fmla="*/ 552469 w 877853"/>
                <a:gd name="connsiteY49" fmla="*/ 618477 h 877824"/>
                <a:gd name="connsiteX50" fmla="*/ 545182 w 877853"/>
                <a:gd name="connsiteY50" fmla="*/ 615477 h 877824"/>
                <a:gd name="connsiteX51" fmla="*/ 513550 w 877853"/>
                <a:gd name="connsiteY51" fmla="*/ 583787 h 877824"/>
                <a:gd name="connsiteX52" fmla="*/ 488661 w 877853"/>
                <a:gd name="connsiteY52" fmla="*/ 593989 h 877824"/>
                <a:gd name="connsiteX53" fmla="*/ 488661 w 877853"/>
                <a:gd name="connsiteY53" fmla="*/ 638937 h 877824"/>
                <a:gd name="connsiteX54" fmla="*/ 478345 w 877853"/>
                <a:gd name="connsiteY54" fmla="*/ 649224 h 877824"/>
                <a:gd name="connsiteX55" fmla="*/ 409766 w 877853"/>
                <a:gd name="connsiteY55" fmla="*/ 628650 h 877824"/>
                <a:gd name="connsiteX56" fmla="*/ 468059 w 877853"/>
                <a:gd name="connsiteY56" fmla="*/ 628650 h 877824"/>
                <a:gd name="connsiteX57" fmla="*/ 468059 w 877853"/>
                <a:gd name="connsiteY57" fmla="*/ 587159 h 877824"/>
                <a:gd name="connsiteX58" fmla="*/ 474459 w 877853"/>
                <a:gd name="connsiteY58" fmla="*/ 577644 h 877824"/>
                <a:gd name="connsiteX59" fmla="*/ 512064 w 877853"/>
                <a:gd name="connsiteY59" fmla="*/ 562213 h 877824"/>
                <a:gd name="connsiteX60" fmla="*/ 523265 w 877853"/>
                <a:gd name="connsiteY60" fmla="*/ 564442 h 877824"/>
                <a:gd name="connsiteX61" fmla="*/ 552469 w 877853"/>
                <a:gd name="connsiteY61" fmla="*/ 593703 h 877824"/>
                <a:gd name="connsiteX62" fmla="*/ 593703 w 877853"/>
                <a:gd name="connsiteY62" fmla="*/ 552469 h 877824"/>
                <a:gd name="connsiteX63" fmla="*/ 564328 w 877853"/>
                <a:gd name="connsiteY63" fmla="*/ 523151 h 877824"/>
                <a:gd name="connsiteX64" fmla="*/ 562127 w 877853"/>
                <a:gd name="connsiteY64" fmla="*/ 511893 h 877824"/>
                <a:gd name="connsiteX65" fmla="*/ 577844 w 877853"/>
                <a:gd name="connsiteY65" fmla="*/ 474402 h 877824"/>
                <a:gd name="connsiteX66" fmla="*/ 587331 w 877853"/>
                <a:gd name="connsiteY66" fmla="*/ 468059 h 877824"/>
                <a:gd name="connsiteX67" fmla="*/ 628650 w 877853"/>
                <a:gd name="connsiteY67" fmla="*/ 468059 h 877824"/>
                <a:gd name="connsiteX68" fmla="*/ 628650 w 877853"/>
                <a:gd name="connsiteY68" fmla="*/ 409766 h 877824"/>
                <a:gd name="connsiteX69" fmla="*/ 587159 w 877853"/>
                <a:gd name="connsiteY69" fmla="*/ 409766 h 877824"/>
                <a:gd name="connsiteX70" fmla="*/ 577644 w 877853"/>
                <a:gd name="connsiteY70" fmla="*/ 403393 h 877824"/>
                <a:gd name="connsiteX71" fmla="*/ 562213 w 877853"/>
                <a:gd name="connsiteY71" fmla="*/ 365789 h 877824"/>
                <a:gd name="connsiteX72" fmla="*/ 564442 w 877853"/>
                <a:gd name="connsiteY72" fmla="*/ 354616 h 877824"/>
                <a:gd name="connsiteX73" fmla="*/ 593703 w 877853"/>
                <a:gd name="connsiteY73" fmla="*/ 325384 h 877824"/>
                <a:gd name="connsiteX74" fmla="*/ 552469 w 877853"/>
                <a:gd name="connsiteY74" fmla="*/ 284150 h 877824"/>
                <a:gd name="connsiteX75" fmla="*/ 523151 w 877853"/>
                <a:gd name="connsiteY75" fmla="*/ 313496 h 877824"/>
                <a:gd name="connsiteX76" fmla="*/ 511893 w 877853"/>
                <a:gd name="connsiteY76" fmla="*/ 315725 h 877824"/>
                <a:gd name="connsiteX77" fmla="*/ 474402 w 877853"/>
                <a:gd name="connsiteY77" fmla="*/ 300038 h 877824"/>
                <a:gd name="connsiteX78" fmla="*/ 468059 w 877853"/>
                <a:gd name="connsiteY78" fmla="*/ 290551 h 877824"/>
                <a:gd name="connsiteX79" fmla="*/ 468059 w 877853"/>
                <a:gd name="connsiteY79" fmla="*/ 249174 h 877824"/>
                <a:gd name="connsiteX80" fmla="*/ 409766 w 877853"/>
                <a:gd name="connsiteY80" fmla="*/ 249174 h 877824"/>
                <a:gd name="connsiteX81" fmla="*/ 409766 w 877853"/>
                <a:gd name="connsiteY81" fmla="*/ 290665 h 877824"/>
                <a:gd name="connsiteX82" fmla="*/ 403393 w 877853"/>
                <a:gd name="connsiteY82" fmla="*/ 300180 h 877824"/>
                <a:gd name="connsiteX83" fmla="*/ 365789 w 877853"/>
                <a:gd name="connsiteY83" fmla="*/ 315611 h 877824"/>
                <a:gd name="connsiteX84" fmla="*/ 354616 w 877853"/>
                <a:gd name="connsiteY84" fmla="*/ 313353 h 877824"/>
                <a:gd name="connsiteX85" fmla="*/ 325384 w 877853"/>
                <a:gd name="connsiteY85" fmla="*/ 284121 h 877824"/>
                <a:gd name="connsiteX86" fmla="*/ 284178 w 877853"/>
                <a:gd name="connsiteY86" fmla="*/ 325355 h 877824"/>
                <a:gd name="connsiteX87" fmla="*/ 313525 w 877853"/>
                <a:gd name="connsiteY87" fmla="*/ 354730 h 877824"/>
                <a:gd name="connsiteX88" fmla="*/ 315725 w 877853"/>
                <a:gd name="connsiteY88" fmla="*/ 365989 h 877824"/>
                <a:gd name="connsiteX89" fmla="*/ 300038 w 877853"/>
                <a:gd name="connsiteY89" fmla="*/ 403479 h 877824"/>
                <a:gd name="connsiteX90" fmla="*/ 290551 w 877853"/>
                <a:gd name="connsiteY90" fmla="*/ 409794 h 877824"/>
                <a:gd name="connsiteX91" fmla="*/ 249174 w 877853"/>
                <a:gd name="connsiteY91" fmla="*/ 409794 h 877824"/>
                <a:gd name="connsiteX92" fmla="*/ 249174 w 877853"/>
                <a:gd name="connsiteY92" fmla="*/ 468087 h 877824"/>
                <a:gd name="connsiteX93" fmla="*/ 290665 w 877853"/>
                <a:gd name="connsiteY93" fmla="*/ 468087 h 877824"/>
                <a:gd name="connsiteX94" fmla="*/ 300180 w 877853"/>
                <a:gd name="connsiteY94" fmla="*/ 474488 h 877824"/>
                <a:gd name="connsiteX95" fmla="*/ 315611 w 877853"/>
                <a:gd name="connsiteY95" fmla="*/ 512093 h 877824"/>
                <a:gd name="connsiteX96" fmla="*/ 313353 w 877853"/>
                <a:gd name="connsiteY96" fmla="*/ 523294 h 877824"/>
                <a:gd name="connsiteX97" fmla="*/ 284150 w 877853"/>
                <a:gd name="connsiteY97" fmla="*/ 552498 h 877824"/>
                <a:gd name="connsiteX98" fmla="*/ 325355 w 877853"/>
                <a:gd name="connsiteY98" fmla="*/ 593731 h 877824"/>
                <a:gd name="connsiteX99" fmla="*/ 354730 w 877853"/>
                <a:gd name="connsiteY99" fmla="*/ 564356 h 877824"/>
                <a:gd name="connsiteX100" fmla="*/ 365989 w 877853"/>
                <a:gd name="connsiteY100" fmla="*/ 562156 h 877824"/>
                <a:gd name="connsiteX101" fmla="*/ 403479 w 877853"/>
                <a:gd name="connsiteY101" fmla="*/ 577872 h 877824"/>
                <a:gd name="connsiteX102" fmla="*/ 409794 w 877853"/>
                <a:gd name="connsiteY102" fmla="*/ 587359 h 877824"/>
                <a:gd name="connsiteX103" fmla="*/ 409766 w 877853"/>
                <a:gd name="connsiteY103" fmla="*/ 628650 h 877824"/>
                <a:gd name="connsiteX104" fmla="*/ 409766 w 877853"/>
                <a:gd name="connsiteY104" fmla="*/ 628650 h 877824"/>
                <a:gd name="connsiteX105" fmla="*/ 438912 w 877853"/>
                <a:gd name="connsiteY105" fmla="*/ 534924 h 877824"/>
                <a:gd name="connsiteX106" fmla="*/ 342900 w 877853"/>
                <a:gd name="connsiteY106" fmla="*/ 438912 h 877824"/>
                <a:gd name="connsiteX107" fmla="*/ 438912 w 877853"/>
                <a:gd name="connsiteY107" fmla="*/ 342900 h 877824"/>
                <a:gd name="connsiteX108" fmla="*/ 534924 w 877853"/>
                <a:gd name="connsiteY108" fmla="*/ 438912 h 877824"/>
                <a:gd name="connsiteX109" fmla="*/ 438912 w 877853"/>
                <a:gd name="connsiteY109" fmla="*/ 534924 h 877824"/>
                <a:gd name="connsiteX110" fmla="*/ 438912 w 877853"/>
                <a:gd name="connsiteY110" fmla="*/ 363474 h 877824"/>
                <a:gd name="connsiteX111" fmla="*/ 363474 w 877853"/>
                <a:gd name="connsiteY111" fmla="*/ 438912 h 877824"/>
                <a:gd name="connsiteX112" fmla="*/ 438912 w 877853"/>
                <a:gd name="connsiteY112" fmla="*/ 514350 h 877824"/>
                <a:gd name="connsiteX113" fmla="*/ 514350 w 877853"/>
                <a:gd name="connsiteY113" fmla="*/ 438912 h 877824"/>
                <a:gd name="connsiteX114" fmla="*/ 438912 w 877853"/>
                <a:gd name="connsiteY114" fmla="*/ 363474 h 877824"/>
                <a:gd name="connsiteX115" fmla="*/ 438912 w 877853"/>
                <a:gd name="connsiteY115" fmla="*/ 877824 h 877824"/>
                <a:gd name="connsiteX116" fmla="*/ 106299 w 877853"/>
                <a:gd name="connsiteY116" fmla="*/ 725291 h 877824"/>
                <a:gd name="connsiteX117" fmla="*/ 85725 w 877853"/>
                <a:gd name="connsiteY117" fmla="*/ 838962 h 877824"/>
                <a:gd name="connsiteX118" fmla="*/ 85725 w 877853"/>
                <a:gd name="connsiteY118" fmla="*/ 685800 h 877824"/>
                <a:gd name="connsiteX119" fmla="*/ 238887 w 877853"/>
                <a:gd name="connsiteY119" fmla="*/ 685800 h 877824"/>
                <a:gd name="connsiteX120" fmla="*/ 238887 w 877853"/>
                <a:gd name="connsiteY120" fmla="*/ 706403 h 877824"/>
                <a:gd name="connsiteX121" fmla="*/ 117243 w 877853"/>
                <a:gd name="connsiteY121" fmla="*/ 706403 h 877824"/>
                <a:gd name="connsiteX122" fmla="*/ 438912 w 877853"/>
                <a:gd name="connsiteY122" fmla="*/ 857250 h 877824"/>
                <a:gd name="connsiteX123" fmla="*/ 857250 w 877853"/>
                <a:gd name="connsiteY123" fmla="*/ 438912 h 877824"/>
                <a:gd name="connsiteX124" fmla="*/ 877853 w 877853"/>
                <a:gd name="connsiteY124" fmla="*/ 438912 h 877824"/>
                <a:gd name="connsiteX125" fmla="*/ 438912 w 877853"/>
                <a:gd name="connsiteY125" fmla="*/ 877824 h 877824"/>
                <a:gd name="connsiteX126" fmla="*/ 20574 w 877853"/>
                <a:gd name="connsiteY126" fmla="*/ 438912 h 877824"/>
                <a:gd name="connsiteX127" fmla="*/ 0 w 877853"/>
                <a:gd name="connsiteY127" fmla="*/ 438912 h 877824"/>
                <a:gd name="connsiteX128" fmla="*/ 438912 w 877853"/>
                <a:gd name="connsiteY128" fmla="*/ 0 h 877824"/>
                <a:gd name="connsiteX129" fmla="*/ 771525 w 877853"/>
                <a:gd name="connsiteY129" fmla="*/ 152505 h 877824"/>
                <a:gd name="connsiteX130" fmla="*/ 771525 w 877853"/>
                <a:gd name="connsiteY130" fmla="*/ 38862 h 877824"/>
                <a:gd name="connsiteX131" fmla="*/ 792128 w 877853"/>
                <a:gd name="connsiteY131" fmla="*/ 38862 h 877824"/>
                <a:gd name="connsiteX132" fmla="*/ 792128 w 877853"/>
                <a:gd name="connsiteY132" fmla="*/ 192024 h 877824"/>
                <a:gd name="connsiteX133" fmla="*/ 638937 w 877853"/>
                <a:gd name="connsiteY133" fmla="*/ 192024 h 877824"/>
                <a:gd name="connsiteX134" fmla="*/ 638937 w 877853"/>
                <a:gd name="connsiteY134" fmla="*/ 171450 h 877824"/>
                <a:gd name="connsiteX135" fmla="*/ 760581 w 877853"/>
                <a:gd name="connsiteY135" fmla="*/ 171450 h 877824"/>
                <a:gd name="connsiteX136" fmla="*/ 438912 w 877853"/>
                <a:gd name="connsiteY136" fmla="*/ 20574 h 877824"/>
                <a:gd name="connsiteX137" fmla="*/ 20574 w 877853"/>
                <a:gd name="connsiteY137" fmla="*/ 438912 h 877824"/>
                <a:gd name="connsiteX0" fmla="*/ 478345 w 877853"/>
                <a:gd name="connsiteY0" fmla="*/ 649224 h 877824"/>
                <a:gd name="connsiteX1" fmla="*/ 399479 w 877853"/>
                <a:gd name="connsiteY1" fmla="*/ 649224 h 877824"/>
                <a:gd name="connsiteX2" fmla="*/ 389192 w 877853"/>
                <a:gd name="connsiteY2" fmla="*/ 638937 h 877824"/>
                <a:gd name="connsiteX3" fmla="*/ 389192 w 877853"/>
                <a:gd name="connsiteY3" fmla="*/ 594160 h 877824"/>
                <a:gd name="connsiteX4" fmla="*/ 364360 w 877853"/>
                <a:gd name="connsiteY4" fmla="*/ 583787 h 877824"/>
                <a:gd name="connsiteX5" fmla="*/ 332613 w 877853"/>
                <a:gd name="connsiteY5" fmla="*/ 615534 h 877824"/>
                <a:gd name="connsiteX6" fmla="*/ 325355 w 877853"/>
                <a:gd name="connsiteY6" fmla="*/ 618534 h 877824"/>
                <a:gd name="connsiteX7" fmla="*/ 325355 w 877853"/>
                <a:gd name="connsiteY7" fmla="*/ 618534 h 877824"/>
                <a:gd name="connsiteX8" fmla="*/ 318097 w 877853"/>
                <a:gd name="connsiteY8" fmla="*/ 615534 h 877824"/>
                <a:gd name="connsiteX9" fmla="*/ 262319 w 877853"/>
                <a:gd name="connsiteY9" fmla="*/ 559756 h 877824"/>
                <a:gd name="connsiteX10" fmla="*/ 262319 w 877853"/>
                <a:gd name="connsiteY10" fmla="*/ 545182 h 877824"/>
                <a:gd name="connsiteX11" fmla="*/ 293980 w 877853"/>
                <a:gd name="connsiteY11" fmla="*/ 513550 h 877824"/>
                <a:gd name="connsiteX12" fmla="*/ 283778 w 877853"/>
                <a:gd name="connsiteY12" fmla="*/ 488661 h 877824"/>
                <a:gd name="connsiteX13" fmla="*/ 238887 w 877853"/>
                <a:gd name="connsiteY13" fmla="*/ 488661 h 877824"/>
                <a:gd name="connsiteX14" fmla="*/ 228600 w 877853"/>
                <a:gd name="connsiteY14" fmla="*/ 478374 h 877824"/>
                <a:gd name="connsiteX15" fmla="*/ 228600 w 877853"/>
                <a:gd name="connsiteY15" fmla="*/ 399507 h 877824"/>
                <a:gd name="connsiteX16" fmla="*/ 238887 w 877853"/>
                <a:gd name="connsiteY16" fmla="*/ 389220 h 877824"/>
                <a:gd name="connsiteX17" fmla="*/ 283664 w 877853"/>
                <a:gd name="connsiteY17" fmla="*/ 389220 h 877824"/>
                <a:gd name="connsiteX18" fmla="*/ 294037 w 877853"/>
                <a:gd name="connsiteY18" fmla="*/ 364388 h 877824"/>
                <a:gd name="connsiteX19" fmla="*/ 262319 w 877853"/>
                <a:gd name="connsiteY19" fmla="*/ 332613 h 877824"/>
                <a:gd name="connsiteX20" fmla="*/ 262319 w 877853"/>
                <a:gd name="connsiteY20" fmla="*/ 318068 h 877824"/>
                <a:gd name="connsiteX21" fmla="*/ 318068 w 877853"/>
                <a:gd name="connsiteY21" fmla="*/ 262290 h 877824"/>
                <a:gd name="connsiteX22" fmla="*/ 332613 w 877853"/>
                <a:gd name="connsiteY22" fmla="*/ 262290 h 877824"/>
                <a:gd name="connsiteX23" fmla="*/ 364274 w 877853"/>
                <a:gd name="connsiteY23" fmla="*/ 293980 h 877824"/>
                <a:gd name="connsiteX24" fmla="*/ 389192 w 877853"/>
                <a:gd name="connsiteY24" fmla="*/ 283778 h 877824"/>
                <a:gd name="connsiteX25" fmla="*/ 389192 w 877853"/>
                <a:gd name="connsiteY25" fmla="*/ 238887 h 877824"/>
                <a:gd name="connsiteX26" fmla="*/ 399479 w 877853"/>
                <a:gd name="connsiteY26" fmla="*/ 228600 h 877824"/>
                <a:gd name="connsiteX27" fmla="*/ 478345 w 877853"/>
                <a:gd name="connsiteY27" fmla="*/ 228600 h 877824"/>
                <a:gd name="connsiteX28" fmla="*/ 488633 w 877853"/>
                <a:gd name="connsiteY28" fmla="*/ 238887 h 877824"/>
                <a:gd name="connsiteX29" fmla="*/ 488633 w 877853"/>
                <a:gd name="connsiteY29" fmla="*/ 283664 h 877824"/>
                <a:gd name="connsiteX30" fmla="*/ 513436 w 877853"/>
                <a:gd name="connsiteY30" fmla="*/ 294037 h 877824"/>
                <a:gd name="connsiteX31" fmla="*/ 545154 w 877853"/>
                <a:gd name="connsiteY31" fmla="*/ 262290 h 877824"/>
                <a:gd name="connsiteX32" fmla="*/ 559727 w 877853"/>
                <a:gd name="connsiteY32" fmla="*/ 262290 h 877824"/>
                <a:gd name="connsiteX33" fmla="*/ 615506 w 877853"/>
                <a:gd name="connsiteY33" fmla="*/ 318068 h 877824"/>
                <a:gd name="connsiteX34" fmla="*/ 618506 w 877853"/>
                <a:gd name="connsiteY34" fmla="*/ 325326 h 877824"/>
                <a:gd name="connsiteX35" fmla="*/ 615506 w 877853"/>
                <a:gd name="connsiteY35" fmla="*/ 332584 h 877824"/>
                <a:gd name="connsiteX36" fmla="*/ 583816 w 877853"/>
                <a:gd name="connsiteY36" fmla="*/ 364246 h 877824"/>
                <a:gd name="connsiteX37" fmla="*/ 594017 w 877853"/>
                <a:gd name="connsiteY37" fmla="*/ 389163 h 877824"/>
                <a:gd name="connsiteX38" fmla="*/ 638937 w 877853"/>
                <a:gd name="connsiteY38" fmla="*/ 389163 h 877824"/>
                <a:gd name="connsiteX39" fmla="*/ 649224 w 877853"/>
                <a:gd name="connsiteY39" fmla="*/ 399450 h 877824"/>
                <a:gd name="connsiteX40" fmla="*/ 649224 w 877853"/>
                <a:gd name="connsiteY40" fmla="*/ 478317 h 877824"/>
                <a:gd name="connsiteX41" fmla="*/ 638937 w 877853"/>
                <a:gd name="connsiteY41" fmla="*/ 488604 h 877824"/>
                <a:gd name="connsiteX42" fmla="*/ 594160 w 877853"/>
                <a:gd name="connsiteY42" fmla="*/ 488604 h 877824"/>
                <a:gd name="connsiteX43" fmla="*/ 583787 w 877853"/>
                <a:gd name="connsiteY43" fmla="*/ 513407 h 877824"/>
                <a:gd name="connsiteX44" fmla="*/ 615534 w 877853"/>
                <a:gd name="connsiteY44" fmla="*/ 545125 h 877824"/>
                <a:gd name="connsiteX45" fmla="*/ 618534 w 877853"/>
                <a:gd name="connsiteY45" fmla="*/ 552412 h 877824"/>
                <a:gd name="connsiteX46" fmla="*/ 615534 w 877853"/>
                <a:gd name="connsiteY46" fmla="*/ 559699 h 877824"/>
                <a:gd name="connsiteX47" fmla="*/ 559756 w 877853"/>
                <a:gd name="connsiteY47" fmla="*/ 615477 h 877824"/>
                <a:gd name="connsiteX48" fmla="*/ 552469 w 877853"/>
                <a:gd name="connsiteY48" fmla="*/ 618477 h 877824"/>
                <a:gd name="connsiteX49" fmla="*/ 552469 w 877853"/>
                <a:gd name="connsiteY49" fmla="*/ 618477 h 877824"/>
                <a:gd name="connsiteX50" fmla="*/ 545182 w 877853"/>
                <a:gd name="connsiteY50" fmla="*/ 615477 h 877824"/>
                <a:gd name="connsiteX51" fmla="*/ 513550 w 877853"/>
                <a:gd name="connsiteY51" fmla="*/ 583787 h 877824"/>
                <a:gd name="connsiteX52" fmla="*/ 488661 w 877853"/>
                <a:gd name="connsiteY52" fmla="*/ 593989 h 877824"/>
                <a:gd name="connsiteX53" fmla="*/ 488661 w 877853"/>
                <a:gd name="connsiteY53" fmla="*/ 638937 h 877824"/>
                <a:gd name="connsiteX54" fmla="*/ 478345 w 877853"/>
                <a:gd name="connsiteY54" fmla="*/ 649224 h 877824"/>
                <a:gd name="connsiteX55" fmla="*/ 409766 w 877853"/>
                <a:gd name="connsiteY55" fmla="*/ 628650 h 877824"/>
                <a:gd name="connsiteX56" fmla="*/ 468059 w 877853"/>
                <a:gd name="connsiteY56" fmla="*/ 628650 h 877824"/>
                <a:gd name="connsiteX57" fmla="*/ 468059 w 877853"/>
                <a:gd name="connsiteY57" fmla="*/ 587159 h 877824"/>
                <a:gd name="connsiteX58" fmla="*/ 474459 w 877853"/>
                <a:gd name="connsiteY58" fmla="*/ 577644 h 877824"/>
                <a:gd name="connsiteX59" fmla="*/ 512064 w 877853"/>
                <a:gd name="connsiteY59" fmla="*/ 562213 h 877824"/>
                <a:gd name="connsiteX60" fmla="*/ 523265 w 877853"/>
                <a:gd name="connsiteY60" fmla="*/ 564442 h 877824"/>
                <a:gd name="connsiteX61" fmla="*/ 552469 w 877853"/>
                <a:gd name="connsiteY61" fmla="*/ 593703 h 877824"/>
                <a:gd name="connsiteX62" fmla="*/ 593703 w 877853"/>
                <a:gd name="connsiteY62" fmla="*/ 552469 h 877824"/>
                <a:gd name="connsiteX63" fmla="*/ 564328 w 877853"/>
                <a:gd name="connsiteY63" fmla="*/ 523151 h 877824"/>
                <a:gd name="connsiteX64" fmla="*/ 562127 w 877853"/>
                <a:gd name="connsiteY64" fmla="*/ 511893 h 877824"/>
                <a:gd name="connsiteX65" fmla="*/ 577844 w 877853"/>
                <a:gd name="connsiteY65" fmla="*/ 474402 h 877824"/>
                <a:gd name="connsiteX66" fmla="*/ 587331 w 877853"/>
                <a:gd name="connsiteY66" fmla="*/ 468059 h 877824"/>
                <a:gd name="connsiteX67" fmla="*/ 628650 w 877853"/>
                <a:gd name="connsiteY67" fmla="*/ 468059 h 877824"/>
                <a:gd name="connsiteX68" fmla="*/ 628650 w 877853"/>
                <a:gd name="connsiteY68" fmla="*/ 409766 h 877824"/>
                <a:gd name="connsiteX69" fmla="*/ 587159 w 877853"/>
                <a:gd name="connsiteY69" fmla="*/ 409766 h 877824"/>
                <a:gd name="connsiteX70" fmla="*/ 577644 w 877853"/>
                <a:gd name="connsiteY70" fmla="*/ 403393 h 877824"/>
                <a:gd name="connsiteX71" fmla="*/ 562213 w 877853"/>
                <a:gd name="connsiteY71" fmla="*/ 365789 h 877824"/>
                <a:gd name="connsiteX72" fmla="*/ 564442 w 877853"/>
                <a:gd name="connsiteY72" fmla="*/ 354616 h 877824"/>
                <a:gd name="connsiteX73" fmla="*/ 593703 w 877853"/>
                <a:gd name="connsiteY73" fmla="*/ 325384 h 877824"/>
                <a:gd name="connsiteX74" fmla="*/ 552469 w 877853"/>
                <a:gd name="connsiteY74" fmla="*/ 284150 h 877824"/>
                <a:gd name="connsiteX75" fmla="*/ 523151 w 877853"/>
                <a:gd name="connsiteY75" fmla="*/ 313496 h 877824"/>
                <a:gd name="connsiteX76" fmla="*/ 511893 w 877853"/>
                <a:gd name="connsiteY76" fmla="*/ 315725 h 877824"/>
                <a:gd name="connsiteX77" fmla="*/ 474402 w 877853"/>
                <a:gd name="connsiteY77" fmla="*/ 300038 h 877824"/>
                <a:gd name="connsiteX78" fmla="*/ 468059 w 877853"/>
                <a:gd name="connsiteY78" fmla="*/ 290551 h 877824"/>
                <a:gd name="connsiteX79" fmla="*/ 468059 w 877853"/>
                <a:gd name="connsiteY79" fmla="*/ 249174 h 877824"/>
                <a:gd name="connsiteX80" fmla="*/ 409766 w 877853"/>
                <a:gd name="connsiteY80" fmla="*/ 249174 h 877824"/>
                <a:gd name="connsiteX81" fmla="*/ 409766 w 877853"/>
                <a:gd name="connsiteY81" fmla="*/ 290665 h 877824"/>
                <a:gd name="connsiteX82" fmla="*/ 403393 w 877853"/>
                <a:gd name="connsiteY82" fmla="*/ 300180 h 877824"/>
                <a:gd name="connsiteX83" fmla="*/ 365789 w 877853"/>
                <a:gd name="connsiteY83" fmla="*/ 315611 h 877824"/>
                <a:gd name="connsiteX84" fmla="*/ 354616 w 877853"/>
                <a:gd name="connsiteY84" fmla="*/ 313353 h 877824"/>
                <a:gd name="connsiteX85" fmla="*/ 325384 w 877853"/>
                <a:gd name="connsiteY85" fmla="*/ 284121 h 877824"/>
                <a:gd name="connsiteX86" fmla="*/ 284178 w 877853"/>
                <a:gd name="connsiteY86" fmla="*/ 325355 h 877824"/>
                <a:gd name="connsiteX87" fmla="*/ 313525 w 877853"/>
                <a:gd name="connsiteY87" fmla="*/ 354730 h 877824"/>
                <a:gd name="connsiteX88" fmla="*/ 315725 w 877853"/>
                <a:gd name="connsiteY88" fmla="*/ 365989 h 877824"/>
                <a:gd name="connsiteX89" fmla="*/ 300038 w 877853"/>
                <a:gd name="connsiteY89" fmla="*/ 403479 h 877824"/>
                <a:gd name="connsiteX90" fmla="*/ 290551 w 877853"/>
                <a:gd name="connsiteY90" fmla="*/ 409794 h 877824"/>
                <a:gd name="connsiteX91" fmla="*/ 249174 w 877853"/>
                <a:gd name="connsiteY91" fmla="*/ 409794 h 877824"/>
                <a:gd name="connsiteX92" fmla="*/ 249174 w 877853"/>
                <a:gd name="connsiteY92" fmla="*/ 468087 h 877824"/>
                <a:gd name="connsiteX93" fmla="*/ 290665 w 877853"/>
                <a:gd name="connsiteY93" fmla="*/ 468087 h 877824"/>
                <a:gd name="connsiteX94" fmla="*/ 300180 w 877853"/>
                <a:gd name="connsiteY94" fmla="*/ 474488 h 877824"/>
                <a:gd name="connsiteX95" fmla="*/ 315611 w 877853"/>
                <a:gd name="connsiteY95" fmla="*/ 512093 h 877824"/>
                <a:gd name="connsiteX96" fmla="*/ 313353 w 877853"/>
                <a:gd name="connsiteY96" fmla="*/ 523294 h 877824"/>
                <a:gd name="connsiteX97" fmla="*/ 284150 w 877853"/>
                <a:gd name="connsiteY97" fmla="*/ 552498 h 877824"/>
                <a:gd name="connsiteX98" fmla="*/ 325355 w 877853"/>
                <a:gd name="connsiteY98" fmla="*/ 593731 h 877824"/>
                <a:gd name="connsiteX99" fmla="*/ 354730 w 877853"/>
                <a:gd name="connsiteY99" fmla="*/ 564356 h 877824"/>
                <a:gd name="connsiteX100" fmla="*/ 365989 w 877853"/>
                <a:gd name="connsiteY100" fmla="*/ 562156 h 877824"/>
                <a:gd name="connsiteX101" fmla="*/ 403479 w 877853"/>
                <a:gd name="connsiteY101" fmla="*/ 577872 h 877824"/>
                <a:gd name="connsiteX102" fmla="*/ 409794 w 877853"/>
                <a:gd name="connsiteY102" fmla="*/ 587359 h 877824"/>
                <a:gd name="connsiteX103" fmla="*/ 409766 w 877853"/>
                <a:gd name="connsiteY103" fmla="*/ 628650 h 877824"/>
                <a:gd name="connsiteX104" fmla="*/ 409766 w 877853"/>
                <a:gd name="connsiteY104" fmla="*/ 628650 h 877824"/>
                <a:gd name="connsiteX105" fmla="*/ 438912 w 877853"/>
                <a:gd name="connsiteY105" fmla="*/ 534924 h 877824"/>
                <a:gd name="connsiteX106" fmla="*/ 342900 w 877853"/>
                <a:gd name="connsiteY106" fmla="*/ 438912 h 877824"/>
                <a:gd name="connsiteX107" fmla="*/ 438912 w 877853"/>
                <a:gd name="connsiteY107" fmla="*/ 342900 h 877824"/>
                <a:gd name="connsiteX108" fmla="*/ 534924 w 877853"/>
                <a:gd name="connsiteY108" fmla="*/ 438912 h 877824"/>
                <a:gd name="connsiteX109" fmla="*/ 438912 w 877853"/>
                <a:gd name="connsiteY109" fmla="*/ 534924 h 877824"/>
                <a:gd name="connsiteX110" fmla="*/ 438912 w 877853"/>
                <a:gd name="connsiteY110" fmla="*/ 363474 h 877824"/>
                <a:gd name="connsiteX111" fmla="*/ 363474 w 877853"/>
                <a:gd name="connsiteY111" fmla="*/ 438912 h 877824"/>
                <a:gd name="connsiteX112" fmla="*/ 438912 w 877853"/>
                <a:gd name="connsiteY112" fmla="*/ 514350 h 877824"/>
                <a:gd name="connsiteX113" fmla="*/ 514350 w 877853"/>
                <a:gd name="connsiteY113" fmla="*/ 438912 h 877824"/>
                <a:gd name="connsiteX114" fmla="*/ 438912 w 877853"/>
                <a:gd name="connsiteY114" fmla="*/ 363474 h 877824"/>
                <a:gd name="connsiteX115" fmla="*/ 438912 w 877853"/>
                <a:gd name="connsiteY115" fmla="*/ 877824 h 877824"/>
                <a:gd name="connsiteX116" fmla="*/ 106299 w 877853"/>
                <a:gd name="connsiteY116" fmla="*/ 725291 h 877824"/>
                <a:gd name="connsiteX117" fmla="*/ 85725 w 877853"/>
                <a:gd name="connsiteY117" fmla="*/ 685800 h 877824"/>
                <a:gd name="connsiteX118" fmla="*/ 238887 w 877853"/>
                <a:gd name="connsiteY118" fmla="*/ 685800 h 877824"/>
                <a:gd name="connsiteX119" fmla="*/ 238887 w 877853"/>
                <a:gd name="connsiteY119" fmla="*/ 706403 h 877824"/>
                <a:gd name="connsiteX120" fmla="*/ 117243 w 877853"/>
                <a:gd name="connsiteY120" fmla="*/ 706403 h 877824"/>
                <a:gd name="connsiteX121" fmla="*/ 438912 w 877853"/>
                <a:gd name="connsiteY121" fmla="*/ 857250 h 877824"/>
                <a:gd name="connsiteX122" fmla="*/ 857250 w 877853"/>
                <a:gd name="connsiteY122" fmla="*/ 438912 h 877824"/>
                <a:gd name="connsiteX123" fmla="*/ 877853 w 877853"/>
                <a:gd name="connsiteY123" fmla="*/ 438912 h 877824"/>
                <a:gd name="connsiteX124" fmla="*/ 438912 w 877853"/>
                <a:gd name="connsiteY124" fmla="*/ 877824 h 877824"/>
                <a:gd name="connsiteX125" fmla="*/ 20574 w 877853"/>
                <a:gd name="connsiteY125" fmla="*/ 438912 h 877824"/>
                <a:gd name="connsiteX126" fmla="*/ 0 w 877853"/>
                <a:gd name="connsiteY126" fmla="*/ 438912 h 877824"/>
                <a:gd name="connsiteX127" fmla="*/ 438912 w 877853"/>
                <a:gd name="connsiteY127" fmla="*/ 0 h 877824"/>
                <a:gd name="connsiteX128" fmla="*/ 771525 w 877853"/>
                <a:gd name="connsiteY128" fmla="*/ 152505 h 877824"/>
                <a:gd name="connsiteX129" fmla="*/ 771525 w 877853"/>
                <a:gd name="connsiteY129" fmla="*/ 38862 h 877824"/>
                <a:gd name="connsiteX130" fmla="*/ 792128 w 877853"/>
                <a:gd name="connsiteY130" fmla="*/ 38862 h 877824"/>
                <a:gd name="connsiteX131" fmla="*/ 792128 w 877853"/>
                <a:gd name="connsiteY131" fmla="*/ 192024 h 877824"/>
                <a:gd name="connsiteX132" fmla="*/ 638937 w 877853"/>
                <a:gd name="connsiteY132" fmla="*/ 192024 h 877824"/>
                <a:gd name="connsiteX133" fmla="*/ 638937 w 877853"/>
                <a:gd name="connsiteY133" fmla="*/ 171450 h 877824"/>
                <a:gd name="connsiteX134" fmla="*/ 760581 w 877853"/>
                <a:gd name="connsiteY134" fmla="*/ 171450 h 877824"/>
                <a:gd name="connsiteX135" fmla="*/ 438912 w 877853"/>
                <a:gd name="connsiteY135" fmla="*/ 20574 h 877824"/>
                <a:gd name="connsiteX136" fmla="*/ 20574 w 877853"/>
                <a:gd name="connsiteY136" fmla="*/ 438912 h 877824"/>
                <a:gd name="connsiteX0" fmla="*/ 478345 w 877853"/>
                <a:gd name="connsiteY0" fmla="*/ 649224 h 883348"/>
                <a:gd name="connsiteX1" fmla="*/ 399479 w 877853"/>
                <a:gd name="connsiteY1" fmla="*/ 649224 h 883348"/>
                <a:gd name="connsiteX2" fmla="*/ 389192 w 877853"/>
                <a:gd name="connsiteY2" fmla="*/ 638937 h 883348"/>
                <a:gd name="connsiteX3" fmla="*/ 389192 w 877853"/>
                <a:gd name="connsiteY3" fmla="*/ 594160 h 883348"/>
                <a:gd name="connsiteX4" fmla="*/ 364360 w 877853"/>
                <a:gd name="connsiteY4" fmla="*/ 583787 h 883348"/>
                <a:gd name="connsiteX5" fmla="*/ 332613 w 877853"/>
                <a:gd name="connsiteY5" fmla="*/ 615534 h 883348"/>
                <a:gd name="connsiteX6" fmla="*/ 325355 w 877853"/>
                <a:gd name="connsiteY6" fmla="*/ 618534 h 883348"/>
                <a:gd name="connsiteX7" fmla="*/ 325355 w 877853"/>
                <a:gd name="connsiteY7" fmla="*/ 618534 h 883348"/>
                <a:gd name="connsiteX8" fmla="*/ 318097 w 877853"/>
                <a:gd name="connsiteY8" fmla="*/ 615534 h 883348"/>
                <a:gd name="connsiteX9" fmla="*/ 262319 w 877853"/>
                <a:gd name="connsiteY9" fmla="*/ 559756 h 883348"/>
                <a:gd name="connsiteX10" fmla="*/ 262319 w 877853"/>
                <a:gd name="connsiteY10" fmla="*/ 545182 h 883348"/>
                <a:gd name="connsiteX11" fmla="*/ 293980 w 877853"/>
                <a:gd name="connsiteY11" fmla="*/ 513550 h 883348"/>
                <a:gd name="connsiteX12" fmla="*/ 283778 w 877853"/>
                <a:gd name="connsiteY12" fmla="*/ 488661 h 883348"/>
                <a:gd name="connsiteX13" fmla="*/ 238887 w 877853"/>
                <a:gd name="connsiteY13" fmla="*/ 488661 h 883348"/>
                <a:gd name="connsiteX14" fmla="*/ 228600 w 877853"/>
                <a:gd name="connsiteY14" fmla="*/ 478374 h 883348"/>
                <a:gd name="connsiteX15" fmla="*/ 228600 w 877853"/>
                <a:gd name="connsiteY15" fmla="*/ 399507 h 883348"/>
                <a:gd name="connsiteX16" fmla="*/ 238887 w 877853"/>
                <a:gd name="connsiteY16" fmla="*/ 389220 h 883348"/>
                <a:gd name="connsiteX17" fmla="*/ 283664 w 877853"/>
                <a:gd name="connsiteY17" fmla="*/ 389220 h 883348"/>
                <a:gd name="connsiteX18" fmla="*/ 294037 w 877853"/>
                <a:gd name="connsiteY18" fmla="*/ 364388 h 883348"/>
                <a:gd name="connsiteX19" fmla="*/ 262319 w 877853"/>
                <a:gd name="connsiteY19" fmla="*/ 332613 h 883348"/>
                <a:gd name="connsiteX20" fmla="*/ 262319 w 877853"/>
                <a:gd name="connsiteY20" fmla="*/ 318068 h 883348"/>
                <a:gd name="connsiteX21" fmla="*/ 318068 w 877853"/>
                <a:gd name="connsiteY21" fmla="*/ 262290 h 883348"/>
                <a:gd name="connsiteX22" fmla="*/ 332613 w 877853"/>
                <a:gd name="connsiteY22" fmla="*/ 262290 h 883348"/>
                <a:gd name="connsiteX23" fmla="*/ 364274 w 877853"/>
                <a:gd name="connsiteY23" fmla="*/ 293980 h 883348"/>
                <a:gd name="connsiteX24" fmla="*/ 389192 w 877853"/>
                <a:gd name="connsiteY24" fmla="*/ 283778 h 883348"/>
                <a:gd name="connsiteX25" fmla="*/ 389192 w 877853"/>
                <a:gd name="connsiteY25" fmla="*/ 238887 h 883348"/>
                <a:gd name="connsiteX26" fmla="*/ 399479 w 877853"/>
                <a:gd name="connsiteY26" fmla="*/ 228600 h 883348"/>
                <a:gd name="connsiteX27" fmla="*/ 478345 w 877853"/>
                <a:gd name="connsiteY27" fmla="*/ 228600 h 883348"/>
                <a:gd name="connsiteX28" fmla="*/ 488633 w 877853"/>
                <a:gd name="connsiteY28" fmla="*/ 238887 h 883348"/>
                <a:gd name="connsiteX29" fmla="*/ 488633 w 877853"/>
                <a:gd name="connsiteY29" fmla="*/ 283664 h 883348"/>
                <a:gd name="connsiteX30" fmla="*/ 513436 w 877853"/>
                <a:gd name="connsiteY30" fmla="*/ 294037 h 883348"/>
                <a:gd name="connsiteX31" fmla="*/ 545154 w 877853"/>
                <a:gd name="connsiteY31" fmla="*/ 262290 h 883348"/>
                <a:gd name="connsiteX32" fmla="*/ 559727 w 877853"/>
                <a:gd name="connsiteY32" fmla="*/ 262290 h 883348"/>
                <a:gd name="connsiteX33" fmla="*/ 615506 w 877853"/>
                <a:gd name="connsiteY33" fmla="*/ 318068 h 883348"/>
                <a:gd name="connsiteX34" fmla="*/ 618506 w 877853"/>
                <a:gd name="connsiteY34" fmla="*/ 325326 h 883348"/>
                <a:gd name="connsiteX35" fmla="*/ 615506 w 877853"/>
                <a:gd name="connsiteY35" fmla="*/ 332584 h 883348"/>
                <a:gd name="connsiteX36" fmla="*/ 583816 w 877853"/>
                <a:gd name="connsiteY36" fmla="*/ 364246 h 883348"/>
                <a:gd name="connsiteX37" fmla="*/ 594017 w 877853"/>
                <a:gd name="connsiteY37" fmla="*/ 389163 h 883348"/>
                <a:gd name="connsiteX38" fmla="*/ 638937 w 877853"/>
                <a:gd name="connsiteY38" fmla="*/ 389163 h 883348"/>
                <a:gd name="connsiteX39" fmla="*/ 649224 w 877853"/>
                <a:gd name="connsiteY39" fmla="*/ 399450 h 883348"/>
                <a:gd name="connsiteX40" fmla="*/ 649224 w 877853"/>
                <a:gd name="connsiteY40" fmla="*/ 478317 h 883348"/>
                <a:gd name="connsiteX41" fmla="*/ 638937 w 877853"/>
                <a:gd name="connsiteY41" fmla="*/ 488604 h 883348"/>
                <a:gd name="connsiteX42" fmla="*/ 594160 w 877853"/>
                <a:gd name="connsiteY42" fmla="*/ 488604 h 883348"/>
                <a:gd name="connsiteX43" fmla="*/ 583787 w 877853"/>
                <a:gd name="connsiteY43" fmla="*/ 513407 h 883348"/>
                <a:gd name="connsiteX44" fmla="*/ 615534 w 877853"/>
                <a:gd name="connsiteY44" fmla="*/ 545125 h 883348"/>
                <a:gd name="connsiteX45" fmla="*/ 618534 w 877853"/>
                <a:gd name="connsiteY45" fmla="*/ 552412 h 883348"/>
                <a:gd name="connsiteX46" fmla="*/ 615534 w 877853"/>
                <a:gd name="connsiteY46" fmla="*/ 559699 h 883348"/>
                <a:gd name="connsiteX47" fmla="*/ 559756 w 877853"/>
                <a:gd name="connsiteY47" fmla="*/ 615477 h 883348"/>
                <a:gd name="connsiteX48" fmla="*/ 552469 w 877853"/>
                <a:gd name="connsiteY48" fmla="*/ 618477 h 883348"/>
                <a:gd name="connsiteX49" fmla="*/ 552469 w 877853"/>
                <a:gd name="connsiteY49" fmla="*/ 618477 h 883348"/>
                <a:gd name="connsiteX50" fmla="*/ 545182 w 877853"/>
                <a:gd name="connsiteY50" fmla="*/ 615477 h 883348"/>
                <a:gd name="connsiteX51" fmla="*/ 513550 w 877853"/>
                <a:gd name="connsiteY51" fmla="*/ 583787 h 883348"/>
                <a:gd name="connsiteX52" fmla="*/ 488661 w 877853"/>
                <a:gd name="connsiteY52" fmla="*/ 593989 h 883348"/>
                <a:gd name="connsiteX53" fmla="*/ 488661 w 877853"/>
                <a:gd name="connsiteY53" fmla="*/ 638937 h 883348"/>
                <a:gd name="connsiteX54" fmla="*/ 478345 w 877853"/>
                <a:gd name="connsiteY54" fmla="*/ 649224 h 883348"/>
                <a:gd name="connsiteX55" fmla="*/ 409766 w 877853"/>
                <a:gd name="connsiteY55" fmla="*/ 628650 h 883348"/>
                <a:gd name="connsiteX56" fmla="*/ 468059 w 877853"/>
                <a:gd name="connsiteY56" fmla="*/ 628650 h 883348"/>
                <a:gd name="connsiteX57" fmla="*/ 468059 w 877853"/>
                <a:gd name="connsiteY57" fmla="*/ 587159 h 883348"/>
                <a:gd name="connsiteX58" fmla="*/ 474459 w 877853"/>
                <a:gd name="connsiteY58" fmla="*/ 577644 h 883348"/>
                <a:gd name="connsiteX59" fmla="*/ 512064 w 877853"/>
                <a:gd name="connsiteY59" fmla="*/ 562213 h 883348"/>
                <a:gd name="connsiteX60" fmla="*/ 523265 w 877853"/>
                <a:gd name="connsiteY60" fmla="*/ 564442 h 883348"/>
                <a:gd name="connsiteX61" fmla="*/ 552469 w 877853"/>
                <a:gd name="connsiteY61" fmla="*/ 593703 h 883348"/>
                <a:gd name="connsiteX62" fmla="*/ 593703 w 877853"/>
                <a:gd name="connsiteY62" fmla="*/ 552469 h 883348"/>
                <a:gd name="connsiteX63" fmla="*/ 564328 w 877853"/>
                <a:gd name="connsiteY63" fmla="*/ 523151 h 883348"/>
                <a:gd name="connsiteX64" fmla="*/ 562127 w 877853"/>
                <a:gd name="connsiteY64" fmla="*/ 511893 h 883348"/>
                <a:gd name="connsiteX65" fmla="*/ 577844 w 877853"/>
                <a:gd name="connsiteY65" fmla="*/ 474402 h 883348"/>
                <a:gd name="connsiteX66" fmla="*/ 587331 w 877853"/>
                <a:gd name="connsiteY66" fmla="*/ 468059 h 883348"/>
                <a:gd name="connsiteX67" fmla="*/ 628650 w 877853"/>
                <a:gd name="connsiteY67" fmla="*/ 468059 h 883348"/>
                <a:gd name="connsiteX68" fmla="*/ 628650 w 877853"/>
                <a:gd name="connsiteY68" fmla="*/ 409766 h 883348"/>
                <a:gd name="connsiteX69" fmla="*/ 587159 w 877853"/>
                <a:gd name="connsiteY69" fmla="*/ 409766 h 883348"/>
                <a:gd name="connsiteX70" fmla="*/ 577644 w 877853"/>
                <a:gd name="connsiteY70" fmla="*/ 403393 h 883348"/>
                <a:gd name="connsiteX71" fmla="*/ 562213 w 877853"/>
                <a:gd name="connsiteY71" fmla="*/ 365789 h 883348"/>
                <a:gd name="connsiteX72" fmla="*/ 564442 w 877853"/>
                <a:gd name="connsiteY72" fmla="*/ 354616 h 883348"/>
                <a:gd name="connsiteX73" fmla="*/ 593703 w 877853"/>
                <a:gd name="connsiteY73" fmla="*/ 325384 h 883348"/>
                <a:gd name="connsiteX74" fmla="*/ 552469 w 877853"/>
                <a:gd name="connsiteY74" fmla="*/ 284150 h 883348"/>
                <a:gd name="connsiteX75" fmla="*/ 523151 w 877853"/>
                <a:gd name="connsiteY75" fmla="*/ 313496 h 883348"/>
                <a:gd name="connsiteX76" fmla="*/ 511893 w 877853"/>
                <a:gd name="connsiteY76" fmla="*/ 315725 h 883348"/>
                <a:gd name="connsiteX77" fmla="*/ 474402 w 877853"/>
                <a:gd name="connsiteY77" fmla="*/ 300038 h 883348"/>
                <a:gd name="connsiteX78" fmla="*/ 468059 w 877853"/>
                <a:gd name="connsiteY78" fmla="*/ 290551 h 883348"/>
                <a:gd name="connsiteX79" fmla="*/ 468059 w 877853"/>
                <a:gd name="connsiteY79" fmla="*/ 249174 h 883348"/>
                <a:gd name="connsiteX80" fmla="*/ 409766 w 877853"/>
                <a:gd name="connsiteY80" fmla="*/ 249174 h 883348"/>
                <a:gd name="connsiteX81" fmla="*/ 409766 w 877853"/>
                <a:gd name="connsiteY81" fmla="*/ 290665 h 883348"/>
                <a:gd name="connsiteX82" fmla="*/ 403393 w 877853"/>
                <a:gd name="connsiteY82" fmla="*/ 300180 h 883348"/>
                <a:gd name="connsiteX83" fmla="*/ 365789 w 877853"/>
                <a:gd name="connsiteY83" fmla="*/ 315611 h 883348"/>
                <a:gd name="connsiteX84" fmla="*/ 354616 w 877853"/>
                <a:gd name="connsiteY84" fmla="*/ 313353 h 883348"/>
                <a:gd name="connsiteX85" fmla="*/ 325384 w 877853"/>
                <a:gd name="connsiteY85" fmla="*/ 284121 h 883348"/>
                <a:gd name="connsiteX86" fmla="*/ 284178 w 877853"/>
                <a:gd name="connsiteY86" fmla="*/ 325355 h 883348"/>
                <a:gd name="connsiteX87" fmla="*/ 313525 w 877853"/>
                <a:gd name="connsiteY87" fmla="*/ 354730 h 883348"/>
                <a:gd name="connsiteX88" fmla="*/ 315725 w 877853"/>
                <a:gd name="connsiteY88" fmla="*/ 365989 h 883348"/>
                <a:gd name="connsiteX89" fmla="*/ 300038 w 877853"/>
                <a:gd name="connsiteY89" fmla="*/ 403479 h 883348"/>
                <a:gd name="connsiteX90" fmla="*/ 290551 w 877853"/>
                <a:gd name="connsiteY90" fmla="*/ 409794 h 883348"/>
                <a:gd name="connsiteX91" fmla="*/ 249174 w 877853"/>
                <a:gd name="connsiteY91" fmla="*/ 409794 h 883348"/>
                <a:gd name="connsiteX92" fmla="*/ 249174 w 877853"/>
                <a:gd name="connsiteY92" fmla="*/ 468087 h 883348"/>
                <a:gd name="connsiteX93" fmla="*/ 290665 w 877853"/>
                <a:gd name="connsiteY93" fmla="*/ 468087 h 883348"/>
                <a:gd name="connsiteX94" fmla="*/ 300180 w 877853"/>
                <a:gd name="connsiteY94" fmla="*/ 474488 h 883348"/>
                <a:gd name="connsiteX95" fmla="*/ 315611 w 877853"/>
                <a:gd name="connsiteY95" fmla="*/ 512093 h 883348"/>
                <a:gd name="connsiteX96" fmla="*/ 313353 w 877853"/>
                <a:gd name="connsiteY96" fmla="*/ 523294 h 883348"/>
                <a:gd name="connsiteX97" fmla="*/ 284150 w 877853"/>
                <a:gd name="connsiteY97" fmla="*/ 552498 h 883348"/>
                <a:gd name="connsiteX98" fmla="*/ 325355 w 877853"/>
                <a:gd name="connsiteY98" fmla="*/ 593731 h 883348"/>
                <a:gd name="connsiteX99" fmla="*/ 354730 w 877853"/>
                <a:gd name="connsiteY99" fmla="*/ 564356 h 883348"/>
                <a:gd name="connsiteX100" fmla="*/ 365989 w 877853"/>
                <a:gd name="connsiteY100" fmla="*/ 562156 h 883348"/>
                <a:gd name="connsiteX101" fmla="*/ 403479 w 877853"/>
                <a:gd name="connsiteY101" fmla="*/ 577872 h 883348"/>
                <a:gd name="connsiteX102" fmla="*/ 409794 w 877853"/>
                <a:gd name="connsiteY102" fmla="*/ 587359 h 883348"/>
                <a:gd name="connsiteX103" fmla="*/ 409766 w 877853"/>
                <a:gd name="connsiteY103" fmla="*/ 628650 h 883348"/>
                <a:gd name="connsiteX104" fmla="*/ 409766 w 877853"/>
                <a:gd name="connsiteY104" fmla="*/ 628650 h 883348"/>
                <a:gd name="connsiteX105" fmla="*/ 438912 w 877853"/>
                <a:gd name="connsiteY105" fmla="*/ 534924 h 883348"/>
                <a:gd name="connsiteX106" fmla="*/ 342900 w 877853"/>
                <a:gd name="connsiteY106" fmla="*/ 438912 h 883348"/>
                <a:gd name="connsiteX107" fmla="*/ 438912 w 877853"/>
                <a:gd name="connsiteY107" fmla="*/ 342900 h 883348"/>
                <a:gd name="connsiteX108" fmla="*/ 534924 w 877853"/>
                <a:gd name="connsiteY108" fmla="*/ 438912 h 883348"/>
                <a:gd name="connsiteX109" fmla="*/ 438912 w 877853"/>
                <a:gd name="connsiteY109" fmla="*/ 534924 h 883348"/>
                <a:gd name="connsiteX110" fmla="*/ 438912 w 877853"/>
                <a:gd name="connsiteY110" fmla="*/ 363474 h 883348"/>
                <a:gd name="connsiteX111" fmla="*/ 363474 w 877853"/>
                <a:gd name="connsiteY111" fmla="*/ 438912 h 883348"/>
                <a:gd name="connsiteX112" fmla="*/ 438912 w 877853"/>
                <a:gd name="connsiteY112" fmla="*/ 514350 h 883348"/>
                <a:gd name="connsiteX113" fmla="*/ 514350 w 877853"/>
                <a:gd name="connsiteY113" fmla="*/ 438912 h 883348"/>
                <a:gd name="connsiteX114" fmla="*/ 438912 w 877853"/>
                <a:gd name="connsiteY114" fmla="*/ 363474 h 883348"/>
                <a:gd name="connsiteX115" fmla="*/ 438912 w 877853"/>
                <a:gd name="connsiteY115" fmla="*/ 877824 h 883348"/>
                <a:gd name="connsiteX116" fmla="*/ 85725 w 877853"/>
                <a:gd name="connsiteY116" fmla="*/ 685800 h 883348"/>
                <a:gd name="connsiteX117" fmla="*/ 238887 w 877853"/>
                <a:gd name="connsiteY117" fmla="*/ 685800 h 883348"/>
                <a:gd name="connsiteX118" fmla="*/ 238887 w 877853"/>
                <a:gd name="connsiteY118" fmla="*/ 706403 h 883348"/>
                <a:gd name="connsiteX119" fmla="*/ 117243 w 877853"/>
                <a:gd name="connsiteY119" fmla="*/ 706403 h 883348"/>
                <a:gd name="connsiteX120" fmla="*/ 438912 w 877853"/>
                <a:gd name="connsiteY120" fmla="*/ 857250 h 883348"/>
                <a:gd name="connsiteX121" fmla="*/ 857250 w 877853"/>
                <a:gd name="connsiteY121" fmla="*/ 438912 h 883348"/>
                <a:gd name="connsiteX122" fmla="*/ 877853 w 877853"/>
                <a:gd name="connsiteY122" fmla="*/ 438912 h 883348"/>
                <a:gd name="connsiteX123" fmla="*/ 438912 w 877853"/>
                <a:gd name="connsiteY123" fmla="*/ 877824 h 883348"/>
                <a:gd name="connsiteX124" fmla="*/ 20574 w 877853"/>
                <a:gd name="connsiteY124" fmla="*/ 438912 h 883348"/>
                <a:gd name="connsiteX125" fmla="*/ 0 w 877853"/>
                <a:gd name="connsiteY125" fmla="*/ 438912 h 883348"/>
                <a:gd name="connsiteX126" fmla="*/ 438912 w 877853"/>
                <a:gd name="connsiteY126" fmla="*/ 0 h 883348"/>
                <a:gd name="connsiteX127" fmla="*/ 771525 w 877853"/>
                <a:gd name="connsiteY127" fmla="*/ 152505 h 883348"/>
                <a:gd name="connsiteX128" fmla="*/ 771525 w 877853"/>
                <a:gd name="connsiteY128" fmla="*/ 38862 h 883348"/>
                <a:gd name="connsiteX129" fmla="*/ 792128 w 877853"/>
                <a:gd name="connsiteY129" fmla="*/ 38862 h 883348"/>
                <a:gd name="connsiteX130" fmla="*/ 792128 w 877853"/>
                <a:gd name="connsiteY130" fmla="*/ 192024 h 883348"/>
                <a:gd name="connsiteX131" fmla="*/ 638937 w 877853"/>
                <a:gd name="connsiteY131" fmla="*/ 192024 h 883348"/>
                <a:gd name="connsiteX132" fmla="*/ 638937 w 877853"/>
                <a:gd name="connsiteY132" fmla="*/ 171450 h 883348"/>
                <a:gd name="connsiteX133" fmla="*/ 760581 w 877853"/>
                <a:gd name="connsiteY133" fmla="*/ 171450 h 883348"/>
                <a:gd name="connsiteX134" fmla="*/ 438912 w 877853"/>
                <a:gd name="connsiteY134" fmla="*/ 20574 h 883348"/>
                <a:gd name="connsiteX135" fmla="*/ 20574 w 877853"/>
                <a:gd name="connsiteY135" fmla="*/ 438912 h 883348"/>
                <a:gd name="connsiteX0" fmla="*/ 478345 w 877853"/>
                <a:gd name="connsiteY0" fmla="*/ 649224 h 883348"/>
                <a:gd name="connsiteX1" fmla="*/ 399479 w 877853"/>
                <a:gd name="connsiteY1" fmla="*/ 649224 h 883348"/>
                <a:gd name="connsiteX2" fmla="*/ 389192 w 877853"/>
                <a:gd name="connsiteY2" fmla="*/ 638937 h 883348"/>
                <a:gd name="connsiteX3" fmla="*/ 389192 w 877853"/>
                <a:gd name="connsiteY3" fmla="*/ 594160 h 883348"/>
                <a:gd name="connsiteX4" fmla="*/ 364360 w 877853"/>
                <a:gd name="connsiteY4" fmla="*/ 583787 h 883348"/>
                <a:gd name="connsiteX5" fmla="*/ 332613 w 877853"/>
                <a:gd name="connsiteY5" fmla="*/ 615534 h 883348"/>
                <a:gd name="connsiteX6" fmla="*/ 325355 w 877853"/>
                <a:gd name="connsiteY6" fmla="*/ 618534 h 883348"/>
                <a:gd name="connsiteX7" fmla="*/ 325355 w 877853"/>
                <a:gd name="connsiteY7" fmla="*/ 618534 h 883348"/>
                <a:gd name="connsiteX8" fmla="*/ 318097 w 877853"/>
                <a:gd name="connsiteY8" fmla="*/ 615534 h 883348"/>
                <a:gd name="connsiteX9" fmla="*/ 262319 w 877853"/>
                <a:gd name="connsiteY9" fmla="*/ 559756 h 883348"/>
                <a:gd name="connsiteX10" fmla="*/ 262319 w 877853"/>
                <a:gd name="connsiteY10" fmla="*/ 545182 h 883348"/>
                <a:gd name="connsiteX11" fmla="*/ 293980 w 877853"/>
                <a:gd name="connsiteY11" fmla="*/ 513550 h 883348"/>
                <a:gd name="connsiteX12" fmla="*/ 283778 w 877853"/>
                <a:gd name="connsiteY12" fmla="*/ 488661 h 883348"/>
                <a:gd name="connsiteX13" fmla="*/ 238887 w 877853"/>
                <a:gd name="connsiteY13" fmla="*/ 488661 h 883348"/>
                <a:gd name="connsiteX14" fmla="*/ 228600 w 877853"/>
                <a:gd name="connsiteY14" fmla="*/ 478374 h 883348"/>
                <a:gd name="connsiteX15" fmla="*/ 228600 w 877853"/>
                <a:gd name="connsiteY15" fmla="*/ 399507 h 883348"/>
                <a:gd name="connsiteX16" fmla="*/ 238887 w 877853"/>
                <a:gd name="connsiteY16" fmla="*/ 389220 h 883348"/>
                <a:gd name="connsiteX17" fmla="*/ 283664 w 877853"/>
                <a:gd name="connsiteY17" fmla="*/ 389220 h 883348"/>
                <a:gd name="connsiteX18" fmla="*/ 294037 w 877853"/>
                <a:gd name="connsiteY18" fmla="*/ 364388 h 883348"/>
                <a:gd name="connsiteX19" fmla="*/ 262319 w 877853"/>
                <a:gd name="connsiteY19" fmla="*/ 332613 h 883348"/>
                <a:gd name="connsiteX20" fmla="*/ 262319 w 877853"/>
                <a:gd name="connsiteY20" fmla="*/ 318068 h 883348"/>
                <a:gd name="connsiteX21" fmla="*/ 318068 w 877853"/>
                <a:gd name="connsiteY21" fmla="*/ 262290 h 883348"/>
                <a:gd name="connsiteX22" fmla="*/ 332613 w 877853"/>
                <a:gd name="connsiteY22" fmla="*/ 262290 h 883348"/>
                <a:gd name="connsiteX23" fmla="*/ 364274 w 877853"/>
                <a:gd name="connsiteY23" fmla="*/ 293980 h 883348"/>
                <a:gd name="connsiteX24" fmla="*/ 389192 w 877853"/>
                <a:gd name="connsiteY24" fmla="*/ 283778 h 883348"/>
                <a:gd name="connsiteX25" fmla="*/ 389192 w 877853"/>
                <a:gd name="connsiteY25" fmla="*/ 238887 h 883348"/>
                <a:gd name="connsiteX26" fmla="*/ 399479 w 877853"/>
                <a:gd name="connsiteY26" fmla="*/ 228600 h 883348"/>
                <a:gd name="connsiteX27" fmla="*/ 478345 w 877853"/>
                <a:gd name="connsiteY27" fmla="*/ 228600 h 883348"/>
                <a:gd name="connsiteX28" fmla="*/ 488633 w 877853"/>
                <a:gd name="connsiteY28" fmla="*/ 238887 h 883348"/>
                <a:gd name="connsiteX29" fmla="*/ 488633 w 877853"/>
                <a:gd name="connsiteY29" fmla="*/ 283664 h 883348"/>
                <a:gd name="connsiteX30" fmla="*/ 513436 w 877853"/>
                <a:gd name="connsiteY30" fmla="*/ 294037 h 883348"/>
                <a:gd name="connsiteX31" fmla="*/ 545154 w 877853"/>
                <a:gd name="connsiteY31" fmla="*/ 262290 h 883348"/>
                <a:gd name="connsiteX32" fmla="*/ 559727 w 877853"/>
                <a:gd name="connsiteY32" fmla="*/ 262290 h 883348"/>
                <a:gd name="connsiteX33" fmla="*/ 615506 w 877853"/>
                <a:gd name="connsiteY33" fmla="*/ 318068 h 883348"/>
                <a:gd name="connsiteX34" fmla="*/ 618506 w 877853"/>
                <a:gd name="connsiteY34" fmla="*/ 325326 h 883348"/>
                <a:gd name="connsiteX35" fmla="*/ 615506 w 877853"/>
                <a:gd name="connsiteY35" fmla="*/ 332584 h 883348"/>
                <a:gd name="connsiteX36" fmla="*/ 583816 w 877853"/>
                <a:gd name="connsiteY36" fmla="*/ 364246 h 883348"/>
                <a:gd name="connsiteX37" fmla="*/ 594017 w 877853"/>
                <a:gd name="connsiteY37" fmla="*/ 389163 h 883348"/>
                <a:gd name="connsiteX38" fmla="*/ 638937 w 877853"/>
                <a:gd name="connsiteY38" fmla="*/ 389163 h 883348"/>
                <a:gd name="connsiteX39" fmla="*/ 649224 w 877853"/>
                <a:gd name="connsiteY39" fmla="*/ 399450 h 883348"/>
                <a:gd name="connsiteX40" fmla="*/ 649224 w 877853"/>
                <a:gd name="connsiteY40" fmla="*/ 478317 h 883348"/>
                <a:gd name="connsiteX41" fmla="*/ 638937 w 877853"/>
                <a:gd name="connsiteY41" fmla="*/ 488604 h 883348"/>
                <a:gd name="connsiteX42" fmla="*/ 594160 w 877853"/>
                <a:gd name="connsiteY42" fmla="*/ 488604 h 883348"/>
                <a:gd name="connsiteX43" fmla="*/ 583787 w 877853"/>
                <a:gd name="connsiteY43" fmla="*/ 513407 h 883348"/>
                <a:gd name="connsiteX44" fmla="*/ 615534 w 877853"/>
                <a:gd name="connsiteY44" fmla="*/ 545125 h 883348"/>
                <a:gd name="connsiteX45" fmla="*/ 618534 w 877853"/>
                <a:gd name="connsiteY45" fmla="*/ 552412 h 883348"/>
                <a:gd name="connsiteX46" fmla="*/ 615534 w 877853"/>
                <a:gd name="connsiteY46" fmla="*/ 559699 h 883348"/>
                <a:gd name="connsiteX47" fmla="*/ 559756 w 877853"/>
                <a:gd name="connsiteY47" fmla="*/ 615477 h 883348"/>
                <a:gd name="connsiteX48" fmla="*/ 552469 w 877853"/>
                <a:gd name="connsiteY48" fmla="*/ 618477 h 883348"/>
                <a:gd name="connsiteX49" fmla="*/ 552469 w 877853"/>
                <a:gd name="connsiteY49" fmla="*/ 618477 h 883348"/>
                <a:gd name="connsiteX50" fmla="*/ 545182 w 877853"/>
                <a:gd name="connsiteY50" fmla="*/ 615477 h 883348"/>
                <a:gd name="connsiteX51" fmla="*/ 513550 w 877853"/>
                <a:gd name="connsiteY51" fmla="*/ 583787 h 883348"/>
                <a:gd name="connsiteX52" fmla="*/ 488661 w 877853"/>
                <a:gd name="connsiteY52" fmla="*/ 593989 h 883348"/>
                <a:gd name="connsiteX53" fmla="*/ 488661 w 877853"/>
                <a:gd name="connsiteY53" fmla="*/ 638937 h 883348"/>
                <a:gd name="connsiteX54" fmla="*/ 478345 w 877853"/>
                <a:gd name="connsiteY54" fmla="*/ 649224 h 883348"/>
                <a:gd name="connsiteX55" fmla="*/ 409766 w 877853"/>
                <a:gd name="connsiteY55" fmla="*/ 628650 h 883348"/>
                <a:gd name="connsiteX56" fmla="*/ 468059 w 877853"/>
                <a:gd name="connsiteY56" fmla="*/ 628650 h 883348"/>
                <a:gd name="connsiteX57" fmla="*/ 468059 w 877853"/>
                <a:gd name="connsiteY57" fmla="*/ 587159 h 883348"/>
                <a:gd name="connsiteX58" fmla="*/ 474459 w 877853"/>
                <a:gd name="connsiteY58" fmla="*/ 577644 h 883348"/>
                <a:gd name="connsiteX59" fmla="*/ 512064 w 877853"/>
                <a:gd name="connsiteY59" fmla="*/ 562213 h 883348"/>
                <a:gd name="connsiteX60" fmla="*/ 523265 w 877853"/>
                <a:gd name="connsiteY60" fmla="*/ 564442 h 883348"/>
                <a:gd name="connsiteX61" fmla="*/ 552469 w 877853"/>
                <a:gd name="connsiteY61" fmla="*/ 593703 h 883348"/>
                <a:gd name="connsiteX62" fmla="*/ 593703 w 877853"/>
                <a:gd name="connsiteY62" fmla="*/ 552469 h 883348"/>
                <a:gd name="connsiteX63" fmla="*/ 564328 w 877853"/>
                <a:gd name="connsiteY63" fmla="*/ 523151 h 883348"/>
                <a:gd name="connsiteX64" fmla="*/ 562127 w 877853"/>
                <a:gd name="connsiteY64" fmla="*/ 511893 h 883348"/>
                <a:gd name="connsiteX65" fmla="*/ 577844 w 877853"/>
                <a:gd name="connsiteY65" fmla="*/ 474402 h 883348"/>
                <a:gd name="connsiteX66" fmla="*/ 587331 w 877853"/>
                <a:gd name="connsiteY66" fmla="*/ 468059 h 883348"/>
                <a:gd name="connsiteX67" fmla="*/ 628650 w 877853"/>
                <a:gd name="connsiteY67" fmla="*/ 468059 h 883348"/>
                <a:gd name="connsiteX68" fmla="*/ 628650 w 877853"/>
                <a:gd name="connsiteY68" fmla="*/ 409766 h 883348"/>
                <a:gd name="connsiteX69" fmla="*/ 587159 w 877853"/>
                <a:gd name="connsiteY69" fmla="*/ 409766 h 883348"/>
                <a:gd name="connsiteX70" fmla="*/ 577644 w 877853"/>
                <a:gd name="connsiteY70" fmla="*/ 403393 h 883348"/>
                <a:gd name="connsiteX71" fmla="*/ 562213 w 877853"/>
                <a:gd name="connsiteY71" fmla="*/ 365789 h 883348"/>
                <a:gd name="connsiteX72" fmla="*/ 564442 w 877853"/>
                <a:gd name="connsiteY72" fmla="*/ 354616 h 883348"/>
                <a:gd name="connsiteX73" fmla="*/ 593703 w 877853"/>
                <a:gd name="connsiteY73" fmla="*/ 325384 h 883348"/>
                <a:gd name="connsiteX74" fmla="*/ 552469 w 877853"/>
                <a:gd name="connsiteY74" fmla="*/ 284150 h 883348"/>
                <a:gd name="connsiteX75" fmla="*/ 523151 w 877853"/>
                <a:gd name="connsiteY75" fmla="*/ 313496 h 883348"/>
                <a:gd name="connsiteX76" fmla="*/ 511893 w 877853"/>
                <a:gd name="connsiteY76" fmla="*/ 315725 h 883348"/>
                <a:gd name="connsiteX77" fmla="*/ 474402 w 877853"/>
                <a:gd name="connsiteY77" fmla="*/ 300038 h 883348"/>
                <a:gd name="connsiteX78" fmla="*/ 468059 w 877853"/>
                <a:gd name="connsiteY78" fmla="*/ 290551 h 883348"/>
                <a:gd name="connsiteX79" fmla="*/ 468059 w 877853"/>
                <a:gd name="connsiteY79" fmla="*/ 249174 h 883348"/>
                <a:gd name="connsiteX80" fmla="*/ 409766 w 877853"/>
                <a:gd name="connsiteY80" fmla="*/ 249174 h 883348"/>
                <a:gd name="connsiteX81" fmla="*/ 409766 w 877853"/>
                <a:gd name="connsiteY81" fmla="*/ 290665 h 883348"/>
                <a:gd name="connsiteX82" fmla="*/ 403393 w 877853"/>
                <a:gd name="connsiteY82" fmla="*/ 300180 h 883348"/>
                <a:gd name="connsiteX83" fmla="*/ 365789 w 877853"/>
                <a:gd name="connsiteY83" fmla="*/ 315611 h 883348"/>
                <a:gd name="connsiteX84" fmla="*/ 354616 w 877853"/>
                <a:gd name="connsiteY84" fmla="*/ 313353 h 883348"/>
                <a:gd name="connsiteX85" fmla="*/ 325384 w 877853"/>
                <a:gd name="connsiteY85" fmla="*/ 284121 h 883348"/>
                <a:gd name="connsiteX86" fmla="*/ 284178 w 877853"/>
                <a:gd name="connsiteY86" fmla="*/ 325355 h 883348"/>
                <a:gd name="connsiteX87" fmla="*/ 313525 w 877853"/>
                <a:gd name="connsiteY87" fmla="*/ 354730 h 883348"/>
                <a:gd name="connsiteX88" fmla="*/ 315725 w 877853"/>
                <a:gd name="connsiteY88" fmla="*/ 365989 h 883348"/>
                <a:gd name="connsiteX89" fmla="*/ 300038 w 877853"/>
                <a:gd name="connsiteY89" fmla="*/ 403479 h 883348"/>
                <a:gd name="connsiteX90" fmla="*/ 290551 w 877853"/>
                <a:gd name="connsiteY90" fmla="*/ 409794 h 883348"/>
                <a:gd name="connsiteX91" fmla="*/ 249174 w 877853"/>
                <a:gd name="connsiteY91" fmla="*/ 409794 h 883348"/>
                <a:gd name="connsiteX92" fmla="*/ 249174 w 877853"/>
                <a:gd name="connsiteY92" fmla="*/ 468087 h 883348"/>
                <a:gd name="connsiteX93" fmla="*/ 290665 w 877853"/>
                <a:gd name="connsiteY93" fmla="*/ 468087 h 883348"/>
                <a:gd name="connsiteX94" fmla="*/ 300180 w 877853"/>
                <a:gd name="connsiteY94" fmla="*/ 474488 h 883348"/>
                <a:gd name="connsiteX95" fmla="*/ 315611 w 877853"/>
                <a:gd name="connsiteY95" fmla="*/ 512093 h 883348"/>
                <a:gd name="connsiteX96" fmla="*/ 313353 w 877853"/>
                <a:gd name="connsiteY96" fmla="*/ 523294 h 883348"/>
                <a:gd name="connsiteX97" fmla="*/ 284150 w 877853"/>
                <a:gd name="connsiteY97" fmla="*/ 552498 h 883348"/>
                <a:gd name="connsiteX98" fmla="*/ 325355 w 877853"/>
                <a:gd name="connsiteY98" fmla="*/ 593731 h 883348"/>
                <a:gd name="connsiteX99" fmla="*/ 354730 w 877853"/>
                <a:gd name="connsiteY99" fmla="*/ 564356 h 883348"/>
                <a:gd name="connsiteX100" fmla="*/ 365989 w 877853"/>
                <a:gd name="connsiteY100" fmla="*/ 562156 h 883348"/>
                <a:gd name="connsiteX101" fmla="*/ 403479 w 877853"/>
                <a:gd name="connsiteY101" fmla="*/ 577872 h 883348"/>
                <a:gd name="connsiteX102" fmla="*/ 409794 w 877853"/>
                <a:gd name="connsiteY102" fmla="*/ 587359 h 883348"/>
                <a:gd name="connsiteX103" fmla="*/ 409766 w 877853"/>
                <a:gd name="connsiteY103" fmla="*/ 628650 h 883348"/>
                <a:gd name="connsiteX104" fmla="*/ 409766 w 877853"/>
                <a:gd name="connsiteY104" fmla="*/ 628650 h 883348"/>
                <a:gd name="connsiteX105" fmla="*/ 438912 w 877853"/>
                <a:gd name="connsiteY105" fmla="*/ 534924 h 883348"/>
                <a:gd name="connsiteX106" fmla="*/ 342900 w 877853"/>
                <a:gd name="connsiteY106" fmla="*/ 438912 h 883348"/>
                <a:gd name="connsiteX107" fmla="*/ 438912 w 877853"/>
                <a:gd name="connsiteY107" fmla="*/ 342900 h 883348"/>
                <a:gd name="connsiteX108" fmla="*/ 534924 w 877853"/>
                <a:gd name="connsiteY108" fmla="*/ 438912 h 883348"/>
                <a:gd name="connsiteX109" fmla="*/ 438912 w 877853"/>
                <a:gd name="connsiteY109" fmla="*/ 534924 h 883348"/>
                <a:gd name="connsiteX110" fmla="*/ 438912 w 877853"/>
                <a:gd name="connsiteY110" fmla="*/ 363474 h 883348"/>
                <a:gd name="connsiteX111" fmla="*/ 363474 w 877853"/>
                <a:gd name="connsiteY111" fmla="*/ 438912 h 883348"/>
                <a:gd name="connsiteX112" fmla="*/ 438912 w 877853"/>
                <a:gd name="connsiteY112" fmla="*/ 514350 h 883348"/>
                <a:gd name="connsiteX113" fmla="*/ 514350 w 877853"/>
                <a:gd name="connsiteY113" fmla="*/ 438912 h 883348"/>
                <a:gd name="connsiteX114" fmla="*/ 438912 w 877853"/>
                <a:gd name="connsiteY114" fmla="*/ 363474 h 883348"/>
                <a:gd name="connsiteX115" fmla="*/ 438912 w 877853"/>
                <a:gd name="connsiteY115" fmla="*/ 877824 h 883348"/>
                <a:gd name="connsiteX116" fmla="*/ 85725 w 877853"/>
                <a:gd name="connsiteY116" fmla="*/ 685800 h 883348"/>
                <a:gd name="connsiteX117" fmla="*/ 238887 w 877853"/>
                <a:gd name="connsiteY117" fmla="*/ 685800 h 883348"/>
                <a:gd name="connsiteX118" fmla="*/ 238887 w 877853"/>
                <a:gd name="connsiteY118" fmla="*/ 706403 h 883348"/>
                <a:gd name="connsiteX119" fmla="*/ 438912 w 877853"/>
                <a:gd name="connsiteY119" fmla="*/ 857250 h 883348"/>
                <a:gd name="connsiteX120" fmla="*/ 857250 w 877853"/>
                <a:gd name="connsiteY120" fmla="*/ 438912 h 883348"/>
                <a:gd name="connsiteX121" fmla="*/ 877853 w 877853"/>
                <a:gd name="connsiteY121" fmla="*/ 438912 h 883348"/>
                <a:gd name="connsiteX122" fmla="*/ 438912 w 877853"/>
                <a:gd name="connsiteY122" fmla="*/ 877824 h 883348"/>
                <a:gd name="connsiteX123" fmla="*/ 20574 w 877853"/>
                <a:gd name="connsiteY123" fmla="*/ 438912 h 883348"/>
                <a:gd name="connsiteX124" fmla="*/ 0 w 877853"/>
                <a:gd name="connsiteY124" fmla="*/ 438912 h 883348"/>
                <a:gd name="connsiteX125" fmla="*/ 438912 w 877853"/>
                <a:gd name="connsiteY125" fmla="*/ 0 h 883348"/>
                <a:gd name="connsiteX126" fmla="*/ 771525 w 877853"/>
                <a:gd name="connsiteY126" fmla="*/ 152505 h 883348"/>
                <a:gd name="connsiteX127" fmla="*/ 771525 w 877853"/>
                <a:gd name="connsiteY127" fmla="*/ 38862 h 883348"/>
                <a:gd name="connsiteX128" fmla="*/ 792128 w 877853"/>
                <a:gd name="connsiteY128" fmla="*/ 38862 h 883348"/>
                <a:gd name="connsiteX129" fmla="*/ 792128 w 877853"/>
                <a:gd name="connsiteY129" fmla="*/ 192024 h 883348"/>
                <a:gd name="connsiteX130" fmla="*/ 638937 w 877853"/>
                <a:gd name="connsiteY130" fmla="*/ 192024 h 883348"/>
                <a:gd name="connsiteX131" fmla="*/ 638937 w 877853"/>
                <a:gd name="connsiteY131" fmla="*/ 171450 h 883348"/>
                <a:gd name="connsiteX132" fmla="*/ 760581 w 877853"/>
                <a:gd name="connsiteY132" fmla="*/ 171450 h 883348"/>
                <a:gd name="connsiteX133" fmla="*/ 438912 w 877853"/>
                <a:gd name="connsiteY133" fmla="*/ 20574 h 883348"/>
                <a:gd name="connsiteX134" fmla="*/ 20574 w 877853"/>
                <a:gd name="connsiteY134" fmla="*/ 438912 h 883348"/>
                <a:gd name="connsiteX0" fmla="*/ 478345 w 877853"/>
                <a:gd name="connsiteY0" fmla="*/ 649224 h 883348"/>
                <a:gd name="connsiteX1" fmla="*/ 399479 w 877853"/>
                <a:gd name="connsiteY1" fmla="*/ 649224 h 883348"/>
                <a:gd name="connsiteX2" fmla="*/ 389192 w 877853"/>
                <a:gd name="connsiteY2" fmla="*/ 638937 h 883348"/>
                <a:gd name="connsiteX3" fmla="*/ 389192 w 877853"/>
                <a:gd name="connsiteY3" fmla="*/ 594160 h 883348"/>
                <a:gd name="connsiteX4" fmla="*/ 364360 w 877853"/>
                <a:gd name="connsiteY4" fmla="*/ 583787 h 883348"/>
                <a:gd name="connsiteX5" fmla="*/ 332613 w 877853"/>
                <a:gd name="connsiteY5" fmla="*/ 615534 h 883348"/>
                <a:gd name="connsiteX6" fmla="*/ 325355 w 877853"/>
                <a:gd name="connsiteY6" fmla="*/ 618534 h 883348"/>
                <a:gd name="connsiteX7" fmla="*/ 325355 w 877853"/>
                <a:gd name="connsiteY7" fmla="*/ 618534 h 883348"/>
                <a:gd name="connsiteX8" fmla="*/ 318097 w 877853"/>
                <a:gd name="connsiteY8" fmla="*/ 615534 h 883348"/>
                <a:gd name="connsiteX9" fmla="*/ 262319 w 877853"/>
                <a:gd name="connsiteY9" fmla="*/ 559756 h 883348"/>
                <a:gd name="connsiteX10" fmla="*/ 262319 w 877853"/>
                <a:gd name="connsiteY10" fmla="*/ 545182 h 883348"/>
                <a:gd name="connsiteX11" fmla="*/ 293980 w 877853"/>
                <a:gd name="connsiteY11" fmla="*/ 513550 h 883348"/>
                <a:gd name="connsiteX12" fmla="*/ 283778 w 877853"/>
                <a:gd name="connsiteY12" fmla="*/ 488661 h 883348"/>
                <a:gd name="connsiteX13" fmla="*/ 238887 w 877853"/>
                <a:gd name="connsiteY13" fmla="*/ 488661 h 883348"/>
                <a:gd name="connsiteX14" fmla="*/ 228600 w 877853"/>
                <a:gd name="connsiteY14" fmla="*/ 478374 h 883348"/>
                <a:gd name="connsiteX15" fmla="*/ 228600 w 877853"/>
                <a:gd name="connsiteY15" fmla="*/ 399507 h 883348"/>
                <a:gd name="connsiteX16" fmla="*/ 238887 w 877853"/>
                <a:gd name="connsiteY16" fmla="*/ 389220 h 883348"/>
                <a:gd name="connsiteX17" fmla="*/ 283664 w 877853"/>
                <a:gd name="connsiteY17" fmla="*/ 389220 h 883348"/>
                <a:gd name="connsiteX18" fmla="*/ 294037 w 877853"/>
                <a:gd name="connsiteY18" fmla="*/ 364388 h 883348"/>
                <a:gd name="connsiteX19" fmla="*/ 262319 w 877853"/>
                <a:gd name="connsiteY19" fmla="*/ 332613 h 883348"/>
                <a:gd name="connsiteX20" fmla="*/ 262319 w 877853"/>
                <a:gd name="connsiteY20" fmla="*/ 318068 h 883348"/>
                <a:gd name="connsiteX21" fmla="*/ 318068 w 877853"/>
                <a:gd name="connsiteY21" fmla="*/ 262290 h 883348"/>
                <a:gd name="connsiteX22" fmla="*/ 332613 w 877853"/>
                <a:gd name="connsiteY22" fmla="*/ 262290 h 883348"/>
                <a:gd name="connsiteX23" fmla="*/ 364274 w 877853"/>
                <a:gd name="connsiteY23" fmla="*/ 293980 h 883348"/>
                <a:gd name="connsiteX24" fmla="*/ 389192 w 877853"/>
                <a:gd name="connsiteY24" fmla="*/ 283778 h 883348"/>
                <a:gd name="connsiteX25" fmla="*/ 389192 w 877853"/>
                <a:gd name="connsiteY25" fmla="*/ 238887 h 883348"/>
                <a:gd name="connsiteX26" fmla="*/ 399479 w 877853"/>
                <a:gd name="connsiteY26" fmla="*/ 228600 h 883348"/>
                <a:gd name="connsiteX27" fmla="*/ 478345 w 877853"/>
                <a:gd name="connsiteY27" fmla="*/ 228600 h 883348"/>
                <a:gd name="connsiteX28" fmla="*/ 488633 w 877853"/>
                <a:gd name="connsiteY28" fmla="*/ 238887 h 883348"/>
                <a:gd name="connsiteX29" fmla="*/ 488633 w 877853"/>
                <a:gd name="connsiteY29" fmla="*/ 283664 h 883348"/>
                <a:gd name="connsiteX30" fmla="*/ 513436 w 877853"/>
                <a:gd name="connsiteY30" fmla="*/ 294037 h 883348"/>
                <a:gd name="connsiteX31" fmla="*/ 545154 w 877853"/>
                <a:gd name="connsiteY31" fmla="*/ 262290 h 883348"/>
                <a:gd name="connsiteX32" fmla="*/ 559727 w 877853"/>
                <a:gd name="connsiteY32" fmla="*/ 262290 h 883348"/>
                <a:gd name="connsiteX33" fmla="*/ 615506 w 877853"/>
                <a:gd name="connsiteY33" fmla="*/ 318068 h 883348"/>
                <a:gd name="connsiteX34" fmla="*/ 618506 w 877853"/>
                <a:gd name="connsiteY34" fmla="*/ 325326 h 883348"/>
                <a:gd name="connsiteX35" fmla="*/ 615506 w 877853"/>
                <a:gd name="connsiteY35" fmla="*/ 332584 h 883348"/>
                <a:gd name="connsiteX36" fmla="*/ 583816 w 877853"/>
                <a:gd name="connsiteY36" fmla="*/ 364246 h 883348"/>
                <a:gd name="connsiteX37" fmla="*/ 594017 w 877853"/>
                <a:gd name="connsiteY37" fmla="*/ 389163 h 883348"/>
                <a:gd name="connsiteX38" fmla="*/ 638937 w 877853"/>
                <a:gd name="connsiteY38" fmla="*/ 389163 h 883348"/>
                <a:gd name="connsiteX39" fmla="*/ 649224 w 877853"/>
                <a:gd name="connsiteY39" fmla="*/ 399450 h 883348"/>
                <a:gd name="connsiteX40" fmla="*/ 649224 w 877853"/>
                <a:gd name="connsiteY40" fmla="*/ 478317 h 883348"/>
                <a:gd name="connsiteX41" fmla="*/ 638937 w 877853"/>
                <a:gd name="connsiteY41" fmla="*/ 488604 h 883348"/>
                <a:gd name="connsiteX42" fmla="*/ 594160 w 877853"/>
                <a:gd name="connsiteY42" fmla="*/ 488604 h 883348"/>
                <a:gd name="connsiteX43" fmla="*/ 583787 w 877853"/>
                <a:gd name="connsiteY43" fmla="*/ 513407 h 883348"/>
                <a:gd name="connsiteX44" fmla="*/ 615534 w 877853"/>
                <a:gd name="connsiteY44" fmla="*/ 545125 h 883348"/>
                <a:gd name="connsiteX45" fmla="*/ 618534 w 877853"/>
                <a:gd name="connsiteY45" fmla="*/ 552412 h 883348"/>
                <a:gd name="connsiteX46" fmla="*/ 615534 w 877853"/>
                <a:gd name="connsiteY46" fmla="*/ 559699 h 883348"/>
                <a:gd name="connsiteX47" fmla="*/ 559756 w 877853"/>
                <a:gd name="connsiteY47" fmla="*/ 615477 h 883348"/>
                <a:gd name="connsiteX48" fmla="*/ 552469 w 877853"/>
                <a:gd name="connsiteY48" fmla="*/ 618477 h 883348"/>
                <a:gd name="connsiteX49" fmla="*/ 552469 w 877853"/>
                <a:gd name="connsiteY49" fmla="*/ 618477 h 883348"/>
                <a:gd name="connsiteX50" fmla="*/ 545182 w 877853"/>
                <a:gd name="connsiteY50" fmla="*/ 615477 h 883348"/>
                <a:gd name="connsiteX51" fmla="*/ 513550 w 877853"/>
                <a:gd name="connsiteY51" fmla="*/ 583787 h 883348"/>
                <a:gd name="connsiteX52" fmla="*/ 488661 w 877853"/>
                <a:gd name="connsiteY52" fmla="*/ 593989 h 883348"/>
                <a:gd name="connsiteX53" fmla="*/ 488661 w 877853"/>
                <a:gd name="connsiteY53" fmla="*/ 638937 h 883348"/>
                <a:gd name="connsiteX54" fmla="*/ 478345 w 877853"/>
                <a:gd name="connsiteY54" fmla="*/ 649224 h 883348"/>
                <a:gd name="connsiteX55" fmla="*/ 409766 w 877853"/>
                <a:gd name="connsiteY55" fmla="*/ 628650 h 883348"/>
                <a:gd name="connsiteX56" fmla="*/ 468059 w 877853"/>
                <a:gd name="connsiteY56" fmla="*/ 628650 h 883348"/>
                <a:gd name="connsiteX57" fmla="*/ 468059 w 877853"/>
                <a:gd name="connsiteY57" fmla="*/ 587159 h 883348"/>
                <a:gd name="connsiteX58" fmla="*/ 474459 w 877853"/>
                <a:gd name="connsiteY58" fmla="*/ 577644 h 883348"/>
                <a:gd name="connsiteX59" fmla="*/ 512064 w 877853"/>
                <a:gd name="connsiteY59" fmla="*/ 562213 h 883348"/>
                <a:gd name="connsiteX60" fmla="*/ 523265 w 877853"/>
                <a:gd name="connsiteY60" fmla="*/ 564442 h 883348"/>
                <a:gd name="connsiteX61" fmla="*/ 552469 w 877853"/>
                <a:gd name="connsiteY61" fmla="*/ 593703 h 883348"/>
                <a:gd name="connsiteX62" fmla="*/ 593703 w 877853"/>
                <a:gd name="connsiteY62" fmla="*/ 552469 h 883348"/>
                <a:gd name="connsiteX63" fmla="*/ 564328 w 877853"/>
                <a:gd name="connsiteY63" fmla="*/ 523151 h 883348"/>
                <a:gd name="connsiteX64" fmla="*/ 562127 w 877853"/>
                <a:gd name="connsiteY64" fmla="*/ 511893 h 883348"/>
                <a:gd name="connsiteX65" fmla="*/ 577844 w 877853"/>
                <a:gd name="connsiteY65" fmla="*/ 474402 h 883348"/>
                <a:gd name="connsiteX66" fmla="*/ 587331 w 877853"/>
                <a:gd name="connsiteY66" fmla="*/ 468059 h 883348"/>
                <a:gd name="connsiteX67" fmla="*/ 628650 w 877853"/>
                <a:gd name="connsiteY67" fmla="*/ 468059 h 883348"/>
                <a:gd name="connsiteX68" fmla="*/ 628650 w 877853"/>
                <a:gd name="connsiteY68" fmla="*/ 409766 h 883348"/>
                <a:gd name="connsiteX69" fmla="*/ 587159 w 877853"/>
                <a:gd name="connsiteY69" fmla="*/ 409766 h 883348"/>
                <a:gd name="connsiteX70" fmla="*/ 577644 w 877853"/>
                <a:gd name="connsiteY70" fmla="*/ 403393 h 883348"/>
                <a:gd name="connsiteX71" fmla="*/ 562213 w 877853"/>
                <a:gd name="connsiteY71" fmla="*/ 365789 h 883348"/>
                <a:gd name="connsiteX72" fmla="*/ 564442 w 877853"/>
                <a:gd name="connsiteY72" fmla="*/ 354616 h 883348"/>
                <a:gd name="connsiteX73" fmla="*/ 593703 w 877853"/>
                <a:gd name="connsiteY73" fmla="*/ 325384 h 883348"/>
                <a:gd name="connsiteX74" fmla="*/ 552469 w 877853"/>
                <a:gd name="connsiteY74" fmla="*/ 284150 h 883348"/>
                <a:gd name="connsiteX75" fmla="*/ 523151 w 877853"/>
                <a:gd name="connsiteY75" fmla="*/ 313496 h 883348"/>
                <a:gd name="connsiteX76" fmla="*/ 511893 w 877853"/>
                <a:gd name="connsiteY76" fmla="*/ 315725 h 883348"/>
                <a:gd name="connsiteX77" fmla="*/ 474402 w 877853"/>
                <a:gd name="connsiteY77" fmla="*/ 300038 h 883348"/>
                <a:gd name="connsiteX78" fmla="*/ 468059 w 877853"/>
                <a:gd name="connsiteY78" fmla="*/ 290551 h 883348"/>
                <a:gd name="connsiteX79" fmla="*/ 468059 w 877853"/>
                <a:gd name="connsiteY79" fmla="*/ 249174 h 883348"/>
                <a:gd name="connsiteX80" fmla="*/ 409766 w 877853"/>
                <a:gd name="connsiteY80" fmla="*/ 249174 h 883348"/>
                <a:gd name="connsiteX81" fmla="*/ 409766 w 877853"/>
                <a:gd name="connsiteY81" fmla="*/ 290665 h 883348"/>
                <a:gd name="connsiteX82" fmla="*/ 403393 w 877853"/>
                <a:gd name="connsiteY82" fmla="*/ 300180 h 883348"/>
                <a:gd name="connsiteX83" fmla="*/ 365789 w 877853"/>
                <a:gd name="connsiteY83" fmla="*/ 315611 h 883348"/>
                <a:gd name="connsiteX84" fmla="*/ 354616 w 877853"/>
                <a:gd name="connsiteY84" fmla="*/ 313353 h 883348"/>
                <a:gd name="connsiteX85" fmla="*/ 325384 w 877853"/>
                <a:gd name="connsiteY85" fmla="*/ 284121 h 883348"/>
                <a:gd name="connsiteX86" fmla="*/ 284178 w 877853"/>
                <a:gd name="connsiteY86" fmla="*/ 325355 h 883348"/>
                <a:gd name="connsiteX87" fmla="*/ 313525 w 877853"/>
                <a:gd name="connsiteY87" fmla="*/ 354730 h 883348"/>
                <a:gd name="connsiteX88" fmla="*/ 315725 w 877853"/>
                <a:gd name="connsiteY88" fmla="*/ 365989 h 883348"/>
                <a:gd name="connsiteX89" fmla="*/ 300038 w 877853"/>
                <a:gd name="connsiteY89" fmla="*/ 403479 h 883348"/>
                <a:gd name="connsiteX90" fmla="*/ 290551 w 877853"/>
                <a:gd name="connsiteY90" fmla="*/ 409794 h 883348"/>
                <a:gd name="connsiteX91" fmla="*/ 249174 w 877853"/>
                <a:gd name="connsiteY91" fmla="*/ 409794 h 883348"/>
                <a:gd name="connsiteX92" fmla="*/ 249174 w 877853"/>
                <a:gd name="connsiteY92" fmla="*/ 468087 h 883348"/>
                <a:gd name="connsiteX93" fmla="*/ 290665 w 877853"/>
                <a:gd name="connsiteY93" fmla="*/ 468087 h 883348"/>
                <a:gd name="connsiteX94" fmla="*/ 300180 w 877853"/>
                <a:gd name="connsiteY94" fmla="*/ 474488 h 883348"/>
                <a:gd name="connsiteX95" fmla="*/ 315611 w 877853"/>
                <a:gd name="connsiteY95" fmla="*/ 512093 h 883348"/>
                <a:gd name="connsiteX96" fmla="*/ 313353 w 877853"/>
                <a:gd name="connsiteY96" fmla="*/ 523294 h 883348"/>
                <a:gd name="connsiteX97" fmla="*/ 284150 w 877853"/>
                <a:gd name="connsiteY97" fmla="*/ 552498 h 883348"/>
                <a:gd name="connsiteX98" fmla="*/ 325355 w 877853"/>
                <a:gd name="connsiteY98" fmla="*/ 593731 h 883348"/>
                <a:gd name="connsiteX99" fmla="*/ 354730 w 877853"/>
                <a:gd name="connsiteY99" fmla="*/ 564356 h 883348"/>
                <a:gd name="connsiteX100" fmla="*/ 365989 w 877853"/>
                <a:gd name="connsiteY100" fmla="*/ 562156 h 883348"/>
                <a:gd name="connsiteX101" fmla="*/ 403479 w 877853"/>
                <a:gd name="connsiteY101" fmla="*/ 577872 h 883348"/>
                <a:gd name="connsiteX102" fmla="*/ 409794 w 877853"/>
                <a:gd name="connsiteY102" fmla="*/ 587359 h 883348"/>
                <a:gd name="connsiteX103" fmla="*/ 409766 w 877853"/>
                <a:gd name="connsiteY103" fmla="*/ 628650 h 883348"/>
                <a:gd name="connsiteX104" fmla="*/ 409766 w 877853"/>
                <a:gd name="connsiteY104" fmla="*/ 628650 h 883348"/>
                <a:gd name="connsiteX105" fmla="*/ 438912 w 877853"/>
                <a:gd name="connsiteY105" fmla="*/ 534924 h 883348"/>
                <a:gd name="connsiteX106" fmla="*/ 342900 w 877853"/>
                <a:gd name="connsiteY106" fmla="*/ 438912 h 883348"/>
                <a:gd name="connsiteX107" fmla="*/ 438912 w 877853"/>
                <a:gd name="connsiteY107" fmla="*/ 342900 h 883348"/>
                <a:gd name="connsiteX108" fmla="*/ 534924 w 877853"/>
                <a:gd name="connsiteY108" fmla="*/ 438912 h 883348"/>
                <a:gd name="connsiteX109" fmla="*/ 438912 w 877853"/>
                <a:gd name="connsiteY109" fmla="*/ 534924 h 883348"/>
                <a:gd name="connsiteX110" fmla="*/ 438912 w 877853"/>
                <a:gd name="connsiteY110" fmla="*/ 363474 h 883348"/>
                <a:gd name="connsiteX111" fmla="*/ 363474 w 877853"/>
                <a:gd name="connsiteY111" fmla="*/ 438912 h 883348"/>
                <a:gd name="connsiteX112" fmla="*/ 438912 w 877853"/>
                <a:gd name="connsiteY112" fmla="*/ 514350 h 883348"/>
                <a:gd name="connsiteX113" fmla="*/ 514350 w 877853"/>
                <a:gd name="connsiteY113" fmla="*/ 438912 h 883348"/>
                <a:gd name="connsiteX114" fmla="*/ 438912 w 877853"/>
                <a:gd name="connsiteY114" fmla="*/ 363474 h 883348"/>
                <a:gd name="connsiteX115" fmla="*/ 438912 w 877853"/>
                <a:gd name="connsiteY115" fmla="*/ 877824 h 883348"/>
                <a:gd name="connsiteX116" fmla="*/ 85725 w 877853"/>
                <a:gd name="connsiteY116" fmla="*/ 685800 h 883348"/>
                <a:gd name="connsiteX117" fmla="*/ 238887 w 877853"/>
                <a:gd name="connsiteY117" fmla="*/ 685800 h 883348"/>
                <a:gd name="connsiteX118" fmla="*/ 438912 w 877853"/>
                <a:gd name="connsiteY118" fmla="*/ 857250 h 883348"/>
                <a:gd name="connsiteX119" fmla="*/ 857250 w 877853"/>
                <a:gd name="connsiteY119" fmla="*/ 438912 h 883348"/>
                <a:gd name="connsiteX120" fmla="*/ 877853 w 877853"/>
                <a:gd name="connsiteY120" fmla="*/ 438912 h 883348"/>
                <a:gd name="connsiteX121" fmla="*/ 438912 w 877853"/>
                <a:gd name="connsiteY121" fmla="*/ 877824 h 883348"/>
                <a:gd name="connsiteX122" fmla="*/ 20574 w 877853"/>
                <a:gd name="connsiteY122" fmla="*/ 438912 h 883348"/>
                <a:gd name="connsiteX123" fmla="*/ 0 w 877853"/>
                <a:gd name="connsiteY123" fmla="*/ 438912 h 883348"/>
                <a:gd name="connsiteX124" fmla="*/ 438912 w 877853"/>
                <a:gd name="connsiteY124" fmla="*/ 0 h 883348"/>
                <a:gd name="connsiteX125" fmla="*/ 771525 w 877853"/>
                <a:gd name="connsiteY125" fmla="*/ 152505 h 883348"/>
                <a:gd name="connsiteX126" fmla="*/ 771525 w 877853"/>
                <a:gd name="connsiteY126" fmla="*/ 38862 h 883348"/>
                <a:gd name="connsiteX127" fmla="*/ 792128 w 877853"/>
                <a:gd name="connsiteY127" fmla="*/ 38862 h 883348"/>
                <a:gd name="connsiteX128" fmla="*/ 792128 w 877853"/>
                <a:gd name="connsiteY128" fmla="*/ 192024 h 883348"/>
                <a:gd name="connsiteX129" fmla="*/ 638937 w 877853"/>
                <a:gd name="connsiteY129" fmla="*/ 192024 h 883348"/>
                <a:gd name="connsiteX130" fmla="*/ 638937 w 877853"/>
                <a:gd name="connsiteY130" fmla="*/ 171450 h 883348"/>
                <a:gd name="connsiteX131" fmla="*/ 760581 w 877853"/>
                <a:gd name="connsiteY131" fmla="*/ 171450 h 883348"/>
                <a:gd name="connsiteX132" fmla="*/ 438912 w 877853"/>
                <a:gd name="connsiteY132" fmla="*/ 20574 h 883348"/>
                <a:gd name="connsiteX133" fmla="*/ 20574 w 877853"/>
                <a:gd name="connsiteY133" fmla="*/ 438912 h 883348"/>
                <a:gd name="connsiteX0" fmla="*/ 478345 w 877853"/>
                <a:gd name="connsiteY0" fmla="*/ 649224 h 883348"/>
                <a:gd name="connsiteX1" fmla="*/ 399479 w 877853"/>
                <a:gd name="connsiteY1" fmla="*/ 649224 h 883348"/>
                <a:gd name="connsiteX2" fmla="*/ 389192 w 877853"/>
                <a:gd name="connsiteY2" fmla="*/ 638937 h 883348"/>
                <a:gd name="connsiteX3" fmla="*/ 389192 w 877853"/>
                <a:gd name="connsiteY3" fmla="*/ 594160 h 883348"/>
                <a:gd name="connsiteX4" fmla="*/ 364360 w 877853"/>
                <a:gd name="connsiteY4" fmla="*/ 583787 h 883348"/>
                <a:gd name="connsiteX5" fmla="*/ 332613 w 877853"/>
                <a:gd name="connsiteY5" fmla="*/ 615534 h 883348"/>
                <a:gd name="connsiteX6" fmla="*/ 325355 w 877853"/>
                <a:gd name="connsiteY6" fmla="*/ 618534 h 883348"/>
                <a:gd name="connsiteX7" fmla="*/ 325355 w 877853"/>
                <a:gd name="connsiteY7" fmla="*/ 618534 h 883348"/>
                <a:gd name="connsiteX8" fmla="*/ 318097 w 877853"/>
                <a:gd name="connsiteY8" fmla="*/ 615534 h 883348"/>
                <a:gd name="connsiteX9" fmla="*/ 262319 w 877853"/>
                <a:gd name="connsiteY9" fmla="*/ 559756 h 883348"/>
                <a:gd name="connsiteX10" fmla="*/ 262319 w 877853"/>
                <a:gd name="connsiteY10" fmla="*/ 545182 h 883348"/>
                <a:gd name="connsiteX11" fmla="*/ 293980 w 877853"/>
                <a:gd name="connsiteY11" fmla="*/ 513550 h 883348"/>
                <a:gd name="connsiteX12" fmla="*/ 283778 w 877853"/>
                <a:gd name="connsiteY12" fmla="*/ 488661 h 883348"/>
                <a:gd name="connsiteX13" fmla="*/ 238887 w 877853"/>
                <a:gd name="connsiteY13" fmla="*/ 488661 h 883348"/>
                <a:gd name="connsiteX14" fmla="*/ 228600 w 877853"/>
                <a:gd name="connsiteY14" fmla="*/ 478374 h 883348"/>
                <a:gd name="connsiteX15" fmla="*/ 228600 w 877853"/>
                <a:gd name="connsiteY15" fmla="*/ 399507 h 883348"/>
                <a:gd name="connsiteX16" fmla="*/ 238887 w 877853"/>
                <a:gd name="connsiteY16" fmla="*/ 389220 h 883348"/>
                <a:gd name="connsiteX17" fmla="*/ 283664 w 877853"/>
                <a:gd name="connsiteY17" fmla="*/ 389220 h 883348"/>
                <a:gd name="connsiteX18" fmla="*/ 294037 w 877853"/>
                <a:gd name="connsiteY18" fmla="*/ 364388 h 883348"/>
                <a:gd name="connsiteX19" fmla="*/ 262319 w 877853"/>
                <a:gd name="connsiteY19" fmla="*/ 332613 h 883348"/>
                <a:gd name="connsiteX20" fmla="*/ 262319 w 877853"/>
                <a:gd name="connsiteY20" fmla="*/ 318068 h 883348"/>
                <a:gd name="connsiteX21" fmla="*/ 318068 w 877853"/>
                <a:gd name="connsiteY21" fmla="*/ 262290 h 883348"/>
                <a:gd name="connsiteX22" fmla="*/ 332613 w 877853"/>
                <a:gd name="connsiteY22" fmla="*/ 262290 h 883348"/>
                <a:gd name="connsiteX23" fmla="*/ 364274 w 877853"/>
                <a:gd name="connsiteY23" fmla="*/ 293980 h 883348"/>
                <a:gd name="connsiteX24" fmla="*/ 389192 w 877853"/>
                <a:gd name="connsiteY24" fmla="*/ 283778 h 883348"/>
                <a:gd name="connsiteX25" fmla="*/ 389192 w 877853"/>
                <a:gd name="connsiteY25" fmla="*/ 238887 h 883348"/>
                <a:gd name="connsiteX26" fmla="*/ 399479 w 877853"/>
                <a:gd name="connsiteY26" fmla="*/ 228600 h 883348"/>
                <a:gd name="connsiteX27" fmla="*/ 478345 w 877853"/>
                <a:gd name="connsiteY27" fmla="*/ 228600 h 883348"/>
                <a:gd name="connsiteX28" fmla="*/ 488633 w 877853"/>
                <a:gd name="connsiteY28" fmla="*/ 238887 h 883348"/>
                <a:gd name="connsiteX29" fmla="*/ 488633 w 877853"/>
                <a:gd name="connsiteY29" fmla="*/ 283664 h 883348"/>
                <a:gd name="connsiteX30" fmla="*/ 513436 w 877853"/>
                <a:gd name="connsiteY30" fmla="*/ 294037 h 883348"/>
                <a:gd name="connsiteX31" fmla="*/ 545154 w 877853"/>
                <a:gd name="connsiteY31" fmla="*/ 262290 h 883348"/>
                <a:gd name="connsiteX32" fmla="*/ 559727 w 877853"/>
                <a:gd name="connsiteY32" fmla="*/ 262290 h 883348"/>
                <a:gd name="connsiteX33" fmla="*/ 615506 w 877853"/>
                <a:gd name="connsiteY33" fmla="*/ 318068 h 883348"/>
                <a:gd name="connsiteX34" fmla="*/ 618506 w 877853"/>
                <a:gd name="connsiteY34" fmla="*/ 325326 h 883348"/>
                <a:gd name="connsiteX35" fmla="*/ 615506 w 877853"/>
                <a:gd name="connsiteY35" fmla="*/ 332584 h 883348"/>
                <a:gd name="connsiteX36" fmla="*/ 583816 w 877853"/>
                <a:gd name="connsiteY36" fmla="*/ 364246 h 883348"/>
                <a:gd name="connsiteX37" fmla="*/ 594017 w 877853"/>
                <a:gd name="connsiteY37" fmla="*/ 389163 h 883348"/>
                <a:gd name="connsiteX38" fmla="*/ 638937 w 877853"/>
                <a:gd name="connsiteY38" fmla="*/ 389163 h 883348"/>
                <a:gd name="connsiteX39" fmla="*/ 649224 w 877853"/>
                <a:gd name="connsiteY39" fmla="*/ 399450 h 883348"/>
                <a:gd name="connsiteX40" fmla="*/ 649224 w 877853"/>
                <a:gd name="connsiteY40" fmla="*/ 478317 h 883348"/>
                <a:gd name="connsiteX41" fmla="*/ 638937 w 877853"/>
                <a:gd name="connsiteY41" fmla="*/ 488604 h 883348"/>
                <a:gd name="connsiteX42" fmla="*/ 594160 w 877853"/>
                <a:gd name="connsiteY42" fmla="*/ 488604 h 883348"/>
                <a:gd name="connsiteX43" fmla="*/ 583787 w 877853"/>
                <a:gd name="connsiteY43" fmla="*/ 513407 h 883348"/>
                <a:gd name="connsiteX44" fmla="*/ 615534 w 877853"/>
                <a:gd name="connsiteY44" fmla="*/ 545125 h 883348"/>
                <a:gd name="connsiteX45" fmla="*/ 618534 w 877853"/>
                <a:gd name="connsiteY45" fmla="*/ 552412 h 883348"/>
                <a:gd name="connsiteX46" fmla="*/ 615534 w 877853"/>
                <a:gd name="connsiteY46" fmla="*/ 559699 h 883348"/>
                <a:gd name="connsiteX47" fmla="*/ 559756 w 877853"/>
                <a:gd name="connsiteY47" fmla="*/ 615477 h 883348"/>
                <a:gd name="connsiteX48" fmla="*/ 552469 w 877853"/>
                <a:gd name="connsiteY48" fmla="*/ 618477 h 883348"/>
                <a:gd name="connsiteX49" fmla="*/ 552469 w 877853"/>
                <a:gd name="connsiteY49" fmla="*/ 618477 h 883348"/>
                <a:gd name="connsiteX50" fmla="*/ 545182 w 877853"/>
                <a:gd name="connsiteY50" fmla="*/ 615477 h 883348"/>
                <a:gd name="connsiteX51" fmla="*/ 513550 w 877853"/>
                <a:gd name="connsiteY51" fmla="*/ 583787 h 883348"/>
                <a:gd name="connsiteX52" fmla="*/ 488661 w 877853"/>
                <a:gd name="connsiteY52" fmla="*/ 593989 h 883348"/>
                <a:gd name="connsiteX53" fmla="*/ 488661 w 877853"/>
                <a:gd name="connsiteY53" fmla="*/ 638937 h 883348"/>
                <a:gd name="connsiteX54" fmla="*/ 478345 w 877853"/>
                <a:gd name="connsiteY54" fmla="*/ 649224 h 883348"/>
                <a:gd name="connsiteX55" fmla="*/ 409766 w 877853"/>
                <a:gd name="connsiteY55" fmla="*/ 628650 h 883348"/>
                <a:gd name="connsiteX56" fmla="*/ 468059 w 877853"/>
                <a:gd name="connsiteY56" fmla="*/ 628650 h 883348"/>
                <a:gd name="connsiteX57" fmla="*/ 468059 w 877853"/>
                <a:gd name="connsiteY57" fmla="*/ 587159 h 883348"/>
                <a:gd name="connsiteX58" fmla="*/ 474459 w 877853"/>
                <a:gd name="connsiteY58" fmla="*/ 577644 h 883348"/>
                <a:gd name="connsiteX59" fmla="*/ 512064 w 877853"/>
                <a:gd name="connsiteY59" fmla="*/ 562213 h 883348"/>
                <a:gd name="connsiteX60" fmla="*/ 523265 w 877853"/>
                <a:gd name="connsiteY60" fmla="*/ 564442 h 883348"/>
                <a:gd name="connsiteX61" fmla="*/ 552469 w 877853"/>
                <a:gd name="connsiteY61" fmla="*/ 593703 h 883348"/>
                <a:gd name="connsiteX62" fmla="*/ 593703 w 877853"/>
                <a:gd name="connsiteY62" fmla="*/ 552469 h 883348"/>
                <a:gd name="connsiteX63" fmla="*/ 564328 w 877853"/>
                <a:gd name="connsiteY63" fmla="*/ 523151 h 883348"/>
                <a:gd name="connsiteX64" fmla="*/ 562127 w 877853"/>
                <a:gd name="connsiteY64" fmla="*/ 511893 h 883348"/>
                <a:gd name="connsiteX65" fmla="*/ 577844 w 877853"/>
                <a:gd name="connsiteY65" fmla="*/ 474402 h 883348"/>
                <a:gd name="connsiteX66" fmla="*/ 587331 w 877853"/>
                <a:gd name="connsiteY66" fmla="*/ 468059 h 883348"/>
                <a:gd name="connsiteX67" fmla="*/ 628650 w 877853"/>
                <a:gd name="connsiteY67" fmla="*/ 468059 h 883348"/>
                <a:gd name="connsiteX68" fmla="*/ 628650 w 877853"/>
                <a:gd name="connsiteY68" fmla="*/ 409766 h 883348"/>
                <a:gd name="connsiteX69" fmla="*/ 587159 w 877853"/>
                <a:gd name="connsiteY69" fmla="*/ 409766 h 883348"/>
                <a:gd name="connsiteX70" fmla="*/ 577644 w 877853"/>
                <a:gd name="connsiteY70" fmla="*/ 403393 h 883348"/>
                <a:gd name="connsiteX71" fmla="*/ 562213 w 877853"/>
                <a:gd name="connsiteY71" fmla="*/ 365789 h 883348"/>
                <a:gd name="connsiteX72" fmla="*/ 564442 w 877853"/>
                <a:gd name="connsiteY72" fmla="*/ 354616 h 883348"/>
                <a:gd name="connsiteX73" fmla="*/ 593703 w 877853"/>
                <a:gd name="connsiteY73" fmla="*/ 325384 h 883348"/>
                <a:gd name="connsiteX74" fmla="*/ 552469 w 877853"/>
                <a:gd name="connsiteY74" fmla="*/ 284150 h 883348"/>
                <a:gd name="connsiteX75" fmla="*/ 523151 w 877853"/>
                <a:gd name="connsiteY75" fmla="*/ 313496 h 883348"/>
                <a:gd name="connsiteX76" fmla="*/ 511893 w 877853"/>
                <a:gd name="connsiteY76" fmla="*/ 315725 h 883348"/>
                <a:gd name="connsiteX77" fmla="*/ 474402 w 877853"/>
                <a:gd name="connsiteY77" fmla="*/ 300038 h 883348"/>
                <a:gd name="connsiteX78" fmla="*/ 468059 w 877853"/>
                <a:gd name="connsiteY78" fmla="*/ 290551 h 883348"/>
                <a:gd name="connsiteX79" fmla="*/ 468059 w 877853"/>
                <a:gd name="connsiteY79" fmla="*/ 249174 h 883348"/>
                <a:gd name="connsiteX80" fmla="*/ 409766 w 877853"/>
                <a:gd name="connsiteY80" fmla="*/ 249174 h 883348"/>
                <a:gd name="connsiteX81" fmla="*/ 409766 w 877853"/>
                <a:gd name="connsiteY81" fmla="*/ 290665 h 883348"/>
                <a:gd name="connsiteX82" fmla="*/ 403393 w 877853"/>
                <a:gd name="connsiteY82" fmla="*/ 300180 h 883348"/>
                <a:gd name="connsiteX83" fmla="*/ 365789 w 877853"/>
                <a:gd name="connsiteY83" fmla="*/ 315611 h 883348"/>
                <a:gd name="connsiteX84" fmla="*/ 354616 w 877853"/>
                <a:gd name="connsiteY84" fmla="*/ 313353 h 883348"/>
                <a:gd name="connsiteX85" fmla="*/ 325384 w 877853"/>
                <a:gd name="connsiteY85" fmla="*/ 284121 h 883348"/>
                <a:gd name="connsiteX86" fmla="*/ 284178 w 877853"/>
                <a:gd name="connsiteY86" fmla="*/ 325355 h 883348"/>
                <a:gd name="connsiteX87" fmla="*/ 313525 w 877853"/>
                <a:gd name="connsiteY87" fmla="*/ 354730 h 883348"/>
                <a:gd name="connsiteX88" fmla="*/ 315725 w 877853"/>
                <a:gd name="connsiteY88" fmla="*/ 365989 h 883348"/>
                <a:gd name="connsiteX89" fmla="*/ 300038 w 877853"/>
                <a:gd name="connsiteY89" fmla="*/ 403479 h 883348"/>
                <a:gd name="connsiteX90" fmla="*/ 290551 w 877853"/>
                <a:gd name="connsiteY90" fmla="*/ 409794 h 883348"/>
                <a:gd name="connsiteX91" fmla="*/ 249174 w 877853"/>
                <a:gd name="connsiteY91" fmla="*/ 409794 h 883348"/>
                <a:gd name="connsiteX92" fmla="*/ 249174 w 877853"/>
                <a:gd name="connsiteY92" fmla="*/ 468087 h 883348"/>
                <a:gd name="connsiteX93" fmla="*/ 290665 w 877853"/>
                <a:gd name="connsiteY93" fmla="*/ 468087 h 883348"/>
                <a:gd name="connsiteX94" fmla="*/ 300180 w 877853"/>
                <a:gd name="connsiteY94" fmla="*/ 474488 h 883348"/>
                <a:gd name="connsiteX95" fmla="*/ 315611 w 877853"/>
                <a:gd name="connsiteY95" fmla="*/ 512093 h 883348"/>
                <a:gd name="connsiteX96" fmla="*/ 313353 w 877853"/>
                <a:gd name="connsiteY96" fmla="*/ 523294 h 883348"/>
                <a:gd name="connsiteX97" fmla="*/ 284150 w 877853"/>
                <a:gd name="connsiteY97" fmla="*/ 552498 h 883348"/>
                <a:gd name="connsiteX98" fmla="*/ 325355 w 877853"/>
                <a:gd name="connsiteY98" fmla="*/ 593731 h 883348"/>
                <a:gd name="connsiteX99" fmla="*/ 354730 w 877853"/>
                <a:gd name="connsiteY99" fmla="*/ 564356 h 883348"/>
                <a:gd name="connsiteX100" fmla="*/ 365989 w 877853"/>
                <a:gd name="connsiteY100" fmla="*/ 562156 h 883348"/>
                <a:gd name="connsiteX101" fmla="*/ 403479 w 877853"/>
                <a:gd name="connsiteY101" fmla="*/ 577872 h 883348"/>
                <a:gd name="connsiteX102" fmla="*/ 409794 w 877853"/>
                <a:gd name="connsiteY102" fmla="*/ 587359 h 883348"/>
                <a:gd name="connsiteX103" fmla="*/ 409766 w 877853"/>
                <a:gd name="connsiteY103" fmla="*/ 628650 h 883348"/>
                <a:gd name="connsiteX104" fmla="*/ 409766 w 877853"/>
                <a:gd name="connsiteY104" fmla="*/ 628650 h 883348"/>
                <a:gd name="connsiteX105" fmla="*/ 438912 w 877853"/>
                <a:gd name="connsiteY105" fmla="*/ 534924 h 883348"/>
                <a:gd name="connsiteX106" fmla="*/ 342900 w 877853"/>
                <a:gd name="connsiteY106" fmla="*/ 438912 h 883348"/>
                <a:gd name="connsiteX107" fmla="*/ 438912 w 877853"/>
                <a:gd name="connsiteY107" fmla="*/ 342900 h 883348"/>
                <a:gd name="connsiteX108" fmla="*/ 534924 w 877853"/>
                <a:gd name="connsiteY108" fmla="*/ 438912 h 883348"/>
                <a:gd name="connsiteX109" fmla="*/ 438912 w 877853"/>
                <a:gd name="connsiteY109" fmla="*/ 534924 h 883348"/>
                <a:gd name="connsiteX110" fmla="*/ 438912 w 877853"/>
                <a:gd name="connsiteY110" fmla="*/ 363474 h 883348"/>
                <a:gd name="connsiteX111" fmla="*/ 363474 w 877853"/>
                <a:gd name="connsiteY111" fmla="*/ 438912 h 883348"/>
                <a:gd name="connsiteX112" fmla="*/ 438912 w 877853"/>
                <a:gd name="connsiteY112" fmla="*/ 514350 h 883348"/>
                <a:gd name="connsiteX113" fmla="*/ 514350 w 877853"/>
                <a:gd name="connsiteY113" fmla="*/ 438912 h 883348"/>
                <a:gd name="connsiteX114" fmla="*/ 438912 w 877853"/>
                <a:gd name="connsiteY114" fmla="*/ 363474 h 883348"/>
                <a:gd name="connsiteX115" fmla="*/ 438912 w 877853"/>
                <a:gd name="connsiteY115" fmla="*/ 877824 h 883348"/>
                <a:gd name="connsiteX116" fmla="*/ 85725 w 877853"/>
                <a:gd name="connsiteY116" fmla="*/ 685800 h 883348"/>
                <a:gd name="connsiteX117" fmla="*/ 438912 w 877853"/>
                <a:gd name="connsiteY117" fmla="*/ 857250 h 883348"/>
                <a:gd name="connsiteX118" fmla="*/ 857250 w 877853"/>
                <a:gd name="connsiteY118" fmla="*/ 438912 h 883348"/>
                <a:gd name="connsiteX119" fmla="*/ 877853 w 877853"/>
                <a:gd name="connsiteY119" fmla="*/ 438912 h 883348"/>
                <a:gd name="connsiteX120" fmla="*/ 438912 w 877853"/>
                <a:gd name="connsiteY120" fmla="*/ 877824 h 883348"/>
                <a:gd name="connsiteX121" fmla="*/ 20574 w 877853"/>
                <a:gd name="connsiteY121" fmla="*/ 438912 h 883348"/>
                <a:gd name="connsiteX122" fmla="*/ 0 w 877853"/>
                <a:gd name="connsiteY122" fmla="*/ 438912 h 883348"/>
                <a:gd name="connsiteX123" fmla="*/ 438912 w 877853"/>
                <a:gd name="connsiteY123" fmla="*/ 0 h 883348"/>
                <a:gd name="connsiteX124" fmla="*/ 771525 w 877853"/>
                <a:gd name="connsiteY124" fmla="*/ 152505 h 883348"/>
                <a:gd name="connsiteX125" fmla="*/ 771525 w 877853"/>
                <a:gd name="connsiteY125" fmla="*/ 38862 h 883348"/>
                <a:gd name="connsiteX126" fmla="*/ 792128 w 877853"/>
                <a:gd name="connsiteY126" fmla="*/ 38862 h 883348"/>
                <a:gd name="connsiteX127" fmla="*/ 792128 w 877853"/>
                <a:gd name="connsiteY127" fmla="*/ 192024 h 883348"/>
                <a:gd name="connsiteX128" fmla="*/ 638937 w 877853"/>
                <a:gd name="connsiteY128" fmla="*/ 192024 h 883348"/>
                <a:gd name="connsiteX129" fmla="*/ 638937 w 877853"/>
                <a:gd name="connsiteY129" fmla="*/ 171450 h 883348"/>
                <a:gd name="connsiteX130" fmla="*/ 760581 w 877853"/>
                <a:gd name="connsiteY130" fmla="*/ 171450 h 883348"/>
                <a:gd name="connsiteX131" fmla="*/ 438912 w 877853"/>
                <a:gd name="connsiteY131" fmla="*/ 20574 h 883348"/>
                <a:gd name="connsiteX132" fmla="*/ 20574 w 877853"/>
                <a:gd name="connsiteY132" fmla="*/ 438912 h 883348"/>
                <a:gd name="connsiteX0" fmla="*/ 478345 w 877853"/>
                <a:gd name="connsiteY0" fmla="*/ 649224 h 883348"/>
                <a:gd name="connsiteX1" fmla="*/ 399479 w 877853"/>
                <a:gd name="connsiteY1" fmla="*/ 649224 h 883348"/>
                <a:gd name="connsiteX2" fmla="*/ 389192 w 877853"/>
                <a:gd name="connsiteY2" fmla="*/ 638937 h 883348"/>
                <a:gd name="connsiteX3" fmla="*/ 389192 w 877853"/>
                <a:gd name="connsiteY3" fmla="*/ 594160 h 883348"/>
                <a:gd name="connsiteX4" fmla="*/ 364360 w 877853"/>
                <a:gd name="connsiteY4" fmla="*/ 583787 h 883348"/>
                <a:gd name="connsiteX5" fmla="*/ 332613 w 877853"/>
                <a:gd name="connsiteY5" fmla="*/ 615534 h 883348"/>
                <a:gd name="connsiteX6" fmla="*/ 325355 w 877853"/>
                <a:gd name="connsiteY6" fmla="*/ 618534 h 883348"/>
                <a:gd name="connsiteX7" fmla="*/ 325355 w 877853"/>
                <a:gd name="connsiteY7" fmla="*/ 618534 h 883348"/>
                <a:gd name="connsiteX8" fmla="*/ 318097 w 877853"/>
                <a:gd name="connsiteY8" fmla="*/ 615534 h 883348"/>
                <a:gd name="connsiteX9" fmla="*/ 262319 w 877853"/>
                <a:gd name="connsiteY9" fmla="*/ 559756 h 883348"/>
                <a:gd name="connsiteX10" fmla="*/ 262319 w 877853"/>
                <a:gd name="connsiteY10" fmla="*/ 545182 h 883348"/>
                <a:gd name="connsiteX11" fmla="*/ 293980 w 877853"/>
                <a:gd name="connsiteY11" fmla="*/ 513550 h 883348"/>
                <a:gd name="connsiteX12" fmla="*/ 283778 w 877853"/>
                <a:gd name="connsiteY12" fmla="*/ 488661 h 883348"/>
                <a:gd name="connsiteX13" fmla="*/ 238887 w 877853"/>
                <a:gd name="connsiteY13" fmla="*/ 488661 h 883348"/>
                <a:gd name="connsiteX14" fmla="*/ 228600 w 877853"/>
                <a:gd name="connsiteY14" fmla="*/ 478374 h 883348"/>
                <a:gd name="connsiteX15" fmla="*/ 228600 w 877853"/>
                <a:gd name="connsiteY15" fmla="*/ 399507 h 883348"/>
                <a:gd name="connsiteX16" fmla="*/ 238887 w 877853"/>
                <a:gd name="connsiteY16" fmla="*/ 389220 h 883348"/>
                <a:gd name="connsiteX17" fmla="*/ 283664 w 877853"/>
                <a:gd name="connsiteY17" fmla="*/ 389220 h 883348"/>
                <a:gd name="connsiteX18" fmla="*/ 294037 w 877853"/>
                <a:gd name="connsiteY18" fmla="*/ 364388 h 883348"/>
                <a:gd name="connsiteX19" fmla="*/ 262319 w 877853"/>
                <a:gd name="connsiteY19" fmla="*/ 332613 h 883348"/>
                <a:gd name="connsiteX20" fmla="*/ 262319 w 877853"/>
                <a:gd name="connsiteY20" fmla="*/ 318068 h 883348"/>
                <a:gd name="connsiteX21" fmla="*/ 318068 w 877853"/>
                <a:gd name="connsiteY21" fmla="*/ 262290 h 883348"/>
                <a:gd name="connsiteX22" fmla="*/ 332613 w 877853"/>
                <a:gd name="connsiteY22" fmla="*/ 262290 h 883348"/>
                <a:gd name="connsiteX23" fmla="*/ 364274 w 877853"/>
                <a:gd name="connsiteY23" fmla="*/ 293980 h 883348"/>
                <a:gd name="connsiteX24" fmla="*/ 389192 w 877853"/>
                <a:gd name="connsiteY24" fmla="*/ 283778 h 883348"/>
                <a:gd name="connsiteX25" fmla="*/ 389192 w 877853"/>
                <a:gd name="connsiteY25" fmla="*/ 238887 h 883348"/>
                <a:gd name="connsiteX26" fmla="*/ 399479 w 877853"/>
                <a:gd name="connsiteY26" fmla="*/ 228600 h 883348"/>
                <a:gd name="connsiteX27" fmla="*/ 478345 w 877853"/>
                <a:gd name="connsiteY27" fmla="*/ 228600 h 883348"/>
                <a:gd name="connsiteX28" fmla="*/ 488633 w 877853"/>
                <a:gd name="connsiteY28" fmla="*/ 238887 h 883348"/>
                <a:gd name="connsiteX29" fmla="*/ 488633 w 877853"/>
                <a:gd name="connsiteY29" fmla="*/ 283664 h 883348"/>
                <a:gd name="connsiteX30" fmla="*/ 513436 w 877853"/>
                <a:gd name="connsiteY30" fmla="*/ 294037 h 883348"/>
                <a:gd name="connsiteX31" fmla="*/ 545154 w 877853"/>
                <a:gd name="connsiteY31" fmla="*/ 262290 h 883348"/>
                <a:gd name="connsiteX32" fmla="*/ 559727 w 877853"/>
                <a:gd name="connsiteY32" fmla="*/ 262290 h 883348"/>
                <a:gd name="connsiteX33" fmla="*/ 615506 w 877853"/>
                <a:gd name="connsiteY33" fmla="*/ 318068 h 883348"/>
                <a:gd name="connsiteX34" fmla="*/ 618506 w 877853"/>
                <a:gd name="connsiteY34" fmla="*/ 325326 h 883348"/>
                <a:gd name="connsiteX35" fmla="*/ 615506 w 877853"/>
                <a:gd name="connsiteY35" fmla="*/ 332584 h 883348"/>
                <a:gd name="connsiteX36" fmla="*/ 583816 w 877853"/>
                <a:gd name="connsiteY36" fmla="*/ 364246 h 883348"/>
                <a:gd name="connsiteX37" fmla="*/ 594017 w 877853"/>
                <a:gd name="connsiteY37" fmla="*/ 389163 h 883348"/>
                <a:gd name="connsiteX38" fmla="*/ 638937 w 877853"/>
                <a:gd name="connsiteY38" fmla="*/ 389163 h 883348"/>
                <a:gd name="connsiteX39" fmla="*/ 649224 w 877853"/>
                <a:gd name="connsiteY39" fmla="*/ 399450 h 883348"/>
                <a:gd name="connsiteX40" fmla="*/ 649224 w 877853"/>
                <a:gd name="connsiteY40" fmla="*/ 478317 h 883348"/>
                <a:gd name="connsiteX41" fmla="*/ 638937 w 877853"/>
                <a:gd name="connsiteY41" fmla="*/ 488604 h 883348"/>
                <a:gd name="connsiteX42" fmla="*/ 594160 w 877853"/>
                <a:gd name="connsiteY42" fmla="*/ 488604 h 883348"/>
                <a:gd name="connsiteX43" fmla="*/ 583787 w 877853"/>
                <a:gd name="connsiteY43" fmla="*/ 513407 h 883348"/>
                <a:gd name="connsiteX44" fmla="*/ 615534 w 877853"/>
                <a:gd name="connsiteY44" fmla="*/ 545125 h 883348"/>
                <a:gd name="connsiteX45" fmla="*/ 618534 w 877853"/>
                <a:gd name="connsiteY45" fmla="*/ 552412 h 883348"/>
                <a:gd name="connsiteX46" fmla="*/ 615534 w 877853"/>
                <a:gd name="connsiteY46" fmla="*/ 559699 h 883348"/>
                <a:gd name="connsiteX47" fmla="*/ 559756 w 877853"/>
                <a:gd name="connsiteY47" fmla="*/ 615477 h 883348"/>
                <a:gd name="connsiteX48" fmla="*/ 552469 w 877853"/>
                <a:gd name="connsiteY48" fmla="*/ 618477 h 883348"/>
                <a:gd name="connsiteX49" fmla="*/ 552469 w 877853"/>
                <a:gd name="connsiteY49" fmla="*/ 618477 h 883348"/>
                <a:gd name="connsiteX50" fmla="*/ 545182 w 877853"/>
                <a:gd name="connsiteY50" fmla="*/ 615477 h 883348"/>
                <a:gd name="connsiteX51" fmla="*/ 513550 w 877853"/>
                <a:gd name="connsiteY51" fmla="*/ 583787 h 883348"/>
                <a:gd name="connsiteX52" fmla="*/ 488661 w 877853"/>
                <a:gd name="connsiteY52" fmla="*/ 593989 h 883348"/>
                <a:gd name="connsiteX53" fmla="*/ 488661 w 877853"/>
                <a:gd name="connsiteY53" fmla="*/ 638937 h 883348"/>
                <a:gd name="connsiteX54" fmla="*/ 478345 w 877853"/>
                <a:gd name="connsiteY54" fmla="*/ 649224 h 883348"/>
                <a:gd name="connsiteX55" fmla="*/ 409766 w 877853"/>
                <a:gd name="connsiteY55" fmla="*/ 628650 h 883348"/>
                <a:gd name="connsiteX56" fmla="*/ 468059 w 877853"/>
                <a:gd name="connsiteY56" fmla="*/ 628650 h 883348"/>
                <a:gd name="connsiteX57" fmla="*/ 468059 w 877853"/>
                <a:gd name="connsiteY57" fmla="*/ 587159 h 883348"/>
                <a:gd name="connsiteX58" fmla="*/ 474459 w 877853"/>
                <a:gd name="connsiteY58" fmla="*/ 577644 h 883348"/>
                <a:gd name="connsiteX59" fmla="*/ 512064 w 877853"/>
                <a:gd name="connsiteY59" fmla="*/ 562213 h 883348"/>
                <a:gd name="connsiteX60" fmla="*/ 523265 w 877853"/>
                <a:gd name="connsiteY60" fmla="*/ 564442 h 883348"/>
                <a:gd name="connsiteX61" fmla="*/ 552469 w 877853"/>
                <a:gd name="connsiteY61" fmla="*/ 593703 h 883348"/>
                <a:gd name="connsiteX62" fmla="*/ 593703 w 877853"/>
                <a:gd name="connsiteY62" fmla="*/ 552469 h 883348"/>
                <a:gd name="connsiteX63" fmla="*/ 564328 w 877853"/>
                <a:gd name="connsiteY63" fmla="*/ 523151 h 883348"/>
                <a:gd name="connsiteX64" fmla="*/ 562127 w 877853"/>
                <a:gd name="connsiteY64" fmla="*/ 511893 h 883348"/>
                <a:gd name="connsiteX65" fmla="*/ 577844 w 877853"/>
                <a:gd name="connsiteY65" fmla="*/ 474402 h 883348"/>
                <a:gd name="connsiteX66" fmla="*/ 587331 w 877853"/>
                <a:gd name="connsiteY66" fmla="*/ 468059 h 883348"/>
                <a:gd name="connsiteX67" fmla="*/ 628650 w 877853"/>
                <a:gd name="connsiteY67" fmla="*/ 468059 h 883348"/>
                <a:gd name="connsiteX68" fmla="*/ 628650 w 877853"/>
                <a:gd name="connsiteY68" fmla="*/ 409766 h 883348"/>
                <a:gd name="connsiteX69" fmla="*/ 587159 w 877853"/>
                <a:gd name="connsiteY69" fmla="*/ 409766 h 883348"/>
                <a:gd name="connsiteX70" fmla="*/ 577644 w 877853"/>
                <a:gd name="connsiteY70" fmla="*/ 403393 h 883348"/>
                <a:gd name="connsiteX71" fmla="*/ 562213 w 877853"/>
                <a:gd name="connsiteY71" fmla="*/ 365789 h 883348"/>
                <a:gd name="connsiteX72" fmla="*/ 564442 w 877853"/>
                <a:gd name="connsiteY72" fmla="*/ 354616 h 883348"/>
                <a:gd name="connsiteX73" fmla="*/ 593703 w 877853"/>
                <a:gd name="connsiteY73" fmla="*/ 325384 h 883348"/>
                <a:gd name="connsiteX74" fmla="*/ 552469 w 877853"/>
                <a:gd name="connsiteY74" fmla="*/ 284150 h 883348"/>
                <a:gd name="connsiteX75" fmla="*/ 523151 w 877853"/>
                <a:gd name="connsiteY75" fmla="*/ 313496 h 883348"/>
                <a:gd name="connsiteX76" fmla="*/ 511893 w 877853"/>
                <a:gd name="connsiteY76" fmla="*/ 315725 h 883348"/>
                <a:gd name="connsiteX77" fmla="*/ 474402 w 877853"/>
                <a:gd name="connsiteY77" fmla="*/ 300038 h 883348"/>
                <a:gd name="connsiteX78" fmla="*/ 468059 w 877853"/>
                <a:gd name="connsiteY78" fmla="*/ 290551 h 883348"/>
                <a:gd name="connsiteX79" fmla="*/ 468059 w 877853"/>
                <a:gd name="connsiteY79" fmla="*/ 249174 h 883348"/>
                <a:gd name="connsiteX80" fmla="*/ 409766 w 877853"/>
                <a:gd name="connsiteY80" fmla="*/ 249174 h 883348"/>
                <a:gd name="connsiteX81" fmla="*/ 409766 w 877853"/>
                <a:gd name="connsiteY81" fmla="*/ 290665 h 883348"/>
                <a:gd name="connsiteX82" fmla="*/ 403393 w 877853"/>
                <a:gd name="connsiteY82" fmla="*/ 300180 h 883348"/>
                <a:gd name="connsiteX83" fmla="*/ 365789 w 877853"/>
                <a:gd name="connsiteY83" fmla="*/ 315611 h 883348"/>
                <a:gd name="connsiteX84" fmla="*/ 354616 w 877853"/>
                <a:gd name="connsiteY84" fmla="*/ 313353 h 883348"/>
                <a:gd name="connsiteX85" fmla="*/ 325384 w 877853"/>
                <a:gd name="connsiteY85" fmla="*/ 284121 h 883348"/>
                <a:gd name="connsiteX86" fmla="*/ 284178 w 877853"/>
                <a:gd name="connsiteY86" fmla="*/ 325355 h 883348"/>
                <a:gd name="connsiteX87" fmla="*/ 313525 w 877853"/>
                <a:gd name="connsiteY87" fmla="*/ 354730 h 883348"/>
                <a:gd name="connsiteX88" fmla="*/ 315725 w 877853"/>
                <a:gd name="connsiteY88" fmla="*/ 365989 h 883348"/>
                <a:gd name="connsiteX89" fmla="*/ 300038 w 877853"/>
                <a:gd name="connsiteY89" fmla="*/ 403479 h 883348"/>
                <a:gd name="connsiteX90" fmla="*/ 290551 w 877853"/>
                <a:gd name="connsiteY90" fmla="*/ 409794 h 883348"/>
                <a:gd name="connsiteX91" fmla="*/ 249174 w 877853"/>
                <a:gd name="connsiteY91" fmla="*/ 409794 h 883348"/>
                <a:gd name="connsiteX92" fmla="*/ 249174 w 877853"/>
                <a:gd name="connsiteY92" fmla="*/ 468087 h 883348"/>
                <a:gd name="connsiteX93" fmla="*/ 290665 w 877853"/>
                <a:gd name="connsiteY93" fmla="*/ 468087 h 883348"/>
                <a:gd name="connsiteX94" fmla="*/ 300180 w 877853"/>
                <a:gd name="connsiteY94" fmla="*/ 474488 h 883348"/>
                <a:gd name="connsiteX95" fmla="*/ 315611 w 877853"/>
                <a:gd name="connsiteY95" fmla="*/ 512093 h 883348"/>
                <a:gd name="connsiteX96" fmla="*/ 313353 w 877853"/>
                <a:gd name="connsiteY96" fmla="*/ 523294 h 883348"/>
                <a:gd name="connsiteX97" fmla="*/ 284150 w 877853"/>
                <a:gd name="connsiteY97" fmla="*/ 552498 h 883348"/>
                <a:gd name="connsiteX98" fmla="*/ 325355 w 877853"/>
                <a:gd name="connsiteY98" fmla="*/ 593731 h 883348"/>
                <a:gd name="connsiteX99" fmla="*/ 354730 w 877853"/>
                <a:gd name="connsiteY99" fmla="*/ 564356 h 883348"/>
                <a:gd name="connsiteX100" fmla="*/ 365989 w 877853"/>
                <a:gd name="connsiteY100" fmla="*/ 562156 h 883348"/>
                <a:gd name="connsiteX101" fmla="*/ 403479 w 877853"/>
                <a:gd name="connsiteY101" fmla="*/ 577872 h 883348"/>
                <a:gd name="connsiteX102" fmla="*/ 409794 w 877853"/>
                <a:gd name="connsiteY102" fmla="*/ 587359 h 883348"/>
                <a:gd name="connsiteX103" fmla="*/ 409766 w 877853"/>
                <a:gd name="connsiteY103" fmla="*/ 628650 h 883348"/>
                <a:gd name="connsiteX104" fmla="*/ 409766 w 877853"/>
                <a:gd name="connsiteY104" fmla="*/ 628650 h 883348"/>
                <a:gd name="connsiteX105" fmla="*/ 438912 w 877853"/>
                <a:gd name="connsiteY105" fmla="*/ 534924 h 883348"/>
                <a:gd name="connsiteX106" fmla="*/ 342900 w 877853"/>
                <a:gd name="connsiteY106" fmla="*/ 438912 h 883348"/>
                <a:gd name="connsiteX107" fmla="*/ 438912 w 877853"/>
                <a:gd name="connsiteY107" fmla="*/ 342900 h 883348"/>
                <a:gd name="connsiteX108" fmla="*/ 534924 w 877853"/>
                <a:gd name="connsiteY108" fmla="*/ 438912 h 883348"/>
                <a:gd name="connsiteX109" fmla="*/ 438912 w 877853"/>
                <a:gd name="connsiteY109" fmla="*/ 534924 h 883348"/>
                <a:gd name="connsiteX110" fmla="*/ 438912 w 877853"/>
                <a:gd name="connsiteY110" fmla="*/ 363474 h 883348"/>
                <a:gd name="connsiteX111" fmla="*/ 363474 w 877853"/>
                <a:gd name="connsiteY111" fmla="*/ 438912 h 883348"/>
                <a:gd name="connsiteX112" fmla="*/ 438912 w 877853"/>
                <a:gd name="connsiteY112" fmla="*/ 514350 h 883348"/>
                <a:gd name="connsiteX113" fmla="*/ 514350 w 877853"/>
                <a:gd name="connsiteY113" fmla="*/ 438912 h 883348"/>
                <a:gd name="connsiteX114" fmla="*/ 438912 w 877853"/>
                <a:gd name="connsiteY114" fmla="*/ 363474 h 883348"/>
                <a:gd name="connsiteX115" fmla="*/ 438912 w 877853"/>
                <a:gd name="connsiteY115" fmla="*/ 877824 h 883348"/>
                <a:gd name="connsiteX116" fmla="*/ 85725 w 877853"/>
                <a:gd name="connsiteY116" fmla="*/ 685800 h 883348"/>
                <a:gd name="connsiteX117" fmla="*/ 857250 w 877853"/>
                <a:gd name="connsiteY117" fmla="*/ 438912 h 883348"/>
                <a:gd name="connsiteX118" fmla="*/ 877853 w 877853"/>
                <a:gd name="connsiteY118" fmla="*/ 438912 h 883348"/>
                <a:gd name="connsiteX119" fmla="*/ 438912 w 877853"/>
                <a:gd name="connsiteY119" fmla="*/ 877824 h 883348"/>
                <a:gd name="connsiteX120" fmla="*/ 20574 w 877853"/>
                <a:gd name="connsiteY120" fmla="*/ 438912 h 883348"/>
                <a:gd name="connsiteX121" fmla="*/ 0 w 877853"/>
                <a:gd name="connsiteY121" fmla="*/ 438912 h 883348"/>
                <a:gd name="connsiteX122" fmla="*/ 438912 w 877853"/>
                <a:gd name="connsiteY122" fmla="*/ 0 h 883348"/>
                <a:gd name="connsiteX123" fmla="*/ 771525 w 877853"/>
                <a:gd name="connsiteY123" fmla="*/ 152505 h 883348"/>
                <a:gd name="connsiteX124" fmla="*/ 771525 w 877853"/>
                <a:gd name="connsiteY124" fmla="*/ 38862 h 883348"/>
                <a:gd name="connsiteX125" fmla="*/ 792128 w 877853"/>
                <a:gd name="connsiteY125" fmla="*/ 38862 h 883348"/>
                <a:gd name="connsiteX126" fmla="*/ 792128 w 877853"/>
                <a:gd name="connsiteY126" fmla="*/ 192024 h 883348"/>
                <a:gd name="connsiteX127" fmla="*/ 638937 w 877853"/>
                <a:gd name="connsiteY127" fmla="*/ 192024 h 883348"/>
                <a:gd name="connsiteX128" fmla="*/ 638937 w 877853"/>
                <a:gd name="connsiteY128" fmla="*/ 171450 h 883348"/>
                <a:gd name="connsiteX129" fmla="*/ 760581 w 877853"/>
                <a:gd name="connsiteY129" fmla="*/ 171450 h 883348"/>
                <a:gd name="connsiteX130" fmla="*/ 438912 w 877853"/>
                <a:gd name="connsiteY130" fmla="*/ 20574 h 883348"/>
                <a:gd name="connsiteX131" fmla="*/ 20574 w 877853"/>
                <a:gd name="connsiteY131" fmla="*/ 438912 h 883348"/>
                <a:gd name="connsiteX0" fmla="*/ 478345 w 877853"/>
                <a:gd name="connsiteY0" fmla="*/ 649224 h 685800"/>
                <a:gd name="connsiteX1" fmla="*/ 399479 w 877853"/>
                <a:gd name="connsiteY1" fmla="*/ 649224 h 685800"/>
                <a:gd name="connsiteX2" fmla="*/ 389192 w 877853"/>
                <a:gd name="connsiteY2" fmla="*/ 638937 h 685800"/>
                <a:gd name="connsiteX3" fmla="*/ 389192 w 877853"/>
                <a:gd name="connsiteY3" fmla="*/ 594160 h 685800"/>
                <a:gd name="connsiteX4" fmla="*/ 364360 w 877853"/>
                <a:gd name="connsiteY4" fmla="*/ 583787 h 685800"/>
                <a:gd name="connsiteX5" fmla="*/ 332613 w 877853"/>
                <a:gd name="connsiteY5" fmla="*/ 615534 h 685800"/>
                <a:gd name="connsiteX6" fmla="*/ 325355 w 877853"/>
                <a:gd name="connsiteY6" fmla="*/ 618534 h 685800"/>
                <a:gd name="connsiteX7" fmla="*/ 325355 w 877853"/>
                <a:gd name="connsiteY7" fmla="*/ 618534 h 685800"/>
                <a:gd name="connsiteX8" fmla="*/ 318097 w 877853"/>
                <a:gd name="connsiteY8" fmla="*/ 615534 h 685800"/>
                <a:gd name="connsiteX9" fmla="*/ 262319 w 877853"/>
                <a:gd name="connsiteY9" fmla="*/ 559756 h 685800"/>
                <a:gd name="connsiteX10" fmla="*/ 262319 w 877853"/>
                <a:gd name="connsiteY10" fmla="*/ 545182 h 685800"/>
                <a:gd name="connsiteX11" fmla="*/ 293980 w 877853"/>
                <a:gd name="connsiteY11" fmla="*/ 513550 h 685800"/>
                <a:gd name="connsiteX12" fmla="*/ 283778 w 877853"/>
                <a:gd name="connsiteY12" fmla="*/ 488661 h 685800"/>
                <a:gd name="connsiteX13" fmla="*/ 238887 w 877853"/>
                <a:gd name="connsiteY13" fmla="*/ 488661 h 685800"/>
                <a:gd name="connsiteX14" fmla="*/ 228600 w 877853"/>
                <a:gd name="connsiteY14" fmla="*/ 478374 h 685800"/>
                <a:gd name="connsiteX15" fmla="*/ 228600 w 877853"/>
                <a:gd name="connsiteY15" fmla="*/ 399507 h 685800"/>
                <a:gd name="connsiteX16" fmla="*/ 238887 w 877853"/>
                <a:gd name="connsiteY16" fmla="*/ 389220 h 685800"/>
                <a:gd name="connsiteX17" fmla="*/ 283664 w 877853"/>
                <a:gd name="connsiteY17" fmla="*/ 389220 h 685800"/>
                <a:gd name="connsiteX18" fmla="*/ 294037 w 877853"/>
                <a:gd name="connsiteY18" fmla="*/ 364388 h 685800"/>
                <a:gd name="connsiteX19" fmla="*/ 262319 w 877853"/>
                <a:gd name="connsiteY19" fmla="*/ 332613 h 685800"/>
                <a:gd name="connsiteX20" fmla="*/ 262319 w 877853"/>
                <a:gd name="connsiteY20" fmla="*/ 318068 h 685800"/>
                <a:gd name="connsiteX21" fmla="*/ 318068 w 877853"/>
                <a:gd name="connsiteY21" fmla="*/ 262290 h 685800"/>
                <a:gd name="connsiteX22" fmla="*/ 332613 w 877853"/>
                <a:gd name="connsiteY22" fmla="*/ 262290 h 685800"/>
                <a:gd name="connsiteX23" fmla="*/ 364274 w 877853"/>
                <a:gd name="connsiteY23" fmla="*/ 293980 h 685800"/>
                <a:gd name="connsiteX24" fmla="*/ 389192 w 877853"/>
                <a:gd name="connsiteY24" fmla="*/ 283778 h 685800"/>
                <a:gd name="connsiteX25" fmla="*/ 389192 w 877853"/>
                <a:gd name="connsiteY25" fmla="*/ 238887 h 685800"/>
                <a:gd name="connsiteX26" fmla="*/ 399479 w 877853"/>
                <a:gd name="connsiteY26" fmla="*/ 228600 h 685800"/>
                <a:gd name="connsiteX27" fmla="*/ 478345 w 877853"/>
                <a:gd name="connsiteY27" fmla="*/ 228600 h 685800"/>
                <a:gd name="connsiteX28" fmla="*/ 488633 w 877853"/>
                <a:gd name="connsiteY28" fmla="*/ 238887 h 685800"/>
                <a:gd name="connsiteX29" fmla="*/ 488633 w 877853"/>
                <a:gd name="connsiteY29" fmla="*/ 283664 h 685800"/>
                <a:gd name="connsiteX30" fmla="*/ 513436 w 877853"/>
                <a:gd name="connsiteY30" fmla="*/ 294037 h 685800"/>
                <a:gd name="connsiteX31" fmla="*/ 545154 w 877853"/>
                <a:gd name="connsiteY31" fmla="*/ 262290 h 685800"/>
                <a:gd name="connsiteX32" fmla="*/ 559727 w 877853"/>
                <a:gd name="connsiteY32" fmla="*/ 262290 h 685800"/>
                <a:gd name="connsiteX33" fmla="*/ 615506 w 877853"/>
                <a:gd name="connsiteY33" fmla="*/ 318068 h 685800"/>
                <a:gd name="connsiteX34" fmla="*/ 618506 w 877853"/>
                <a:gd name="connsiteY34" fmla="*/ 325326 h 685800"/>
                <a:gd name="connsiteX35" fmla="*/ 615506 w 877853"/>
                <a:gd name="connsiteY35" fmla="*/ 332584 h 685800"/>
                <a:gd name="connsiteX36" fmla="*/ 583816 w 877853"/>
                <a:gd name="connsiteY36" fmla="*/ 364246 h 685800"/>
                <a:gd name="connsiteX37" fmla="*/ 594017 w 877853"/>
                <a:gd name="connsiteY37" fmla="*/ 389163 h 685800"/>
                <a:gd name="connsiteX38" fmla="*/ 638937 w 877853"/>
                <a:gd name="connsiteY38" fmla="*/ 389163 h 685800"/>
                <a:gd name="connsiteX39" fmla="*/ 649224 w 877853"/>
                <a:gd name="connsiteY39" fmla="*/ 399450 h 685800"/>
                <a:gd name="connsiteX40" fmla="*/ 649224 w 877853"/>
                <a:gd name="connsiteY40" fmla="*/ 478317 h 685800"/>
                <a:gd name="connsiteX41" fmla="*/ 638937 w 877853"/>
                <a:gd name="connsiteY41" fmla="*/ 488604 h 685800"/>
                <a:gd name="connsiteX42" fmla="*/ 594160 w 877853"/>
                <a:gd name="connsiteY42" fmla="*/ 488604 h 685800"/>
                <a:gd name="connsiteX43" fmla="*/ 583787 w 877853"/>
                <a:gd name="connsiteY43" fmla="*/ 513407 h 685800"/>
                <a:gd name="connsiteX44" fmla="*/ 615534 w 877853"/>
                <a:gd name="connsiteY44" fmla="*/ 545125 h 685800"/>
                <a:gd name="connsiteX45" fmla="*/ 618534 w 877853"/>
                <a:gd name="connsiteY45" fmla="*/ 552412 h 685800"/>
                <a:gd name="connsiteX46" fmla="*/ 615534 w 877853"/>
                <a:gd name="connsiteY46" fmla="*/ 559699 h 685800"/>
                <a:gd name="connsiteX47" fmla="*/ 559756 w 877853"/>
                <a:gd name="connsiteY47" fmla="*/ 615477 h 685800"/>
                <a:gd name="connsiteX48" fmla="*/ 552469 w 877853"/>
                <a:gd name="connsiteY48" fmla="*/ 618477 h 685800"/>
                <a:gd name="connsiteX49" fmla="*/ 552469 w 877853"/>
                <a:gd name="connsiteY49" fmla="*/ 618477 h 685800"/>
                <a:gd name="connsiteX50" fmla="*/ 545182 w 877853"/>
                <a:gd name="connsiteY50" fmla="*/ 615477 h 685800"/>
                <a:gd name="connsiteX51" fmla="*/ 513550 w 877853"/>
                <a:gd name="connsiteY51" fmla="*/ 583787 h 685800"/>
                <a:gd name="connsiteX52" fmla="*/ 488661 w 877853"/>
                <a:gd name="connsiteY52" fmla="*/ 593989 h 685800"/>
                <a:gd name="connsiteX53" fmla="*/ 488661 w 877853"/>
                <a:gd name="connsiteY53" fmla="*/ 638937 h 685800"/>
                <a:gd name="connsiteX54" fmla="*/ 478345 w 877853"/>
                <a:gd name="connsiteY54" fmla="*/ 649224 h 685800"/>
                <a:gd name="connsiteX55" fmla="*/ 409766 w 877853"/>
                <a:gd name="connsiteY55" fmla="*/ 628650 h 685800"/>
                <a:gd name="connsiteX56" fmla="*/ 468059 w 877853"/>
                <a:gd name="connsiteY56" fmla="*/ 628650 h 685800"/>
                <a:gd name="connsiteX57" fmla="*/ 468059 w 877853"/>
                <a:gd name="connsiteY57" fmla="*/ 587159 h 685800"/>
                <a:gd name="connsiteX58" fmla="*/ 474459 w 877853"/>
                <a:gd name="connsiteY58" fmla="*/ 577644 h 685800"/>
                <a:gd name="connsiteX59" fmla="*/ 512064 w 877853"/>
                <a:gd name="connsiteY59" fmla="*/ 562213 h 685800"/>
                <a:gd name="connsiteX60" fmla="*/ 523265 w 877853"/>
                <a:gd name="connsiteY60" fmla="*/ 564442 h 685800"/>
                <a:gd name="connsiteX61" fmla="*/ 552469 w 877853"/>
                <a:gd name="connsiteY61" fmla="*/ 593703 h 685800"/>
                <a:gd name="connsiteX62" fmla="*/ 593703 w 877853"/>
                <a:gd name="connsiteY62" fmla="*/ 552469 h 685800"/>
                <a:gd name="connsiteX63" fmla="*/ 564328 w 877853"/>
                <a:gd name="connsiteY63" fmla="*/ 523151 h 685800"/>
                <a:gd name="connsiteX64" fmla="*/ 562127 w 877853"/>
                <a:gd name="connsiteY64" fmla="*/ 511893 h 685800"/>
                <a:gd name="connsiteX65" fmla="*/ 577844 w 877853"/>
                <a:gd name="connsiteY65" fmla="*/ 474402 h 685800"/>
                <a:gd name="connsiteX66" fmla="*/ 587331 w 877853"/>
                <a:gd name="connsiteY66" fmla="*/ 468059 h 685800"/>
                <a:gd name="connsiteX67" fmla="*/ 628650 w 877853"/>
                <a:gd name="connsiteY67" fmla="*/ 468059 h 685800"/>
                <a:gd name="connsiteX68" fmla="*/ 628650 w 877853"/>
                <a:gd name="connsiteY68" fmla="*/ 409766 h 685800"/>
                <a:gd name="connsiteX69" fmla="*/ 587159 w 877853"/>
                <a:gd name="connsiteY69" fmla="*/ 409766 h 685800"/>
                <a:gd name="connsiteX70" fmla="*/ 577644 w 877853"/>
                <a:gd name="connsiteY70" fmla="*/ 403393 h 685800"/>
                <a:gd name="connsiteX71" fmla="*/ 562213 w 877853"/>
                <a:gd name="connsiteY71" fmla="*/ 365789 h 685800"/>
                <a:gd name="connsiteX72" fmla="*/ 564442 w 877853"/>
                <a:gd name="connsiteY72" fmla="*/ 354616 h 685800"/>
                <a:gd name="connsiteX73" fmla="*/ 593703 w 877853"/>
                <a:gd name="connsiteY73" fmla="*/ 325384 h 685800"/>
                <a:gd name="connsiteX74" fmla="*/ 552469 w 877853"/>
                <a:gd name="connsiteY74" fmla="*/ 284150 h 685800"/>
                <a:gd name="connsiteX75" fmla="*/ 523151 w 877853"/>
                <a:gd name="connsiteY75" fmla="*/ 313496 h 685800"/>
                <a:gd name="connsiteX76" fmla="*/ 511893 w 877853"/>
                <a:gd name="connsiteY76" fmla="*/ 315725 h 685800"/>
                <a:gd name="connsiteX77" fmla="*/ 474402 w 877853"/>
                <a:gd name="connsiteY77" fmla="*/ 300038 h 685800"/>
                <a:gd name="connsiteX78" fmla="*/ 468059 w 877853"/>
                <a:gd name="connsiteY78" fmla="*/ 290551 h 685800"/>
                <a:gd name="connsiteX79" fmla="*/ 468059 w 877853"/>
                <a:gd name="connsiteY79" fmla="*/ 249174 h 685800"/>
                <a:gd name="connsiteX80" fmla="*/ 409766 w 877853"/>
                <a:gd name="connsiteY80" fmla="*/ 249174 h 685800"/>
                <a:gd name="connsiteX81" fmla="*/ 409766 w 877853"/>
                <a:gd name="connsiteY81" fmla="*/ 290665 h 685800"/>
                <a:gd name="connsiteX82" fmla="*/ 403393 w 877853"/>
                <a:gd name="connsiteY82" fmla="*/ 300180 h 685800"/>
                <a:gd name="connsiteX83" fmla="*/ 365789 w 877853"/>
                <a:gd name="connsiteY83" fmla="*/ 315611 h 685800"/>
                <a:gd name="connsiteX84" fmla="*/ 354616 w 877853"/>
                <a:gd name="connsiteY84" fmla="*/ 313353 h 685800"/>
                <a:gd name="connsiteX85" fmla="*/ 325384 w 877853"/>
                <a:gd name="connsiteY85" fmla="*/ 284121 h 685800"/>
                <a:gd name="connsiteX86" fmla="*/ 284178 w 877853"/>
                <a:gd name="connsiteY86" fmla="*/ 325355 h 685800"/>
                <a:gd name="connsiteX87" fmla="*/ 313525 w 877853"/>
                <a:gd name="connsiteY87" fmla="*/ 354730 h 685800"/>
                <a:gd name="connsiteX88" fmla="*/ 315725 w 877853"/>
                <a:gd name="connsiteY88" fmla="*/ 365989 h 685800"/>
                <a:gd name="connsiteX89" fmla="*/ 300038 w 877853"/>
                <a:gd name="connsiteY89" fmla="*/ 403479 h 685800"/>
                <a:gd name="connsiteX90" fmla="*/ 290551 w 877853"/>
                <a:gd name="connsiteY90" fmla="*/ 409794 h 685800"/>
                <a:gd name="connsiteX91" fmla="*/ 249174 w 877853"/>
                <a:gd name="connsiteY91" fmla="*/ 409794 h 685800"/>
                <a:gd name="connsiteX92" fmla="*/ 249174 w 877853"/>
                <a:gd name="connsiteY92" fmla="*/ 468087 h 685800"/>
                <a:gd name="connsiteX93" fmla="*/ 290665 w 877853"/>
                <a:gd name="connsiteY93" fmla="*/ 468087 h 685800"/>
                <a:gd name="connsiteX94" fmla="*/ 300180 w 877853"/>
                <a:gd name="connsiteY94" fmla="*/ 474488 h 685800"/>
                <a:gd name="connsiteX95" fmla="*/ 315611 w 877853"/>
                <a:gd name="connsiteY95" fmla="*/ 512093 h 685800"/>
                <a:gd name="connsiteX96" fmla="*/ 313353 w 877853"/>
                <a:gd name="connsiteY96" fmla="*/ 523294 h 685800"/>
                <a:gd name="connsiteX97" fmla="*/ 284150 w 877853"/>
                <a:gd name="connsiteY97" fmla="*/ 552498 h 685800"/>
                <a:gd name="connsiteX98" fmla="*/ 325355 w 877853"/>
                <a:gd name="connsiteY98" fmla="*/ 593731 h 685800"/>
                <a:gd name="connsiteX99" fmla="*/ 354730 w 877853"/>
                <a:gd name="connsiteY99" fmla="*/ 564356 h 685800"/>
                <a:gd name="connsiteX100" fmla="*/ 365989 w 877853"/>
                <a:gd name="connsiteY100" fmla="*/ 562156 h 685800"/>
                <a:gd name="connsiteX101" fmla="*/ 403479 w 877853"/>
                <a:gd name="connsiteY101" fmla="*/ 577872 h 685800"/>
                <a:gd name="connsiteX102" fmla="*/ 409794 w 877853"/>
                <a:gd name="connsiteY102" fmla="*/ 587359 h 685800"/>
                <a:gd name="connsiteX103" fmla="*/ 409766 w 877853"/>
                <a:gd name="connsiteY103" fmla="*/ 628650 h 685800"/>
                <a:gd name="connsiteX104" fmla="*/ 409766 w 877853"/>
                <a:gd name="connsiteY104" fmla="*/ 628650 h 685800"/>
                <a:gd name="connsiteX105" fmla="*/ 438912 w 877853"/>
                <a:gd name="connsiteY105" fmla="*/ 534924 h 685800"/>
                <a:gd name="connsiteX106" fmla="*/ 342900 w 877853"/>
                <a:gd name="connsiteY106" fmla="*/ 438912 h 685800"/>
                <a:gd name="connsiteX107" fmla="*/ 438912 w 877853"/>
                <a:gd name="connsiteY107" fmla="*/ 342900 h 685800"/>
                <a:gd name="connsiteX108" fmla="*/ 534924 w 877853"/>
                <a:gd name="connsiteY108" fmla="*/ 438912 h 685800"/>
                <a:gd name="connsiteX109" fmla="*/ 438912 w 877853"/>
                <a:gd name="connsiteY109" fmla="*/ 534924 h 685800"/>
                <a:gd name="connsiteX110" fmla="*/ 438912 w 877853"/>
                <a:gd name="connsiteY110" fmla="*/ 363474 h 685800"/>
                <a:gd name="connsiteX111" fmla="*/ 363474 w 877853"/>
                <a:gd name="connsiteY111" fmla="*/ 438912 h 685800"/>
                <a:gd name="connsiteX112" fmla="*/ 438912 w 877853"/>
                <a:gd name="connsiteY112" fmla="*/ 514350 h 685800"/>
                <a:gd name="connsiteX113" fmla="*/ 514350 w 877853"/>
                <a:gd name="connsiteY113" fmla="*/ 438912 h 685800"/>
                <a:gd name="connsiteX114" fmla="*/ 438912 w 877853"/>
                <a:gd name="connsiteY114" fmla="*/ 363474 h 685800"/>
                <a:gd name="connsiteX115" fmla="*/ 877853 w 877853"/>
                <a:gd name="connsiteY115" fmla="*/ 438912 h 685800"/>
                <a:gd name="connsiteX116" fmla="*/ 85725 w 877853"/>
                <a:gd name="connsiteY116" fmla="*/ 685800 h 685800"/>
                <a:gd name="connsiteX117" fmla="*/ 857250 w 877853"/>
                <a:gd name="connsiteY117" fmla="*/ 438912 h 685800"/>
                <a:gd name="connsiteX118" fmla="*/ 877853 w 877853"/>
                <a:gd name="connsiteY118" fmla="*/ 438912 h 685800"/>
                <a:gd name="connsiteX119" fmla="*/ 20574 w 877853"/>
                <a:gd name="connsiteY119" fmla="*/ 438912 h 685800"/>
                <a:gd name="connsiteX120" fmla="*/ 0 w 877853"/>
                <a:gd name="connsiteY120" fmla="*/ 438912 h 685800"/>
                <a:gd name="connsiteX121" fmla="*/ 438912 w 877853"/>
                <a:gd name="connsiteY121" fmla="*/ 0 h 685800"/>
                <a:gd name="connsiteX122" fmla="*/ 771525 w 877853"/>
                <a:gd name="connsiteY122" fmla="*/ 152505 h 685800"/>
                <a:gd name="connsiteX123" fmla="*/ 771525 w 877853"/>
                <a:gd name="connsiteY123" fmla="*/ 38862 h 685800"/>
                <a:gd name="connsiteX124" fmla="*/ 792128 w 877853"/>
                <a:gd name="connsiteY124" fmla="*/ 38862 h 685800"/>
                <a:gd name="connsiteX125" fmla="*/ 792128 w 877853"/>
                <a:gd name="connsiteY125" fmla="*/ 192024 h 685800"/>
                <a:gd name="connsiteX126" fmla="*/ 638937 w 877853"/>
                <a:gd name="connsiteY126" fmla="*/ 192024 h 685800"/>
                <a:gd name="connsiteX127" fmla="*/ 638937 w 877853"/>
                <a:gd name="connsiteY127" fmla="*/ 171450 h 685800"/>
                <a:gd name="connsiteX128" fmla="*/ 760581 w 877853"/>
                <a:gd name="connsiteY128" fmla="*/ 171450 h 685800"/>
                <a:gd name="connsiteX129" fmla="*/ 438912 w 877853"/>
                <a:gd name="connsiteY129" fmla="*/ 20574 h 685800"/>
                <a:gd name="connsiteX130" fmla="*/ 20574 w 877853"/>
                <a:gd name="connsiteY130" fmla="*/ 438912 h 685800"/>
                <a:gd name="connsiteX0" fmla="*/ 478345 w 877853"/>
                <a:gd name="connsiteY0" fmla="*/ 649224 h 649224"/>
                <a:gd name="connsiteX1" fmla="*/ 399479 w 877853"/>
                <a:gd name="connsiteY1" fmla="*/ 649224 h 649224"/>
                <a:gd name="connsiteX2" fmla="*/ 389192 w 877853"/>
                <a:gd name="connsiteY2" fmla="*/ 638937 h 649224"/>
                <a:gd name="connsiteX3" fmla="*/ 389192 w 877853"/>
                <a:gd name="connsiteY3" fmla="*/ 594160 h 649224"/>
                <a:gd name="connsiteX4" fmla="*/ 364360 w 877853"/>
                <a:gd name="connsiteY4" fmla="*/ 583787 h 649224"/>
                <a:gd name="connsiteX5" fmla="*/ 332613 w 877853"/>
                <a:gd name="connsiteY5" fmla="*/ 615534 h 649224"/>
                <a:gd name="connsiteX6" fmla="*/ 325355 w 877853"/>
                <a:gd name="connsiteY6" fmla="*/ 618534 h 649224"/>
                <a:gd name="connsiteX7" fmla="*/ 325355 w 877853"/>
                <a:gd name="connsiteY7" fmla="*/ 618534 h 649224"/>
                <a:gd name="connsiteX8" fmla="*/ 318097 w 877853"/>
                <a:gd name="connsiteY8" fmla="*/ 615534 h 649224"/>
                <a:gd name="connsiteX9" fmla="*/ 262319 w 877853"/>
                <a:gd name="connsiteY9" fmla="*/ 559756 h 649224"/>
                <a:gd name="connsiteX10" fmla="*/ 262319 w 877853"/>
                <a:gd name="connsiteY10" fmla="*/ 545182 h 649224"/>
                <a:gd name="connsiteX11" fmla="*/ 293980 w 877853"/>
                <a:gd name="connsiteY11" fmla="*/ 513550 h 649224"/>
                <a:gd name="connsiteX12" fmla="*/ 283778 w 877853"/>
                <a:gd name="connsiteY12" fmla="*/ 488661 h 649224"/>
                <a:gd name="connsiteX13" fmla="*/ 238887 w 877853"/>
                <a:gd name="connsiteY13" fmla="*/ 488661 h 649224"/>
                <a:gd name="connsiteX14" fmla="*/ 228600 w 877853"/>
                <a:gd name="connsiteY14" fmla="*/ 478374 h 649224"/>
                <a:gd name="connsiteX15" fmla="*/ 228600 w 877853"/>
                <a:gd name="connsiteY15" fmla="*/ 399507 h 649224"/>
                <a:gd name="connsiteX16" fmla="*/ 238887 w 877853"/>
                <a:gd name="connsiteY16" fmla="*/ 389220 h 649224"/>
                <a:gd name="connsiteX17" fmla="*/ 283664 w 877853"/>
                <a:gd name="connsiteY17" fmla="*/ 389220 h 649224"/>
                <a:gd name="connsiteX18" fmla="*/ 294037 w 877853"/>
                <a:gd name="connsiteY18" fmla="*/ 364388 h 649224"/>
                <a:gd name="connsiteX19" fmla="*/ 262319 w 877853"/>
                <a:gd name="connsiteY19" fmla="*/ 332613 h 649224"/>
                <a:gd name="connsiteX20" fmla="*/ 262319 w 877853"/>
                <a:gd name="connsiteY20" fmla="*/ 318068 h 649224"/>
                <a:gd name="connsiteX21" fmla="*/ 318068 w 877853"/>
                <a:gd name="connsiteY21" fmla="*/ 262290 h 649224"/>
                <a:gd name="connsiteX22" fmla="*/ 332613 w 877853"/>
                <a:gd name="connsiteY22" fmla="*/ 262290 h 649224"/>
                <a:gd name="connsiteX23" fmla="*/ 364274 w 877853"/>
                <a:gd name="connsiteY23" fmla="*/ 293980 h 649224"/>
                <a:gd name="connsiteX24" fmla="*/ 389192 w 877853"/>
                <a:gd name="connsiteY24" fmla="*/ 283778 h 649224"/>
                <a:gd name="connsiteX25" fmla="*/ 389192 w 877853"/>
                <a:gd name="connsiteY25" fmla="*/ 238887 h 649224"/>
                <a:gd name="connsiteX26" fmla="*/ 399479 w 877853"/>
                <a:gd name="connsiteY26" fmla="*/ 228600 h 649224"/>
                <a:gd name="connsiteX27" fmla="*/ 478345 w 877853"/>
                <a:gd name="connsiteY27" fmla="*/ 228600 h 649224"/>
                <a:gd name="connsiteX28" fmla="*/ 488633 w 877853"/>
                <a:gd name="connsiteY28" fmla="*/ 238887 h 649224"/>
                <a:gd name="connsiteX29" fmla="*/ 488633 w 877853"/>
                <a:gd name="connsiteY29" fmla="*/ 283664 h 649224"/>
                <a:gd name="connsiteX30" fmla="*/ 513436 w 877853"/>
                <a:gd name="connsiteY30" fmla="*/ 294037 h 649224"/>
                <a:gd name="connsiteX31" fmla="*/ 545154 w 877853"/>
                <a:gd name="connsiteY31" fmla="*/ 262290 h 649224"/>
                <a:gd name="connsiteX32" fmla="*/ 559727 w 877853"/>
                <a:gd name="connsiteY32" fmla="*/ 262290 h 649224"/>
                <a:gd name="connsiteX33" fmla="*/ 615506 w 877853"/>
                <a:gd name="connsiteY33" fmla="*/ 318068 h 649224"/>
                <a:gd name="connsiteX34" fmla="*/ 618506 w 877853"/>
                <a:gd name="connsiteY34" fmla="*/ 325326 h 649224"/>
                <a:gd name="connsiteX35" fmla="*/ 615506 w 877853"/>
                <a:gd name="connsiteY35" fmla="*/ 332584 h 649224"/>
                <a:gd name="connsiteX36" fmla="*/ 583816 w 877853"/>
                <a:gd name="connsiteY36" fmla="*/ 364246 h 649224"/>
                <a:gd name="connsiteX37" fmla="*/ 594017 w 877853"/>
                <a:gd name="connsiteY37" fmla="*/ 389163 h 649224"/>
                <a:gd name="connsiteX38" fmla="*/ 638937 w 877853"/>
                <a:gd name="connsiteY38" fmla="*/ 389163 h 649224"/>
                <a:gd name="connsiteX39" fmla="*/ 649224 w 877853"/>
                <a:gd name="connsiteY39" fmla="*/ 399450 h 649224"/>
                <a:gd name="connsiteX40" fmla="*/ 649224 w 877853"/>
                <a:gd name="connsiteY40" fmla="*/ 478317 h 649224"/>
                <a:gd name="connsiteX41" fmla="*/ 638937 w 877853"/>
                <a:gd name="connsiteY41" fmla="*/ 488604 h 649224"/>
                <a:gd name="connsiteX42" fmla="*/ 594160 w 877853"/>
                <a:gd name="connsiteY42" fmla="*/ 488604 h 649224"/>
                <a:gd name="connsiteX43" fmla="*/ 583787 w 877853"/>
                <a:gd name="connsiteY43" fmla="*/ 513407 h 649224"/>
                <a:gd name="connsiteX44" fmla="*/ 615534 w 877853"/>
                <a:gd name="connsiteY44" fmla="*/ 545125 h 649224"/>
                <a:gd name="connsiteX45" fmla="*/ 618534 w 877853"/>
                <a:gd name="connsiteY45" fmla="*/ 552412 h 649224"/>
                <a:gd name="connsiteX46" fmla="*/ 615534 w 877853"/>
                <a:gd name="connsiteY46" fmla="*/ 559699 h 649224"/>
                <a:gd name="connsiteX47" fmla="*/ 559756 w 877853"/>
                <a:gd name="connsiteY47" fmla="*/ 615477 h 649224"/>
                <a:gd name="connsiteX48" fmla="*/ 552469 w 877853"/>
                <a:gd name="connsiteY48" fmla="*/ 618477 h 649224"/>
                <a:gd name="connsiteX49" fmla="*/ 552469 w 877853"/>
                <a:gd name="connsiteY49" fmla="*/ 618477 h 649224"/>
                <a:gd name="connsiteX50" fmla="*/ 545182 w 877853"/>
                <a:gd name="connsiteY50" fmla="*/ 615477 h 649224"/>
                <a:gd name="connsiteX51" fmla="*/ 513550 w 877853"/>
                <a:gd name="connsiteY51" fmla="*/ 583787 h 649224"/>
                <a:gd name="connsiteX52" fmla="*/ 488661 w 877853"/>
                <a:gd name="connsiteY52" fmla="*/ 593989 h 649224"/>
                <a:gd name="connsiteX53" fmla="*/ 488661 w 877853"/>
                <a:gd name="connsiteY53" fmla="*/ 638937 h 649224"/>
                <a:gd name="connsiteX54" fmla="*/ 478345 w 877853"/>
                <a:gd name="connsiteY54" fmla="*/ 649224 h 649224"/>
                <a:gd name="connsiteX55" fmla="*/ 409766 w 877853"/>
                <a:gd name="connsiteY55" fmla="*/ 628650 h 649224"/>
                <a:gd name="connsiteX56" fmla="*/ 468059 w 877853"/>
                <a:gd name="connsiteY56" fmla="*/ 628650 h 649224"/>
                <a:gd name="connsiteX57" fmla="*/ 468059 w 877853"/>
                <a:gd name="connsiteY57" fmla="*/ 587159 h 649224"/>
                <a:gd name="connsiteX58" fmla="*/ 474459 w 877853"/>
                <a:gd name="connsiteY58" fmla="*/ 577644 h 649224"/>
                <a:gd name="connsiteX59" fmla="*/ 512064 w 877853"/>
                <a:gd name="connsiteY59" fmla="*/ 562213 h 649224"/>
                <a:gd name="connsiteX60" fmla="*/ 523265 w 877853"/>
                <a:gd name="connsiteY60" fmla="*/ 564442 h 649224"/>
                <a:gd name="connsiteX61" fmla="*/ 552469 w 877853"/>
                <a:gd name="connsiteY61" fmla="*/ 593703 h 649224"/>
                <a:gd name="connsiteX62" fmla="*/ 593703 w 877853"/>
                <a:gd name="connsiteY62" fmla="*/ 552469 h 649224"/>
                <a:gd name="connsiteX63" fmla="*/ 564328 w 877853"/>
                <a:gd name="connsiteY63" fmla="*/ 523151 h 649224"/>
                <a:gd name="connsiteX64" fmla="*/ 562127 w 877853"/>
                <a:gd name="connsiteY64" fmla="*/ 511893 h 649224"/>
                <a:gd name="connsiteX65" fmla="*/ 577844 w 877853"/>
                <a:gd name="connsiteY65" fmla="*/ 474402 h 649224"/>
                <a:gd name="connsiteX66" fmla="*/ 587331 w 877853"/>
                <a:gd name="connsiteY66" fmla="*/ 468059 h 649224"/>
                <a:gd name="connsiteX67" fmla="*/ 628650 w 877853"/>
                <a:gd name="connsiteY67" fmla="*/ 468059 h 649224"/>
                <a:gd name="connsiteX68" fmla="*/ 628650 w 877853"/>
                <a:gd name="connsiteY68" fmla="*/ 409766 h 649224"/>
                <a:gd name="connsiteX69" fmla="*/ 587159 w 877853"/>
                <a:gd name="connsiteY69" fmla="*/ 409766 h 649224"/>
                <a:gd name="connsiteX70" fmla="*/ 577644 w 877853"/>
                <a:gd name="connsiteY70" fmla="*/ 403393 h 649224"/>
                <a:gd name="connsiteX71" fmla="*/ 562213 w 877853"/>
                <a:gd name="connsiteY71" fmla="*/ 365789 h 649224"/>
                <a:gd name="connsiteX72" fmla="*/ 564442 w 877853"/>
                <a:gd name="connsiteY72" fmla="*/ 354616 h 649224"/>
                <a:gd name="connsiteX73" fmla="*/ 593703 w 877853"/>
                <a:gd name="connsiteY73" fmla="*/ 325384 h 649224"/>
                <a:gd name="connsiteX74" fmla="*/ 552469 w 877853"/>
                <a:gd name="connsiteY74" fmla="*/ 284150 h 649224"/>
                <a:gd name="connsiteX75" fmla="*/ 523151 w 877853"/>
                <a:gd name="connsiteY75" fmla="*/ 313496 h 649224"/>
                <a:gd name="connsiteX76" fmla="*/ 511893 w 877853"/>
                <a:gd name="connsiteY76" fmla="*/ 315725 h 649224"/>
                <a:gd name="connsiteX77" fmla="*/ 474402 w 877853"/>
                <a:gd name="connsiteY77" fmla="*/ 300038 h 649224"/>
                <a:gd name="connsiteX78" fmla="*/ 468059 w 877853"/>
                <a:gd name="connsiteY78" fmla="*/ 290551 h 649224"/>
                <a:gd name="connsiteX79" fmla="*/ 468059 w 877853"/>
                <a:gd name="connsiteY79" fmla="*/ 249174 h 649224"/>
                <a:gd name="connsiteX80" fmla="*/ 409766 w 877853"/>
                <a:gd name="connsiteY80" fmla="*/ 249174 h 649224"/>
                <a:gd name="connsiteX81" fmla="*/ 409766 w 877853"/>
                <a:gd name="connsiteY81" fmla="*/ 290665 h 649224"/>
                <a:gd name="connsiteX82" fmla="*/ 403393 w 877853"/>
                <a:gd name="connsiteY82" fmla="*/ 300180 h 649224"/>
                <a:gd name="connsiteX83" fmla="*/ 365789 w 877853"/>
                <a:gd name="connsiteY83" fmla="*/ 315611 h 649224"/>
                <a:gd name="connsiteX84" fmla="*/ 354616 w 877853"/>
                <a:gd name="connsiteY84" fmla="*/ 313353 h 649224"/>
                <a:gd name="connsiteX85" fmla="*/ 325384 w 877853"/>
                <a:gd name="connsiteY85" fmla="*/ 284121 h 649224"/>
                <a:gd name="connsiteX86" fmla="*/ 284178 w 877853"/>
                <a:gd name="connsiteY86" fmla="*/ 325355 h 649224"/>
                <a:gd name="connsiteX87" fmla="*/ 313525 w 877853"/>
                <a:gd name="connsiteY87" fmla="*/ 354730 h 649224"/>
                <a:gd name="connsiteX88" fmla="*/ 315725 w 877853"/>
                <a:gd name="connsiteY88" fmla="*/ 365989 h 649224"/>
                <a:gd name="connsiteX89" fmla="*/ 300038 w 877853"/>
                <a:gd name="connsiteY89" fmla="*/ 403479 h 649224"/>
                <a:gd name="connsiteX90" fmla="*/ 290551 w 877853"/>
                <a:gd name="connsiteY90" fmla="*/ 409794 h 649224"/>
                <a:gd name="connsiteX91" fmla="*/ 249174 w 877853"/>
                <a:gd name="connsiteY91" fmla="*/ 409794 h 649224"/>
                <a:gd name="connsiteX92" fmla="*/ 249174 w 877853"/>
                <a:gd name="connsiteY92" fmla="*/ 468087 h 649224"/>
                <a:gd name="connsiteX93" fmla="*/ 290665 w 877853"/>
                <a:gd name="connsiteY93" fmla="*/ 468087 h 649224"/>
                <a:gd name="connsiteX94" fmla="*/ 300180 w 877853"/>
                <a:gd name="connsiteY94" fmla="*/ 474488 h 649224"/>
                <a:gd name="connsiteX95" fmla="*/ 315611 w 877853"/>
                <a:gd name="connsiteY95" fmla="*/ 512093 h 649224"/>
                <a:gd name="connsiteX96" fmla="*/ 313353 w 877853"/>
                <a:gd name="connsiteY96" fmla="*/ 523294 h 649224"/>
                <a:gd name="connsiteX97" fmla="*/ 284150 w 877853"/>
                <a:gd name="connsiteY97" fmla="*/ 552498 h 649224"/>
                <a:gd name="connsiteX98" fmla="*/ 325355 w 877853"/>
                <a:gd name="connsiteY98" fmla="*/ 593731 h 649224"/>
                <a:gd name="connsiteX99" fmla="*/ 354730 w 877853"/>
                <a:gd name="connsiteY99" fmla="*/ 564356 h 649224"/>
                <a:gd name="connsiteX100" fmla="*/ 365989 w 877853"/>
                <a:gd name="connsiteY100" fmla="*/ 562156 h 649224"/>
                <a:gd name="connsiteX101" fmla="*/ 403479 w 877853"/>
                <a:gd name="connsiteY101" fmla="*/ 577872 h 649224"/>
                <a:gd name="connsiteX102" fmla="*/ 409794 w 877853"/>
                <a:gd name="connsiteY102" fmla="*/ 587359 h 649224"/>
                <a:gd name="connsiteX103" fmla="*/ 409766 w 877853"/>
                <a:gd name="connsiteY103" fmla="*/ 628650 h 649224"/>
                <a:gd name="connsiteX104" fmla="*/ 409766 w 877853"/>
                <a:gd name="connsiteY104" fmla="*/ 628650 h 649224"/>
                <a:gd name="connsiteX105" fmla="*/ 438912 w 877853"/>
                <a:gd name="connsiteY105" fmla="*/ 534924 h 649224"/>
                <a:gd name="connsiteX106" fmla="*/ 342900 w 877853"/>
                <a:gd name="connsiteY106" fmla="*/ 438912 h 649224"/>
                <a:gd name="connsiteX107" fmla="*/ 438912 w 877853"/>
                <a:gd name="connsiteY107" fmla="*/ 342900 h 649224"/>
                <a:gd name="connsiteX108" fmla="*/ 534924 w 877853"/>
                <a:gd name="connsiteY108" fmla="*/ 438912 h 649224"/>
                <a:gd name="connsiteX109" fmla="*/ 438912 w 877853"/>
                <a:gd name="connsiteY109" fmla="*/ 534924 h 649224"/>
                <a:gd name="connsiteX110" fmla="*/ 438912 w 877853"/>
                <a:gd name="connsiteY110" fmla="*/ 363474 h 649224"/>
                <a:gd name="connsiteX111" fmla="*/ 363474 w 877853"/>
                <a:gd name="connsiteY111" fmla="*/ 438912 h 649224"/>
                <a:gd name="connsiteX112" fmla="*/ 438912 w 877853"/>
                <a:gd name="connsiteY112" fmla="*/ 514350 h 649224"/>
                <a:gd name="connsiteX113" fmla="*/ 514350 w 877853"/>
                <a:gd name="connsiteY113" fmla="*/ 438912 h 649224"/>
                <a:gd name="connsiteX114" fmla="*/ 438912 w 877853"/>
                <a:gd name="connsiteY114" fmla="*/ 363474 h 649224"/>
                <a:gd name="connsiteX115" fmla="*/ 877853 w 877853"/>
                <a:gd name="connsiteY115" fmla="*/ 438912 h 649224"/>
                <a:gd name="connsiteX116" fmla="*/ 857250 w 877853"/>
                <a:gd name="connsiteY116" fmla="*/ 438912 h 649224"/>
                <a:gd name="connsiteX117" fmla="*/ 877853 w 877853"/>
                <a:gd name="connsiteY117" fmla="*/ 438912 h 649224"/>
                <a:gd name="connsiteX118" fmla="*/ 20574 w 877853"/>
                <a:gd name="connsiteY118" fmla="*/ 438912 h 649224"/>
                <a:gd name="connsiteX119" fmla="*/ 0 w 877853"/>
                <a:gd name="connsiteY119" fmla="*/ 438912 h 649224"/>
                <a:gd name="connsiteX120" fmla="*/ 438912 w 877853"/>
                <a:gd name="connsiteY120" fmla="*/ 0 h 649224"/>
                <a:gd name="connsiteX121" fmla="*/ 771525 w 877853"/>
                <a:gd name="connsiteY121" fmla="*/ 152505 h 649224"/>
                <a:gd name="connsiteX122" fmla="*/ 771525 w 877853"/>
                <a:gd name="connsiteY122" fmla="*/ 38862 h 649224"/>
                <a:gd name="connsiteX123" fmla="*/ 792128 w 877853"/>
                <a:gd name="connsiteY123" fmla="*/ 38862 h 649224"/>
                <a:gd name="connsiteX124" fmla="*/ 792128 w 877853"/>
                <a:gd name="connsiteY124" fmla="*/ 192024 h 649224"/>
                <a:gd name="connsiteX125" fmla="*/ 638937 w 877853"/>
                <a:gd name="connsiteY125" fmla="*/ 192024 h 649224"/>
                <a:gd name="connsiteX126" fmla="*/ 638937 w 877853"/>
                <a:gd name="connsiteY126" fmla="*/ 171450 h 649224"/>
                <a:gd name="connsiteX127" fmla="*/ 760581 w 877853"/>
                <a:gd name="connsiteY127" fmla="*/ 171450 h 649224"/>
                <a:gd name="connsiteX128" fmla="*/ 438912 w 877853"/>
                <a:gd name="connsiteY128" fmla="*/ 20574 h 649224"/>
                <a:gd name="connsiteX129" fmla="*/ 20574 w 877853"/>
                <a:gd name="connsiteY129" fmla="*/ 438912 h 649224"/>
                <a:gd name="connsiteX0" fmla="*/ 478345 w 792128"/>
                <a:gd name="connsiteY0" fmla="*/ 649224 h 649224"/>
                <a:gd name="connsiteX1" fmla="*/ 399479 w 792128"/>
                <a:gd name="connsiteY1" fmla="*/ 649224 h 649224"/>
                <a:gd name="connsiteX2" fmla="*/ 389192 w 792128"/>
                <a:gd name="connsiteY2" fmla="*/ 638937 h 649224"/>
                <a:gd name="connsiteX3" fmla="*/ 389192 w 792128"/>
                <a:gd name="connsiteY3" fmla="*/ 594160 h 649224"/>
                <a:gd name="connsiteX4" fmla="*/ 364360 w 792128"/>
                <a:gd name="connsiteY4" fmla="*/ 583787 h 649224"/>
                <a:gd name="connsiteX5" fmla="*/ 332613 w 792128"/>
                <a:gd name="connsiteY5" fmla="*/ 615534 h 649224"/>
                <a:gd name="connsiteX6" fmla="*/ 325355 w 792128"/>
                <a:gd name="connsiteY6" fmla="*/ 618534 h 649224"/>
                <a:gd name="connsiteX7" fmla="*/ 325355 w 792128"/>
                <a:gd name="connsiteY7" fmla="*/ 618534 h 649224"/>
                <a:gd name="connsiteX8" fmla="*/ 318097 w 792128"/>
                <a:gd name="connsiteY8" fmla="*/ 615534 h 649224"/>
                <a:gd name="connsiteX9" fmla="*/ 262319 w 792128"/>
                <a:gd name="connsiteY9" fmla="*/ 559756 h 649224"/>
                <a:gd name="connsiteX10" fmla="*/ 262319 w 792128"/>
                <a:gd name="connsiteY10" fmla="*/ 545182 h 649224"/>
                <a:gd name="connsiteX11" fmla="*/ 293980 w 792128"/>
                <a:gd name="connsiteY11" fmla="*/ 513550 h 649224"/>
                <a:gd name="connsiteX12" fmla="*/ 283778 w 792128"/>
                <a:gd name="connsiteY12" fmla="*/ 488661 h 649224"/>
                <a:gd name="connsiteX13" fmla="*/ 238887 w 792128"/>
                <a:gd name="connsiteY13" fmla="*/ 488661 h 649224"/>
                <a:gd name="connsiteX14" fmla="*/ 228600 w 792128"/>
                <a:gd name="connsiteY14" fmla="*/ 478374 h 649224"/>
                <a:gd name="connsiteX15" fmla="*/ 228600 w 792128"/>
                <a:gd name="connsiteY15" fmla="*/ 399507 h 649224"/>
                <a:gd name="connsiteX16" fmla="*/ 238887 w 792128"/>
                <a:gd name="connsiteY16" fmla="*/ 389220 h 649224"/>
                <a:gd name="connsiteX17" fmla="*/ 283664 w 792128"/>
                <a:gd name="connsiteY17" fmla="*/ 389220 h 649224"/>
                <a:gd name="connsiteX18" fmla="*/ 294037 w 792128"/>
                <a:gd name="connsiteY18" fmla="*/ 364388 h 649224"/>
                <a:gd name="connsiteX19" fmla="*/ 262319 w 792128"/>
                <a:gd name="connsiteY19" fmla="*/ 332613 h 649224"/>
                <a:gd name="connsiteX20" fmla="*/ 262319 w 792128"/>
                <a:gd name="connsiteY20" fmla="*/ 318068 h 649224"/>
                <a:gd name="connsiteX21" fmla="*/ 318068 w 792128"/>
                <a:gd name="connsiteY21" fmla="*/ 262290 h 649224"/>
                <a:gd name="connsiteX22" fmla="*/ 332613 w 792128"/>
                <a:gd name="connsiteY22" fmla="*/ 262290 h 649224"/>
                <a:gd name="connsiteX23" fmla="*/ 364274 w 792128"/>
                <a:gd name="connsiteY23" fmla="*/ 293980 h 649224"/>
                <a:gd name="connsiteX24" fmla="*/ 389192 w 792128"/>
                <a:gd name="connsiteY24" fmla="*/ 283778 h 649224"/>
                <a:gd name="connsiteX25" fmla="*/ 389192 w 792128"/>
                <a:gd name="connsiteY25" fmla="*/ 238887 h 649224"/>
                <a:gd name="connsiteX26" fmla="*/ 399479 w 792128"/>
                <a:gd name="connsiteY26" fmla="*/ 228600 h 649224"/>
                <a:gd name="connsiteX27" fmla="*/ 478345 w 792128"/>
                <a:gd name="connsiteY27" fmla="*/ 228600 h 649224"/>
                <a:gd name="connsiteX28" fmla="*/ 488633 w 792128"/>
                <a:gd name="connsiteY28" fmla="*/ 238887 h 649224"/>
                <a:gd name="connsiteX29" fmla="*/ 488633 w 792128"/>
                <a:gd name="connsiteY29" fmla="*/ 283664 h 649224"/>
                <a:gd name="connsiteX30" fmla="*/ 513436 w 792128"/>
                <a:gd name="connsiteY30" fmla="*/ 294037 h 649224"/>
                <a:gd name="connsiteX31" fmla="*/ 545154 w 792128"/>
                <a:gd name="connsiteY31" fmla="*/ 262290 h 649224"/>
                <a:gd name="connsiteX32" fmla="*/ 559727 w 792128"/>
                <a:gd name="connsiteY32" fmla="*/ 262290 h 649224"/>
                <a:gd name="connsiteX33" fmla="*/ 615506 w 792128"/>
                <a:gd name="connsiteY33" fmla="*/ 318068 h 649224"/>
                <a:gd name="connsiteX34" fmla="*/ 618506 w 792128"/>
                <a:gd name="connsiteY34" fmla="*/ 325326 h 649224"/>
                <a:gd name="connsiteX35" fmla="*/ 615506 w 792128"/>
                <a:gd name="connsiteY35" fmla="*/ 332584 h 649224"/>
                <a:gd name="connsiteX36" fmla="*/ 583816 w 792128"/>
                <a:gd name="connsiteY36" fmla="*/ 364246 h 649224"/>
                <a:gd name="connsiteX37" fmla="*/ 594017 w 792128"/>
                <a:gd name="connsiteY37" fmla="*/ 389163 h 649224"/>
                <a:gd name="connsiteX38" fmla="*/ 638937 w 792128"/>
                <a:gd name="connsiteY38" fmla="*/ 389163 h 649224"/>
                <a:gd name="connsiteX39" fmla="*/ 649224 w 792128"/>
                <a:gd name="connsiteY39" fmla="*/ 399450 h 649224"/>
                <a:gd name="connsiteX40" fmla="*/ 649224 w 792128"/>
                <a:gd name="connsiteY40" fmla="*/ 478317 h 649224"/>
                <a:gd name="connsiteX41" fmla="*/ 638937 w 792128"/>
                <a:gd name="connsiteY41" fmla="*/ 488604 h 649224"/>
                <a:gd name="connsiteX42" fmla="*/ 594160 w 792128"/>
                <a:gd name="connsiteY42" fmla="*/ 488604 h 649224"/>
                <a:gd name="connsiteX43" fmla="*/ 583787 w 792128"/>
                <a:gd name="connsiteY43" fmla="*/ 513407 h 649224"/>
                <a:gd name="connsiteX44" fmla="*/ 615534 w 792128"/>
                <a:gd name="connsiteY44" fmla="*/ 545125 h 649224"/>
                <a:gd name="connsiteX45" fmla="*/ 618534 w 792128"/>
                <a:gd name="connsiteY45" fmla="*/ 552412 h 649224"/>
                <a:gd name="connsiteX46" fmla="*/ 615534 w 792128"/>
                <a:gd name="connsiteY46" fmla="*/ 559699 h 649224"/>
                <a:gd name="connsiteX47" fmla="*/ 559756 w 792128"/>
                <a:gd name="connsiteY47" fmla="*/ 615477 h 649224"/>
                <a:gd name="connsiteX48" fmla="*/ 552469 w 792128"/>
                <a:gd name="connsiteY48" fmla="*/ 618477 h 649224"/>
                <a:gd name="connsiteX49" fmla="*/ 552469 w 792128"/>
                <a:gd name="connsiteY49" fmla="*/ 618477 h 649224"/>
                <a:gd name="connsiteX50" fmla="*/ 545182 w 792128"/>
                <a:gd name="connsiteY50" fmla="*/ 615477 h 649224"/>
                <a:gd name="connsiteX51" fmla="*/ 513550 w 792128"/>
                <a:gd name="connsiteY51" fmla="*/ 583787 h 649224"/>
                <a:gd name="connsiteX52" fmla="*/ 488661 w 792128"/>
                <a:gd name="connsiteY52" fmla="*/ 593989 h 649224"/>
                <a:gd name="connsiteX53" fmla="*/ 488661 w 792128"/>
                <a:gd name="connsiteY53" fmla="*/ 638937 h 649224"/>
                <a:gd name="connsiteX54" fmla="*/ 478345 w 792128"/>
                <a:gd name="connsiteY54" fmla="*/ 649224 h 649224"/>
                <a:gd name="connsiteX55" fmla="*/ 409766 w 792128"/>
                <a:gd name="connsiteY55" fmla="*/ 628650 h 649224"/>
                <a:gd name="connsiteX56" fmla="*/ 468059 w 792128"/>
                <a:gd name="connsiteY56" fmla="*/ 628650 h 649224"/>
                <a:gd name="connsiteX57" fmla="*/ 468059 w 792128"/>
                <a:gd name="connsiteY57" fmla="*/ 587159 h 649224"/>
                <a:gd name="connsiteX58" fmla="*/ 474459 w 792128"/>
                <a:gd name="connsiteY58" fmla="*/ 577644 h 649224"/>
                <a:gd name="connsiteX59" fmla="*/ 512064 w 792128"/>
                <a:gd name="connsiteY59" fmla="*/ 562213 h 649224"/>
                <a:gd name="connsiteX60" fmla="*/ 523265 w 792128"/>
                <a:gd name="connsiteY60" fmla="*/ 564442 h 649224"/>
                <a:gd name="connsiteX61" fmla="*/ 552469 w 792128"/>
                <a:gd name="connsiteY61" fmla="*/ 593703 h 649224"/>
                <a:gd name="connsiteX62" fmla="*/ 593703 w 792128"/>
                <a:gd name="connsiteY62" fmla="*/ 552469 h 649224"/>
                <a:gd name="connsiteX63" fmla="*/ 564328 w 792128"/>
                <a:gd name="connsiteY63" fmla="*/ 523151 h 649224"/>
                <a:gd name="connsiteX64" fmla="*/ 562127 w 792128"/>
                <a:gd name="connsiteY64" fmla="*/ 511893 h 649224"/>
                <a:gd name="connsiteX65" fmla="*/ 577844 w 792128"/>
                <a:gd name="connsiteY65" fmla="*/ 474402 h 649224"/>
                <a:gd name="connsiteX66" fmla="*/ 587331 w 792128"/>
                <a:gd name="connsiteY66" fmla="*/ 468059 h 649224"/>
                <a:gd name="connsiteX67" fmla="*/ 628650 w 792128"/>
                <a:gd name="connsiteY67" fmla="*/ 468059 h 649224"/>
                <a:gd name="connsiteX68" fmla="*/ 628650 w 792128"/>
                <a:gd name="connsiteY68" fmla="*/ 409766 h 649224"/>
                <a:gd name="connsiteX69" fmla="*/ 587159 w 792128"/>
                <a:gd name="connsiteY69" fmla="*/ 409766 h 649224"/>
                <a:gd name="connsiteX70" fmla="*/ 577644 w 792128"/>
                <a:gd name="connsiteY70" fmla="*/ 403393 h 649224"/>
                <a:gd name="connsiteX71" fmla="*/ 562213 w 792128"/>
                <a:gd name="connsiteY71" fmla="*/ 365789 h 649224"/>
                <a:gd name="connsiteX72" fmla="*/ 564442 w 792128"/>
                <a:gd name="connsiteY72" fmla="*/ 354616 h 649224"/>
                <a:gd name="connsiteX73" fmla="*/ 593703 w 792128"/>
                <a:gd name="connsiteY73" fmla="*/ 325384 h 649224"/>
                <a:gd name="connsiteX74" fmla="*/ 552469 w 792128"/>
                <a:gd name="connsiteY74" fmla="*/ 284150 h 649224"/>
                <a:gd name="connsiteX75" fmla="*/ 523151 w 792128"/>
                <a:gd name="connsiteY75" fmla="*/ 313496 h 649224"/>
                <a:gd name="connsiteX76" fmla="*/ 511893 w 792128"/>
                <a:gd name="connsiteY76" fmla="*/ 315725 h 649224"/>
                <a:gd name="connsiteX77" fmla="*/ 474402 w 792128"/>
                <a:gd name="connsiteY77" fmla="*/ 300038 h 649224"/>
                <a:gd name="connsiteX78" fmla="*/ 468059 w 792128"/>
                <a:gd name="connsiteY78" fmla="*/ 290551 h 649224"/>
                <a:gd name="connsiteX79" fmla="*/ 468059 w 792128"/>
                <a:gd name="connsiteY79" fmla="*/ 249174 h 649224"/>
                <a:gd name="connsiteX80" fmla="*/ 409766 w 792128"/>
                <a:gd name="connsiteY80" fmla="*/ 249174 h 649224"/>
                <a:gd name="connsiteX81" fmla="*/ 409766 w 792128"/>
                <a:gd name="connsiteY81" fmla="*/ 290665 h 649224"/>
                <a:gd name="connsiteX82" fmla="*/ 403393 w 792128"/>
                <a:gd name="connsiteY82" fmla="*/ 300180 h 649224"/>
                <a:gd name="connsiteX83" fmla="*/ 365789 w 792128"/>
                <a:gd name="connsiteY83" fmla="*/ 315611 h 649224"/>
                <a:gd name="connsiteX84" fmla="*/ 354616 w 792128"/>
                <a:gd name="connsiteY84" fmla="*/ 313353 h 649224"/>
                <a:gd name="connsiteX85" fmla="*/ 325384 w 792128"/>
                <a:gd name="connsiteY85" fmla="*/ 284121 h 649224"/>
                <a:gd name="connsiteX86" fmla="*/ 284178 w 792128"/>
                <a:gd name="connsiteY86" fmla="*/ 325355 h 649224"/>
                <a:gd name="connsiteX87" fmla="*/ 313525 w 792128"/>
                <a:gd name="connsiteY87" fmla="*/ 354730 h 649224"/>
                <a:gd name="connsiteX88" fmla="*/ 315725 w 792128"/>
                <a:gd name="connsiteY88" fmla="*/ 365989 h 649224"/>
                <a:gd name="connsiteX89" fmla="*/ 300038 w 792128"/>
                <a:gd name="connsiteY89" fmla="*/ 403479 h 649224"/>
                <a:gd name="connsiteX90" fmla="*/ 290551 w 792128"/>
                <a:gd name="connsiteY90" fmla="*/ 409794 h 649224"/>
                <a:gd name="connsiteX91" fmla="*/ 249174 w 792128"/>
                <a:gd name="connsiteY91" fmla="*/ 409794 h 649224"/>
                <a:gd name="connsiteX92" fmla="*/ 249174 w 792128"/>
                <a:gd name="connsiteY92" fmla="*/ 468087 h 649224"/>
                <a:gd name="connsiteX93" fmla="*/ 290665 w 792128"/>
                <a:gd name="connsiteY93" fmla="*/ 468087 h 649224"/>
                <a:gd name="connsiteX94" fmla="*/ 300180 w 792128"/>
                <a:gd name="connsiteY94" fmla="*/ 474488 h 649224"/>
                <a:gd name="connsiteX95" fmla="*/ 315611 w 792128"/>
                <a:gd name="connsiteY95" fmla="*/ 512093 h 649224"/>
                <a:gd name="connsiteX96" fmla="*/ 313353 w 792128"/>
                <a:gd name="connsiteY96" fmla="*/ 523294 h 649224"/>
                <a:gd name="connsiteX97" fmla="*/ 284150 w 792128"/>
                <a:gd name="connsiteY97" fmla="*/ 552498 h 649224"/>
                <a:gd name="connsiteX98" fmla="*/ 325355 w 792128"/>
                <a:gd name="connsiteY98" fmla="*/ 593731 h 649224"/>
                <a:gd name="connsiteX99" fmla="*/ 354730 w 792128"/>
                <a:gd name="connsiteY99" fmla="*/ 564356 h 649224"/>
                <a:gd name="connsiteX100" fmla="*/ 365989 w 792128"/>
                <a:gd name="connsiteY100" fmla="*/ 562156 h 649224"/>
                <a:gd name="connsiteX101" fmla="*/ 403479 w 792128"/>
                <a:gd name="connsiteY101" fmla="*/ 577872 h 649224"/>
                <a:gd name="connsiteX102" fmla="*/ 409794 w 792128"/>
                <a:gd name="connsiteY102" fmla="*/ 587359 h 649224"/>
                <a:gd name="connsiteX103" fmla="*/ 409766 w 792128"/>
                <a:gd name="connsiteY103" fmla="*/ 628650 h 649224"/>
                <a:gd name="connsiteX104" fmla="*/ 409766 w 792128"/>
                <a:gd name="connsiteY104" fmla="*/ 628650 h 649224"/>
                <a:gd name="connsiteX105" fmla="*/ 438912 w 792128"/>
                <a:gd name="connsiteY105" fmla="*/ 534924 h 649224"/>
                <a:gd name="connsiteX106" fmla="*/ 342900 w 792128"/>
                <a:gd name="connsiteY106" fmla="*/ 438912 h 649224"/>
                <a:gd name="connsiteX107" fmla="*/ 438912 w 792128"/>
                <a:gd name="connsiteY107" fmla="*/ 342900 h 649224"/>
                <a:gd name="connsiteX108" fmla="*/ 534924 w 792128"/>
                <a:gd name="connsiteY108" fmla="*/ 438912 h 649224"/>
                <a:gd name="connsiteX109" fmla="*/ 438912 w 792128"/>
                <a:gd name="connsiteY109" fmla="*/ 534924 h 649224"/>
                <a:gd name="connsiteX110" fmla="*/ 438912 w 792128"/>
                <a:gd name="connsiteY110" fmla="*/ 363474 h 649224"/>
                <a:gd name="connsiteX111" fmla="*/ 363474 w 792128"/>
                <a:gd name="connsiteY111" fmla="*/ 438912 h 649224"/>
                <a:gd name="connsiteX112" fmla="*/ 438912 w 792128"/>
                <a:gd name="connsiteY112" fmla="*/ 514350 h 649224"/>
                <a:gd name="connsiteX113" fmla="*/ 514350 w 792128"/>
                <a:gd name="connsiteY113" fmla="*/ 438912 h 649224"/>
                <a:gd name="connsiteX114" fmla="*/ 438912 w 792128"/>
                <a:gd name="connsiteY114" fmla="*/ 363474 h 649224"/>
                <a:gd name="connsiteX115" fmla="*/ 20574 w 792128"/>
                <a:gd name="connsiteY115" fmla="*/ 438912 h 649224"/>
                <a:gd name="connsiteX116" fmla="*/ 0 w 792128"/>
                <a:gd name="connsiteY116" fmla="*/ 438912 h 649224"/>
                <a:gd name="connsiteX117" fmla="*/ 438912 w 792128"/>
                <a:gd name="connsiteY117" fmla="*/ 0 h 649224"/>
                <a:gd name="connsiteX118" fmla="*/ 771525 w 792128"/>
                <a:gd name="connsiteY118" fmla="*/ 152505 h 649224"/>
                <a:gd name="connsiteX119" fmla="*/ 771525 w 792128"/>
                <a:gd name="connsiteY119" fmla="*/ 38862 h 649224"/>
                <a:gd name="connsiteX120" fmla="*/ 792128 w 792128"/>
                <a:gd name="connsiteY120" fmla="*/ 38862 h 649224"/>
                <a:gd name="connsiteX121" fmla="*/ 792128 w 792128"/>
                <a:gd name="connsiteY121" fmla="*/ 192024 h 649224"/>
                <a:gd name="connsiteX122" fmla="*/ 638937 w 792128"/>
                <a:gd name="connsiteY122" fmla="*/ 192024 h 649224"/>
                <a:gd name="connsiteX123" fmla="*/ 638937 w 792128"/>
                <a:gd name="connsiteY123" fmla="*/ 171450 h 649224"/>
                <a:gd name="connsiteX124" fmla="*/ 760581 w 792128"/>
                <a:gd name="connsiteY124" fmla="*/ 171450 h 649224"/>
                <a:gd name="connsiteX125" fmla="*/ 438912 w 792128"/>
                <a:gd name="connsiteY125" fmla="*/ 20574 h 649224"/>
                <a:gd name="connsiteX126" fmla="*/ 20574 w 792128"/>
                <a:gd name="connsiteY126" fmla="*/ 438912 h 649224"/>
                <a:gd name="connsiteX0" fmla="*/ 478345 w 792128"/>
                <a:gd name="connsiteY0" fmla="*/ 649224 h 649224"/>
                <a:gd name="connsiteX1" fmla="*/ 399479 w 792128"/>
                <a:gd name="connsiteY1" fmla="*/ 649224 h 649224"/>
                <a:gd name="connsiteX2" fmla="*/ 389192 w 792128"/>
                <a:gd name="connsiteY2" fmla="*/ 638937 h 649224"/>
                <a:gd name="connsiteX3" fmla="*/ 389192 w 792128"/>
                <a:gd name="connsiteY3" fmla="*/ 594160 h 649224"/>
                <a:gd name="connsiteX4" fmla="*/ 364360 w 792128"/>
                <a:gd name="connsiteY4" fmla="*/ 583787 h 649224"/>
                <a:gd name="connsiteX5" fmla="*/ 332613 w 792128"/>
                <a:gd name="connsiteY5" fmla="*/ 615534 h 649224"/>
                <a:gd name="connsiteX6" fmla="*/ 325355 w 792128"/>
                <a:gd name="connsiteY6" fmla="*/ 618534 h 649224"/>
                <a:gd name="connsiteX7" fmla="*/ 325355 w 792128"/>
                <a:gd name="connsiteY7" fmla="*/ 618534 h 649224"/>
                <a:gd name="connsiteX8" fmla="*/ 318097 w 792128"/>
                <a:gd name="connsiteY8" fmla="*/ 615534 h 649224"/>
                <a:gd name="connsiteX9" fmla="*/ 262319 w 792128"/>
                <a:gd name="connsiteY9" fmla="*/ 559756 h 649224"/>
                <a:gd name="connsiteX10" fmla="*/ 262319 w 792128"/>
                <a:gd name="connsiteY10" fmla="*/ 545182 h 649224"/>
                <a:gd name="connsiteX11" fmla="*/ 293980 w 792128"/>
                <a:gd name="connsiteY11" fmla="*/ 513550 h 649224"/>
                <a:gd name="connsiteX12" fmla="*/ 283778 w 792128"/>
                <a:gd name="connsiteY12" fmla="*/ 488661 h 649224"/>
                <a:gd name="connsiteX13" fmla="*/ 238887 w 792128"/>
                <a:gd name="connsiteY13" fmla="*/ 488661 h 649224"/>
                <a:gd name="connsiteX14" fmla="*/ 228600 w 792128"/>
                <a:gd name="connsiteY14" fmla="*/ 478374 h 649224"/>
                <a:gd name="connsiteX15" fmla="*/ 228600 w 792128"/>
                <a:gd name="connsiteY15" fmla="*/ 399507 h 649224"/>
                <a:gd name="connsiteX16" fmla="*/ 238887 w 792128"/>
                <a:gd name="connsiteY16" fmla="*/ 389220 h 649224"/>
                <a:gd name="connsiteX17" fmla="*/ 283664 w 792128"/>
                <a:gd name="connsiteY17" fmla="*/ 389220 h 649224"/>
                <a:gd name="connsiteX18" fmla="*/ 294037 w 792128"/>
                <a:gd name="connsiteY18" fmla="*/ 364388 h 649224"/>
                <a:gd name="connsiteX19" fmla="*/ 262319 w 792128"/>
                <a:gd name="connsiteY19" fmla="*/ 332613 h 649224"/>
                <a:gd name="connsiteX20" fmla="*/ 262319 w 792128"/>
                <a:gd name="connsiteY20" fmla="*/ 318068 h 649224"/>
                <a:gd name="connsiteX21" fmla="*/ 318068 w 792128"/>
                <a:gd name="connsiteY21" fmla="*/ 262290 h 649224"/>
                <a:gd name="connsiteX22" fmla="*/ 332613 w 792128"/>
                <a:gd name="connsiteY22" fmla="*/ 262290 h 649224"/>
                <a:gd name="connsiteX23" fmla="*/ 364274 w 792128"/>
                <a:gd name="connsiteY23" fmla="*/ 293980 h 649224"/>
                <a:gd name="connsiteX24" fmla="*/ 389192 w 792128"/>
                <a:gd name="connsiteY24" fmla="*/ 283778 h 649224"/>
                <a:gd name="connsiteX25" fmla="*/ 389192 w 792128"/>
                <a:gd name="connsiteY25" fmla="*/ 238887 h 649224"/>
                <a:gd name="connsiteX26" fmla="*/ 399479 w 792128"/>
                <a:gd name="connsiteY26" fmla="*/ 228600 h 649224"/>
                <a:gd name="connsiteX27" fmla="*/ 478345 w 792128"/>
                <a:gd name="connsiteY27" fmla="*/ 228600 h 649224"/>
                <a:gd name="connsiteX28" fmla="*/ 488633 w 792128"/>
                <a:gd name="connsiteY28" fmla="*/ 238887 h 649224"/>
                <a:gd name="connsiteX29" fmla="*/ 488633 w 792128"/>
                <a:gd name="connsiteY29" fmla="*/ 283664 h 649224"/>
                <a:gd name="connsiteX30" fmla="*/ 513436 w 792128"/>
                <a:gd name="connsiteY30" fmla="*/ 294037 h 649224"/>
                <a:gd name="connsiteX31" fmla="*/ 545154 w 792128"/>
                <a:gd name="connsiteY31" fmla="*/ 262290 h 649224"/>
                <a:gd name="connsiteX32" fmla="*/ 559727 w 792128"/>
                <a:gd name="connsiteY32" fmla="*/ 262290 h 649224"/>
                <a:gd name="connsiteX33" fmla="*/ 615506 w 792128"/>
                <a:gd name="connsiteY33" fmla="*/ 318068 h 649224"/>
                <a:gd name="connsiteX34" fmla="*/ 618506 w 792128"/>
                <a:gd name="connsiteY34" fmla="*/ 325326 h 649224"/>
                <a:gd name="connsiteX35" fmla="*/ 615506 w 792128"/>
                <a:gd name="connsiteY35" fmla="*/ 332584 h 649224"/>
                <a:gd name="connsiteX36" fmla="*/ 583816 w 792128"/>
                <a:gd name="connsiteY36" fmla="*/ 364246 h 649224"/>
                <a:gd name="connsiteX37" fmla="*/ 594017 w 792128"/>
                <a:gd name="connsiteY37" fmla="*/ 389163 h 649224"/>
                <a:gd name="connsiteX38" fmla="*/ 638937 w 792128"/>
                <a:gd name="connsiteY38" fmla="*/ 389163 h 649224"/>
                <a:gd name="connsiteX39" fmla="*/ 649224 w 792128"/>
                <a:gd name="connsiteY39" fmla="*/ 399450 h 649224"/>
                <a:gd name="connsiteX40" fmla="*/ 649224 w 792128"/>
                <a:gd name="connsiteY40" fmla="*/ 478317 h 649224"/>
                <a:gd name="connsiteX41" fmla="*/ 638937 w 792128"/>
                <a:gd name="connsiteY41" fmla="*/ 488604 h 649224"/>
                <a:gd name="connsiteX42" fmla="*/ 594160 w 792128"/>
                <a:gd name="connsiteY42" fmla="*/ 488604 h 649224"/>
                <a:gd name="connsiteX43" fmla="*/ 583787 w 792128"/>
                <a:gd name="connsiteY43" fmla="*/ 513407 h 649224"/>
                <a:gd name="connsiteX44" fmla="*/ 615534 w 792128"/>
                <a:gd name="connsiteY44" fmla="*/ 545125 h 649224"/>
                <a:gd name="connsiteX45" fmla="*/ 618534 w 792128"/>
                <a:gd name="connsiteY45" fmla="*/ 552412 h 649224"/>
                <a:gd name="connsiteX46" fmla="*/ 615534 w 792128"/>
                <a:gd name="connsiteY46" fmla="*/ 559699 h 649224"/>
                <a:gd name="connsiteX47" fmla="*/ 559756 w 792128"/>
                <a:gd name="connsiteY47" fmla="*/ 615477 h 649224"/>
                <a:gd name="connsiteX48" fmla="*/ 552469 w 792128"/>
                <a:gd name="connsiteY48" fmla="*/ 618477 h 649224"/>
                <a:gd name="connsiteX49" fmla="*/ 552469 w 792128"/>
                <a:gd name="connsiteY49" fmla="*/ 618477 h 649224"/>
                <a:gd name="connsiteX50" fmla="*/ 545182 w 792128"/>
                <a:gd name="connsiteY50" fmla="*/ 615477 h 649224"/>
                <a:gd name="connsiteX51" fmla="*/ 513550 w 792128"/>
                <a:gd name="connsiteY51" fmla="*/ 583787 h 649224"/>
                <a:gd name="connsiteX52" fmla="*/ 488661 w 792128"/>
                <a:gd name="connsiteY52" fmla="*/ 593989 h 649224"/>
                <a:gd name="connsiteX53" fmla="*/ 488661 w 792128"/>
                <a:gd name="connsiteY53" fmla="*/ 638937 h 649224"/>
                <a:gd name="connsiteX54" fmla="*/ 478345 w 792128"/>
                <a:gd name="connsiteY54" fmla="*/ 649224 h 649224"/>
                <a:gd name="connsiteX55" fmla="*/ 409766 w 792128"/>
                <a:gd name="connsiteY55" fmla="*/ 628650 h 649224"/>
                <a:gd name="connsiteX56" fmla="*/ 468059 w 792128"/>
                <a:gd name="connsiteY56" fmla="*/ 628650 h 649224"/>
                <a:gd name="connsiteX57" fmla="*/ 468059 w 792128"/>
                <a:gd name="connsiteY57" fmla="*/ 587159 h 649224"/>
                <a:gd name="connsiteX58" fmla="*/ 474459 w 792128"/>
                <a:gd name="connsiteY58" fmla="*/ 577644 h 649224"/>
                <a:gd name="connsiteX59" fmla="*/ 512064 w 792128"/>
                <a:gd name="connsiteY59" fmla="*/ 562213 h 649224"/>
                <a:gd name="connsiteX60" fmla="*/ 523265 w 792128"/>
                <a:gd name="connsiteY60" fmla="*/ 564442 h 649224"/>
                <a:gd name="connsiteX61" fmla="*/ 552469 w 792128"/>
                <a:gd name="connsiteY61" fmla="*/ 593703 h 649224"/>
                <a:gd name="connsiteX62" fmla="*/ 593703 w 792128"/>
                <a:gd name="connsiteY62" fmla="*/ 552469 h 649224"/>
                <a:gd name="connsiteX63" fmla="*/ 564328 w 792128"/>
                <a:gd name="connsiteY63" fmla="*/ 523151 h 649224"/>
                <a:gd name="connsiteX64" fmla="*/ 562127 w 792128"/>
                <a:gd name="connsiteY64" fmla="*/ 511893 h 649224"/>
                <a:gd name="connsiteX65" fmla="*/ 577844 w 792128"/>
                <a:gd name="connsiteY65" fmla="*/ 474402 h 649224"/>
                <a:gd name="connsiteX66" fmla="*/ 587331 w 792128"/>
                <a:gd name="connsiteY66" fmla="*/ 468059 h 649224"/>
                <a:gd name="connsiteX67" fmla="*/ 628650 w 792128"/>
                <a:gd name="connsiteY67" fmla="*/ 468059 h 649224"/>
                <a:gd name="connsiteX68" fmla="*/ 628650 w 792128"/>
                <a:gd name="connsiteY68" fmla="*/ 409766 h 649224"/>
                <a:gd name="connsiteX69" fmla="*/ 587159 w 792128"/>
                <a:gd name="connsiteY69" fmla="*/ 409766 h 649224"/>
                <a:gd name="connsiteX70" fmla="*/ 577644 w 792128"/>
                <a:gd name="connsiteY70" fmla="*/ 403393 h 649224"/>
                <a:gd name="connsiteX71" fmla="*/ 562213 w 792128"/>
                <a:gd name="connsiteY71" fmla="*/ 365789 h 649224"/>
                <a:gd name="connsiteX72" fmla="*/ 564442 w 792128"/>
                <a:gd name="connsiteY72" fmla="*/ 354616 h 649224"/>
                <a:gd name="connsiteX73" fmla="*/ 593703 w 792128"/>
                <a:gd name="connsiteY73" fmla="*/ 325384 h 649224"/>
                <a:gd name="connsiteX74" fmla="*/ 552469 w 792128"/>
                <a:gd name="connsiteY74" fmla="*/ 284150 h 649224"/>
                <a:gd name="connsiteX75" fmla="*/ 523151 w 792128"/>
                <a:gd name="connsiteY75" fmla="*/ 313496 h 649224"/>
                <a:gd name="connsiteX76" fmla="*/ 511893 w 792128"/>
                <a:gd name="connsiteY76" fmla="*/ 315725 h 649224"/>
                <a:gd name="connsiteX77" fmla="*/ 474402 w 792128"/>
                <a:gd name="connsiteY77" fmla="*/ 300038 h 649224"/>
                <a:gd name="connsiteX78" fmla="*/ 468059 w 792128"/>
                <a:gd name="connsiteY78" fmla="*/ 290551 h 649224"/>
                <a:gd name="connsiteX79" fmla="*/ 468059 w 792128"/>
                <a:gd name="connsiteY79" fmla="*/ 249174 h 649224"/>
                <a:gd name="connsiteX80" fmla="*/ 409766 w 792128"/>
                <a:gd name="connsiteY80" fmla="*/ 249174 h 649224"/>
                <a:gd name="connsiteX81" fmla="*/ 409766 w 792128"/>
                <a:gd name="connsiteY81" fmla="*/ 290665 h 649224"/>
                <a:gd name="connsiteX82" fmla="*/ 403393 w 792128"/>
                <a:gd name="connsiteY82" fmla="*/ 300180 h 649224"/>
                <a:gd name="connsiteX83" fmla="*/ 365789 w 792128"/>
                <a:gd name="connsiteY83" fmla="*/ 315611 h 649224"/>
                <a:gd name="connsiteX84" fmla="*/ 354616 w 792128"/>
                <a:gd name="connsiteY84" fmla="*/ 313353 h 649224"/>
                <a:gd name="connsiteX85" fmla="*/ 325384 w 792128"/>
                <a:gd name="connsiteY85" fmla="*/ 284121 h 649224"/>
                <a:gd name="connsiteX86" fmla="*/ 284178 w 792128"/>
                <a:gd name="connsiteY86" fmla="*/ 325355 h 649224"/>
                <a:gd name="connsiteX87" fmla="*/ 313525 w 792128"/>
                <a:gd name="connsiteY87" fmla="*/ 354730 h 649224"/>
                <a:gd name="connsiteX88" fmla="*/ 315725 w 792128"/>
                <a:gd name="connsiteY88" fmla="*/ 365989 h 649224"/>
                <a:gd name="connsiteX89" fmla="*/ 300038 w 792128"/>
                <a:gd name="connsiteY89" fmla="*/ 403479 h 649224"/>
                <a:gd name="connsiteX90" fmla="*/ 290551 w 792128"/>
                <a:gd name="connsiteY90" fmla="*/ 409794 h 649224"/>
                <a:gd name="connsiteX91" fmla="*/ 249174 w 792128"/>
                <a:gd name="connsiteY91" fmla="*/ 409794 h 649224"/>
                <a:gd name="connsiteX92" fmla="*/ 249174 w 792128"/>
                <a:gd name="connsiteY92" fmla="*/ 468087 h 649224"/>
                <a:gd name="connsiteX93" fmla="*/ 290665 w 792128"/>
                <a:gd name="connsiteY93" fmla="*/ 468087 h 649224"/>
                <a:gd name="connsiteX94" fmla="*/ 300180 w 792128"/>
                <a:gd name="connsiteY94" fmla="*/ 474488 h 649224"/>
                <a:gd name="connsiteX95" fmla="*/ 315611 w 792128"/>
                <a:gd name="connsiteY95" fmla="*/ 512093 h 649224"/>
                <a:gd name="connsiteX96" fmla="*/ 313353 w 792128"/>
                <a:gd name="connsiteY96" fmla="*/ 523294 h 649224"/>
                <a:gd name="connsiteX97" fmla="*/ 284150 w 792128"/>
                <a:gd name="connsiteY97" fmla="*/ 552498 h 649224"/>
                <a:gd name="connsiteX98" fmla="*/ 325355 w 792128"/>
                <a:gd name="connsiteY98" fmla="*/ 593731 h 649224"/>
                <a:gd name="connsiteX99" fmla="*/ 354730 w 792128"/>
                <a:gd name="connsiteY99" fmla="*/ 564356 h 649224"/>
                <a:gd name="connsiteX100" fmla="*/ 365989 w 792128"/>
                <a:gd name="connsiteY100" fmla="*/ 562156 h 649224"/>
                <a:gd name="connsiteX101" fmla="*/ 403479 w 792128"/>
                <a:gd name="connsiteY101" fmla="*/ 577872 h 649224"/>
                <a:gd name="connsiteX102" fmla="*/ 409794 w 792128"/>
                <a:gd name="connsiteY102" fmla="*/ 587359 h 649224"/>
                <a:gd name="connsiteX103" fmla="*/ 409766 w 792128"/>
                <a:gd name="connsiteY103" fmla="*/ 628650 h 649224"/>
                <a:gd name="connsiteX104" fmla="*/ 409766 w 792128"/>
                <a:gd name="connsiteY104" fmla="*/ 628650 h 649224"/>
                <a:gd name="connsiteX105" fmla="*/ 438912 w 792128"/>
                <a:gd name="connsiteY105" fmla="*/ 534924 h 649224"/>
                <a:gd name="connsiteX106" fmla="*/ 342900 w 792128"/>
                <a:gd name="connsiteY106" fmla="*/ 438912 h 649224"/>
                <a:gd name="connsiteX107" fmla="*/ 438912 w 792128"/>
                <a:gd name="connsiteY107" fmla="*/ 342900 h 649224"/>
                <a:gd name="connsiteX108" fmla="*/ 534924 w 792128"/>
                <a:gd name="connsiteY108" fmla="*/ 438912 h 649224"/>
                <a:gd name="connsiteX109" fmla="*/ 438912 w 792128"/>
                <a:gd name="connsiteY109" fmla="*/ 534924 h 649224"/>
                <a:gd name="connsiteX110" fmla="*/ 438912 w 792128"/>
                <a:gd name="connsiteY110" fmla="*/ 363474 h 649224"/>
                <a:gd name="connsiteX111" fmla="*/ 363474 w 792128"/>
                <a:gd name="connsiteY111" fmla="*/ 438912 h 649224"/>
                <a:gd name="connsiteX112" fmla="*/ 438912 w 792128"/>
                <a:gd name="connsiteY112" fmla="*/ 514350 h 649224"/>
                <a:gd name="connsiteX113" fmla="*/ 514350 w 792128"/>
                <a:gd name="connsiteY113" fmla="*/ 438912 h 649224"/>
                <a:gd name="connsiteX114" fmla="*/ 438912 w 792128"/>
                <a:gd name="connsiteY114" fmla="*/ 363474 h 649224"/>
                <a:gd name="connsiteX115" fmla="*/ 20574 w 792128"/>
                <a:gd name="connsiteY115" fmla="*/ 438912 h 649224"/>
                <a:gd name="connsiteX116" fmla="*/ 0 w 792128"/>
                <a:gd name="connsiteY116" fmla="*/ 438912 h 649224"/>
                <a:gd name="connsiteX117" fmla="*/ 438912 w 792128"/>
                <a:gd name="connsiteY117" fmla="*/ 0 h 649224"/>
                <a:gd name="connsiteX118" fmla="*/ 771525 w 792128"/>
                <a:gd name="connsiteY118" fmla="*/ 152505 h 649224"/>
                <a:gd name="connsiteX119" fmla="*/ 771525 w 792128"/>
                <a:gd name="connsiteY119" fmla="*/ 38862 h 649224"/>
                <a:gd name="connsiteX120" fmla="*/ 792128 w 792128"/>
                <a:gd name="connsiteY120" fmla="*/ 38862 h 649224"/>
                <a:gd name="connsiteX121" fmla="*/ 638937 w 792128"/>
                <a:gd name="connsiteY121" fmla="*/ 192024 h 649224"/>
                <a:gd name="connsiteX122" fmla="*/ 638937 w 792128"/>
                <a:gd name="connsiteY122" fmla="*/ 171450 h 649224"/>
                <a:gd name="connsiteX123" fmla="*/ 760581 w 792128"/>
                <a:gd name="connsiteY123" fmla="*/ 171450 h 649224"/>
                <a:gd name="connsiteX124" fmla="*/ 438912 w 792128"/>
                <a:gd name="connsiteY124" fmla="*/ 20574 h 649224"/>
                <a:gd name="connsiteX125" fmla="*/ 20574 w 792128"/>
                <a:gd name="connsiteY125" fmla="*/ 438912 h 649224"/>
                <a:gd name="connsiteX0" fmla="*/ 478345 w 792128"/>
                <a:gd name="connsiteY0" fmla="*/ 649224 h 649224"/>
                <a:gd name="connsiteX1" fmla="*/ 399479 w 792128"/>
                <a:gd name="connsiteY1" fmla="*/ 649224 h 649224"/>
                <a:gd name="connsiteX2" fmla="*/ 389192 w 792128"/>
                <a:gd name="connsiteY2" fmla="*/ 638937 h 649224"/>
                <a:gd name="connsiteX3" fmla="*/ 389192 w 792128"/>
                <a:gd name="connsiteY3" fmla="*/ 594160 h 649224"/>
                <a:gd name="connsiteX4" fmla="*/ 364360 w 792128"/>
                <a:gd name="connsiteY4" fmla="*/ 583787 h 649224"/>
                <a:gd name="connsiteX5" fmla="*/ 332613 w 792128"/>
                <a:gd name="connsiteY5" fmla="*/ 615534 h 649224"/>
                <a:gd name="connsiteX6" fmla="*/ 325355 w 792128"/>
                <a:gd name="connsiteY6" fmla="*/ 618534 h 649224"/>
                <a:gd name="connsiteX7" fmla="*/ 325355 w 792128"/>
                <a:gd name="connsiteY7" fmla="*/ 618534 h 649224"/>
                <a:gd name="connsiteX8" fmla="*/ 318097 w 792128"/>
                <a:gd name="connsiteY8" fmla="*/ 615534 h 649224"/>
                <a:gd name="connsiteX9" fmla="*/ 262319 w 792128"/>
                <a:gd name="connsiteY9" fmla="*/ 559756 h 649224"/>
                <a:gd name="connsiteX10" fmla="*/ 262319 w 792128"/>
                <a:gd name="connsiteY10" fmla="*/ 545182 h 649224"/>
                <a:gd name="connsiteX11" fmla="*/ 293980 w 792128"/>
                <a:gd name="connsiteY11" fmla="*/ 513550 h 649224"/>
                <a:gd name="connsiteX12" fmla="*/ 283778 w 792128"/>
                <a:gd name="connsiteY12" fmla="*/ 488661 h 649224"/>
                <a:gd name="connsiteX13" fmla="*/ 238887 w 792128"/>
                <a:gd name="connsiteY13" fmla="*/ 488661 h 649224"/>
                <a:gd name="connsiteX14" fmla="*/ 228600 w 792128"/>
                <a:gd name="connsiteY14" fmla="*/ 478374 h 649224"/>
                <a:gd name="connsiteX15" fmla="*/ 228600 w 792128"/>
                <a:gd name="connsiteY15" fmla="*/ 399507 h 649224"/>
                <a:gd name="connsiteX16" fmla="*/ 238887 w 792128"/>
                <a:gd name="connsiteY16" fmla="*/ 389220 h 649224"/>
                <a:gd name="connsiteX17" fmla="*/ 283664 w 792128"/>
                <a:gd name="connsiteY17" fmla="*/ 389220 h 649224"/>
                <a:gd name="connsiteX18" fmla="*/ 294037 w 792128"/>
                <a:gd name="connsiteY18" fmla="*/ 364388 h 649224"/>
                <a:gd name="connsiteX19" fmla="*/ 262319 w 792128"/>
                <a:gd name="connsiteY19" fmla="*/ 332613 h 649224"/>
                <a:gd name="connsiteX20" fmla="*/ 262319 w 792128"/>
                <a:gd name="connsiteY20" fmla="*/ 318068 h 649224"/>
                <a:gd name="connsiteX21" fmla="*/ 318068 w 792128"/>
                <a:gd name="connsiteY21" fmla="*/ 262290 h 649224"/>
                <a:gd name="connsiteX22" fmla="*/ 332613 w 792128"/>
                <a:gd name="connsiteY22" fmla="*/ 262290 h 649224"/>
                <a:gd name="connsiteX23" fmla="*/ 364274 w 792128"/>
                <a:gd name="connsiteY23" fmla="*/ 293980 h 649224"/>
                <a:gd name="connsiteX24" fmla="*/ 389192 w 792128"/>
                <a:gd name="connsiteY24" fmla="*/ 283778 h 649224"/>
                <a:gd name="connsiteX25" fmla="*/ 389192 w 792128"/>
                <a:gd name="connsiteY25" fmla="*/ 238887 h 649224"/>
                <a:gd name="connsiteX26" fmla="*/ 399479 w 792128"/>
                <a:gd name="connsiteY26" fmla="*/ 228600 h 649224"/>
                <a:gd name="connsiteX27" fmla="*/ 478345 w 792128"/>
                <a:gd name="connsiteY27" fmla="*/ 228600 h 649224"/>
                <a:gd name="connsiteX28" fmla="*/ 488633 w 792128"/>
                <a:gd name="connsiteY28" fmla="*/ 238887 h 649224"/>
                <a:gd name="connsiteX29" fmla="*/ 488633 w 792128"/>
                <a:gd name="connsiteY29" fmla="*/ 283664 h 649224"/>
                <a:gd name="connsiteX30" fmla="*/ 513436 w 792128"/>
                <a:gd name="connsiteY30" fmla="*/ 294037 h 649224"/>
                <a:gd name="connsiteX31" fmla="*/ 545154 w 792128"/>
                <a:gd name="connsiteY31" fmla="*/ 262290 h 649224"/>
                <a:gd name="connsiteX32" fmla="*/ 559727 w 792128"/>
                <a:gd name="connsiteY32" fmla="*/ 262290 h 649224"/>
                <a:gd name="connsiteX33" fmla="*/ 615506 w 792128"/>
                <a:gd name="connsiteY33" fmla="*/ 318068 h 649224"/>
                <a:gd name="connsiteX34" fmla="*/ 618506 w 792128"/>
                <a:gd name="connsiteY34" fmla="*/ 325326 h 649224"/>
                <a:gd name="connsiteX35" fmla="*/ 615506 w 792128"/>
                <a:gd name="connsiteY35" fmla="*/ 332584 h 649224"/>
                <a:gd name="connsiteX36" fmla="*/ 583816 w 792128"/>
                <a:gd name="connsiteY36" fmla="*/ 364246 h 649224"/>
                <a:gd name="connsiteX37" fmla="*/ 594017 w 792128"/>
                <a:gd name="connsiteY37" fmla="*/ 389163 h 649224"/>
                <a:gd name="connsiteX38" fmla="*/ 638937 w 792128"/>
                <a:gd name="connsiteY38" fmla="*/ 389163 h 649224"/>
                <a:gd name="connsiteX39" fmla="*/ 649224 w 792128"/>
                <a:gd name="connsiteY39" fmla="*/ 399450 h 649224"/>
                <a:gd name="connsiteX40" fmla="*/ 649224 w 792128"/>
                <a:gd name="connsiteY40" fmla="*/ 478317 h 649224"/>
                <a:gd name="connsiteX41" fmla="*/ 638937 w 792128"/>
                <a:gd name="connsiteY41" fmla="*/ 488604 h 649224"/>
                <a:gd name="connsiteX42" fmla="*/ 594160 w 792128"/>
                <a:gd name="connsiteY42" fmla="*/ 488604 h 649224"/>
                <a:gd name="connsiteX43" fmla="*/ 583787 w 792128"/>
                <a:gd name="connsiteY43" fmla="*/ 513407 h 649224"/>
                <a:gd name="connsiteX44" fmla="*/ 615534 w 792128"/>
                <a:gd name="connsiteY44" fmla="*/ 545125 h 649224"/>
                <a:gd name="connsiteX45" fmla="*/ 618534 w 792128"/>
                <a:gd name="connsiteY45" fmla="*/ 552412 h 649224"/>
                <a:gd name="connsiteX46" fmla="*/ 615534 w 792128"/>
                <a:gd name="connsiteY46" fmla="*/ 559699 h 649224"/>
                <a:gd name="connsiteX47" fmla="*/ 559756 w 792128"/>
                <a:gd name="connsiteY47" fmla="*/ 615477 h 649224"/>
                <a:gd name="connsiteX48" fmla="*/ 552469 w 792128"/>
                <a:gd name="connsiteY48" fmla="*/ 618477 h 649224"/>
                <a:gd name="connsiteX49" fmla="*/ 552469 w 792128"/>
                <a:gd name="connsiteY49" fmla="*/ 618477 h 649224"/>
                <a:gd name="connsiteX50" fmla="*/ 545182 w 792128"/>
                <a:gd name="connsiteY50" fmla="*/ 615477 h 649224"/>
                <a:gd name="connsiteX51" fmla="*/ 513550 w 792128"/>
                <a:gd name="connsiteY51" fmla="*/ 583787 h 649224"/>
                <a:gd name="connsiteX52" fmla="*/ 488661 w 792128"/>
                <a:gd name="connsiteY52" fmla="*/ 593989 h 649224"/>
                <a:gd name="connsiteX53" fmla="*/ 488661 w 792128"/>
                <a:gd name="connsiteY53" fmla="*/ 638937 h 649224"/>
                <a:gd name="connsiteX54" fmla="*/ 478345 w 792128"/>
                <a:gd name="connsiteY54" fmla="*/ 649224 h 649224"/>
                <a:gd name="connsiteX55" fmla="*/ 409766 w 792128"/>
                <a:gd name="connsiteY55" fmla="*/ 628650 h 649224"/>
                <a:gd name="connsiteX56" fmla="*/ 468059 w 792128"/>
                <a:gd name="connsiteY56" fmla="*/ 628650 h 649224"/>
                <a:gd name="connsiteX57" fmla="*/ 468059 w 792128"/>
                <a:gd name="connsiteY57" fmla="*/ 587159 h 649224"/>
                <a:gd name="connsiteX58" fmla="*/ 474459 w 792128"/>
                <a:gd name="connsiteY58" fmla="*/ 577644 h 649224"/>
                <a:gd name="connsiteX59" fmla="*/ 512064 w 792128"/>
                <a:gd name="connsiteY59" fmla="*/ 562213 h 649224"/>
                <a:gd name="connsiteX60" fmla="*/ 523265 w 792128"/>
                <a:gd name="connsiteY60" fmla="*/ 564442 h 649224"/>
                <a:gd name="connsiteX61" fmla="*/ 552469 w 792128"/>
                <a:gd name="connsiteY61" fmla="*/ 593703 h 649224"/>
                <a:gd name="connsiteX62" fmla="*/ 593703 w 792128"/>
                <a:gd name="connsiteY62" fmla="*/ 552469 h 649224"/>
                <a:gd name="connsiteX63" fmla="*/ 564328 w 792128"/>
                <a:gd name="connsiteY63" fmla="*/ 523151 h 649224"/>
                <a:gd name="connsiteX64" fmla="*/ 562127 w 792128"/>
                <a:gd name="connsiteY64" fmla="*/ 511893 h 649224"/>
                <a:gd name="connsiteX65" fmla="*/ 577844 w 792128"/>
                <a:gd name="connsiteY65" fmla="*/ 474402 h 649224"/>
                <a:gd name="connsiteX66" fmla="*/ 587331 w 792128"/>
                <a:gd name="connsiteY66" fmla="*/ 468059 h 649224"/>
                <a:gd name="connsiteX67" fmla="*/ 628650 w 792128"/>
                <a:gd name="connsiteY67" fmla="*/ 468059 h 649224"/>
                <a:gd name="connsiteX68" fmla="*/ 628650 w 792128"/>
                <a:gd name="connsiteY68" fmla="*/ 409766 h 649224"/>
                <a:gd name="connsiteX69" fmla="*/ 587159 w 792128"/>
                <a:gd name="connsiteY69" fmla="*/ 409766 h 649224"/>
                <a:gd name="connsiteX70" fmla="*/ 577644 w 792128"/>
                <a:gd name="connsiteY70" fmla="*/ 403393 h 649224"/>
                <a:gd name="connsiteX71" fmla="*/ 562213 w 792128"/>
                <a:gd name="connsiteY71" fmla="*/ 365789 h 649224"/>
                <a:gd name="connsiteX72" fmla="*/ 564442 w 792128"/>
                <a:gd name="connsiteY72" fmla="*/ 354616 h 649224"/>
                <a:gd name="connsiteX73" fmla="*/ 593703 w 792128"/>
                <a:gd name="connsiteY73" fmla="*/ 325384 h 649224"/>
                <a:gd name="connsiteX74" fmla="*/ 552469 w 792128"/>
                <a:gd name="connsiteY74" fmla="*/ 284150 h 649224"/>
                <a:gd name="connsiteX75" fmla="*/ 523151 w 792128"/>
                <a:gd name="connsiteY75" fmla="*/ 313496 h 649224"/>
                <a:gd name="connsiteX76" fmla="*/ 511893 w 792128"/>
                <a:gd name="connsiteY76" fmla="*/ 315725 h 649224"/>
                <a:gd name="connsiteX77" fmla="*/ 474402 w 792128"/>
                <a:gd name="connsiteY77" fmla="*/ 300038 h 649224"/>
                <a:gd name="connsiteX78" fmla="*/ 468059 w 792128"/>
                <a:gd name="connsiteY78" fmla="*/ 290551 h 649224"/>
                <a:gd name="connsiteX79" fmla="*/ 468059 w 792128"/>
                <a:gd name="connsiteY79" fmla="*/ 249174 h 649224"/>
                <a:gd name="connsiteX80" fmla="*/ 409766 w 792128"/>
                <a:gd name="connsiteY80" fmla="*/ 249174 h 649224"/>
                <a:gd name="connsiteX81" fmla="*/ 409766 w 792128"/>
                <a:gd name="connsiteY81" fmla="*/ 290665 h 649224"/>
                <a:gd name="connsiteX82" fmla="*/ 403393 w 792128"/>
                <a:gd name="connsiteY82" fmla="*/ 300180 h 649224"/>
                <a:gd name="connsiteX83" fmla="*/ 365789 w 792128"/>
                <a:gd name="connsiteY83" fmla="*/ 315611 h 649224"/>
                <a:gd name="connsiteX84" fmla="*/ 354616 w 792128"/>
                <a:gd name="connsiteY84" fmla="*/ 313353 h 649224"/>
                <a:gd name="connsiteX85" fmla="*/ 325384 w 792128"/>
                <a:gd name="connsiteY85" fmla="*/ 284121 h 649224"/>
                <a:gd name="connsiteX86" fmla="*/ 284178 w 792128"/>
                <a:gd name="connsiteY86" fmla="*/ 325355 h 649224"/>
                <a:gd name="connsiteX87" fmla="*/ 313525 w 792128"/>
                <a:gd name="connsiteY87" fmla="*/ 354730 h 649224"/>
                <a:gd name="connsiteX88" fmla="*/ 315725 w 792128"/>
                <a:gd name="connsiteY88" fmla="*/ 365989 h 649224"/>
                <a:gd name="connsiteX89" fmla="*/ 300038 w 792128"/>
                <a:gd name="connsiteY89" fmla="*/ 403479 h 649224"/>
                <a:gd name="connsiteX90" fmla="*/ 290551 w 792128"/>
                <a:gd name="connsiteY90" fmla="*/ 409794 h 649224"/>
                <a:gd name="connsiteX91" fmla="*/ 249174 w 792128"/>
                <a:gd name="connsiteY91" fmla="*/ 409794 h 649224"/>
                <a:gd name="connsiteX92" fmla="*/ 249174 w 792128"/>
                <a:gd name="connsiteY92" fmla="*/ 468087 h 649224"/>
                <a:gd name="connsiteX93" fmla="*/ 290665 w 792128"/>
                <a:gd name="connsiteY93" fmla="*/ 468087 h 649224"/>
                <a:gd name="connsiteX94" fmla="*/ 300180 w 792128"/>
                <a:gd name="connsiteY94" fmla="*/ 474488 h 649224"/>
                <a:gd name="connsiteX95" fmla="*/ 315611 w 792128"/>
                <a:gd name="connsiteY95" fmla="*/ 512093 h 649224"/>
                <a:gd name="connsiteX96" fmla="*/ 313353 w 792128"/>
                <a:gd name="connsiteY96" fmla="*/ 523294 h 649224"/>
                <a:gd name="connsiteX97" fmla="*/ 284150 w 792128"/>
                <a:gd name="connsiteY97" fmla="*/ 552498 h 649224"/>
                <a:gd name="connsiteX98" fmla="*/ 325355 w 792128"/>
                <a:gd name="connsiteY98" fmla="*/ 593731 h 649224"/>
                <a:gd name="connsiteX99" fmla="*/ 354730 w 792128"/>
                <a:gd name="connsiteY99" fmla="*/ 564356 h 649224"/>
                <a:gd name="connsiteX100" fmla="*/ 365989 w 792128"/>
                <a:gd name="connsiteY100" fmla="*/ 562156 h 649224"/>
                <a:gd name="connsiteX101" fmla="*/ 403479 w 792128"/>
                <a:gd name="connsiteY101" fmla="*/ 577872 h 649224"/>
                <a:gd name="connsiteX102" fmla="*/ 409794 w 792128"/>
                <a:gd name="connsiteY102" fmla="*/ 587359 h 649224"/>
                <a:gd name="connsiteX103" fmla="*/ 409766 w 792128"/>
                <a:gd name="connsiteY103" fmla="*/ 628650 h 649224"/>
                <a:gd name="connsiteX104" fmla="*/ 409766 w 792128"/>
                <a:gd name="connsiteY104" fmla="*/ 628650 h 649224"/>
                <a:gd name="connsiteX105" fmla="*/ 438912 w 792128"/>
                <a:gd name="connsiteY105" fmla="*/ 534924 h 649224"/>
                <a:gd name="connsiteX106" fmla="*/ 342900 w 792128"/>
                <a:gd name="connsiteY106" fmla="*/ 438912 h 649224"/>
                <a:gd name="connsiteX107" fmla="*/ 438912 w 792128"/>
                <a:gd name="connsiteY107" fmla="*/ 342900 h 649224"/>
                <a:gd name="connsiteX108" fmla="*/ 534924 w 792128"/>
                <a:gd name="connsiteY108" fmla="*/ 438912 h 649224"/>
                <a:gd name="connsiteX109" fmla="*/ 438912 w 792128"/>
                <a:gd name="connsiteY109" fmla="*/ 534924 h 649224"/>
                <a:gd name="connsiteX110" fmla="*/ 438912 w 792128"/>
                <a:gd name="connsiteY110" fmla="*/ 363474 h 649224"/>
                <a:gd name="connsiteX111" fmla="*/ 363474 w 792128"/>
                <a:gd name="connsiteY111" fmla="*/ 438912 h 649224"/>
                <a:gd name="connsiteX112" fmla="*/ 438912 w 792128"/>
                <a:gd name="connsiteY112" fmla="*/ 514350 h 649224"/>
                <a:gd name="connsiteX113" fmla="*/ 514350 w 792128"/>
                <a:gd name="connsiteY113" fmla="*/ 438912 h 649224"/>
                <a:gd name="connsiteX114" fmla="*/ 438912 w 792128"/>
                <a:gd name="connsiteY114" fmla="*/ 363474 h 649224"/>
                <a:gd name="connsiteX115" fmla="*/ 20574 w 792128"/>
                <a:gd name="connsiteY115" fmla="*/ 438912 h 649224"/>
                <a:gd name="connsiteX116" fmla="*/ 0 w 792128"/>
                <a:gd name="connsiteY116" fmla="*/ 438912 h 649224"/>
                <a:gd name="connsiteX117" fmla="*/ 438912 w 792128"/>
                <a:gd name="connsiteY117" fmla="*/ 0 h 649224"/>
                <a:gd name="connsiteX118" fmla="*/ 771525 w 792128"/>
                <a:gd name="connsiteY118" fmla="*/ 152505 h 649224"/>
                <a:gd name="connsiteX119" fmla="*/ 771525 w 792128"/>
                <a:gd name="connsiteY119" fmla="*/ 38862 h 649224"/>
                <a:gd name="connsiteX120" fmla="*/ 792128 w 792128"/>
                <a:gd name="connsiteY120" fmla="*/ 38862 h 649224"/>
                <a:gd name="connsiteX121" fmla="*/ 638937 w 792128"/>
                <a:gd name="connsiteY121" fmla="*/ 192024 h 649224"/>
                <a:gd name="connsiteX122" fmla="*/ 638937 w 792128"/>
                <a:gd name="connsiteY122" fmla="*/ 171450 h 649224"/>
                <a:gd name="connsiteX123" fmla="*/ 438912 w 792128"/>
                <a:gd name="connsiteY123" fmla="*/ 20574 h 649224"/>
                <a:gd name="connsiteX124" fmla="*/ 20574 w 792128"/>
                <a:gd name="connsiteY124" fmla="*/ 438912 h 649224"/>
                <a:gd name="connsiteX0" fmla="*/ 478345 w 792128"/>
                <a:gd name="connsiteY0" fmla="*/ 672191 h 672191"/>
                <a:gd name="connsiteX1" fmla="*/ 399479 w 792128"/>
                <a:gd name="connsiteY1" fmla="*/ 672191 h 672191"/>
                <a:gd name="connsiteX2" fmla="*/ 389192 w 792128"/>
                <a:gd name="connsiteY2" fmla="*/ 661904 h 672191"/>
                <a:gd name="connsiteX3" fmla="*/ 389192 w 792128"/>
                <a:gd name="connsiteY3" fmla="*/ 617127 h 672191"/>
                <a:gd name="connsiteX4" fmla="*/ 364360 w 792128"/>
                <a:gd name="connsiteY4" fmla="*/ 606754 h 672191"/>
                <a:gd name="connsiteX5" fmla="*/ 332613 w 792128"/>
                <a:gd name="connsiteY5" fmla="*/ 638501 h 672191"/>
                <a:gd name="connsiteX6" fmla="*/ 325355 w 792128"/>
                <a:gd name="connsiteY6" fmla="*/ 641501 h 672191"/>
                <a:gd name="connsiteX7" fmla="*/ 325355 w 792128"/>
                <a:gd name="connsiteY7" fmla="*/ 641501 h 672191"/>
                <a:gd name="connsiteX8" fmla="*/ 318097 w 792128"/>
                <a:gd name="connsiteY8" fmla="*/ 638501 h 672191"/>
                <a:gd name="connsiteX9" fmla="*/ 262319 w 792128"/>
                <a:gd name="connsiteY9" fmla="*/ 582723 h 672191"/>
                <a:gd name="connsiteX10" fmla="*/ 262319 w 792128"/>
                <a:gd name="connsiteY10" fmla="*/ 568149 h 672191"/>
                <a:gd name="connsiteX11" fmla="*/ 293980 w 792128"/>
                <a:gd name="connsiteY11" fmla="*/ 536517 h 672191"/>
                <a:gd name="connsiteX12" fmla="*/ 283778 w 792128"/>
                <a:gd name="connsiteY12" fmla="*/ 511628 h 672191"/>
                <a:gd name="connsiteX13" fmla="*/ 238887 w 792128"/>
                <a:gd name="connsiteY13" fmla="*/ 511628 h 672191"/>
                <a:gd name="connsiteX14" fmla="*/ 228600 w 792128"/>
                <a:gd name="connsiteY14" fmla="*/ 501341 h 672191"/>
                <a:gd name="connsiteX15" fmla="*/ 228600 w 792128"/>
                <a:gd name="connsiteY15" fmla="*/ 422474 h 672191"/>
                <a:gd name="connsiteX16" fmla="*/ 238887 w 792128"/>
                <a:gd name="connsiteY16" fmla="*/ 412187 h 672191"/>
                <a:gd name="connsiteX17" fmla="*/ 283664 w 792128"/>
                <a:gd name="connsiteY17" fmla="*/ 412187 h 672191"/>
                <a:gd name="connsiteX18" fmla="*/ 294037 w 792128"/>
                <a:gd name="connsiteY18" fmla="*/ 387355 h 672191"/>
                <a:gd name="connsiteX19" fmla="*/ 262319 w 792128"/>
                <a:gd name="connsiteY19" fmla="*/ 355580 h 672191"/>
                <a:gd name="connsiteX20" fmla="*/ 262319 w 792128"/>
                <a:gd name="connsiteY20" fmla="*/ 341035 h 672191"/>
                <a:gd name="connsiteX21" fmla="*/ 318068 w 792128"/>
                <a:gd name="connsiteY21" fmla="*/ 285257 h 672191"/>
                <a:gd name="connsiteX22" fmla="*/ 332613 w 792128"/>
                <a:gd name="connsiteY22" fmla="*/ 285257 h 672191"/>
                <a:gd name="connsiteX23" fmla="*/ 364274 w 792128"/>
                <a:gd name="connsiteY23" fmla="*/ 316947 h 672191"/>
                <a:gd name="connsiteX24" fmla="*/ 389192 w 792128"/>
                <a:gd name="connsiteY24" fmla="*/ 306745 h 672191"/>
                <a:gd name="connsiteX25" fmla="*/ 389192 w 792128"/>
                <a:gd name="connsiteY25" fmla="*/ 261854 h 672191"/>
                <a:gd name="connsiteX26" fmla="*/ 399479 w 792128"/>
                <a:gd name="connsiteY26" fmla="*/ 251567 h 672191"/>
                <a:gd name="connsiteX27" fmla="*/ 478345 w 792128"/>
                <a:gd name="connsiteY27" fmla="*/ 251567 h 672191"/>
                <a:gd name="connsiteX28" fmla="*/ 488633 w 792128"/>
                <a:gd name="connsiteY28" fmla="*/ 261854 h 672191"/>
                <a:gd name="connsiteX29" fmla="*/ 488633 w 792128"/>
                <a:gd name="connsiteY29" fmla="*/ 306631 h 672191"/>
                <a:gd name="connsiteX30" fmla="*/ 513436 w 792128"/>
                <a:gd name="connsiteY30" fmla="*/ 317004 h 672191"/>
                <a:gd name="connsiteX31" fmla="*/ 545154 w 792128"/>
                <a:gd name="connsiteY31" fmla="*/ 285257 h 672191"/>
                <a:gd name="connsiteX32" fmla="*/ 559727 w 792128"/>
                <a:gd name="connsiteY32" fmla="*/ 285257 h 672191"/>
                <a:gd name="connsiteX33" fmla="*/ 615506 w 792128"/>
                <a:gd name="connsiteY33" fmla="*/ 341035 h 672191"/>
                <a:gd name="connsiteX34" fmla="*/ 618506 w 792128"/>
                <a:gd name="connsiteY34" fmla="*/ 348293 h 672191"/>
                <a:gd name="connsiteX35" fmla="*/ 615506 w 792128"/>
                <a:gd name="connsiteY35" fmla="*/ 355551 h 672191"/>
                <a:gd name="connsiteX36" fmla="*/ 583816 w 792128"/>
                <a:gd name="connsiteY36" fmla="*/ 387213 h 672191"/>
                <a:gd name="connsiteX37" fmla="*/ 594017 w 792128"/>
                <a:gd name="connsiteY37" fmla="*/ 412130 h 672191"/>
                <a:gd name="connsiteX38" fmla="*/ 638937 w 792128"/>
                <a:gd name="connsiteY38" fmla="*/ 412130 h 672191"/>
                <a:gd name="connsiteX39" fmla="*/ 649224 w 792128"/>
                <a:gd name="connsiteY39" fmla="*/ 422417 h 672191"/>
                <a:gd name="connsiteX40" fmla="*/ 649224 w 792128"/>
                <a:gd name="connsiteY40" fmla="*/ 501284 h 672191"/>
                <a:gd name="connsiteX41" fmla="*/ 638937 w 792128"/>
                <a:gd name="connsiteY41" fmla="*/ 511571 h 672191"/>
                <a:gd name="connsiteX42" fmla="*/ 594160 w 792128"/>
                <a:gd name="connsiteY42" fmla="*/ 511571 h 672191"/>
                <a:gd name="connsiteX43" fmla="*/ 583787 w 792128"/>
                <a:gd name="connsiteY43" fmla="*/ 536374 h 672191"/>
                <a:gd name="connsiteX44" fmla="*/ 615534 w 792128"/>
                <a:gd name="connsiteY44" fmla="*/ 568092 h 672191"/>
                <a:gd name="connsiteX45" fmla="*/ 618534 w 792128"/>
                <a:gd name="connsiteY45" fmla="*/ 575379 h 672191"/>
                <a:gd name="connsiteX46" fmla="*/ 615534 w 792128"/>
                <a:gd name="connsiteY46" fmla="*/ 582666 h 672191"/>
                <a:gd name="connsiteX47" fmla="*/ 559756 w 792128"/>
                <a:gd name="connsiteY47" fmla="*/ 638444 h 672191"/>
                <a:gd name="connsiteX48" fmla="*/ 552469 w 792128"/>
                <a:gd name="connsiteY48" fmla="*/ 641444 h 672191"/>
                <a:gd name="connsiteX49" fmla="*/ 552469 w 792128"/>
                <a:gd name="connsiteY49" fmla="*/ 641444 h 672191"/>
                <a:gd name="connsiteX50" fmla="*/ 545182 w 792128"/>
                <a:gd name="connsiteY50" fmla="*/ 638444 h 672191"/>
                <a:gd name="connsiteX51" fmla="*/ 513550 w 792128"/>
                <a:gd name="connsiteY51" fmla="*/ 606754 h 672191"/>
                <a:gd name="connsiteX52" fmla="*/ 488661 w 792128"/>
                <a:gd name="connsiteY52" fmla="*/ 616956 h 672191"/>
                <a:gd name="connsiteX53" fmla="*/ 488661 w 792128"/>
                <a:gd name="connsiteY53" fmla="*/ 661904 h 672191"/>
                <a:gd name="connsiteX54" fmla="*/ 478345 w 792128"/>
                <a:gd name="connsiteY54" fmla="*/ 672191 h 672191"/>
                <a:gd name="connsiteX55" fmla="*/ 409766 w 792128"/>
                <a:gd name="connsiteY55" fmla="*/ 651617 h 672191"/>
                <a:gd name="connsiteX56" fmla="*/ 468059 w 792128"/>
                <a:gd name="connsiteY56" fmla="*/ 651617 h 672191"/>
                <a:gd name="connsiteX57" fmla="*/ 468059 w 792128"/>
                <a:gd name="connsiteY57" fmla="*/ 610126 h 672191"/>
                <a:gd name="connsiteX58" fmla="*/ 474459 w 792128"/>
                <a:gd name="connsiteY58" fmla="*/ 600611 h 672191"/>
                <a:gd name="connsiteX59" fmla="*/ 512064 w 792128"/>
                <a:gd name="connsiteY59" fmla="*/ 585180 h 672191"/>
                <a:gd name="connsiteX60" fmla="*/ 523265 w 792128"/>
                <a:gd name="connsiteY60" fmla="*/ 587409 h 672191"/>
                <a:gd name="connsiteX61" fmla="*/ 552469 w 792128"/>
                <a:gd name="connsiteY61" fmla="*/ 616670 h 672191"/>
                <a:gd name="connsiteX62" fmla="*/ 593703 w 792128"/>
                <a:gd name="connsiteY62" fmla="*/ 575436 h 672191"/>
                <a:gd name="connsiteX63" fmla="*/ 564328 w 792128"/>
                <a:gd name="connsiteY63" fmla="*/ 546118 h 672191"/>
                <a:gd name="connsiteX64" fmla="*/ 562127 w 792128"/>
                <a:gd name="connsiteY64" fmla="*/ 534860 h 672191"/>
                <a:gd name="connsiteX65" fmla="*/ 577844 w 792128"/>
                <a:gd name="connsiteY65" fmla="*/ 497369 h 672191"/>
                <a:gd name="connsiteX66" fmla="*/ 587331 w 792128"/>
                <a:gd name="connsiteY66" fmla="*/ 491026 h 672191"/>
                <a:gd name="connsiteX67" fmla="*/ 628650 w 792128"/>
                <a:gd name="connsiteY67" fmla="*/ 491026 h 672191"/>
                <a:gd name="connsiteX68" fmla="*/ 628650 w 792128"/>
                <a:gd name="connsiteY68" fmla="*/ 432733 h 672191"/>
                <a:gd name="connsiteX69" fmla="*/ 587159 w 792128"/>
                <a:gd name="connsiteY69" fmla="*/ 432733 h 672191"/>
                <a:gd name="connsiteX70" fmla="*/ 577644 w 792128"/>
                <a:gd name="connsiteY70" fmla="*/ 426360 h 672191"/>
                <a:gd name="connsiteX71" fmla="*/ 562213 w 792128"/>
                <a:gd name="connsiteY71" fmla="*/ 388756 h 672191"/>
                <a:gd name="connsiteX72" fmla="*/ 564442 w 792128"/>
                <a:gd name="connsiteY72" fmla="*/ 377583 h 672191"/>
                <a:gd name="connsiteX73" fmla="*/ 593703 w 792128"/>
                <a:gd name="connsiteY73" fmla="*/ 348351 h 672191"/>
                <a:gd name="connsiteX74" fmla="*/ 552469 w 792128"/>
                <a:gd name="connsiteY74" fmla="*/ 307117 h 672191"/>
                <a:gd name="connsiteX75" fmla="*/ 523151 w 792128"/>
                <a:gd name="connsiteY75" fmla="*/ 336463 h 672191"/>
                <a:gd name="connsiteX76" fmla="*/ 511893 w 792128"/>
                <a:gd name="connsiteY76" fmla="*/ 338692 h 672191"/>
                <a:gd name="connsiteX77" fmla="*/ 474402 w 792128"/>
                <a:gd name="connsiteY77" fmla="*/ 323005 h 672191"/>
                <a:gd name="connsiteX78" fmla="*/ 468059 w 792128"/>
                <a:gd name="connsiteY78" fmla="*/ 313518 h 672191"/>
                <a:gd name="connsiteX79" fmla="*/ 468059 w 792128"/>
                <a:gd name="connsiteY79" fmla="*/ 272141 h 672191"/>
                <a:gd name="connsiteX80" fmla="*/ 409766 w 792128"/>
                <a:gd name="connsiteY80" fmla="*/ 272141 h 672191"/>
                <a:gd name="connsiteX81" fmla="*/ 409766 w 792128"/>
                <a:gd name="connsiteY81" fmla="*/ 313632 h 672191"/>
                <a:gd name="connsiteX82" fmla="*/ 403393 w 792128"/>
                <a:gd name="connsiteY82" fmla="*/ 323147 h 672191"/>
                <a:gd name="connsiteX83" fmla="*/ 365789 w 792128"/>
                <a:gd name="connsiteY83" fmla="*/ 338578 h 672191"/>
                <a:gd name="connsiteX84" fmla="*/ 354616 w 792128"/>
                <a:gd name="connsiteY84" fmla="*/ 336320 h 672191"/>
                <a:gd name="connsiteX85" fmla="*/ 325384 w 792128"/>
                <a:gd name="connsiteY85" fmla="*/ 307088 h 672191"/>
                <a:gd name="connsiteX86" fmla="*/ 284178 w 792128"/>
                <a:gd name="connsiteY86" fmla="*/ 348322 h 672191"/>
                <a:gd name="connsiteX87" fmla="*/ 313525 w 792128"/>
                <a:gd name="connsiteY87" fmla="*/ 377697 h 672191"/>
                <a:gd name="connsiteX88" fmla="*/ 315725 w 792128"/>
                <a:gd name="connsiteY88" fmla="*/ 388956 h 672191"/>
                <a:gd name="connsiteX89" fmla="*/ 300038 w 792128"/>
                <a:gd name="connsiteY89" fmla="*/ 426446 h 672191"/>
                <a:gd name="connsiteX90" fmla="*/ 290551 w 792128"/>
                <a:gd name="connsiteY90" fmla="*/ 432761 h 672191"/>
                <a:gd name="connsiteX91" fmla="*/ 249174 w 792128"/>
                <a:gd name="connsiteY91" fmla="*/ 432761 h 672191"/>
                <a:gd name="connsiteX92" fmla="*/ 249174 w 792128"/>
                <a:gd name="connsiteY92" fmla="*/ 491054 h 672191"/>
                <a:gd name="connsiteX93" fmla="*/ 290665 w 792128"/>
                <a:gd name="connsiteY93" fmla="*/ 491054 h 672191"/>
                <a:gd name="connsiteX94" fmla="*/ 300180 w 792128"/>
                <a:gd name="connsiteY94" fmla="*/ 497455 h 672191"/>
                <a:gd name="connsiteX95" fmla="*/ 315611 w 792128"/>
                <a:gd name="connsiteY95" fmla="*/ 535060 h 672191"/>
                <a:gd name="connsiteX96" fmla="*/ 313353 w 792128"/>
                <a:gd name="connsiteY96" fmla="*/ 546261 h 672191"/>
                <a:gd name="connsiteX97" fmla="*/ 284150 w 792128"/>
                <a:gd name="connsiteY97" fmla="*/ 575465 h 672191"/>
                <a:gd name="connsiteX98" fmla="*/ 325355 w 792128"/>
                <a:gd name="connsiteY98" fmla="*/ 616698 h 672191"/>
                <a:gd name="connsiteX99" fmla="*/ 354730 w 792128"/>
                <a:gd name="connsiteY99" fmla="*/ 587323 h 672191"/>
                <a:gd name="connsiteX100" fmla="*/ 365989 w 792128"/>
                <a:gd name="connsiteY100" fmla="*/ 585123 h 672191"/>
                <a:gd name="connsiteX101" fmla="*/ 403479 w 792128"/>
                <a:gd name="connsiteY101" fmla="*/ 600839 h 672191"/>
                <a:gd name="connsiteX102" fmla="*/ 409794 w 792128"/>
                <a:gd name="connsiteY102" fmla="*/ 610326 h 672191"/>
                <a:gd name="connsiteX103" fmla="*/ 409766 w 792128"/>
                <a:gd name="connsiteY103" fmla="*/ 651617 h 672191"/>
                <a:gd name="connsiteX104" fmla="*/ 409766 w 792128"/>
                <a:gd name="connsiteY104" fmla="*/ 651617 h 672191"/>
                <a:gd name="connsiteX105" fmla="*/ 438912 w 792128"/>
                <a:gd name="connsiteY105" fmla="*/ 557891 h 672191"/>
                <a:gd name="connsiteX106" fmla="*/ 342900 w 792128"/>
                <a:gd name="connsiteY106" fmla="*/ 461879 h 672191"/>
                <a:gd name="connsiteX107" fmla="*/ 438912 w 792128"/>
                <a:gd name="connsiteY107" fmla="*/ 365867 h 672191"/>
                <a:gd name="connsiteX108" fmla="*/ 534924 w 792128"/>
                <a:gd name="connsiteY108" fmla="*/ 461879 h 672191"/>
                <a:gd name="connsiteX109" fmla="*/ 438912 w 792128"/>
                <a:gd name="connsiteY109" fmla="*/ 557891 h 672191"/>
                <a:gd name="connsiteX110" fmla="*/ 438912 w 792128"/>
                <a:gd name="connsiteY110" fmla="*/ 386441 h 672191"/>
                <a:gd name="connsiteX111" fmla="*/ 363474 w 792128"/>
                <a:gd name="connsiteY111" fmla="*/ 461879 h 672191"/>
                <a:gd name="connsiteX112" fmla="*/ 438912 w 792128"/>
                <a:gd name="connsiteY112" fmla="*/ 537317 h 672191"/>
                <a:gd name="connsiteX113" fmla="*/ 514350 w 792128"/>
                <a:gd name="connsiteY113" fmla="*/ 461879 h 672191"/>
                <a:gd name="connsiteX114" fmla="*/ 438912 w 792128"/>
                <a:gd name="connsiteY114" fmla="*/ 386441 h 672191"/>
                <a:gd name="connsiteX115" fmla="*/ 20574 w 792128"/>
                <a:gd name="connsiteY115" fmla="*/ 461879 h 672191"/>
                <a:gd name="connsiteX116" fmla="*/ 0 w 792128"/>
                <a:gd name="connsiteY116" fmla="*/ 461879 h 672191"/>
                <a:gd name="connsiteX117" fmla="*/ 438912 w 792128"/>
                <a:gd name="connsiteY117" fmla="*/ 22967 h 672191"/>
                <a:gd name="connsiteX118" fmla="*/ 771525 w 792128"/>
                <a:gd name="connsiteY118" fmla="*/ 61829 h 672191"/>
                <a:gd name="connsiteX119" fmla="*/ 792128 w 792128"/>
                <a:gd name="connsiteY119" fmla="*/ 61829 h 672191"/>
                <a:gd name="connsiteX120" fmla="*/ 638937 w 792128"/>
                <a:gd name="connsiteY120" fmla="*/ 214991 h 672191"/>
                <a:gd name="connsiteX121" fmla="*/ 638937 w 792128"/>
                <a:gd name="connsiteY121" fmla="*/ 194417 h 672191"/>
                <a:gd name="connsiteX122" fmla="*/ 438912 w 792128"/>
                <a:gd name="connsiteY122" fmla="*/ 43541 h 672191"/>
                <a:gd name="connsiteX123" fmla="*/ 20574 w 792128"/>
                <a:gd name="connsiteY123" fmla="*/ 461879 h 672191"/>
                <a:gd name="connsiteX0" fmla="*/ 478345 w 771525"/>
                <a:gd name="connsiteY0" fmla="*/ 672191 h 672191"/>
                <a:gd name="connsiteX1" fmla="*/ 399479 w 771525"/>
                <a:gd name="connsiteY1" fmla="*/ 672191 h 672191"/>
                <a:gd name="connsiteX2" fmla="*/ 389192 w 771525"/>
                <a:gd name="connsiteY2" fmla="*/ 661904 h 672191"/>
                <a:gd name="connsiteX3" fmla="*/ 389192 w 771525"/>
                <a:gd name="connsiteY3" fmla="*/ 617127 h 672191"/>
                <a:gd name="connsiteX4" fmla="*/ 364360 w 771525"/>
                <a:gd name="connsiteY4" fmla="*/ 606754 h 672191"/>
                <a:gd name="connsiteX5" fmla="*/ 332613 w 771525"/>
                <a:gd name="connsiteY5" fmla="*/ 638501 h 672191"/>
                <a:gd name="connsiteX6" fmla="*/ 325355 w 771525"/>
                <a:gd name="connsiteY6" fmla="*/ 641501 h 672191"/>
                <a:gd name="connsiteX7" fmla="*/ 325355 w 771525"/>
                <a:gd name="connsiteY7" fmla="*/ 641501 h 672191"/>
                <a:gd name="connsiteX8" fmla="*/ 318097 w 771525"/>
                <a:gd name="connsiteY8" fmla="*/ 638501 h 672191"/>
                <a:gd name="connsiteX9" fmla="*/ 262319 w 771525"/>
                <a:gd name="connsiteY9" fmla="*/ 582723 h 672191"/>
                <a:gd name="connsiteX10" fmla="*/ 262319 w 771525"/>
                <a:gd name="connsiteY10" fmla="*/ 568149 h 672191"/>
                <a:gd name="connsiteX11" fmla="*/ 293980 w 771525"/>
                <a:gd name="connsiteY11" fmla="*/ 536517 h 672191"/>
                <a:gd name="connsiteX12" fmla="*/ 283778 w 771525"/>
                <a:gd name="connsiteY12" fmla="*/ 511628 h 672191"/>
                <a:gd name="connsiteX13" fmla="*/ 238887 w 771525"/>
                <a:gd name="connsiteY13" fmla="*/ 511628 h 672191"/>
                <a:gd name="connsiteX14" fmla="*/ 228600 w 771525"/>
                <a:gd name="connsiteY14" fmla="*/ 501341 h 672191"/>
                <a:gd name="connsiteX15" fmla="*/ 228600 w 771525"/>
                <a:gd name="connsiteY15" fmla="*/ 422474 h 672191"/>
                <a:gd name="connsiteX16" fmla="*/ 238887 w 771525"/>
                <a:gd name="connsiteY16" fmla="*/ 412187 h 672191"/>
                <a:gd name="connsiteX17" fmla="*/ 283664 w 771525"/>
                <a:gd name="connsiteY17" fmla="*/ 412187 h 672191"/>
                <a:gd name="connsiteX18" fmla="*/ 294037 w 771525"/>
                <a:gd name="connsiteY18" fmla="*/ 387355 h 672191"/>
                <a:gd name="connsiteX19" fmla="*/ 262319 w 771525"/>
                <a:gd name="connsiteY19" fmla="*/ 355580 h 672191"/>
                <a:gd name="connsiteX20" fmla="*/ 262319 w 771525"/>
                <a:gd name="connsiteY20" fmla="*/ 341035 h 672191"/>
                <a:gd name="connsiteX21" fmla="*/ 318068 w 771525"/>
                <a:gd name="connsiteY21" fmla="*/ 285257 h 672191"/>
                <a:gd name="connsiteX22" fmla="*/ 332613 w 771525"/>
                <a:gd name="connsiteY22" fmla="*/ 285257 h 672191"/>
                <a:gd name="connsiteX23" fmla="*/ 364274 w 771525"/>
                <a:gd name="connsiteY23" fmla="*/ 316947 h 672191"/>
                <a:gd name="connsiteX24" fmla="*/ 389192 w 771525"/>
                <a:gd name="connsiteY24" fmla="*/ 306745 h 672191"/>
                <a:gd name="connsiteX25" fmla="*/ 389192 w 771525"/>
                <a:gd name="connsiteY25" fmla="*/ 261854 h 672191"/>
                <a:gd name="connsiteX26" fmla="*/ 399479 w 771525"/>
                <a:gd name="connsiteY26" fmla="*/ 251567 h 672191"/>
                <a:gd name="connsiteX27" fmla="*/ 478345 w 771525"/>
                <a:gd name="connsiteY27" fmla="*/ 251567 h 672191"/>
                <a:gd name="connsiteX28" fmla="*/ 488633 w 771525"/>
                <a:gd name="connsiteY28" fmla="*/ 261854 h 672191"/>
                <a:gd name="connsiteX29" fmla="*/ 488633 w 771525"/>
                <a:gd name="connsiteY29" fmla="*/ 306631 h 672191"/>
                <a:gd name="connsiteX30" fmla="*/ 513436 w 771525"/>
                <a:gd name="connsiteY30" fmla="*/ 317004 h 672191"/>
                <a:gd name="connsiteX31" fmla="*/ 545154 w 771525"/>
                <a:gd name="connsiteY31" fmla="*/ 285257 h 672191"/>
                <a:gd name="connsiteX32" fmla="*/ 559727 w 771525"/>
                <a:gd name="connsiteY32" fmla="*/ 285257 h 672191"/>
                <a:gd name="connsiteX33" fmla="*/ 615506 w 771525"/>
                <a:gd name="connsiteY33" fmla="*/ 341035 h 672191"/>
                <a:gd name="connsiteX34" fmla="*/ 618506 w 771525"/>
                <a:gd name="connsiteY34" fmla="*/ 348293 h 672191"/>
                <a:gd name="connsiteX35" fmla="*/ 615506 w 771525"/>
                <a:gd name="connsiteY35" fmla="*/ 355551 h 672191"/>
                <a:gd name="connsiteX36" fmla="*/ 583816 w 771525"/>
                <a:gd name="connsiteY36" fmla="*/ 387213 h 672191"/>
                <a:gd name="connsiteX37" fmla="*/ 594017 w 771525"/>
                <a:gd name="connsiteY37" fmla="*/ 412130 h 672191"/>
                <a:gd name="connsiteX38" fmla="*/ 638937 w 771525"/>
                <a:gd name="connsiteY38" fmla="*/ 412130 h 672191"/>
                <a:gd name="connsiteX39" fmla="*/ 649224 w 771525"/>
                <a:gd name="connsiteY39" fmla="*/ 422417 h 672191"/>
                <a:gd name="connsiteX40" fmla="*/ 649224 w 771525"/>
                <a:gd name="connsiteY40" fmla="*/ 501284 h 672191"/>
                <a:gd name="connsiteX41" fmla="*/ 638937 w 771525"/>
                <a:gd name="connsiteY41" fmla="*/ 511571 h 672191"/>
                <a:gd name="connsiteX42" fmla="*/ 594160 w 771525"/>
                <a:gd name="connsiteY42" fmla="*/ 511571 h 672191"/>
                <a:gd name="connsiteX43" fmla="*/ 583787 w 771525"/>
                <a:gd name="connsiteY43" fmla="*/ 536374 h 672191"/>
                <a:gd name="connsiteX44" fmla="*/ 615534 w 771525"/>
                <a:gd name="connsiteY44" fmla="*/ 568092 h 672191"/>
                <a:gd name="connsiteX45" fmla="*/ 618534 w 771525"/>
                <a:gd name="connsiteY45" fmla="*/ 575379 h 672191"/>
                <a:gd name="connsiteX46" fmla="*/ 615534 w 771525"/>
                <a:gd name="connsiteY46" fmla="*/ 582666 h 672191"/>
                <a:gd name="connsiteX47" fmla="*/ 559756 w 771525"/>
                <a:gd name="connsiteY47" fmla="*/ 638444 h 672191"/>
                <a:gd name="connsiteX48" fmla="*/ 552469 w 771525"/>
                <a:gd name="connsiteY48" fmla="*/ 641444 h 672191"/>
                <a:gd name="connsiteX49" fmla="*/ 552469 w 771525"/>
                <a:gd name="connsiteY49" fmla="*/ 641444 h 672191"/>
                <a:gd name="connsiteX50" fmla="*/ 545182 w 771525"/>
                <a:gd name="connsiteY50" fmla="*/ 638444 h 672191"/>
                <a:gd name="connsiteX51" fmla="*/ 513550 w 771525"/>
                <a:gd name="connsiteY51" fmla="*/ 606754 h 672191"/>
                <a:gd name="connsiteX52" fmla="*/ 488661 w 771525"/>
                <a:gd name="connsiteY52" fmla="*/ 616956 h 672191"/>
                <a:gd name="connsiteX53" fmla="*/ 488661 w 771525"/>
                <a:gd name="connsiteY53" fmla="*/ 661904 h 672191"/>
                <a:gd name="connsiteX54" fmla="*/ 478345 w 771525"/>
                <a:gd name="connsiteY54" fmla="*/ 672191 h 672191"/>
                <a:gd name="connsiteX55" fmla="*/ 409766 w 771525"/>
                <a:gd name="connsiteY55" fmla="*/ 651617 h 672191"/>
                <a:gd name="connsiteX56" fmla="*/ 468059 w 771525"/>
                <a:gd name="connsiteY56" fmla="*/ 651617 h 672191"/>
                <a:gd name="connsiteX57" fmla="*/ 468059 w 771525"/>
                <a:gd name="connsiteY57" fmla="*/ 610126 h 672191"/>
                <a:gd name="connsiteX58" fmla="*/ 474459 w 771525"/>
                <a:gd name="connsiteY58" fmla="*/ 600611 h 672191"/>
                <a:gd name="connsiteX59" fmla="*/ 512064 w 771525"/>
                <a:gd name="connsiteY59" fmla="*/ 585180 h 672191"/>
                <a:gd name="connsiteX60" fmla="*/ 523265 w 771525"/>
                <a:gd name="connsiteY60" fmla="*/ 587409 h 672191"/>
                <a:gd name="connsiteX61" fmla="*/ 552469 w 771525"/>
                <a:gd name="connsiteY61" fmla="*/ 616670 h 672191"/>
                <a:gd name="connsiteX62" fmla="*/ 593703 w 771525"/>
                <a:gd name="connsiteY62" fmla="*/ 575436 h 672191"/>
                <a:gd name="connsiteX63" fmla="*/ 564328 w 771525"/>
                <a:gd name="connsiteY63" fmla="*/ 546118 h 672191"/>
                <a:gd name="connsiteX64" fmla="*/ 562127 w 771525"/>
                <a:gd name="connsiteY64" fmla="*/ 534860 h 672191"/>
                <a:gd name="connsiteX65" fmla="*/ 577844 w 771525"/>
                <a:gd name="connsiteY65" fmla="*/ 497369 h 672191"/>
                <a:gd name="connsiteX66" fmla="*/ 587331 w 771525"/>
                <a:gd name="connsiteY66" fmla="*/ 491026 h 672191"/>
                <a:gd name="connsiteX67" fmla="*/ 628650 w 771525"/>
                <a:gd name="connsiteY67" fmla="*/ 491026 h 672191"/>
                <a:gd name="connsiteX68" fmla="*/ 628650 w 771525"/>
                <a:gd name="connsiteY68" fmla="*/ 432733 h 672191"/>
                <a:gd name="connsiteX69" fmla="*/ 587159 w 771525"/>
                <a:gd name="connsiteY69" fmla="*/ 432733 h 672191"/>
                <a:gd name="connsiteX70" fmla="*/ 577644 w 771525"/>
                <a:gd name="connsiteY70" fmla="*/ 426360 h 672191"/>
                <a:gd name="connsiteX71" fmla="*/ 562213 w 771525"/>
                <a:gd name="connsiteY71" fmla="*/ 388756 h 672191"/>
                <a:gd name="connsiteX72" fmla="*/ 564442 w 771525"/>
                <a:gd name="connsiteY72" fmla="*/ 377583 h 672191"/>
                <a:gd name="connsiteX73" fmla="*/ 593703 w 771525"/>
                <a:gd name="connsiteY73" fmla="*/ 348351 h 672191"/>
                <a:gd name="connsiteX74" fmla="*/ 552469 w 771525"/>
                <a:gd name="connsiteY74" fmla="*/ 307117 h 672191"/>
                <a:gd name="connsiteX75" fmla="*/ 523151 w 771525"/>
                <a:gd name="connsiteY75" fmla="*/ 336463 h 672191"/>
                <a:gd name="connsiteX76" fmla="*/ 511893 w 771525"/>
                <a:gd name="connsiteY76" fmla="*/ 338692 h 672191"/>
                <a:gd name="connsiteX77" fmla="*/ 474402 w 771525"/>
                <a:gd name="connsiteY77" fmla="*/ 323005 h 672191"/>
                <a:gd name="connsiteX78" fmla="*/ 468059 w 771525"/>
                <a:gd name="connsiteY78" fmla="*/ 313518 h 672191"/>
                <a:gd name="connsiteX79" fmla="*/ 468059 w 771525"/>
                <a:gd name="connsiteY79" fmla="*/ 272141 h 672191"/>
                <a:gd name="connsiteX80" fmla="*/ 409766 w 771525"/>
                <a:gd name="connsiteY80" fmla="*/ 272141 h 672191"/>
                <a:gd name="connsiteX81" fmla="*/ 409766 w 771525"/>
                <a:gd name="connsiteY81" fmla="*/ 313632 h 672191"/>
                <a:gd name="connsiteX82" fmla="*/ 403393 w 771525"/>
                <a:gd name="connsiteY82" fmla="*/ 323147 h 672191"/>
                <a:gd name="connsiteX83" fmla="*/ 365789 w 771525"/>
                <a:gd name="connsiteY83" fmla="*/ 338578 h 672191"/>
                <a:gd name="connsiteX84" fmla="*/ 354616 w 771525"/>
                <a:gd name="connsiteY84" fmla="*/ 336320 h 672191"/>
                <a:gd name="connsiteX85" fmla="*/ 325384 w 771525"/>
                <a:gd name="connsiteY85" fmla="*/ 307088 h 672191"/>
                <a:gd name="connsiteX86" fmla="*/ 284178 w 771525"/>
                <a:gd name="connsiteY86" fmla="*/ 348322 h 672191"/>
                <a:gd name="connsiteX87" fmla="*/ 313525 w 771525"/>
                <a:gd name="connsiteY87" fmla="*/ 377697 h 672191"/>
                <a:gd name="connsiteX88" fmla="*/ 315725 w 771525"/>
                <a:gd name="connsiteY88" fmla="*/ 388956 h 672191"/>
                <a:gd name="connsiteX89" fmla="*/ 300038 w 771525"/>
                <a:gd name="connsiteY89" fmla="*/ 426446 h 672191"/>
                <a:gd name="connsiteX90" fmla="*/ 290551 w 771525"/>
                <a:gd name="connsiteY90" fmla="*/ 432761 h 672191"/>
                <a:gd name="connsiteX91" fmla="*/ 249174 w 771525"/>
                <a:gd name="connsiteY91" fmla="*/ 432761 h 672191"/>
                <a:gd name="connsiteX92" fmla="*/ 249174 w 771525"/>
                <a:gd name="connsiteY92" fmla="*/ 491054 h 672191"/>
                <a:gd name="connsiteX93" fmla="*/ 290665 w 771525"/>
                <a:gd name="connsiteY93" fmla="*/ 491054 h 672191"/>
                <a:gd name="connsiteX94" fmla="*/ 300180 w 771525"/>
                <a:gd name="connsiteY94" fmla="*/ 497455 h 672191"/>
                <a:gd name="connsiteX95" fmla="*/ 315611 w 771525"/>
                <a:gd name="connsiteY95" fmla="*/ 535060 h 672191"/>
                <a:gd name="connsiteX96" fmla="*/ 313353 w 771525"/>
                <a:gd name="connsiteY96" fmla="*/ 546261 h 672191"/>
                <a:gd name="connsiteX97" fmla="*/ 284150 w 771525"/>
                <a:gd name="connsiteY97" fmla="*/ 575465 h 672191"/>
                <a:gd name="connsiteX98" fmla="*/ 325355 w 771525"/>
                <a:gd name="connsiteY98" fmla="*/ 616698 h 672191"/>
                <a:gd name="connsiteX99" fmla="*/ 354730 w 771525"/>
                <a:gd name="connsiteY99" fmla="*/ 587323 h 672191"/>
                <a:gd name="connsiteX100" fmla="*/ 365989 w 771525"/>
                <a:gd name="connsiteY100" fmla="*/ 585123 h 672191"/>
                <a:gd name="connsiteX101" fmla="*/ 403479 w 771525"/>
                <a:gd name="connsiteY101" fmla="*/ 600839 h 672191"/>
                <a:gd name="connsiteX102" fmla="*/ 409794 w 771525"/>
                <a:gd name="connsiteY102" fmla="*/ 610326 h 672191"/>
                <a:gd name="connsiteX103" fmla="*/ 409766 w 771525"/>
                <a:gd name="connsiteY103" fmla="*/ 651617 h 672191"/>
                <a:gd name="connsiteX104" fmla="*/ 409766 w 771525"/>
                <a:gd name="connsiteY104" fmla="*/ 651617 h 672191"/>
                <a:gd name="connsiteX105" fmla="*/ 438912 w 771525"/>
                <a:gd name="connsiteY105" fmla="*/ 557891 h 672191"/>
                <a:gd name="connsiteX106" fmla="*/ 342900 w 771525"/>
                <a:gd name="connsiteY106" fmla="*/ 461879 h 672191"/>
                <a:gd name="connsiteX107" fmla="*/ 438912 w 771525"/>
                <a:gd name="connsiteY107" fmla="*/ 365867 h 672191"/>
                <a:gd name="connsiteX108" fmla="*/ 534924 w 771525"/>
                <a:gd name="connsiteY108" fmla="*/ 461879 h 672191"/>
                <a:gd name="connsiteX109" fmla="*/ 438912 w 771525"/>
                <a:gd name="connsiteY109" fmla="*/ 557891 h 672191"/>
                <a:gd name="connsiteX110" fmla="*/ 438912 w 771525"/>
                <a:gd name="connsiteY110" fmla="*/ 386441 h 672191"/>
                <a:gd name="connsiteX111" fmla="*/ 363474 w 771525"/>
                <a:gd name="connsiteY111" fmla="*/ 461879 h 672191"/>
                <a:gd name="connsiteX112" fmla="*/ 438912 w 771525"/>
                <a:gd name="connsiteY112" fmla="*/ 537317 h 672191"/>
                <a:gd name="connsiteX113" fmla="*/ 514350 w 771525"/>
                <a:gd name="connsiteY113" fmla="*/ 461879 h 672191"/>
                <a:gd name="connsiteX114" fmla="*/ 438912 w 771525"/>
                <a:gd name="connsiteY114" fmla="*/ 386441 h 672191"/>
                <a:gd name="connsiteX115" fmla="*/ 20574 w 771525"/>
                <a:gd name="connsiteY115" fmla="*/ 461879 h 672191"/>
                <a:gd name="connsiteX116" fmla="*/ 0 w 771525"/>
                <a:gd name="connsiteY116" fmla="*/ 461879 h 672191"/>
                <a:gd name="connsiteX117" fmla="*/ 438912 w 771525"/>
                <a:gd name="connsiteY117" fmla="*/ 22967 h 672191"/>
                <a:gd name="connsiteX118" fmla="*/ 771525 w 771525"/>
                <a:gd name="connsiteY118" fmla="*/ 61829 h 672191"/>
                <a:gd name="connsiteX119" fmla="*/ 638937 w 771525"/>
                <a:gd name="connsiteY119" fmla="*/ 214991 h 672191"/>
                <a:gd name="connsiteX120" fmla="*/ 638937 w 771525"/>
                <a:gd name="connsiteY120" fmla="*/ 194417 h 672191"/>
                <a:gd name="connsiteX121" fmla="*/ 438912 w 771525"/>
                <a:gd name="connsiteY121" fmla="*/ 43541 h 672191"/>
                <a:gd name="connsiteX122" fmla="*/ 20574 w 771525"/>
                <a:gd name="connsiteY122" fmla="*/ 461879 h 672191"/>
                <a:gd name="connsiteX0" fmla="*/ 478345 w 649224"/>
                <a:gd name="connsiteY0" fmla="*/ 654671 h 654671"/>
                <a:gd name="connsiteX1" fmla="*/ 399479 w 649224"/>
                <a:gd name="connsiteY1" fmla="*/ 654671 h 654671"/>
                <a:gd name="connsiteX2" fmla="*/ 389192 w 649224"/>
                <a:gd name="connsiteY2" fmla="*/ 644384 h 654671"/>
                <a:gd name="connsiteX3" fmla="*/ 389192 w 649224"/>
                <a:gd name="connsiteY3" fmla="*/ 599607 h 654671"/>
                <a:gd name="connsiteX4" fmla="*/ 364360 w 649224"/>
                <a:gd name="connsiteY4" fmla="*/ 589234 h 654671"/>
                <a:gd name="connsiteX5" fmla="*/ 332613 w 649224"/>
                <a:gd name="connsiteY5" fmla="*/ 620981 h 654671"/>
                <a:gd name="connsiteX6" fmla="*/ 325355 w 649224"/>
                <a:gd name="connsiteY6" fmla="*/ 623981 h 654671"/>
                <a:gd name="connsiteX7" fmla="*/ 325355 w 649224"/>
                <a:gd name="connsiteY7" fmla="*/ 623981 h 654671"/>
                <a:gd name="connsiteX8" fmla="*/ 318097 w 649224"/>
                <a:gd name="connsiteY8" fmla="*/ 620981 h 654671"/>
                <a:gd name="connsiteX9" fmla="*/ 262319 w 649224"/>
                <a:gd name="connsiteY9" fmla="*/ 565203 h 654671"/>
                <a:gd name="connsiteX10" fmla="*/ 262319 w 649224"/>
                <a:gd name="connsiteY10" fmla="*/ 550629 h 654671"/>
                <a:gd name="connsiteX11" fmla="*/ 293980 w 649224"/>
                <a:gd name="connsiteY11" fmla="*/ 518997 h 654671"/>
                <a:gd name="connsiteX12" fmla="*/ 283778 w 649224"/>
                <a:gd name="connsiteY12" fmla="*/ 494108 h 654671"/>
                <a:gd name="connsiteX13" fmla="*/ 238887 w 649224"/>
                <a:gd name="connsiteY13" fmla="*/ 494108 h 654671"/>
                <a:gd name="connsiteX14" fmla="*/ 228600 w 649224"/>
                <a:gd name="connsiteY14" fmla="*/ 483821 h 654671"/>
                <a:gd name="connsiteX15" fmla="*/ 228600 w 649224"/>
                <a:gd name="connsiteY15" fmla="*/ 404954 h 654671"/>
                <a:gd name="connsiteX16" fmla="*/ 238887 w 649224"/>
                <a:gd name="connsiteY16" fmla="*/ 394667 h 654671"/>
                <a:gd name="connsiteX17" fmla="*/ 283664 w 649224"/>
                <a:gd name="connsiteY17" fmla="*/ 394667 h 654671"/>
                <a:gd name="connsiteX18" fmla="*/ 294037 w 649224"/>
                <a:gd name="connsiteY18" fmla="*/ 369835 h 654671"/>
                <a:gd name="connsiteX19" fmla="*/ 262319 w 649224"/>
                <a:gd name="connsiteY19" fmla="*/ 338060 h 654671"/>
                <a:gd name="connsiteX20" fmla="*/ 262319 w 649224"/>
                <a:gd name="connsiteY20" fmla="*/ 323515 h 654671"/>
                <a:gd name="connsiteX21" fmla="*/ 318068 w 649224"/>
                <a:gd name="connsiteY21" fmla="*/ 267737 h 654671"/>
                <a:gd name="connsiteX22" fmla="*/ 332613 w 649224"/>
                <a:gd name="connsiteY22" fmla="*/ 267737 h 654671"/>
                <a:gd name="connsiteX23" fmla="*/ 364274 w 649224"/>
                <a:gd name="connsiteY23" fmla="*/ 299427 h 654671"/>
                <a:gd name="connsiteX24" fmla="*/ 389192 w 649224"/>
                <a:gd name="connsiteY24" fmla="*/ 289225 h 654671"/>
                <a:gd name="connsiteX25" fmla="*/ 389192 w 649224"/>
                <a:gd name="connsiteY25" fmla="*/ 244334 h 654671"/>
                <a:gd name="connsiteX26" fmla="*/ 399479 w 649224"/>
                <a:gd name="connsiteY26" fmla="*/ 234047 h 654671"/>
                <a:gd name="connsiteX27" fmla="*/ 478345 w 649224"/>
                <a:gd name="connsiteY27" fmla="*/ 234047 h 654671"/>
                <a:gd name="connsiteX28" fmla="*/ 488633 w 649224"/>
                <a:gd name="connsiteY28" fmla="*/ 244334 h 654671"/>
                <a:gd name="connsiteX29" fmla="*/ 488633 w 649224"/>
                <a:gd name="connsiteY29" fmla="*/ 289111 h 654671"/>
                <a:gd name="connsiteX30" fmla="*/ 513436 w 649224"/>
                <a:gd name="connsiteY30" fmla="*/ 299484 h 654671"/>
                <a:gd name="connsiteX31" fmla="*/ 545154 w 649224"/>
                <a:gd name="connsiteY31" fmla="*/ 267737 h 654671"/>
                <a:gd name="connsiteX32" fmla="*/ 559727 w 649224"/>
                <a:gd name="connsiteY32" fmla="*/ 267737 h 654671"/>
                <a:gd name="connsiteX33" fmla="*/ 615506 w 649224"/>
                <a:gd name="connsiteY33" fmla="*/ 323515 h 654671"/>
                <a:gd name="connsiteX34" fmla="*/ 618506 w 649224"/>
                <a:gd name="connsiteY34" fmla="*/ 330773 h 654671"/>
                <a:gd name="connsiteX35" fmla="*/ 615506 w 649224"/>
                <a:gd name="connsiteY35" fmla="*/ 338031 h 654671"/>
                <a:gd name="connsiteX36" fmla="*/ 583816 w 649224"/>
                <a:gd name="connsiteY36" fmla="*/ 369693 h 654671"/>
                <a:gd name="connsiteX37" fmla="*/ 594017 w 649224"/>
                <a:gd name="connsiteY37" fmla="*/ 394610 h 654671"/>
                <a:gd name="connsiteX38" fmla="*/ 638937 w 649224"/>
                <a:gd name="connsiteY38" fmla="*/ 394610 h 654671"/>
                <a:gd name="connsiteX39" fmla="*/ 649224 w 649224"/>
                <a:gd name="connsiteY39" fmla="*/ 404897 h 654671"/>
                <a:gd name="connsiteX40" fmla="*/ 649224 w 649224"/>
                <a:gd name="connsiteY40" fmla="*/ 483764 h 654671"/>
                <a:gd name="connsiteX41" fmla="*/ 638937 w 649224"/>
                <a:gd name="connsiteY41" fmla="*/ 494051 h 654671"/>
                <a:gd name="connsiteX42" fmla="*/ 594160 w 649224"/>
                <a:gd name="connsiteY42" fmla="*/ 494051 h 654671"/>
                <a:gd name="connsiteX43" fmla="*/ 583787 w 649224"/>
                <a:gd name="connsiteY43" fmla="*/ 518854 h 654671"/>
                <a:gd name="connsiteX44" fmla="*/ 615534 w 649224"/>
                <a:gd name="connsiteY44" fmla="*/ 550572 h 654671"/>
                <a:gd name="connsiteX45" fmla="*/ 618534 w 649224"/>
                <a:gd name="connsiteY45" fmla="*/ 557859 h 654671"/>
                <a:gd name="connsiteX46" fmla="*/ 615534 w 649224"/>
                <a:gd name="connsiteY46" fmla="*/ 565146 h 654671"/>
                <a:gd name="connsiteX47" fmla="*/ 559756 w 649224"/>
                <a:gd name="connsiteY47" fmla="*/ 620924 h 654671"/>
                <a:gd name="connsiteX48" fmla="*/ 552469 w 649224"/>
                <a:gd name="connsiteY48" fmla="*/ 623924 h 654671"/>
                <a:gd name="connsiteX49" fmla="*/ 552469 w 649224"/>
                <a:gd name="connsiteY49" fmla="*/ 623924 h 654671"/>
                <a:gd name="connsiteX50" fmla="*/ 545182 w 649224"/>
                <a:gd name="connsiteY50" fmla="*/ 620924 h 654671"/>
                <a:gd name="connsiteX51" fmla="*/ 513550 w 649224"/>
                <a:gd name="connsiteY51" fmla="*/ 589234 h 654671"/>
                <a:gd name="connsiteX52" fmla="*/ 488661 w 649224"/>
                <a:gd name="connsiteY52" fmla="*/ 599436 h 654671"/>
                <a:gd name="connsiteX53" fmla="*/ 488661 w 649224"/>
                <a:gd name="connsiteY53" fmla="*/ 644384 h 654671"/>
                <a:gd name="connsiteX54" fmla="*/ 478345 w 649224"/>
                <a:gd name="connsiteY54" fmla="*/ 654671 h 654671"/>
                <a:gd name="connsiteX55" fmla="*/ 409766 w 649224"/>
                <a:gd name="connsiteY55" fmla="*/ 634097 h 654671"/>
                <a:gd name="connsiteX56" fmla="*/ 468059 w 649224"/>
                <a:gd name="connsiteY56" fmla="*/ 634097 h 654671"/>
                <a:gd name="connsiteX57" fmla="*/ 468059 w 649224"/>
                <a:gd name="connsiteY57" fmla="*/ 592606 h 654671"/>
                <a:gd name="connsiteX58" fmla="*/ 474459 w 649224"/>
                <a:gd name="connsiteY58" fmla="*/ 583091 h 654671"/>
                <a:gd name="connsiteX59" fmla="*/ 512064 w 649224"/>
                <a:gd name="connsiteY59" fmla="*/ 567660 h 654671"/>
                <a:gd name="connsiteX60" fmla="*/ 523265 w 649224"/>
                <a:gd name="connsiteY60" fmla="*/ 569889 h 654671"/>
                <a:gd name="connsiteX61" fmla="*/ 552469 w 649224"/>
                <a:gd name="connsiteY61" fmla="*/ 599150 h 654671"/>
                <a:gd name="connsiteX62" fmla="*/ 593703 w 649224"/>
                <a:gd name="connsiteY62" fmla="*/ 557916 h 654671"/>
                <a:gd name="connsiteX63" fmla="*/ 564328 w 649224"/>
                <a:gd name="connsiteY63" fmla="*/ 528598 h 654671"/>
                <a:gd name="connsiteX64" fmla="*/ 562127 w 649224"/>
                <a:gd name="connsiteY64" fmla="*/ 517340 h 654671"/>
                <a:gd name="connsiteX65" fmla="*/ 577844 w 649224"/>
                <a:gd name="connsiteY65" fmla="*/ 479849 h 654671"/>
                <a:gd name="connsiteX66" fmla="*/ 587331 w 649224"/>
                <a:gd name="connsiteY66" fmla="*/ 473506 h 654671"/>
                <a:gd name="connsiteX67" fmla="*/ 628650 w 649224"/>
                <a:gd name="connsiteY67" fmla="*/ 473506 h 654671"/>
                <a:gd name="connsiteX68" fmla="*/ 628650 w 649224"/>
                <a:gd name="connsiteY68" fmla="*/ 415213 h 654671"/>
                <a:gd name="connsiteX69" fmla="*/ 587159 w 649224"/>
                <a:gd name="connsiteY69" fmla="*/ 415213 h 654671"/>
                <a:gd name="connsiteX70" fmla="*/ 577644 w 649224"/>
                <a:gd name="connsiteY70" fmla="*/ 408840 h 654671"/>
                <a:gd name="connsiteX71" fmla="*/ 562213 w 649224"/>
                <a:gd name="connsiteY71" fmla="*/ 371236 h 654671"/>
                <a:gd name="connsiteX72" fmla="*/ 564442 w 649224"/>
                <a:gd name="connsiteY72" fmla="*/ 360063 h 654671"/>
                <a:gd name="connsiteX73" fmla="*/ 593703 w 649224"/>
                <a:gd name="connsiteY73" fmla="*/ 330831 h 654671"/>
                <a:gd name="connsiteX74" fmla="*/ 552469 w 649224"/>
                <a:gd name="connsiteY74" fmla="*/ 289597 h 654671"/>
                <a:gd name="connsiteX75" fmla="*/ 523151 w 649224"/>
                <a:gd name="connsiteY75" fmla="*/ 318943 h 654671"/>
                <a:gd name="connsiteX76" fmla="*/ 511893 w 649224"/>
                <a:gd name="connsiteY76" fmla="*/ 321172 h 654671"/>
                <a:gd name="connsiteX77" fmla="*/ 474402 w 649224"/>
                <a:gd name="connsiteY77" fmla="*/ 305485 h 654671"/>
                <a:gd name="connsiteX78" fmla="*/ 468059 w 649224"/>
                <a:gd name="connsiteY78" fmla="*/ 295998 h 654671"/>
                <a:gd name="connsiteX79" fmla="*/ 468059 w 649224"/>
                <a:gd name="connsiteY79" fmla="*/ 254621 h 654671"/>
                <a:gd name="connsiteX80" fmla="*/ 409766 w 649224"/>
                <a:gd name="connsiteY80" fmla="*/ 254621 h 654671"/>
                <a:gd name="connsiteX81" fmla="*/ 409766 w 649224"/>
                <a:gd name="connsiteY81" fmla="*/ 296112 h 654671"/>
                <a:gd name="connsiteX82" fmla="*/ 403393 w 649224"/>
                <a:gd name="connsiteY82" fmla="*/ 305627 h 654671"/>
                <a:gd name="connsiteX83" fmla="*/ 365789 w 649224"/>
                <a:gd name="connsiteY83" fmla="*/ 321058 h 654671"/>
                <a:gd name="connsiteX84" fmla="*/ 354616 w 649224"/>
                <a:gd name="connsiteY84" fmla="*/ 318800 h 654671"/>
                <a:gd name="connsiteX85" fmla="*/ 325384 w 649224"/>
                <a:gd name="connsiteY85" fmla="*/ 289568 h 654671"/>
                <a:gd name="connsiteX86" fmla="*/ 284178 w 649224"/>
                <a:gd name="connsiteY86" fmla="*/ 330802 h 654671"/>
                <a:gd name="connsiteX87" fmla="*/ 313525 w 649224"/>
                <a:gd name="connsiteY87" fmla="*/ 360177 h 654671"/>
                <a:gd name="connsiteX88" fmla="*/ 315725 w 649224"/>
                <a:gd name="connsiteY88" fmla="*/ 371436 h 654671"/>
                <a:gd name="connsiteX89" fmla="*/ 300038 w 649224"/>
                <a:gd name="connsiteY89" fmla="*/ 408926 h 654671"/>
                <a:gd name="connsiteX90" fmla="*/ 290551 w 649224"/>
                <a:gd name="connsiteY90" fmla="*/ 415241 h 654671"/>
                <a:gd name="connsiteX91" fmla="*/ 249174 w 649224"/>
                <a:gd name="connsiteY91" fmla="*/ 415241 h 654671"/>
                <a:gd name="connsiteX92" fmla="*/ 249174 w 649224"/>
                <a:gd name="connsiteY92" fmla="*/ 473534 h 654671"/>
                <a:gd name="connsiteX93" fmla="*/ 290665 w 649224"/>
                <a:gd name="connsiteY93" fmla="*/ 473534 h 654671"/>
                <a:gd name="connsiteX94" fmla="*/ 300180 w 649224"/>
                <a:gd name="connsiteY94" fmla="*/ 479935 h 654671"/>
                <a:gd name="connsiteX95" fmla="*/ 315611 w 649224"/>
                <a:gd name="connsiteY95" fmla="*/ 517540 h 654671"/>
                <a:gd name="connsiteX96" fmla="*/ 313353 w 649224"/>
                <a:gd name="connsiteY96" fmla="*/ 528741 h 654671"/>
                <a:gd name="connsiteX97" fmla="*/ 284150 w 649224"/>
                <a:gd name="connsiteY97" fmla="*/ 557945 h 654671"/>
                <a:gd name="connsiteX98" fmla="*/ 325355 w 649224"/>
                <a:gd name="connsiteY98" fmla="*/ 599178 h 654671"/>
                <a:gd name="connsiteX99" fmla="*/ 354730 w 649224"/>
                <a:gd name="connsiteY99" fmla="*/ 569803 h 654671"/>
                <a:gd name="connsiteX100" fmla="*/ 365989 w 649224"/>
                <a:gd name="connsiteY100" fmla="*/ 567603 h 654671"/>
                <a:gd name="connsiteX101" fmla="*/ 403479 w 649224"/>
                <a:gd name="connsiteY101" fmla="*/ 583319 h 654671"/>
                <a:gd name="connsiteX102" fmla="*/ 409794 w 649224"/>
                <a:gd name="connsiteY102" fmla="*/ 592806 h 654671"/>
                <a:gd name="connsiteX103" fmla="*/ 409766 w 649224"/>
                <a:gd name="connsiteY103" fmla="*/ 634097 h 654671"/>
                <a:gd name="connsiteX104" fmla="*/ 409766 w 649224"/>
                <a:gd name="connsiteY104" fmla="*/ 634097 h 654671"/>
                <a:gd name="connsiteX105" fmla="*/ 438912 w 649224"/>
                <a:gd name="connsiteY105" fmla="*/ 540371 h 654671"/>
                <a:gd name="connsiteX106" fmla="*/ 342900 w 649224"/>
                <a:gd name="connsiteY106" fmla="*/ 444359 h 654671"/>
                <a:gd name="connsiteX107" fmla="*/ 438912 w 649224"/>
                <a:gd name="connsiteY107" fmla="*/ 348347 h 654671"/>
                <a:gd name="connsiteX108" fmla="*/ 534924 w 649224"/>
                <a:gd name="connsiteY108" fmla="*/ 444359 h 654671"/>
                <a:gd name="connsiteX109" fmla="*/ 438912 w 649224"/>
                <a:gd name="connsiteY109" fmla="*/ 540371 h 654671"/>
                <a:gd name="connsiteX110" fmla="*/ 438912 w 649224"/>
                <a:gd name="connsiteY110" fmla="*/ 368921 h 654671"/>
                <a:gd name="connsiteX111" fmla="*/ 363474 w 649224"/>
                <a:gd name="connsiteY111" fmla="*/ 444359 h 654671"/>
                <a:gd name="connsiteX112" fmla="*/ 438912 w 649224"/>
                <a:gd name="connsiteY112" fmla="*/ 519797 h 654671"/>
                <a:gd name="connsiteX113" fmla="*/ 514350 w 649224"/>
                <a:gd name="connsiteY113" fmla="*/ 444359 h 654671"/>
                <a:gd name="connsiteX114" fmla="*/ 438912 w 649224"/>
                <a:gd name="connsiteY114" fmla="*/ 368921 h 654671"/>
                <a:gd name="connsiteX115" fmla="*/ 20574 w 649224"/>
                <a:gd name="connsiteY115" fmla="*/ 444359 h 654671"/>
                <a:gd name="connsiteX116" fmla="*/ 0 w 649224"/>
                <a:gd name="connsiteY116" fmla="*/ 444359 h 654671"/>
                <a:gd name="connsiteX117" fmla="*/ 438912 w 649224"/>
                <a:gd name="connsiteY117" fmla="*/ 5447 h 654671"/>
                <a:gd name="connsiteX118" fmla="*/ 638937 w 649224"/>
                <a:gd name="connsiteY118" fmla="*/ 197471 h 654671"/>
                <a:gd name="connsiteX119" fmla="*/ 638937 w 649224"/>
                <a:gd name="connsiteY119" fmla="*/ 176897 h 654671"/>
                <a:gd name="connsiteX120" fmla="*/ 438912 w 649224"/>
                <a:gd name="connsiteY120" fmla="*/ 26021 h 654671"/>
                <a:gd name="connsiteX121" fmla="*/ 20574 w 649224"/>
                <a:gd name="connsiteY121" fmla="*/ 444359 h 654671"/>
                <a:gd name="connsiteX0" fmla="*/ 478345 w 649224"/>
                <a:gd name="connsiteY0" fmla="*/ 655365 h 655365"/>
                <a:gd name="connsiteX1" fmla="*/ 399479 w 649224"/>
                <a:gd name="connsiteY1" fmla="*/ 655365 h 655365"/>
                <a:gd name="connsiteX2" fmla="*/ 389192 w 649224"/>
                <a:gd name="connsiteY2" fmla="*/ 645078 h 655365"/>
                <a:gd name="connsiteX3" fmla="*/ 389192 w 649224"/>
                <a:gd name="connsiteY3" fmla="*/ 600301 h 655365"/>
                <a:gd name="connsiteX4" fmla="*/ 364360 w 649224"/>
                <a:gd name="connsiteY4" fmla="*/ 589928 h 655365"/>
                <a:gd name="connsiteX5" fmla="*/ 332613 w 649224"/>
                <a:gd name="connsiteY5" fmla="*/ 621675 h 655365"/>
                <a:gd name="connsiteX6" fmla="*/ 325355 w 649224"/>
                <a:gd name="connsiteY6" fmla="*/ 624675 h 655365"/>
                <a:gd name="connsiteX7" fmla="*/ 325355 w 649224"/>
                <a:gd name="connsiteY7" fmla="*/ 624675 h 655365"/>
                <a:gd name="connsiteX8" fmla="*/ 318097 w 649224"/>
                <a:gd name="connsiteY8" fmla="*/ 621675 h 655365"/>
                <a:gd name="connsiteX9" fmla="*/ 262319 w 649224"/>
                <a:gd name="connsiteY9" fmla="*/ 565897 h 655365"/>
                <a:gd name="connsiteX10" fmla="*/ 262319 w 649224"/>
                <a:gd name="connsiteY10" fmla="*/ 551323 h 655365"/>
                <a:gd name="connsiteX11" fmla="*/ 293980 w 649224"/>
                <a:gd name="connsiteY11" fmla="*/ 519691 h 655365"/>
                <a:gd name="connsiteX12" fmla="*/ 283778 w 649224"/>
                <a:gd name="connsiteY12" fmla="*/ 494802 h 655365"/>
                <a:gd name="connsiteX13" fmla="*/ 238887 w 649224"/>
                <a:gd name="connsiteY13" fmla="*/ 494802 h 655365"/>
                <a:gd name="connsiteX14" fmla="*/ 228600 w 649224"/>
                <a:gd name="connsiteY14" fmla="*/ 484515 h 655365"/>
                <a:gd name="connsiteX15" fmla="*/ 228600 w 649224"/>
                <a:gd name="connsiteY15" fmla="*/ 405648 h 655365"/>
                <a:gd name="connsiteX16" fmla="*/ 238887 w 649224"/>
                <a:gd name="connsiteY16" fmla="*/ 395361 h 655365"/>
                <a:gd name="connsiteX17" fmla="*/ 283664 w 649224"/>
                <a:gd name="connsiteY17" fmla="*/ 395361 h 655365"/>
                <a:gd name="connsiteX18" fmla="*/ 294037 w 649224"/>
                <a:gd name="connsiteY18" fmla="*/ 370529 h 655365"/>
                <a:gd name="connsiteX19" fmla="*/ 262319 w 649224"/>
                <a:gd name="connsiteY19" fmla="*/ 338754 h 655365"/>
                <a:gd name="connsiteX20" fmla="*/ 262319 w 649224"/>
                <a:gd name="connsiteY20" fmla="*/ 324209 h 655365"/>
                <a:gd name="connsiteX21" fmla="*/ 318068 w 649224"/>
                <a:gd name="connsiteY21" fmla="*/ 268431 h 655365"/>
                <a:gd name="connsiteX22" fmla="*/ 332613 w 649224"/>
                <a:gd name="connsiteY22" fmla="*/ 268431 h 655365"/>
                <a:gd name="connsiteX23" fmla="*/ 364274 w 649224"/>
                <a:gd name="connsiteY23" fmla="*/ 300121 h 655365"/>
                <a:gd name="connsiteX24" fmla="*/ 389192 w 649224"/>
                <a:gd name="connsiteY24" fmla="*/ 289919 h 655365"/>
                <a:gd name="connsiteX25" fmla="*/ 389192 w 649224"/>
                <a:gd name="connsiteY25" fmla="*/ 245028 h 655365"/>
                <a:gd name="connsiteX26" fmla="*/ 399479 w 649224"/>
                <a:gd name="connsiteY26" fmla="*/ 234741 h 655365"/>
                <a:gd name="connsiteX27" fmla="*/ 478345 w 649224"/>
                <a:gd name="connsiteY27" fmla="*/ 234741 h 655365"/>
                <a:gd name="connsiteX28" fmla="*/ 488633 w 649224"/>
                <a:gd name="connsiteY28" fmla="*/ 245028 h 655365"/>
                <a:gd name="connsiteX29" fmla="*/ 488633 w 649224"/>
                <a:gd name="connsiteY29" fmla="*/ 289805 h 655365"/>
                <a:gd name="connsiteX30" fmla="*/ 513436 w 649224"/>
                <a:gd name="connsiteY30" fmla="*/ 300178 h 655365"/>
                <a:gd name="connsiteX31" fmla="*/ 545154 w 649224"/>
                <a:gd name="connsiteY31" fmla="*/ 268431 h 655365"/>
                <a:gd name="connsiteX32" fmla="*/ 559727 w 649224"/>
                <a:gd name="connsiteY32" fmla="*/ 268431 h 655365"/>
                <a:gd name="connsiteX33" fmla="*/ 615506 w 649224"/>
                <a:gd name="connsiteY33" fmla="*/ 324209 h 655365"/>
                <a:gd name="connsiteX34" fmla="*/ 618506 w 649224"/>
                <a:gd name="connsiteY34" fmla="*/ 331467 h 655365"/>
                <a:gd name="connsiteX35" fmla="*/ 615506 w 649224"/>
                <a:gd name="connsiteY35" fmla="*/ 338725 h 655365"/>
                <a:gd name="connsiteX36" fmla="*/ 583816 w 649224"/>
                <a:gd name="connsiteY36" fmla="*/ 370387 h 655365"/>
                <a:gd name="connsiteX37" fmla="*/ 594017 w 649224"/>
                <a:gd name="connsiteY37" fmla="*/ 395304 h 655365"/>
                <a:gd name="connsiteX38" fmla="*/ 638937 w 649224"/>
                <a:gd name="connsiteY38" fmla="*/ 395304 h 655365"/>
                <a:gd name="connsiteX39" fmla="*/ 649224 w 649224"/>
                <a:gd name="connsiteY39" fmla="*/ 405591 h 655365"/>
                <a:gd name="connsiteX40" fmla="*/ 649224 w 649224"/>
                <a:gd name="connsiteY40" fmla="*/ 484458 h 655365"/>
                <a:gd name="connsiteX41" fmla="*/ 638937 w 649224"/>
                <a:gd name="connsiteY41" fmla="*/ 494745 h 655365"/>
                <a:gd name="connsiteX42" fmla="*/ 594160 w 649224"/>
                <a:gd name="connsiteY42" fmla="*/ 494745 h 655365"/>
                <a:gd name="connsiteX43" fmla="*/ 583787 w 649224"/>
                <a:gd name="connsiteY43" fmla="*/ 519548 h 655365"/>
                <a:gd name="connsiteX44" fmla="*/ 615534 w 649224"/>
                <a:gd name="connsiteY44" fmla="*/ 551266 h 655365"/>
                <a:gd name="connsiteX45" fmla="*/ 618534 w 649224"/>
                <a:gd name="connsiteY45" fmla="*/ 558553 h 655365"/>
                <a:gd name="connsiteX46" fmla="*/ 615534 w 649224"/>
                <a:gd name="connsiteY46" fmla="*/ 565840 h 655365"/>
                <a:gd name="connsiteX47" fmla="*/ 559756 w 649224"/>
                <a:gd name="connsiteY47" fmla="*/ 621618 h 655365"/>
                <a:gd name="connsiteX48" fmla="*/ 552469 w 649224"/>
                <a:gd name="connsiteY48" fmla="*/ 624618 h 655365"/>
                <a:gd name="connsiteX49" fmla="*/ 552469 w 649224"/>
                <a:gd name="connsiteY49" fmla="*/ 624618 h 655365"/>
                <a:gd name="connsiteX50" fmla="*/ 545182 w 649224"/>
                <a:gd name="connsiteY50" fmla="*/ 621618 h 655365"/>
                <a:gd name="connsiteX51" fmla="*/ 513550 w 649224"/>
                <a:gd name="connsiteY51" fmla="*/ 589928 h 655365"/>
                <a:gd name="connsiteX52" fmla="*/ 488661 w 649224"/>
                <a:gd name="connsiteY52" fmla="*/ 600130 h 655365"/>
                <a:gd name="connsiteX53" fmla="*/ 488661 w 649224"/>
                <a:gd name="connsiteY53" fmla="*/ 645078 h 655365"/>
                <a:gd name="connsiteX54" fmla="*/ 478345 w 649224"/>
                <a:gd name="connsiteY54" fmla="*/ 655365 h 655365"/>
                <a:gd name="connsiteX55" fmla="*/ 409766 w 649224"/>
                <a:gd name="connsiteY55" fmla="*/ 634791 h 655365"/>
                <a:gd name="connsiteX56" fmla="*/ 468059 w 649224"/>
                <a:gd name="connsiteY56" fmla="*/ 634791 h 655365"/>
                <a:gd name="connsiteX57" fmla="*/ 468059 w 649224"/>
                <a:gd name="connsiteY57" fmla="*/ 593300 h 655365"/>
                <a:gd name="connsiteX58" fmla="*/ 474459 w 649224"/>
                <a:gd name="connsiteY58" fmla="*/ 583785 h 655365"/>
                <a:gd name="connsiteX59" fmla="*/ 512064 w 649224"/>
                <a:gd name="connsiteY59" fmla="*/ 568354 h 655365"/>
                <a:gd name="connsiteX60" fmla="*/ 523265 w 649224"/>
                <a:gd name="connsiteY60" fmla="*/ 570583 h 655365"/>
                <a:gd name="connsiteX61" fmla="*/ 552469 w 649224"/>
                <a:gd name="connsiteY61" fmla="*/ 599844 h 655365"/>
                <a:gd name="connsiteX62" fmla="*/ 593703 w 649224"/>
                <a:gd name="connsiteY62" fmla="*/ 558610 h 655365"/>
                <a:gd name="connsiteX63" fmla="*/ 564328 w 649224"/>
                <a:gd name="connsiteY63" fmla="*/ 529292 h 655365"/>
                <a:gd name="connsiteX64" fmla="*/ 562127 w 649224"/>
                <a:gd name="connsiteY64" fmla="*/ 518034 h 655365"/>
                <a:gd name="connsiteX65" fmla="*/ 577844 w 649224"/>
                <a:gd name="connsiteY65" fmla="*/ 480543 h 655365"/>
                <a:gd name="connsiteX66" fmla="*/ 587331 w 649224"/>
                <a:gd name="connsiteY66" fmla="*/ 474200 h 655365"/>
                <a:gd name="connsiteX67" fmla="*/ 628650 w 649224"/>
                <a:gd name="connsiteY67" fmla="*/ 474200 h 655365"/>
                <a:gd name="connsiteX68" fmla="*/ 628650 w 649224"/>
                <a:gd name="connsiteY68" fmla="*/ 415907 h 655365"/>
                <a:gd name="connsiteX69" fmla="*/ 587159 w 649224"/>
                <a:gd name="connsiteY69" fmla="*/ 415907 h 655365"/>
                <a:gd name="connsiteX70" fmla="*/ 577644 w 649224"/>
                <a:gd name="connsiteY70" fmla="*/ 409534 h 655365"/>
                <a:gd name="connsiteX71" fmla="*/ 562213 w 649224"/>
                <a:gd name="connsiteY71" fmla="*/ 371930 h 655365"/>
                <a:gd name="connsiteX72" fmla="*/ 564442 w 649224"/>
                <a:gd name="connsiteY72" fmla="*/ 360757 h 655365"/>
                <a:gd name="connsiteX73" fmla="*/ 593703 w 649224"/>
                <a:gd name="connsiteY73" fmla="*/ 331525 h 655365"/>
                <a:gd name="connsiteX74" fmla="*/ 552469 w 649224"/>
                <a:gd name="connsiteY74" fmla="*/ 290291 h 655365"/>
                <a:gd name="connsiteX75" fmla="*/ 523151 w 649224"/>
                <a:gd name="connsiteY75" fmla="*/ 319637 h 655365"/>
                <a:gd name="connsiteX76" fmla="*/ 511893 w 649224"/>
                <a:gd name="connsiteY76" fmla="*/ 321866 h 655365"/>
                <a:gd name="connsiteX77" fmla="*/ 474402 w 649224"/>
                <a:gd name="connsiteY77" fmla="*/ 306179 h 655365"/>
                <a:gd name="connsiteX78" fmla="*/ 468059 w 649224"/>
                <a:gd name="connsiteY78" fmla="*/ 296692 h 655365"/>
                <a:gd name="connsiteX79" fmla="*/ 468059 w 649224"/>
                <a:gd name="connsiteY79" fmla="*/ 255315 h 655365"/>
                <a:gd name="connsiteX80" fmla="*/ 409766 w 649224"/>
                <a:gd name="connsiteY80" fmla="*/ 255315 h 655365"/>
                <a:gd name="connsiteX81" fmla="*/ 409766 w 649224"/>
                <a:gd name="connsiteY81" fmla="*/ 296806 h 655365"/>
                <a:gd name="connsiteX82" fmla="*/ 403393 w 649224"/>
                <a:gd name="connsiteY82" fmla="*/ 306321 h 655365"/>
                <a:gd name="connsiteX83" fmla="*/ 365789 w 649224"/>
                <a:gd name="connsiteY83" fmla="*/ 321752 h 655365"/>
                <a:gd name="connsiteX84" fmla="*/ 354616 w 649224"/>
                <a:gd name="connsiteY84" fmla="*/ 319494 h 655365"/>
                <a:gd name="connsiteX85" fmla="*/ 325384 w 649224"/>
                <a:gd name="connsiteY85" fmla="*/ 290262 h 655365"/>
                <a:gd name="connsiteX86" fmla="*/ 284178 w 649224"/>
                <a:gd name="connsiteY86" fmla="*/ 331496 h 655365"/>
                <a:gd name="connsiteX87" fmla="*/ 313525 w 649224"/>
                <a:gd name="connsiteY87" fmla="*/ 360871 h 655365"/>
                <a:gd name="connsiteX88" fmla="*/ 315725 w 649224"/>
                <a:gd name="connsiteY88" fmla="*/ 372130 h 655365"/>
                <a:gd name="connsiteX89" fmla="*/ 300038 w 649224"/>
                <a:gd name="connsiteY89" fmla="*/ 409620 h 655365"/>
                <a:gd name="connsiteX90" fmla="*/ 290551 w 649224"/>
                <a:gd name="connsiteY90" fmla="*/ 415935 h 655365"/>
                <a:gd name="connsiteX91" fmla="*/ 249174 w 649224"/>
                <a:gd name="connsiteY91" fmla="*/ 415935 h 655365"/>
                <a:gd name="connsiteX92" fmla="*/ 249174 w 649224"/>
                <a:gd name="connsiteY92" fmla="*/ 474228 h 655365"/>
                <a:gd name="connsiteX93" fmla="*/ 290665 w 649224"/>
                <a:gd name="connsiteY93" fmla="*/ 474228 h 655365"/>
                <a:gd name="connsiteX94" fmla="*/ 300180 w 649224"/>
                <a:gd name="connsiteY94" fmla="*/ 480629 h 655365"/>
                <a:gd name="connsiteX95" fmla="*/ 315611 w 649224"/>
                <a:gd name="connsiteY95" fmla="*/ 518234 h 655365"/>
                <a:gd name="connsiteX96" fmla="*/ 313353 w 649224"/>
                <a:gd name="connsiteY96" fmla="*/ 529435 h 655365"/>
                <a:gd name="connsiteX97" fmla="*/ 284150 w 649224"/>
                <a:gd name="connsiteY97" fmla="*/ 558639 h 655365"/>
                <a:gd name="connsiteX98" fmla="*/ 325355 w 649224"/>
                <a:gd name="connsiteY98" fmla="*/ 599872 h 655365"/>
                <a:gd name="connsiteX99" fmla="*/ 354730 w 649224"/>
                <a:gd name="connsiteY99" fmla="*/ 570497 h 655365"/>
                <a:gd name="connsiteX100" fmla="*/ 365989 w 649224"/>
                <a:gd name="connsiteY100" fmla="*/ 568297 h 655365"/>
                <a:gd name="connsiteX101" fmla="*/ 403479 w 649224"/>
                <a:gd name="connsiteY101" fmla="*/ 584013 h 655365"/>
                <a:gd name="connsiteX102" fmla="*/ 409794 w 649224"/>
                <a:gd name="connsiteY102" fmla="*/ 593500 h 655365"/>
                <a:gd name="connsiteX103" fmla="*/ 409766 w 649224"/>
                <a:gd name="connsiteY103" fmla="*/ 634791 h 655365"/>
                <a:gd name="connsiteX104" fmla="*/ 409766 w 649224"/>
                <a:gd name="connsiteY104" fmla="*/ 634791 h 655365"/>
                <a:gd name="connsiteX105" fmla="*/ 438912 w 649224"/>
                <a:gd name="connsiteY105" fmla="*/ 541065 h 655365"/>
                <a:gd name="connsiteX106" fmla="*/ 342900 w 649224"/>
                <a:gd name="connsiteY106" fmla="*/ 445053 h 655365"/>
                <a:gd name="connsiteX107" fmla="*/ 438912 w 649224"/>
                <a:gd name="connsiteY107" fmla="*/ 349041 h 655365"/>
                <a:gd name="connsiteX108" fmla="*/ 534924 w 649224"/>
                <a:gd name="connsiteY108" fmla="*/ 445053 h 655365"/>
                <a:gd name="connsiteX109" fmla="*/ 438912 w 649224"/>
                <a:gd name="connsiteY109" fmla="*/ 541065 h 655365"/>
                <a:gd name="connsiteX110" fmla="*/ 438912 w 649224"/>
                <a:gd name="connsiteY110" fmla="*/ 369615 h 655365"/>
                <a:gd name="connsiteX111" fmla="*/ 363474 w 649224"/>
                <a:gd name="connsiteY111" fmla="*/ 445053 h 655365"/>
                <a:gd name="connsiteX112" fmla="*/ 438912 w 649224"/>
                <a:gd name="connsiteY112" fmla="*/ 520491 h 655365"/>
                <a:gd name="connsiteX113" fmla="*/ 514350 w 649224"/>
                <a:gd name="connsiteY113" fmla="*/ 445053 h 655365"/>
                <a:gd name="connsiteX114" fmla="*/ 438912 w 649224"/>
                <a:gd name="connsiteY114" fmla="*/ 369615 h 655365"/>
                <a:gd name="connsiteX115" fmla="*/ 20574 w 649224"/>
                <a:gd name="connsiteY115" fmla="*/ 445053 h 655365"/>
                <a:gd name="connsiteX116" fmla="*/ 0 w 649224"/>
                <a:gd name="connsiteY116" fmla="*/ 445053 h 655365"/>
                <a:gd name="connsiteX117" fmla="*/ 438912 w 649224"/>
                <a:gd name="connsiteY117" fmla="*/ 6141 h 655365"/>
                <a:gd name="connsiteX118" fmla="*/ 638937 w 649224"/>
                <a:gd name="connsiteY118" fmla="*/ 177591 h 655365"/>
                <a:gd name="connsiteX119" fmla="*/ 438912 w 649224"/>
                <a:gd name="connsiteY119" fmla="*/ 26715 h 655365"/>
                <a:gd name="connsiteX120" fmla="*/ 20574 w 649224"/>
                <a:gd name="connsiteY120" fmla="*/ 445053 h 655365"/>
                <a:gd name="connsiteX0" fmla="*/ 478345 w 649224"/>
                <a:gd name="connsiteY0" fmla="*/ 693439 h 693439"/>
                <a:gd name="connsiteX1" fmla="*/ 399479 w 649224"/>
                <a:gd name="connsiteY1" fmla="*/ 693439 h 693439"/>
                <a:gd name="connsiteX2" fmla="*/ 389192 w 649224"/>
                <a:gd name="connsiteY2" fmla="*/ 683152 h 693439"/>
                <a:gd name="connsiteX3" fmla="*/ 389192 w 649224"/>
                <a:gd name="connsiteY3" fmla="*/ 638375 h 693439"/>
                <a:gd name="connsiteX4" fmla="*/ 364360 w 649224"/>
                <a:gd name="connsiteY4" fmla="*/ 628002 h 693439"/>
                <a:gd name="connsiteX5" fmla="*/ 332613 w 649224"/>
                <a:gd name="connsiteY5" fmla="*/ 659749 h 693439"/>
                <a:gd name="connsiteX6" fmla="*/ 325355 w 649224"/>
                <a:gd name="connsiteY6" fmla="*/ 662749 h 693439"/>
                <a:gd name="connsiteX7" fmla="*/ 325355 w 649224"/>
                <a:gd name="connsiteY7" fmla="*/ 662749 h 693439"/>
                <a:gd name="connsiteX8" fmla="*/ 318097 w 649224"/>
                <a:gd name="connsiteY8" fmla="*/ 659749 h 693439"/>
                <a:gd name="connsiteX9" fmla="*/ 262319 w 649224"/>
                <a:gd name="connsiteY9" fmla="*/ 603971 h 693439"/>
                <a:gd name="connsiteX10" fmla="*/ 262319 w 649224"/>
                <a:gd name="connsiteY10" fmla="*/ 589397 h 693439"/>
                <a:gd name="connsiteX11" fmla="*/ 293980 w 649224"/>
                <a:gd name="connsiteY11" fmla="*/ 557765 h 693439"/>
                <a:gd name="connsiteX12" fmla="*/ 283778 w 649224"/>
                <a:gd name="connsiteY12" fmla="*/ 532876 h 693439"/>
                <a:gd name="connsiteX13" fmla="*/ 238887 w 649224"/>
                <a:gd name="connsiteY13" fmla="*/ 532876 h 693439"/>
                <a:gd name="connsiteX14" fmla="*/ 228600 w 649224"/>
                <a:gd name="connsiteY14" fmla="*/ 522589 h 693439"/>
                <a:gd name="connsiteX15" fmla="*/ 228600 w 649224"/>
                <a:gd name="connsiteY15" fmla="*/ 443722 h 693439"/>
                <a:gd name="connsiteX16" fmla="*/ 238887 w 649224"/>
                <a:gd name="connsiteY16" fmla="*/ 433435 h 693439"/>
                <a:gd name="connsiteX17" fmla="*/ 283664 w 649224"/>
                <a:gd name="connsiteY17" fmla="*/ 433435 h 693439"/>
                <a:gd name="connsiteX18" fmla="*/ 294037 w 649224"/>
                <a:gd name="connsiteY18" fmla="*/ 408603 h 693439"/>
                <a:gd name="connsiteX19" fmla="*/ 262319 w 649224"/>
                <a:gd name="connsiteY19" fmla="*/ 376828 h 693439"/>
                <a:gd name="connsiteX20" fmla="*/ 262319 w 649224"/>
                <a:gd name="connsiteY20" fmla="*/ 362283 h 693439"/>
                <a:gd name="connsiteX21" fmla="*/ 318068 w 649224"/>
                <a:gd name="connsiteY21" fmla="*/ 306505 h 693439"/>
                <a:gd name="connsiteX22" fmla="*/ 332613 w 649224"/>
                <a:gd name="connsiteY22" fmla="*/ 306505 h 693439"/>
                <a:gd name="connsiteX23" fmla="*/ 364274 w 649224"/>
                <a:gd name="connsiteY23" fmla="*/ 338195 h 693439"/>
                <a:gd name="connsiteX24" fmla="*/ 389192 w 649224"/>
                <a:gd name="connsiteY24" fmla="*/ 327993 h 693439"/>
                <a:gd name="connsiteX25" fmla="*/ 389192 w 649224"/>
                <a:gd name="connsiteY25" fmla="*/ 283102 h 693439"/>
                <a:gd name="connsiteX26" fmla="*/ 399479 w 649224"/>
                <a:gd name="connsiteY26" fmla="*/ 272815 h 693439"/>
                <a:gd name="connsiteX27" fmla="*/ 478345 w 649224"/>
                <a:gd name="connsiteY27" fmla="*/ 272815 h 693439"/>
                <a:gd name="connsiteX28" fmla="*/ 488633 w 649224"/>
                <a:gd name="connsiteY28" fmla="*/ 283102 h 693439"/>
                <a:gd name="connsiteX29" fmla="*/ 488633 w 649224"/>
                <a:gd name="connsiteY29" fmla="*/ 327879 h 693439"/>
                <a:gd name="connsiteX30" fmla="*/ 513436 w 649224"/>
                <a:gd name="connsiteY30" fmla="*/ 338252 h 693439"/>
                <a:gd name="connsiteX31" fmla="*/ 545154 w 649224"/>
                <a:gd name="connsiteY31" fmla="*/ 306505 h 693439"/>
                <a:gd name="connsiteX32" fmla="*/ 559727 w 649224"/>
                <a:gd name="connsiteY32" fmla="*/ 306505 h 693439"/>
                <a:gd name="connsiteX33" fmla="*/ 615506 w 649224"/>
                <a:gd name="connsiteY33" fmla="*/ 362283 h 693439"/>
                <a:gd name="connsiteX34" fmla="*/ 618506 w 649224"/>
                <a:gd name="connsiteY34" fmla="*/ 369541 h 693439"/>
                <a:gd name="connsiteX35" fmla="*/ 615506 w 649224"/>
                <a:gd name="connsiteY35" fmla="*/ 376799 h 693439"/>
                <a:gd name="connsiteX36" fmla="*/ 583816 w 649224"/>
                <a:gd name="connsiteY36" fmla="*/ 408461 h 693439"/>
                <a:gd name="connsiteX37" fmla="*/ 594017 w 649224"/>
                <a:gd name="connsiteY37" fmla="*/ 433378 h 693439"/>
                <a:gd name="connsiteX38" fmla="*/ 638937 w 649224"/>
                <a:gd name="connsiteY38" fmla="*/ 433378 h 693439"/>
                <a:gd name="connsiteX39" fmla="*/ 649224 w 649224"/>
                <a:gd name="connsiteY39" fmla="*/ 443665 h 693439"/>
                <a:gd name="connsiteX40" fmla="*/ 649224 w 649224"/>
                <a:gd name="connsiteY40" fmla="*/ 522532 h 693439"/>
                <a:gd name="connsiteX41" fmla="*/ 638937 w 649224"/>
                <a:gd name="connsiteY41" fmla="*/ 532819 h 693439"/>
                <a:gd name="connsiteX42" fmla="*/ 594160 w 649224"/>
                <a:gd name="connsiteY42" fmla="*/ 532819 h 693439"/>
                <a:gd name="connsiteX43" fmla="*/ 583787 w 649224"/>
                <a:gd name="connsiteY43" fmla="*/ 557622 h 693439"/>
                <a:gd name="connsiteX44" fmla="*/ 615534 w 649224"/>
                <a:gd name="connsiteY44" fmla="*/ 589340 h 693439"/>
                <a:gd name="connsiteX45" fmla="*/ 618534 w 649224"/>
                <a:gd name="connsiteY45" fmla="*/ 596627 h 693439"/>
                <a:gd name="connsiteX46" fmla="*/ 615534 w 649224"/>
                <a:gd name="connsiteY46" fmla="*/ 603914 h 693439"/>
                <a:gd name="connsiteX47" fmla="*/ 559756 w 649224"/>
                <a:gd name="connsiteY47" fmla="*/ 659692 h 693439"/>
                <a:gd name="connsiteX48" fmla="*/ 552469 w 649224"/>
                <a:gd name="connsiteY48" fmla="*/ 662692 h 693439"/>
                <a:gd name="connsiteX49" fmla="*/ 552469 w 649224"/>
                <a:gd name="connsiteY49" fmla="*/ 662692 h 693439"/>
                <a:gd name="connsiteX50" fmla="*/ 545182 w 649224"/>
                <a:gd name="connsiteY50" fmla="*/ 659692 h 693439"/>
                <a:gd name="connsiteX51" fmla="*/ 513550 w 649224"/>
                <a:gd name="connsiteY51" fmla="*/ 628002 h 693439"/>
                <a:gd name="connsiteX52" fmla="*/ 488661 w 649224"/>
                <a:gd name="connsiteY52" fmla="*/ 638204 h 693439"/>
                <a:gd name="connsiteX53" fmla="*/ 488661 w 649224"/>
                <a:gd name="connsiteY53" fmla="*/ 683152 h 693439"/>
                <a:gd name="connsiteX54" fmla="*/ 478345 w 649224"/>
                <a:gd name="connsiteY54" fmla="*/ 693439 h 693439"/>
                <a:gd name="connsiteX55" fmla="*/ 409766 w 649224"/>
                <a:gd name="connsiteY55" fmla="*/ 672865 h 693439"/>
                <a:gd name="connsiteX56" fmla="*/ 468059 w 649224"/>
                <a:gd name="connsiteY56" fmla="*/ 672865 h 693439"/>
                <a:gd name="connsiteX57" fmla="*/ 468059 w 649224"/>
                <a:gd name="connsiteY57" fmla="*/ 631374 h 693439"/>
                <a:gd name="connsiteX58" fmla="*/ 474459 w 649224"/>
                <a:gd name="connsiteY58" fmla="*/ 621859 h 693439"/>
                <a:gd name="connsiteX59" fmla="*/ 512064 w 649224"/>
                <a:gd name="connsiteY59" fmla="*/ 606428 h 693439"/>
                <a:gd name="connsiteX60" fmla="*/ 523265 w 649224"/>
                <a:gd name="connsiteY60" fmla="*/ 608657 h 693439"/>
                <a:gd name="connsiteX61" fmla="*/ 552469 w 649224"/>
                <a:gd name="connsiteY61" fmla="*/ 637918 h 693439"/>
                <a:gd name="connsiteX62" fmla="*/ 593703 w 649224"/>
                <a:gd name="connsiteY62" fmla="*/ 596684 h 693439"/>
                <a:gd name="connsiteX63" fmla="*/ 564328 w 649224"/>
                <a:gd name="connsiteY63" fmla="*/ 567366 h 693439"/>
                <a:gd name="connsiteX64" fmla="*/ 562127 w 649224"/>
                <a:gd name="connsiteY64" fmla="*/ 556108 h 693439"/>
                <a:gd name="connsiteX65" fmla="*/ 577844 w 649224"/>
                <a:gd name="connsiteY65" fmla="*/ 518617 h 693439"/>
                <a:gd name="connsiteX66" fmla="*/ 587331 w 649224"/>
                <a:gd name="connsiteY66" fmla="*/ 512274 h 693439"/>
                <a:gd name="connsiteX67" fmla="*/ 628650 w 649224"/>
                <a:gd name="connsiteY67" fmla="*/ 512274 h 693439"/>
                <a:gd name="connsiteX68" fmla="*/ 628650 w 649224"/>
                <a:gd name="connsiteY68" fmla="*/ 453981 h 693439"/>
                <a:gd name="connsiteX69" fmla="*/ 587159 w 649224"/>
                <a:gd name="connsiteY69" fmla="*/ 453981 h 693439"/>
                <a:gd name="connsiteX70" fmla="*/ 577644 w 649224"/>
                <a:gd name="connsiteY70" fmla="*/ 447608 h 693439"/>
                <a:gd name="connsiteX71" fmla="*/ 562213 w 649224"/>
                <a:gd name="connsiteY71" fmla="*/ 410004 h 693439"/>
                <a:gd name="connsiteX72" fmla="*/ 564442 w 649224"/>
                <a:gd name="connsiteY72" fmla="*/ 398831 h 693439"/>
                <a:gd name="connsiteX73" fmla="*/ 593703 w 649224"/>
                <a:gd name="connsiteY73" fmla="*/ 369599 h 693439"/>
                <a:gd name="connsiteX74" fmla="*/ 552469 w 649224"/>
                <a:gd name="connsiteY74" fmla="*/ 328365 h 693439"/>
                <a:gd name="connsiteX75" fmla="*/ 523151 w 649224"/>
                <a:gd name="connsiteY75" fmla="*/ 357711 h 693439"/>
                <a:gd name="connsiteX76" fmla="*/ 511893 w 649224"/>
                <a:gd name="connsiteY76" fmla="*/ 359940 h 693439"/>
                <a:gd name="connsiteX77" fmla="*/ 474402 w 649224"/>
                <a:gd name="connsiteY77" fmla="*/ 344253 h 693439"/>
                <a:gd name="connsiteX78" fmla="*/ 468059 w 649224"/>
                <a:gd name="connsiteY78" fmla="*/ 334766 h 693439"/>
                <a:gd name="connsiteX79" fmla="*/ 468059 w 649224"/>
                <a:gd name="connsiteY79" fmla="*/ 293389 h 693439"/>
                <a:gd name="connsiteX80" fmla="*/ 409766 w 649224"/>
                <a:gd name="connsiteY80" fmla="*/ 293389 h 693439"/>
                <a:gd name="connsiteX81" fmla="*/ 409766 w 649224"/>
                <a:gd name="connsiteY81" fmla="*/ 334880 h 693439"/>
                <a:gd name="connsiteX82" fmla="*/ 403393 w 649224"/>
                <a:gd name="connsiteY82" fmla="*/ 344395 h 693439"/>
                <a:gd name="connsiteX83" fmla="*/ 365789 w 649224"/>
                <a:gd name="connsiteY83" fmla="*/ 359826 h 693439"/>
                <a:gd name="connsiteX84" fmla="*/ 354616 w 649224"/>
                <a:gd name="connsiteY84" fmla="*/ 357568 h 693439"/>
                <a:gd name="connsiteX85" fmla="*/ 325384 w 649224"/>
                <a:gd name="connsiteY85" fmla="*/ 328336 h 693439"/>
                <a:gd name="connsiteX86" fmla="*/ 284178 w 649224"/>
                <a:gd name="connsiteY86" fmla="*/ 369570 h 693439"/>
                <a:gd name="connsiteX87" fmla="*/ 313525 w 649224"/>
                <a:gd name="connsiteY87" fmla="*/ 398945 h 693439"/>
                <a:gd name="connsiteX88" fmla="*/ 315725 w 649224"/>
                <a:gd name="connsiteY88" fmla="*/ 410204 h 693439"/>
                <a:gd name="connsiteX89" fmla="*/ 300038 w 649224"/>
                <a:gd name="connsiteY89" fmla="*/ 447694 h 693439"/>
                <a:gd name="connsiteX90" fmla="*/ 290551 w 649224"/>
                <a:gd name="connsiteY90" fmla="*/ 454009 h 693439"/>
                <a:gd name="connsiteX91" fmla="*/ 249174 w 649224"/>
                <a:gd name="connsiteY91" fmla="*/ 454009 h 693439"/>
                <a:gd name="connsiteX92" fmla="*/ 249174 w 649224"/>
                <a:gd name="connsiteY92" fmla="*/ 512302 h 693439"/>
                <a:gd name="connsiteX93" fmla="*/ 290665 w 649224"/>
                <a:gd name="connsiteY93" fmla="*/ 512302 h 693439"/>
                <a:gd name="connsiteX94" fmla="*/ 300180 w 649224"/>
                <a:gd name="connsiteY94" fmla="*/ 518703 h 693439"/>
                <a:gd name="connsiteX95" fmla="*/ 315611 w 649224"/>
                <a:gd name="connsiteY95" fmla="*/ 556308 h 693439"/>
                <a:gd name="connsiteX96" fmla="*/ 313353 w 649224"/>
                <a:gd name="connsiteY96" fmla="*/ 567509 h 693439"/>
                <a:gd name="connsiteX97" fmla="*/ 284150 w 649224"/>
                <a:gd name="connsiteY97" fmla="*/ 596713 h 693439"/>
                <a:gd name="connsiteX98" fmla="*/ 325355 w 649224"/>
                <a:gd name="connsiteY98" fmla="*/ 637946 h 693439"/>
                <a:gd name="connsiteX99" fmla="*/ 354730 w 649224"/>
                <a:gd name="connsiteY99" fmla="*/ 608571 h 693439"/>
                <a:gd name="connsiteX100" fmla="*/ 365989 w 649224"/>
                <a:gd name="connsiteY100" fmla="*/ 606371 h 693439"/>
                <a:gd name="connsiteX101" fmla="*/ 403479 w 649224"/>
                <a:gd name="connsiteY101" fmla="*/ 622087 h 693439"/>
                <a:gd name="connsiteX102" fmla="*/ 409794 w 649224"/>
                <a:gd name="connsiteY102" fmla="*/ 631574 h 693439"/>
                <a:gd name="connsiteX103" fmla="*/ 409766 w 649224"/>
                <a:gd name="connsiteY103" fmla="*/ 672865 h 693439"/>
                <a:gd name="connsiteX104" fmla="*/ 409766 w 649224"/>
                <a:gd name="connsiteY104" fmla="*/ 672865 h 693439"/>
                <a:gd name="connsiteX105" fmla="*/ 438912 w 649224"/>
                <a:gd name="connsiteY105" fmla="*/ 579139 h 693439"/>
                <a:gd name="connsiteX106" fmla="*/ 342900 w 649224"/>
                <a:gd name="connsiteY106" fmla="*/ 483127 h 693439"/>
                <a:gd name="connsiteX107" fmla="*/ 438912 w 649224"/>
                <a:gd name="connsiteY107" fmla="*/ 387115 h 693439"/>
                <a:gd name="connsiteX108" fmla="*/ 534924 w 649224"/>
                <a:gd name="connsiteY108" fmla="*/ 483127 h 693439"/>
                <a:gd name="connsiteX109" fmla="*/ 438912 w 649224"/>
                <a:gd name="connsiteY109" fmla="*/ 579139 h 693439"/>
                <a:gd name="connsiteX110" fmla="*/ 438912 w 649224"/>
                <a:gd name="connsiteY110" fmla="*/ 407689 h 693439"/>
                <a:gd name="connsiteX111" fmla="*/ 363474 w 649224"/>
                <a:gd name="connsiteY111" fmla="*/ 483127 h 693439"/>
                <a:gd name="connsiteX112" fmla="*/ 438912 w 649224"/>
                <a:gd name="connsiteY112" fmla="*/ 558565 h 693439"/>
                <a:gd name="connsiteX113" fmla="*/ 514350 w 649224"/>
                <a:gd name="connsiteY113" fmla="*/ 483127 h 693439"/>
                <a:gd name="connsiteX114" fmla="*/ 438912 w 649224"/>
                <a:gd name="connsiteY114" fmla="*/ 407689 h 693439"/>
                <a:gd name="connsiteX115" fmla="*/ 20574 w 649224"/>
                <a:gd name="connsiteY115" fmla="*/ 483127 h 693439"/>
                <a:gd name="connsiteX116" fmla="*/ 0 w 649224"/>
                <a:gd name="connsiteY116" fmla="*/ 483127 h 693439"/>
                <a:gd name="connsiteX117" fmla="*/ 438912 w 649224"/>
                <a:gd name="connsiteY117" fmla="*/ 44215 h 693439"/>
                <a:gd name="connsiteX118" fmla="*/ 438912 w 649224"/>
                <a:gd name="connsiteY118" fmla="*/ 64789 h 693439"/>
                <a:gd name="connsiteX119" fmla="*/ 20574 w 649224"/>
                <a:gd name="connsiteY119" fmla="*/ 483127 h 693439"/>
                <a:gd name="connsiteX0" fmla="*/ 478345 w 649224"/>
                <a:gd name="connsiteY0" fmla="*/ 649224 h 649224"/>
                <a:gd name="connsiteX1" fmla="*/ 399479 w 649224"/>
                <a:gd name="connsiteY1" fmla="*/ 649224 h 649224"/>
                <a:gd name="connsiteX2" fmla="*/ 389192 w 649224"/>
                <a:gd name="connsiteY2" fmla="*/ 638937 h 649224"/>
                <a:gd name="connsiteX3" fmla="*/ 389192 w 649224"/>
                <a:gd name="connsiteY3" fmla="*/ 594160 h 649224"/>
                <a:gd name="connsiteX4" fmla="*/ 364360 w 649224"/>
                <a:gd name="connsiteY4" fmla="*/ 583787 h 649224"/>
                <a:gd name="connsiteX5" fmla="*/ 332613 w 649224"/>
                <a:gd name="connsiteY5" fmla="*/ 615534 h 649224"/>
                <a:gd name="connsiteX6" fmla="*/ 325355 w 649224"/>
                <a:gd name="connsiteY6" fmla="*/ 618534 h 649224"/>
                <a:gd name="connsiteX7" fmla="*/ 325355 w 649224"/>
                <a:gd name="connsiteY7" fmla="*/ 618534 h 649224"/>
                <a:gd name="connsiteX8" fmla="*/ 318097 w 649224"/>
                <a:gd name="connsiteY8" fmla="*/ 615534 h 649224"/>
                <a:gd name="connsiteX9" fmla="*/ 262319 w 649224"/>
                <a:gd name="connsiteY9" fmla="*/ 559756 h 649224"/>
                <a:gd name="connsiteX10" fmla="*/ 262319 w 649224"/>
                <a:gd name="connsiteY10" fmla="*/ 545182 h 649224"/>
                <a:gd name="connsiteX11" fmla="*/ 293980 w 649224"/>
                <a:gd name="connsiteY11" fmla="*/ 513550 h 649224"/>
                <a:gd name="connsiteX12" fmla="*/ 283778 w 649224"/>
                <a:gd name="connsiteY12" fmla="*/ 488661 h 649224"/>
                <a:gd name="connsiteX13" fmla="*/ 238887 w 649224"/>
                <a:gd name="connsiteY13" fmla="*/ 488661 h 649224"/>
                <a:gd name="connsiteX14" fmla="*/ 228600 w 649224"/>
                <a:gd name="connsiteY14" fmla="*/ 478374 h 649224"/>
                <a:gd name="connsiteX15" fmla="*/ 228600 w 649224"/>
                <a:gd name="connsiteY15" fmla="*/ 399507 h 649224"/>
                <a:gd name="connsiteX16" fmla="*/ 238887 w 649224"/>
                <a:gd name="connsiteY16" fmla="*/ 389220 h 649224"/>
                <a:gd name="connsiteX17" fmla="*/ 283664 w 649224"/>
                <a:gd name="connsiteY17" fmla="*/ 389220 h 649224"/>
                <a:gd name="connsiteX18" fmla="*/ 294037 w 649224"/>
                <a:gd name="connsiteY18" fmla="*/ 364388 h 649224"/>
                <a:gd name="connsiteX19" fmla="*/ 262319 w 649224"/>
                <a:gd name="connsiteY19" fmla="*/ 332613 h 649224"/>
                <a:gd name="connsiteX20" fmla="*/ 262319 w 649224"/>
                <a:gd name="connsiteY20" fmla="*/ 318068 h 649224"/>
                <a:gd name="connsiteX21" fmla="*/ 318068 w 649224"/>
                <a:gd name="connsiteY21" fmla="*/ 262290 h 649224"/>
                <a:gd name="connsiteX22" fmla="*/ 332613 w 649224"/>
                <a:gd name="connsiteY22" fmla="*/ 262290 h 649224"/>
                <a:gd name="connsiteX23" fmla="*/ 364274 w 649224"/>
                <a:gd name="connsiteY23" fmla="*/ 293980 h 649224"/>
                <a:gd name="connsiteX24" fmla="*/ 389192 w 649224"/>
                <a:gd name="connsiteY24" fmla="*/ 283778 h 649224"/>
                <a:gd name="connsiteX25" fmla="*/ 389192 w 649224"/>
                <a:gd name="connsiteY25" fmla="*/ 238887 h 649224"/>
                <a:gd name="connsiteX26" fmla="*/ 399479 w 649224"/>
                <a:gd name="connsiteY26" fmla="*/ 228600 h 649224"/>
                <a:gd name="connsiteX27" fmla="*/ 478345 w 649224"/>
                <a:gd name="connsiteY27" fmla="*/ 228600 h 649224"/>
                <a:gd name="connsiteX28" fmla="*/ 488633 w 649224"/>
                <a:gd name="connsiteY28" fmla="*/ 238887 h 649224"/>
                <a:gd name="connsiteX29" fmla="*/ 488633 w 649224"/>
                <a:gd name="connsiteY29" fmla="*/ 283664 h 649224"/>
                <a:gd name="connsiteX30" fmla="*/ 513436 w 649224"/>
                <a:gd name="connsiteY30" fmla="*/ 294037 h 649224"/>
                <a:gd name="connsiteX31" fmla="*/ 545154 w 649224"/>
                <a:gd name="connsiteY31" fmla="*/ 262290 h 649224"/>
                <a:gd name="connsiteX32" fmla="*/ 559727 w 649224"/>
                <a:gd name="connsiteY32" fmla="*/ 262290 h 649224"/>
                <a:gd name="connsiteX33" fmla="*/ 615506 w 649224"/>
                <a:gd name="connsiteY33" fmla="*/ 318068 h 649224"/>
                <a:gd name="connsiteX34" fmla="*/ 618506 w 649224"/>
                <a:gd name="connsiteY34" fmla="*/ 325326 h 649224"/>
                <a:gd name="connsiteX35" fmla="*/ 615506 w 649224"/>
                <a:gd name="connsiteY35" fmla="*/ 332584 h 649224"/>
                <a:gd name="connsiteX36" fmla="*/ 583816 w 649224"/>
                <a:gd name="connsiteY36" fmla="*/ 364246 h 649224"/>
                <a:gd name="connsiteX37" fmla="*/ 594017 w 649224"/>
                <a:gd name="connsiteY37" fmla="*/ 389163 h 649224"/>
                <a:gd name="connsiteX38" fmla="*/ 638937 w 649224"/>
                <a:gd name="connsiteY38" fmla="*/ 389163 h 649224"/>
                <a:gd name="connsiteX39" fmla="*/ 649224 w 649224"/>
                <a:gd name="connsiteY39" fmla="*/ 399450 h 649224"/>
                <a:gd name="connsiteX40" fmla="*/ 649224 w 649224"/>
                <a:gd name="connsiteY40" fmla="*/ 478317 h 649224"/>
                <a:gd name="connsiteX41" fmla="*/ 638937 w 649224"/>
                <a:gd name="connsiteY41" fmla="*/ 488604 h 649224"/>
                <a:gd name="connsiteX42" fmla="*/ 594160 w 649224"/>
                <a:gd name="connsiteY42" fmla="*/ 488604 h 649224"/>
                <a:gd name="connsiteX43" fmla="*/ 583787 w 649224"/>
                <a:gd name="connsiteY43" fmla="*/ 513407 h 649224"/>
                <a:gd name="connsiteX44" fmla="*/ 615534 w 649224"/>
                <a:gd name="connsiteY44" fmla="*/ 545125 h 649224"/>
                <a:gd name="connsiteX45" fmla="*/ 618534 w 649224"/>
                <a:gd name="connsiteY45" fmla="*/ 552412 h 649224"/>
                <a:gd name="connsiteX46" fmla="*/ 615534 w 649224"/>
                <a:gd name="connsiteY46" fmla="*/ 559699 h 649224"/>
                <a:gd name="connsiteX47" fmla="*/ 559756 w 649224"/>
                <a:gd name="connsiteY47" fmla="*/ 615477 h 649224"/>
                <a:gd name="connsiteX48" fmla="*/ 552469 w 649224"/>
                <a:gd name="connsiteY48" fmla="*/ 618477 h 649224"/>
                <a:gd name="connsiteX49" fmla="*/ 552469 w 649224"/>
                <a:gd name="connsiteY49" fmla="*/ 618477 h 649224"/>
                <a:gd name="connsiteX50" fmla="*/ 545182 w 649224"/>
                <a:gd name="connsiteY50" fmla="*/ 615477 h 649224"/>
                <a:gd name="connsiteX51" fmla="*/ 513550 w 649224"/>
                <a:gd name="connsiteY51" fmla="*/ 583787 h 649224"/>
                <a:gd name="connsiteX52" fmla="*/ 488661 w 649224"/>
                <a:gd name="connsiteY52" fmla="*/ 593989 h 649224"/>
                <a:gd name="connsiteX53" fmla="*/ 488661 w 649224"/>
                <a:gd name="connsiteY53" fmla="*/ 638937 h 649224"/>
                <a:gd name="connsiteX54" fmla="*/ 478345 w 649224"/>
                <a:gd name="connsiteY54" fmla="*/ 649224 h 649224"/>
                <a:gd name="connsiteX55" fmla="*/ 409766 w 649224"/>
                <a:gd name="connsiteY55" fmla="*/ 628650 h 649224"/>
                <a:gd name="connsiteX56" fmla="*/ 468059 w 649224"/>
                <a:gd name="connsiteY56" fmla="*/ 628650 h 649224"/>
                <a:gd name="connsiteX57" fmla="*/ 468059 w 649224"/>
                <a:gd name="connsiteY57" fmla="*/ 587159 h 649224"/>
                <a:gd name="connsiteX58" fmla="*/ 474459 w 649224"/>
                <a:gd name="connsiteY58" fmla="*/ 577644 h 649224"/>
                <a:gd name="connsiteX59" fmla="*/ 512064 w 649224"/>
                <a:gd name="connsiteY59" fmla="*/ 562213 h 649224"/>
                <a:gd name="connsiteX60" fmla="*/ 523265 w 649224"/>
                <a:gd name="connsiteY60" fmla="*/ 564442 h 649224"/>
                <a:gd name="connsiteX61" fmla="*/ 552469 w 649224"/>
                <a:gd name="connsiteY61" fmla="*/ 593703 h 649224"/>
                <a:gd name="connsiteX62" fmla="*/ 593703 w 649224"/>
                <a:gd name="connsiteY62" fmla="*/ 552469 h 649224"/>
                <a:gd name="connsiteX63" fmla="*/ 564328 w 649224"/>
                <a:gd name="connsiteY63" fmla="*/ 523151 h 649224"/>
                <a:gd name="connsiteX64" fmla="*/ 562127 w 649224"/>
                <a:gd name="connsiteY64" fmla="*/ 511893 h 649224"/>
                <a:gd name="connsiteX65" fmla="*/ 577844 w 649224"/>
                <a:gd name="connsiteY65" fmla="*/ 474402 h 649224"/>
                <a:gd name="connsiteX66" fmla="*/ 587331 w 649224"/>
                <a:gd name="connsiteY66" fmla="*/ 468059 h 649224"/>
                <a:gd name="connsiteX67" fmla="*/ 628650 w 649224"/>
                <a:gd name="connsiteY67" fmla="*/ 468059 h 649224"/>
                <a:gd name="connsiteX68" fmla="*/ 628650 w 649224"/>
                <a:gd name="connsiteY68" fmla="*/ 409766 h 649224"/>
                <a:gd name="connsiteX69" fmla="*/ 587159 w 649224"/>
                <a:gd name="connsiteY69" fmla="*/ 409766 h 649224"/>
                <a:gd name="connsiteX70" fmla="*/ 577644 w 649224"/>
                <a:gd name="connsiteY70" fmla="*/ 403393 h 649224"/>
                <a:gd name="connsiteX71" fmla="*/ 562213 w 649224"/>
                <a:gd name="connsiteY71" fmla="*/ 365789 h 649224"/>
                <a:gd name="connsiteX72" fmla="*/ 564442 w 649224"/>
                <a:gd name="connsiteY72" fmla="*/ 354616 h 649224"/>
                <a:gd name="connsiteX73" fmla="*/ 593703 w 649224"/>
                <a:gd name="connsiteY73" fmla="*/ 325384 h 649224"/>
                <a:gd name="connsiteX74" fmla="*/ 552469 w 649224"/>
                <a:gd name="connsiteY74" fmla="*/ 284150 h 649224"/>
                <a:gd name="connsiteX75" fmla="*/ 523151 w 649224"/>
                <a:gd name="connsiteY75" fmla="*/ 313496 h 649224"/>
                <a:gd name="connsiteX76" fmla="*/ 511893 w 649224"/>
                <a:gd name="connsiteY76" fmla="*/ 315725 h 649224"/>
                <a:gd name="connsiteX77" fmla="*/ 474402 w 649224"/>
                <a:gd name="connsiteY77" fmla="*/ 300038 h 649224"/>
                <a:gd name="connsiteX78" fmla="*/ 468059 w 649224"/>
                <a:gd name="connsiteY78" fmla="*/ 290551 h 649224"/>
                <a:gd name="connsiteX79" fmla="*/ 468059 w 649224"/>
                <a:gd name="connsiteY79" fmla="*/ 249174 h 649224"/>
                <a:gd name="connsiteX80" fmla="*/ 409766 w 649224"/>
                <a:gd name="connsiteY80" fmla="*/ 249174 h 649224"/>
                <a:gd name="connsiteX81" fmla="*/ 409766 w 649224"/>
                <a:gd name="connsiteY81" fmla="*/ 290665 h 649224"/>
                <a:gd name="connsiteX82" fmla="*/ 403393 w 649224"/>
                <a:gd name="connsiteY82" fmla="*/ 300180 h 649224"/>
                <a:gd name="connsiteX83" fmla="*/ 365789 w 649224"/>
                <a:gd name="connsiteY83" fmla="*/ 315611 h 649224"/>
                <a:gd name="connsiteX84" fmla="*/ 354616 w 649224"/>
                <a:gd name="connsiteY84" fmla="*/ 313353 h 649224"/>
                <a:gd name="connsiteX85" fmla="*/ 325384 w 649224"/>
                <a:gd name="connsiteY85" fmla="*/ 284121 h 649224"/>
                <a:gd name="connsiteX86" fmla="*/ 284178 w 649224"/>
                <a:gd name="connsiteY86" fmla="*/ 325355 h 649224"/>
                <a:gd name="connsiteX87" fmla="*/ 313525 w 649224"/>
                <a:gd name="connsiteY87" fmla="*/ 354730 h 649224"/>
                <a:gd name="connsiteX88" fmla="*/ 315725 w 649224"/>
                <a:gd name="connsiteY88" fmla="*/ 365989 h 649224"/>
                <a:gd name="connsiteX89" fmla="*/ 300038 w 649224"/>
                <a:gd name="connsiteY89" fmla="*/ 403479 h 649224"/>
                <a:gd name="connsiteX90" fmla="*/ 290551 w 649224"/>
                <a:gd name="connsiteY90" fmla="*/ 409794 h 649224"/>
                <a:gd name="connsiteX91" fmla="*/ 249174 w 649224"/>
                <a:gd name="connsiteY91" fmla="*/ 409794 h 649224"/>
                <a:gd name="connsiteX92" fmla="*/ 249174 w 649224"/>
                <a:gd name="connsiteY92" fmla="*/ 468087 h 649224"/>
                <a:gd name="connsiteX93" fmla="*/ 290665 w 649224"/>
                <a:gd name="connsiteY93" fmla="*/ 468087 h 649224"/>
                <a:gd name="connsiteX94" fmla="*/ 300180 w 649224"/>
                <a:gd name="connsiteY94" fmla="*/ 474488 h 649224"/>
                <a:gd name="connsiteX95" fmla="*/ 315611 w 649224"/>
                <a:gd name="connsiteY95" fmla="*/ 512093 h 649224"/>
                <a:gd name="connsiteX96" fmla="*/ 313353 w 649224"/>
                <a:gd name="connsiteY96" fmla="*/ 523294 h 649224"/>
                <a:gd name="connsiteX97" fmla="*/ 284150 w 649224"/>
                <a:gd name="connsiteY97" fmla="*/ 552498 h 649224"/>
                <a:gd name="connsiteX98" fmla="*/ 325355 w 649224"/>
                <a:gd name="connsiteY98" fmla="*/ 593731 h 649224"/>
                <a:gd name="connsiteX99" fmla="*/ 354730 w 649224"/>
                <a:gd name="connsiteY99" fmla="*/ 564356 h 649224"/>
                <a:gd name="connsiteX100" fmla="*/ 365989 w 649224"/>
                <a:gd name="connsiteY100" fmla="*/ 562156 h 649224"/>
                <a:gd name="connsiteX101" fmla="*/ 403479 w 649224"/>
                <a:gd name="connsiteY101" fmla="*/ 577872 h 649224"/>
                <a:gd name="connsiteX102" fmla="*/ 409794 w 649224"/>
                <a:gd name="connsiteY102" fmla="*/ 587359 h 649224"/>
                <a:gd name="connsiteX103" fmla="*/ 409766 w 649224"/>
                <a:gd name="connsiteY103" fmla="*/ 628650 h 649224"/>
                <a:gd name="connsiteX104" fmla="*/ 409766 w 649224"/>
                <a:gd name="connsiteY104" fmla="*/ 628650 h 649224"/>
                <a:gd name="connsiteX105" fmla="*/ 438912 w 649224"/>
                <a:gd name="connsiteY105" fmla="*/ 534924 h 649224"/>
                <a:gd name="connsiteX106" fmla="*/ 342900 w 649224"/>
                <a:gd name="connsiteY106" fmla="*/ 438912 h 649224"/>
                <a:gd name="connsiteX107" fmla="*/ 438912 w 649224"/>
                <a:gd name="connsiteY107" fmla="*/ 342900 h 649224"/>
                <a:gd name="connsiteX108" fmla="*/ 534924 w 649224"/>
                <a:gd name="connsiteY108" fmla="*/ 438912 h 649224"/>
                <a:gd name="connsiteX109" fmla="*/ 438912 w 649224"/>
                <a:gd name="connsiteY109" fmla="*/ 534924 h 649224"/>
                <a:gd name="connsiteX110" fmla="*/ 438912 w 649224"/>
                <a:gd name="connsiteY110" fmla="*/ 363474 h 649224"/>
                <a:gd name="connsiteX111" fmla="*/ 363474 w 649224"/>
                <a:gd name="connsiteY111" fmla="*/ 438912 h 649224"/>
                <a:gd name="connsiteX112" fmla="*/ 438912 w 649224"/>
                <a:gd name="connsiteY112" fmla="*/ 514350 h 649224"/>
                <a:gd name="connsiteX113" fmla="*/ 514350 w 649224"/>
                <a:gd name="connsiteY113" fmla="*/ 438912 h 649224"/>
                <a:gd name="connsiteX114" fmla="*/ 438912 w 649224"/>
                <a:gd name="connsiteY114" fmla="*/ 363474 h 649224"/>
                <a:gd name="connsiteX115" fmla="*/ 20574 w 649224"/>
                <a:gd name="connsiteY115" fmla="*/ 438912 h 649224"/>
                <a:gd name="connsiteX116" fmla="*/ 0 w 649224"/>
                <a:gd name="connsiteY116" fmla="*/ 438912 h 649224"/>
                <a:gd name="connsiteX117" fmla="*/ 438912 w 649224"/>
                <a:gd name="connsiteY117" fmla="*/ 0 h 649224"/>
                <a:gd name="connsiteX118" fmla="*/ 20574 w 649224"/>
                <a:gd name="connsiteY118" fmla="*/ 438912 h 649224"/>
                <a:gd name="connsiteX0" fmla="*/ 478345 w 649224"/>
                <a:gd name="connsiteY0" fmla="*/ 420624 h 420624"/>
                <a:gd name="connsiteX1" fmla="*/ 399479 w 649224"/>
                <a:gd name="connsiteY1" fmla="*/ 420624 h 420624"/>
                <a:gd name="connsiteX2" fmla="*/ 389192 w 649224"/>
                <a:gd name="connsiteY2" fmla="*/ 410337 h 420624"/>
                <a:gd name="connsiteX3" fmla="*/ 389192 w 649224"/>
                <a:gd name="connsiteY3" fmla="*/ 365560 h 420624"/>
                <a:gd name="connsiteX4" fmla="*/ 364360 w 649224"/>
                <a:gd name="connsiteY4" fmla="*/ 355187 h 420624"/>
                <a:gd name="connsiteX5" fmla="*/ 332613 w 649224"/>
                <a:gd name="connsiteY5" fmla="*/ 386934 h 420624"/>
                <a:gd name="connsiteX6" fmla="*/ 325355 w 649224"/>
                <a:gd name="connsiteY6" fmla="*/ 389934 h 420624"/>
                <a:gd name="connsiteX7" fmla="*/ 325355 w 649224"/>
                <a:gd name="connsiteY7" fmla="*/ 389934 h 420624"/>
                <a:gd name="connsiteX8" fmla="*/ 318097 w 649224"/>
                <a:gd name="connsiteY8" fmla="*/ 386934 h 420624"/>
                <a:gd name="connsiteX9" fmla="*/ 262319 w 649224"/>
                <a:gd name="connsiteY9" fmla="*/ 331156 h 420624"/>
                <a:gd name="connsiteX10" fmla="*/ 262319 w 649224"/>
                <a:gd name="connsiteY10" fmla="*/ 316582 h 420624"/>
                <a:gd name="connsiteX11" fmla="*/ 293980 w 649224"/>
                <a:gd name="connsiteY11" fmla="*/ 284950 h 420624"/>
                <a:gd name="connsiteX12" fmla="*/ 283778 w 649224"/>
                <a:gd name="connsiteY12" fmla="*/ 260061 h 420624"/>
                <a:gd name="connsiteX13" fmla="*/ 238887 w 649224"/>
                <a:gd name="connsiteY13" fmla="*/ 260061 h 420624"/>
                <a:gd name="connsiteX14" fmla="*/ 228600 w 649224"/>
                <a:gd name="connsiteY14" fmla="*/ 249774 h 420624"/>
                <a:gd name="connsiteX15" fmla="*/ 228600 w 649224"/>
                <a:gd name="connsiteY15" fmla="*/ 170907 h 420624"/>
                <a:gd name="connsiteX16" fmla="*/ 238887 w 649224"/>
                <a:gd name="connsiteY16" fmla="*/ 160620 h 420624"/>
                <a:gd name="connsiteX17" fmla="*/ 283664 w 649224"/>
                <a:gd name="connsiteY17" fmla="*/ 160620 h 420624"/>
                <a:gd name="connsiteX18" fmla="*/ 294037 w 649224"/>
                <a:gd name="connsiteY18" fmla="*/ 135788 h 420624"/>
                <a:gd name="connsiteX19" fmla="*/ 262319 w 649224"/>
                <a:gd name="connsiteY19" fmla="*/ 104013 h 420624"/>
                <a:gd name="connsiteX20" fmla="*/ 262319 w 649224"/>
                <a:gd name="connsiteY20" fmla="*/ 89468 h 420624"/>
                <a:gd name="connsiteX21" fmla="*/ 318068 w 649224"/>
                <a:gd name="connsiteY21" fmla="*/ 33690 h 420624"/>
                <a:gd name="connsiteX22" fmla="*/ 332613 w 649224"/>
                <a:gd name="connsiteY22" fmla="*/ 33690 h 420624"/>
                <a:gd name="connsiteX23" fmla="*/ 364274 w 649224"/>
                <a:gd name="connsiteY23" fmla="*/ 65380 h 420624"/>
                <a:gd name="connsiteX24" fmla="*/ 389192 w 649224"/>
                <a:gd name="connsiteY24" fmla="*/ 55178 h 420624"/>
                <a:gd name="connsiteX25" fmla="*/ 389192 w 649224"/>
                <a:gd name="connsiteY25" fmla="*/ 10287 h 420624"/>
                <a:gd name="connsiteX26" fmla="*/ 399479 w 649224"/>
                <a:gd name="connsiteY26" fmla="*/ 0 h 420624"/>
                <a:gd name="connsiteX27" fmla="*/ 478345 w 649224"/>
                <a:gd name="connsiteY27" fmla="*/ 0 h 420624"/>
                <a:gd name="connsiteX28" fmla="*/ 488633 w 649224"/>
                <a:gd name="connsiteY28" fmla="*/ 10287 h 420624"/>
                <a:gd name="connsiteX29" fmla="*/ 488633 w 649224"/>
                <a:gd name="connsiteY29" fmla="*/ 55064 h 420624"/>
                <a:gd name="connsiteX30" fmla="*/ 513436 w 649224"/>
                <a:gd name="connsiteY30" fmla="*/ 65437 h 420624"/>
                <a:gd name="connsiteX31" fmla="*/ 545154 w 649224"/>
                <a:gd name="connsiteY31" fmla="*/ 33690 h 420624"/>
                <a:gd name="connsiteX32" fmla="*/ 559727 w 649224"/>
                <a:gd name="connsiteY32" fmla="*/ 33690 h 420624"/>
                <a:gd name="connsiteX33" fmla="*/ 615506 w 649224"/>
                <a:gd name="connsiteY33" fmla="*/ 89468 h 420624"/>
                <a:gd name="connsiteX34" fmla="*/ 618506 w 649224"/>
                <a:gd name="connsiteY34" fmla="*/ 96726 h 420624"/>
                <a:gd name="connsiteX35" fmla="*/ 615506 w 649224"/>
                <a:gd name="connsiteY35" fmla="*/ 103984 h 420624"/>
                <a:gd name="connsiteX36" fmla="*/ 583816 w 649224"/>
                <a:gd name="connsiteY36" fmla="*/ 135646 h 420624"/>
                <a:gd name="connsiteX37" fmla="*/ 594017 w 649224"/>
                <a:gd name="connsiteY37" fmla="*/ 160563 h 420624"/>
                <a:gd name="connsiteX38" fmla="*/ 638937 w 649224"/>
                <a:gd name="connsiteY38" fmla="*/ 160563 h 420624"/>
                <a:gd name="connsiteX39" fmla="*/ 649224 w 649224"/>
                <a:gd name="connsiteY39" fmla="*/ 170850 h 420624"/>
                <a:gd name="connsiteX40" fmla="*/ 649224 w 649224"/>
                <a:gd name="connsiteY40" fmla="*/ 249717 h 420624"/>
                <a:gd name="connsiteX41" fmla="*/ 638937 w 649224"/>
                <a:gd name="connsiteY41" fmla="*/ 260004 h 420624"/>
                <a:gd name="connsiteX42" fmla="*/ 594160 w 649224"/>
                <a:gd name="connsiteY42" fmla="*/ 260004 h 420624"/>
                <a:gd name="connsiteX43" fmla="*/ 583787 w 649224"/>
                <a:gd name="connsiteY43" fmla="*/ 284807 h 420624"/>
                <a:gd name="connsiteX44" fmla="*/ 615534 w 649224"/>
                <a:gd name="connsiteY44" fmla="*/ 316525 h 420624"/>
                <a:gd name="connsiteX45" fmla="*/ 618534 w 649224"/>
                <a:gd name="connsiteY45" fmla="*/ 323812 h 420624"/>
                <a:gd name="connsiteX46" fmla="*/ 615534 w 649224"/>
                <a:gd name="connsiteY46" fmla="*/ 331099 h 420624"/>
                <a:gd name="connsiteX47" fmla="*/ 559756 w 649224"/>
                <a:gd name="connsiteY47" fmla="*/ 386877 h 420624"/>
                <a:gd name="connsiteX48" fmla="*/ 552469 w 649224"/>
                <a:gd name="connsiteY48" fmla="*/ 389877 h 420624"/>
                <a:gd name="connsiteX49" fmla="*/ 552469 w 649224"/>
                <a:gd name="connsiteY49" fmla="*/ 389877 h 420624"/>
                <a:gd name="connsiteX50" fmla="*/ 545182 w 649224"/>
                <a:gd name="connsiteY50" fmla="*/ 386877 h 420624"/>
                <a:gd name="connsiteX51" fmla="*/ 513550 w 649224"/>
                <a:gd name="connsiteY51" fmla="*/ 355187 h 420624"/>
                <a:gd name="connsiteX52" fmla="*/ 488661 w 649224"/>
                <a:gd name="connsiteY52" fmla="*/ 365389 h 420624"/>
                <a:gd name="connsiteX53" fmla="*/ 488661 w 649224"/>
                <a:gd name="connsiteY53" fmla="*/ 410337 h 420624"/>
                <a:gd name="connsiteX54" fmla="*/ 478345 w 649224"/>
                <a:gd name="connsiteY54" fmla="*/ 420624 h 420624"/>
                <a:gd name="connsiteX55" fmla="*/ 409766 w 649224"/>
                <a:gd name="connsiteY55" fmla="*/ 400050 h 420624"/>
                <a:gd name="connsiteX56" fmla="*/ 468059 w 649224"/>
                <a:gd name="connsiteY56" fmla="*/ 400050 h 420624"/>
                <a:gd name="connsiteX57" fmla="*/ 468059 w 649224"/>
                <a:gd name="connsiteY57" fmla="*/ 358559 h 420624"/>
                <a:gd name="connsiteX58" fmla="*/ 474459 w 649224"/>
                <a:gd name="connsiteY58" fmla="*/ 349044 h 420624"/>
                <a:gd name="connsiteX59" fmla="*/ 512064 w 649224"/>
                <a:gd name="connsiteY59" fmla="*/ 333613 h 420624"/>
                <a:gd name="connsiteX60" fmla="*/ 523265 w 649224"/>
                <a:gd name="connsiteY60" fmla="*/ 335842 h 420624"/>
                <a:gd name="connsiteX61" fmla="*/ 552469 w 649224"/>
                <a:gd name="connsiteY61" fmla="*/ 365103 h 420624"/>
                <a:gd name="connsiteX62" fmla="*/ 593703 w 649224"/>
                <a:gd name="connsiteY62" fmla="*/ 323869 h 420624"/>
                <a:gd name="connsiteX63" fmla="*/ 564328 w 649224"/>
                <a:gd name="connsiteY63" fmla="*/ 294551 h 420624"/>
                <a:gd name="connsiteX64" fmla="*/ 562127 w 649224"/>
                <a:gd name="connsiteY64" fmla="*/ 283293 h 420624"/>
                <a:gd name="connsiteX65" fmla="*/ 577844 w 649224"/>
                <a:gd name="connsiteY65" fmla="*/ 245802 h 420624"/>
                <a:gd name="connsiteX66" fmla="*/ 587331 w 649224"/>
                <a:gd name="connsiteY66" fmla="*/ 239459 h 420624"/>
                <a:gd name="connsiteX67" fmla="*/ 628650 w 649224"/>
                <a:gd name="connsiteY67" fmla="*/ 239459 h 420624"/>
                <a:gd name="connsiteX68" fmla="*/ 628650 w 649224"/>
                <a:gd name="connsiteY68" fmla="*/ 181166 h 420624"/>
                <a:gd name="connsiteX69" fmla="*/ 587159 w 649224"/>
                <a:gd name="connsiteY69" fmla="*/ 181166 h 420624"/>
                <a:gd name="connsiteX70" fmla="*/ 577644 w 649224"/>
                <a:gd name="connsiteY70" fmla="*/ 174793 h 420624"/>
                <a:gd name="connsiteX71" fmla="*/ 562213 w 649224"/>
                <a:gd name="connsiteY71" fmla="*/ 137189 h 420624"/>
                <a:gd name="connsiteX72" fmla="*/ 564442 w 649224"/>
                <a:gd name="connsiteY72" fmla="*/ 126016 h 420624"/>
                <a:gd name="connsiteX73" fmla="*/ 593703 w 649224"/>
                <a:gd name="connsiteY73" fmla="*/ 96784 h 420624"/>
                <a:gd name="connsiteX74" fmla="*/ 552469 w 649224"/>
                <a:gd name="connsiteY74" fmla="*/ 55550 h 420624"/>
                <a:gd name="connsiteX75" fmla="*/ 523151 w 649224"/>
                <a:gd name="connsiteY75" fmla="*/ 84896 h 420624"/>
                <a:gd name="connsiteX76" fmla="*/ 511893 w 649224"/>
                <a:gd name="connsiteY76" fmla="*/ 87125 h 420624"/>
                <a:gd name="connsiteX77" fmla="*/ 474402 w 649224"/>
                <a:gd name="connsiteY77" fmla="*/ 71438 h 420624"/>
                <a:gd name="connsiteX78" fmla="*/ 468059 w 649224"/>
                <a:gd name="connsiteY78" fmla="*/ 61951 h 420624"/>
                <a:gd name="connsiteX79" fmla="*/ 468059 w 649224"/>
                <a:gd name="connsiteY79" fmla="*/ 20574 h 420624"/>
                <a:gd name="connsiteX80" fmla="*/ 409766 w 649224"/>
                <a:gd name="connsiteY80" fmla="*/ 20574 h 420624"/>
                <a:gd name="connsiteX81" fmla="*/ 409766 w 649224"/>
                <a:gd name="connsiteY81" fmla="*/ 62065 h 420624"/>
                <a:gd name="connsiteX82" fmla="*/ 403393 w 649224"/>
                <a:gd name="connsiteY82" fmla="*/ 71580 h 420624"/>
                <a:gd name="connsiteX83" fmla="*/ 365789 w 649224"/>
                <a:gd name="connsiteY83" fmla="*/ 87011 h 420624"/>
                <a:gd name="connsiteX84" fmla="*/ 354616 w 649224"/>
                <a:gd name="connsiteY84" fmla="*/ 84753 h 420624"/>
                <a:gd name="connsiteX85" fmla="*/ 325384 w 649224"/>
                <a:gd name="connsiteY85" fmla="*/ 55521 h 420624"/>
                <a:gd name="connsiteX86" fmla="*/ 284178 w 649224"/>
                <a:gd name="connsiteY86" fmla="*/ 96755 h 420624"/>
                <a:gd name="connsiteX87" fmla="*/ 313525 w 649224"/>
                <a:gd name="connsiteY87" fmla="*/ 126130 h 420624"/>
                <a:gd name="connsiteX88" fmla="*/ 315725 w 649224"/>
                <a:gd name="connsiteY88" fmla="*/ 137389 h 420624"/>
                <a:gd name="connsiteX89" fmla="*/ 300038 w 649224"/>
                <a:gd name="connsiteY89" fmla="*/ 174879 h 420624"/>
                <a:gd name="connsiteX90" fmla="*/ 290551 w 649224"/>
                <a:gd name="connsiteY90" fmla="*/ 181194 h 420624"/>
                <a:gd name="connsiteX91" fmla="*/ 249174 w 649224"/>
                <a:gd name="connsiteY91" fmla="*/ 181194 h 420624"/>
                <a:gd name="connsiteX92" fmla="*/ 249174 w 649224"/>
                <a:gd name="connsiteY92" fmla="*/ 239487 h 420624"/>
                <a:gd name="connsiteX93" fmla="*/ 290665 w 649224"/>
                <a:gd name="connsiteY93" fmla="*/ 239487 h 420624"/>
                <a:gd name="connsiteX94" fmla="*/ 300180 w 649224"/>
                <a:gd name="connsiteY94" fmla="*/ 245888 h 420624"/>
                <a:gd name="connsiteX95" fmla="*/ 315611 w 649224"/>
                <a:gd name="connsiteY95" fmla="*/ 283493 h 420624"/>
                <a:gd name="connsiteX96" fmla="*/ 313353 w 649224"/>
                <a:gd name="connsiteY96" fmla="*/ 294694 h 420624"/>
                <a:gd name="connsiteX97" fmla="*/ 284150 w 649224"/>
                <a:gd name="connsiteY97" fmla="*/ 323898 h 420624"/>
                <a:gd name="connsiteX98" fmla="*/ 325355 w 649224"/>
                <a:gd name="connsiteY98" fmla="*/ 365131 h 420624"/>
                <a:gd name="connsiteX99" fmla="*/ 354730 w 649224"/>
                <a:gd name="connsiteY99" fmla="*/ 335756 h 420624"/>
                <a:gd name="connsiteX100" fmla="*/ 365989 w 649224"/>
                <a:gd name="connsiteY100" fmla="*/ 333556 h 420624"/>
                <a:gd name="connsiteX101" fmla="*/ 403479 w 649224"/>
                <a:gd name="connsiteY101" fmla="*/ 349272 h 420624"/>
                <a:gd name="connsiteX102" fmla="*/ 409794 w 649224"/>
                <a:gd name="connsiteY102" fmla="*/ 358759 h 420624"/>
                <a:gd name="connsiteX103" fmla="*/ 409766 w 649224"/>
                <a:gd name="connsiteY103" fmla="*/ 400050 h 420624"/>
                <a:gd name="connsiteX104" fmla="*/ 409766 w 649224"/>
                <a:gd name="connsiteY104" fmla="*/ 400050 h 420624"/>
                <a:gd name="connsiteX105" fmla="*/ 438912 w 649224"/>
                <a:gd name="connsiteY105" fmla="*/ 306324 h 420624"/>
                <a:gd name="connsiteX106" fmla="*/ 342900 w 649224"/>
                <a:gd name="connsiteY106" fmla="*/ 210312 h 420624"/>
                <a:gd name="connsiteX107" fmla="*/ 438912 w 649224"/>
                <a:gd name="connsiteY107" fmla="*/ 114300 h 420624"/>
                <a:gd name="connsiteX108" fmla="*/ 534924 w 649224"/>
                <a:gd name="connsiteY108" fmla="*/ 210312 h 420624"/>
                <a:gd name="connsiteX109" fmla="*/ 438912 w 649224"/>
                <a:gd name="connsiteY109" fmla="*/ 306324 h 420624"/>
                <a:gd name="connsiteX110" fmla="*/ 438912 w 649224"/>
                <a:gd name="connsiteY110" fmla="*/ 134874 h 420624"/>
                <a:gd name="connsiteX111" fmla="*/ 363474 w 649224"/>
                <a:gd name="connsiteY111" fmla="*/ 210312 h 420624"/>
                <a:gd name="connsiteX112" fmla="*/ 438912 w 649224"/>
                <a:gd name="connsiteY112" fmla="*/ 285750 h 420624"/>
                <a:gd name="connsiteX113" fmla="*/ 514350 w 649224"/>
                <a:gd name="connsiteY113" fmla="*/ 210312 h 420624"/>
                <a:gd name="connsiteX114" fmla="*/ 438912 w 649224"/>
                <a:gd name="connsiteY114" fmla="*/ 134874 h 420624"/>
                <a:gd name="connsiteX115" fmla="*/ 20574 w 649224"/>
                <a:gd name="connsiteY115" fmla="*/ 210312 h 420624"/>
                <a:gd name="connsiteX116" fmla="*/ 0 w 649224"/>
                <a:gd name="connsiteY116" fmla="*/ 210312 h 420624"/>
                <a:gd name="connsiteX117" fmla="*/ 20574 w 649224"/>
                <a:gd name="connsiteY117" fmla="*/ 210312 h 420624"/>
                <a:gd name="connsiteX0" fmla="*/ 249745 w 420624"/>
                <a:gd name="connsiteY0" fmla="*/ 420624 h 420624"/>
                <a:gd name="connsiteX1" fmla="*/ 170879 w 420624"/>
                <a:gd name="connsiteY1" fmla="*/ 420624 h 420624"/>
                <a:gd name="connsiteX2" fmla="*/ 160592 w 420624"/>
                <a:gd name="connsiteY2" fmla="*/ 410337 h 420624"/>
                <a:gd name="connsiteX3" fmla="*/ 160592 w 420624"/>
                <a:gd name="connsiteY3" fmla="*/ 365560 h 420624"/>
                <a:gd name="connsiteX4" fmla="*/ 135760 w 420624"/>
                <a:gd name="connsiteY4" fmla="*/ 355187 h 420624"/>
                <a:gd name="connsiteX5" fmla="*/ 104013 w 420624"/>
                <a:gd name="connsiteY5" fmla="*/ 386934 h 420624"/>
                <a:gd name="connsiteX6" fmla="*/ 96755 w 420624"/>
                <a:gd name="connsiteY6" fmla="*/ 389934 h 420624"/>
                <a:gd name="connsiteX7" fmla="*/ 96755 w 420624"/>
                <a:gd name="connsiteY7" fmla="*/ 389934 h 420624"/>
                <a:gd name="connsiteX8" fmla="*/ 89497 w 420624"/>
                <a:gd name="connsiteY8" fmla="*/ 386934 h 420624"/>
                <a:gd name="connsiteX9" fmla="*/ 33719 w 420624"/>
                <a:gd name="connsiteY9" fmla="*/ 331156 h 420624"/>
                <a:gd name="connsiteX10" fmla="*/ 33719 w 420624"/>
                <a:gd name="connsiteY10" fmla="*/ 316582 h 420624"/>
                <a:gd name="connsiteX11" fmla="*/ 65380 w 420624"/>
                <a:gd name="connsiteY11" fmla="*/ 284950 h 420624"/>
                <a:gd name="connsiteX12" fmla="*/ 55178 w 420624"/>
                <a:gd name="connsiteY12" fmla="*/ 260061 h 420624"/>
                <a:gd name="connsiteX13" fmla="*/ 10287 w 420624"/>
                <a:gd name="connsiteY13" fmla="*/ 260061 h 420624"/>
                <a:gd name="connsiteX14" fmla="*/ 0 w 420624"/>
                <a:gd name="connsiteY14" fmla="*/ 249774 h 420624"/>
                <a:gd name="connsiteX15" fmla="*/ 0 w 420624"/>
                <a:gd name="connsiteY15" fmla="*/ 170907 h 420624"/>
                <a:gd name="connsiteX16" fmla="*/ 10287 w 420624"/>
                <a:gd name="connsiteY16" fmla="*/ 160620 h 420624"/>
                <a:gd name="connsiteX17" fmla="*/ 55064 w 420624"/>
                <a:gd name="connsiteY17" fmla="*/ 160620 h 420624"/>
                <a:gd name="connsiteX18" fmla="*/ 65437 w 420624"/>
                <a:gd name="connsiteY18" fmla="*/ 135788 h 420624"/>
                <a:gd name="connsiteX19" fmla="*/ 33719 w 420624"/>
                <a:gd name="connsiteY19" fmla="*/ 104013 h 420624"/>
                <a:gd name="connsiteX20" fmla="*/ 33719 w 420624"/>
                <a:gd name="connsiteY20" fmla="*/ 89468 h 420624"/>
                <a:gd name="connsiteX21" fmla="*/ 89468 w 420624"/>
                <a:gd name="connsiteY21" fmla="*/ 33690 h 420624"/>
                <a:gd name="connsiteX22" fmla="*/ 104013 w 420624"/>
                <a:gd name="connsiteY22" fmla="*/ 33690 h 420624"/>
                <a:gd name="connsiteX23" fmla="*/ 135674 w 420624"/>
                <a:gd name="connsiteY23" fmla="*/ 65380 h 420624"/>
                <a:gd name="connsiteX24" fmla="*/ 160592 w 420624"/>
                <a:gd name="connsiteY24" fmla="*/ 55178 h 420624"/>
                <a:gd name="connsiteX25" fmla="*/ 160592 w 420624"/>
                <a:gd name="connsiteY25" fmla="*/ 10287 h 420624"/>
                <a:gd name="connsiteX26" fmla="*/ 170879 w 420624"/>
                <a:gd name="connsiteY26" fmla="*/ 0 h 420624"/>
                <a:gd name="connsiteX27" fmla="*/ 249745 w 420624"/>
                <a:gd name="connsiteY27" fmla="*/ 0 h 420624"/>
                <a:gd name="connsiteX28" fmla="*/ 260033 w 420624"/>
                <a:gd name="connsiteY28" fmla="*/ 10287 h 420624"/>
                <a:gd name="connsiteX29" fmla="*/ 260033 w 420624"/>
                <a:gd name="connsiteY29" fmla="*/ 55064 h 420624"/>
                <a:gd name="connsiteX30" fmla="*/ 284836 w 420624"/>
                <a:gd name="connsiteY30" fmla="*/ 65437 h 420624"/>
                <a:gd name="connsiteX31" fmla="*/ 316554 w 420624"/>
                <a:gd name="connsiteY31" fmla="*/ 33690 h 420624"/>
                <a:gd name="connsiteX32" fmla="*/ 331127 w 420624"/>
                <a:gd name="connsiteY32" fmla="*/ 33690 h 420624"/>
                <a:gd name="connsiteX33" fmla="*/ 386906 w 420624"/>
                <a:gd name="connsiteY33" fmla="*/ 89468 h 420624"/>
                <a:gd name="connsiteX34" fmla="*/ 389906 w 420624"/>
                <a:gd name="connsiteY34" fmla="*/ 96726 h 420624"/>
                <a:gd name="connsiteX35" fmla="*/ 386906 w 420624"/>
                <a:gd name="connsiteY35" fmla="*/ 103984 h 420624"/>
                <a:gd name="connsiteX36" fmla="*/ 355216 w 420624"/>
                <a:gd name="connsiteY36" fmla="*/ 135646 h 420624"/>
                <a:gd name="connsiteX37" fmla="*/ 365417 w 420624"/>
                <a:gd name="connsiteY37" fmla="*/ 160563 h 420624"/>
                <a:gd name="connsiteX38" fmla="*/ 410337 w 420624"/>
                <a:gd name="connsiteY38" fmla="*/ 160563 h 420624"/>
                <a:gd name="connsiteX39" fmla="*/ 420624 w 420624"/>
                <a:gd name="connsiteY39" fmla="*/ 170850 h 420624"/>
                <a:gd name="connsiteX40" fmla="*/ 420624 w 420624"/>
                <a:gd name="connsiteY40" fmla="*/ 249717 h 420624"/>
                <a:gd name="connsiteX41" fmla="*/ 410337 w 420624"/>
                <a:gd name="connsiteY41" fmla="*/ 260004 h 420624"/>
                <a:gd name="connsiteX42" fmla="*/ 365560 w 420624"/>
                <a:gd name="connsiteY42" fmla="*/ 260004 h 420624"/>
                <a:gd name="connsiteX43" fmla="*/ 355187 w 420624"/>
                <a:gd name="connsiteY43" fmla="*/ 284807 h 420624"/>
                <a:gd name="connsiteX44" fmla="*/ 386934 w 420624"/>
                <a:gd name="connsiteY44" fmla="*/ 316525 h 420624"/>
                <a:gd name="connsiteX45" fmla="*/ 389934 w 420624"/>
                <a:gd name="connsiteY45" fmla="*/ 323812 h 420624"/>
                <a:gd name="connsiteX46" fmla="*/ 386934 w 420624"/>
                <a:gd name="connsiteY46" fmla="*/ 331099 h 420624"/>
                <a:gd name="connsiteX47" fmla="*/ 331156 w 420624"/>
                <a:gd name="connsiteY47" fmla="*/ 386877 h 420624"/>
                <a:gd name="connsiteX48" fmla="*/ 323869 w 420624"/>
                <a:gd name="connsiteY48" fmla="*/ 389877 h 420624"/>
                <a:gd name="connsiteX49" fmla="*/ 323869 w 420624"/>
                <a:gd name="connsiteY49" fmla="*/ 389877 h 420624"/>
                <a:gd name="connsiteX50" fmla="*/ 316582 w 420624"/>
                <a:gd name="connsiteY50" fmla="*/ 386877 h 420624"/>
                <a:gd name="connsiteX51" fmla="*/ 284950 w 420624"/>
                <a:gd name="connsiteY51" fmla="*/ 355187 h 420624"/>
                <a:gd name="connsiteX52" fmla="*/ 260061 w 420624"/>
                <a:gd name="connsiteY52" fmla="*/ 365389 h 420624"/>
                <a:gd name="connsiteX53" fmla="*/ 260061 w 420624"/>
                <a:gd name="connsiteY53" fmla="*/ 410337 h 420624"/>
                <a:gd name="connsiteX54" fmla="*/ 249745 w 420624"/>
                <a:gd name="connsiteY54" fmla="*/ 420624 h 420624"/>
                <a:gd name="connsiteX55" fmla="*/ 181166 w 420624"/>
                <a:gd name="connsiteY55" fmla="*/ 400050 h 420624"/>
                <a:gd name="connsiteX56" fmla="*/ 239459 w 420624"/>
                <a:gd name="connsiteY56" fmla="*/ 400050 h 420624"/>
                <a:gd name="connsiteX57" fmla="*/ 239459 w 420624"/>
                <a:gd name="connsiteY57" fmla="*/ 358559 h 420624"/>
                <a:gd name="connsiteX58" fmla="*/ 245859 w 420624"/>
                <a:gd name="connsiteY58" fmla="*/ 349044 h 420624"/>
                <a:gd name="connsiteX59" fmla="*/ 283464 w 420624"/>
                <a:gd name="connsiteY59" fmla="*/ 333613 h 420624"/>
                <a:gd name="connsiteX60" fmla="*/ 294665 w 420624"/>
                <a:gd name="connsiteY60" fmla="*/ 335842 h 420624"/>
                <a:gd name="connsiteX61" fmla="*/ 323869 w 420624"/>
                <a:gd name="connsiteY61" fmla="*/ 365103 h 420624"/>
                <a:gd name="connsiteX62" fmla="*/ 365103 w 420624"/>
                <a:gd name="connsiteY62" fmla="*/ 323869 h 420624"/>
                <a:gd name="connsiteX63" fmla="*/ 335728 w 420624"/>
                <a:gd name="connsiteY63" fmla="*/ 294551 h 420624"/>
                <a:gd name="connsiteX64" fmla="*/ 333527 w 420624"/>
                <a:gd name="connsiteY64" fmla="*/ 283293 h 420624"/>
                <a:gd name="connsiteX65" fmla="*/ 349244 w 420624"/>
                <a:gd name="connsiteY65" fmla="*/ 245802 h 420624"/>
                <a:gd name="connsiteX66" fmla="*/ 358731 w 420624"/>
                <a:gd name="connsiteY66" fmla="*/ 239459 h 420624"/>
                <a:gd name="connsiteX67" fmla="*/ 400050 w 420624"/>
                <a:gd name="connsiteY67" fmla="*/ 239459 h 420624"/>
                <a:gd name="connsiteX68" fmla="*/ 400050 w 420624"/>
                <a:gd name="connsiteY68" fmla="*/ 181166 h 420624"/>
                <a:gd name="connsiteX69" fmla="*/ 358559 w 420624"/>
                <a:gd name="connsiteY69" fmla="*/ 181166 h 420624"/>
                <a:gd name="connsiteX70" fmla="*/ 349044 w 420624"/>
                <a:gd name="connsiteY70" fmla="*/ 174793 h 420624"/>
                <a:gd name="connsiteX71" fmla="*/ 333613 w 420624"/>
                <a:gd name="connsiteY71" fmla="*/ 137189 h 420624"/>
                <a:gd name="connsiteX72" fmla="*/ 335842 w 420624"/>
                <a:gd name="connsiteY72" fmla="*/ 126016 h 420624"/>
                <a:gd name="connsiteX73" fmla="*/ 365103 w 420624"/>
                <a:gd name="connsiteY73" fmla="*/ 96784 h 420624"/>
                <a:gd name="connsiteX74" fmla="*/ 323869 w 420624"/>
                <a:gd name="connsiteY74" fmla="*/ 55550 h 420624"/>
                <a:gd name="connsiteX75" fmla="*/ 294551 w 420624"/>
                <a:gd name="connsiteY75" fmla="*/ 84896 h 420624"/>
                <a:gd name="connsiteX76" fmla="*/ 283293 w 420624"/>
                <a:gd name="connsiteY76" fmla="*/ 87125 h 420624"/>
                <a:gd name="connsiteX77" fmla="*/ 245802 w 420624"/>
                <a:gd name="connsiteY77" fmla="*/ 71438 h 420624"/>
                <a:gd name="connsiteX78" fmla="*/ 239459 w 420624"/>
                <a:gd name="connsiteY78" fmla="*/ 61951 h 420624"/>
                <a:gd name="connsiteX79" fmla="*/ 239459 w 420624"/>
                <a:gd name="connsiteY79" fmla="*/ 20574 h 420624"/>
                <a:gd name="connsiteX80" fmla="*/ 181166 w 420624"/>
                <a:gd name="connsiteY80" fmla="*/ 20574 h 420624"/>
                <a:gd name="connsiteX81" fmla="*/ 181166 w 420624"/>
                <a:gd name="connsiteY81" fmla="*/ 62065 h 420624"/>
                <a:gd name="connsiteX82" fmla="*/ 174793 w 420624"/>
                <a:gd name="connsiteY82" fmla="*/ 71580 h 420624"/>
                <a:gd name="connsiteX83" fmla="*/ 137189 w 420624"/>
                <a:gd name="connsiteY83" fmla="*/ 87011 h 420624"/>
                <a:gd name="connsiteX84" fmla="*/ 126016 w 420624"/>
                <a:gd name="connsiteY84" fmla="*/ 84753 h 420624"/>
                <a:gd name="connsiteX85" fmla="*/ 96784 w 420624"/>
                <a:gd name="connsiteY85" fmla="*/ 55521 h 420624"/>
                <a:gd name="connsiteX86" fmla="*/ 55578 w 420624"/>
                <a:gd name="connsiteY86" fmla="*/ 96755 h 420624"/>
                <a:gd name="connsiteX87" fmla="*/ 84925 w 420624"/>
                <a:gd name="connsiteY87" fmla="*/ 126130 h 420624"/>
                <a:gd name="connsiteX88" fmla="*/ 87125 w 420624"/>
                <a:gd name="connsiteY88" fmla="*/ 137389 h 420624"/>
                <a:gd name="connsiteX89" fmla="*/ 71438 w 420624"/>
                <a:gd name="connsiteY89" fmla="*/ 174879 h 420624"/>
                <a:gd name="connsiteX90" fmla="*/ 61951 w 420624"/>
                <a:gd name="connsiteY90" fmla="*/ 181194 h 420624"/>
                <a:gd name="connsiteX91" fmla="*/ 20574 w 420624"/>
                <a:gd name="connsiteY91" fmla="*/ 181194 h 420624"/>
                <a:gd name="connsiteX92" fmla="*/ 20574 w 420624"/>
                <a:gd name="connsiteY92" fmla="*/ 239487 h 420624"/>
                <a:gd name="connsiteX93" fmla="*/ 62065 w 420624"/>
                <a:gd name="connsiteY93" fmla="*/ 239487 h 420624"/>
                <a:gd name="connsiteX94" fmla="*/ 71580 w 420624"/>
                <a:gd name="connsiteY94" fmla="*/ 245888 h 420624"/>
                <a:gd name="connsiteX95" fmla="*/ 87011 w 420624"/>
                <a:gd name="connsiteY95" fmla="*/ 283493 h 420624"/>
                <a:gd name="connsiteX96" fmla="*/ 84753 w 420624"/>
                <a:gd name="connsiteY96" fmla="*/ 294694 h 420624"/>
                <a:gd name="connsiteX97" fmla="*/ 55550 w 420624"/>
                <a:gd name="connsiteY97" fmla="*/ 323898 h 420624"/>
                <a:gd name="connsiteX98" fmla="*/ 96755 w 420624"/>
                <a:gd name="connsiteY98" fmla="*/ 365131 h 420624"/>
                <a:gd name="connsiteX99" fmla="*/ 126130 w 420624"/>
                <a:gd name="connsiteY99" fmla="*/ 335756 h 420624"/>
                <a:gd name="connsiteX100" fmla="*/ 137389 w 420624"/>
                <a:gd name="connsiteY100" fmla="*/ 333556 h 420624"/>
                <a:gd name="connsiteX101" fmla="*/ 174879 w 420624"/>
                <a:gd name="connsiteY101" fmla="*/ 349272 h 420624"/>
                <a:gd name="connsiteX102" fmla="*/ 181194 w 420624"/>
                <a:gd name="connsiteY102" fmla="*/ 358759 h 420624"/>
                <a:gd name="connsiteX103" fmla="*/ 181166 w 420624"/>
                <a:gd name="connsiteY103" fmla="*/ 400050 h 420624"/>
                <a:gd name="connsiteX104" fmla="*/ 181166 w 420624"/>
                <a:gd name="connsiteY104" fmla="*/ 400050 h 420624"/>
                <a:gd name="connsiteX105" fmla="*/ 210312 w 420624"/>
                <a:gd name="connsiteY105" fmla="*/ 306324 h 420624"/>
                <a:gd name="connsiteX106" fmla="*/ 114300 w 420624"/>
                <a:gd name="connsiteY106" fmla="*/ 210312 h 420624"/>
                <a:gd name="connsiteX107" fmla="*/ 210312 w 420624"/>
                <a:gd name="connsiteY107" fmla="*/ 114300 h 420624"/>
                <a:gd name="connsiteX108" fmla="*/ 306324 w 420624"/>
                <a:gd name="connsiteY108" fmla="*/ 210312 h 420624"/>
                <a:gd name="connsiteX109" fmla="*/ 210312 w 420624"/>
                <a:gd name="connsiteY109" fmla="*/ 306324 h 420624"/>
                <a:gd name="connsiteX110" fmla="*/ 210312 w 420624"/>
                <a:gd name="connsiteY110" fmla="*/ 134874 h 420624"/>
                <a:gd name="connsiteX111" fmla="*/ 134874 w 420624"/>
                <a:gd name="connsiteY111" fmla="*/ 210312 h 420624"/>
                <a:gd name="connsiteX112" fmla="*/ 210312 w 420624"/>
                <a:gd name="connsiteY112" fmla="*/ 285750 h 420624"/>
                <a:gd name="connsiteX113" fmla="*/ 285750 w 420624"/>
                <a:gd name="connsiteY113" fmla="*/ 210312 h 420624"/>
                <a:gd name="connsiteX114" fmla="*/ 210312 w 420624"/>
                <a:gd name="connsiteY114" fmla="*/ 134874 h 42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420624" h="420624">
                  <a:moveTo>
                    <a:pt x="249745" y="420624"/>
                  </a:moveTo>
                  <a:lnTo>
                    <a:pt x="170879" y="420624"/>
                  </a:lnTo>
                  <a:cubicBezTo>
                    <a:pt x="165192" y="420624"/>
                    <a:pt x="160592" y="416023"/>
                    <a:pt x="160592" y="410337"/>
                  </a:cubicBezTo>
                  <a:lnTo>
                    <a:pt x="160592" y="365560"/>
                  </a:lnTo>
                  <a:lnTo>
                    <a:pt x="135760" y="355187"/>
                  </a:lnTo>
                  <a:lnTo>
                    <a:pt x="104013" y="386934"/>
                  </a:lnTo>
                  <a:cubicBezTo>
                    <a:pt x="102098" y="388849"/>
                    <a:pt x="99470" y="389934"/>
                    <a:pt x="96755" y="389934"/>
                  </a:cubicBezTo>
                  <a:lnTo>
                    <a:pt x="96755" y="389934"/>
                  </a:lnTo>
                  <a:cubicBezTo>
                    <a:pt x="94012" y="389934"/>
                    <a:pt x="91411" y="388849"/>
                    <a:pt x="89497" y="386934"/>
                  </a:cubicBezTo>
                  <a:lnTo>
                    <a:pt x="33719" y="331156"/>
                  </a:lnTo>
                  <a:cubicBezTo>
                    <a:pt x="29689" y="327127"/>
                    <a:pt x="29689" y="320612"/>
                    <a:pt x="33719" y="316582"/>
                  </a:cubicBezTo>
                  <a:lnTo>
                    <a:pt x="65380" y="284950"/>
                  </a:lnTo>
                  <a:lnTo>
                    <a:pt x="55178" y="260061"/>
                  </a:lnTo>
                  <a:lnTo>
                    <a:pt x="10287" y="260061"/>
                  </a:lnTo>
                  <a:cubicBezTo>
                    <a:pt x="4601" y="260061"/>
                    <a:pt x="0" y="255461"/>
                    <a:pt x="0" y="249774"/>
                  </a:cubicBezTo>
                  <a:lnTo>
                    <a:pt x="0" y="170907"/>
                  </a:lnTo>
                  <a:cubicBezTo>
                    <a:pt x="0" y="165221"/>
                    <a:pt x="4601" y="160620"/>
                    <a:pt x="10287" y="160620"/>
                  </a:cubicBezTo>
                  <a:lnTo>
                    <a:pt x="55064" y="160620"/>
                  </a:lnTo>
                  <a:lnTo>
                    <a:pt x="65437" y="135788"/>
                  </a:lnTo>
                  <a:lnTo>
                    <a:pt x="33719" y="104013"/>
                  </a:lnTo>
                  <a:cubicBezTo>
                    <a:pt x="29718" y="99984"/>
                    <a:pt x="29718" y="93497"/>
                    <a:pt x="33719" y="89468"/>
                  </a:cubicBezTo>
                  <a:lnTo>
                    <a:pt x="89468" y="33690"/>
                  </a:lnTo>
                  <a:cubicBezTo>
                    <a:pt x="93326" y="29804"/>
                    <a:pt x="100155" y="29804"/>
                    <a:pt x="104013" y="33690"/>
                  </a:cubicBezTo>
                  <a:lnTo>
                    <a:pt x="135674" y="65380"/>
                  </a:lnTo>
                  <a:lnTo>
                    <a:pt x="160592" y="55178"/>
                  </a:lnTo>
                  <a:lnTo>
                    <a:pt x="160592" y="10287"/>
                  </a:lnTo>
                  <a:cubicBezTo>
                    <a:pt x="160592" y="4601"/>
                    <a:pt x="165192" y="0"/>
                    <a:pt x="170879" y="0"/>
                  </a:cubicBezTo>
                  <a:lnTo>
                    <a:pt x="249745" y="0"/>
                  </a:lnTo>
                  <a:cubicBezTo>
                    <a:pt x="255432" y="0"/>
                    <a:pt x="260033" y="4601"/>
                    <a:pt x="260033" y="10287"/>
                  </a:cubicBezTo>
                  <a:lnTo>
                    <a:pt x="260033" y="55064"/>
                  </a:lnTo>
                  <a:lnTo>
                    <a:pt x="284836" y="65437"/>
                  </a:lnTo>
                  <a:lnTo>
                    <a:pt x="316554" y="33690"/>
                  </a:lnTo>
                  <a:cubicBezTo>
                    <a:pt x="320412" y="29832"/>
                    <a:pt x="327270" y="29804"/>
                    <a:pt x="331127" y="33690"/>
                  </a:cubicBezTo>
                  <a:lnTo>
                    <a:pt x="386906" y="89468"/>
                  </a:lnTo>
                  <a:cubicBezTo>
                    <a:pt x="388820" y="91383"/>
                    <a:pt x="389906" y="94012"/>
                    <a:pt x="389906" y="96726"/>
                  </a:cubicBezTo>
                  <a:cubicBezTo>
                    <a:pt x="389906" y="99470"/>
                    <a:pt x="388820" y="102070"/>
                    <a:pt x="386906" y="103984"/>
                  </a:cubicBezTo>
                  <a:lnTo>
                    <a:pt x="355216" y="135646"/>
                  </a:lnTo>
                  <a:lnTo>
                    <a:pt x="365417" y="160563"/>
                  </a:lnTo>
                  <a:lnTo>
                    <a:pt x="410337" y="160563"/>
                  </a:lnTo>
                  <a:cubicBezTo>
                    <a:pt x="416023" y="160563"/>
                    <a:pt x="420624" y="165164"/>
                    <a:pt x="420624" y="170850"/>
                  </a:cubicBezTo>
                  <a:lnTo>
                    <a:pt x="420624" y="249717"/>
                  </a:lnTo>
                  <a:cubicBezTo>
                    <a:pt x="420624" y="255403"/>
                    <a:pt x="416023" y="260004"/>
                    <a:pt x="410337" y="260004"/>
                  </a:cubicBezTo>
                  <a:lnTo>
                    <a:pt x="365560" y="260004"/>
                  </a:lnTo>
                  <a:lnTo>
                    <a:pt x="355187" y="284807"/>
                  </a:lnTo>
                  <a:lnTo>
                    <a:pt x="386934" y="316525"/>
                  </a:lnTo>
                  <a:cubicBezTo>
                    <a:pt x="388849" y="318440"/>
                    <a:pt x="389934" y="321069"/>
                    <a:pt x="389934" y="323812"/>
                  </a:cubicBezTo>
                  <a:cubicBezTo>
                    <a:pt x="389934" y="326555"/>
                    <a:pt x="388849" y="329184"/>
                    <a:pt x="386934" y="331099"/>
                  </a:cubicBezTo>
                  <a:lnTo>
                    <a:pt x="331156" y="386877"/>
                  </a:lnTo>
                  <a:cubicBezTo>
                    <a:pt x="329241" y="388791"/>
                    <a:pt x="326612" y="389877"/>
                    <a:pt x="323869" y="389877"/>
                  </a:cubicBezTo>
                  <a:lnTo>
                    <a:pt x="323869" y="389877"/>
                  </a:lnTo>
                  <a:cubicBezTo>
                    <a:pt x="321126" y="389877"/>
                    <a:pt x="318497" y="388791"/>
                    <a:pt x="316582" y="386877"/>
                  </a:cubicBezTo>
                  <a:lnTo>
                    <a:pt x="284950" y="355187"/>
                  </a:lnTo>
                  <a:lnTo>
                    <a:pt x="260061" y="365389"/>
                  </a:lnTo>
                  <a:lnTo>
                    <a:pt x="260061" y="410337"/>
                  </a:lnTo>
                  <a:cubicBezTo>
                    <a:pt x="260033" y="416023"/>
                    <a:pt x="255432" y="420624"/>
                    <a:pt x="249745" y="420624"/>
                  </a:cubicBezTo>
                  <a:close/>
                  <a:moveTo>
                    <a:pt x="181166" y="400050"/>
                  </a:moveTo>
                  <a:lnTo>
                    <a:pt x="239459" y="400050"/>
                  </a:lnTo>
                  <a:lnTo>
                    <a:pt x="239459" y="358559"/>
                  </a:lnTo>
                  <a:cubicBezTo>
                    <a:pt x="239459" y="354387"/>
                    <a:pt x="242002" y="350644"/>
                    <a:pt x="245859" y="349044"/>
                  </a:cubicBezTo>
                  <a:lnTo>
                    <a:pt x="283464" y="333613"/>
                  </a:lnTo>
                  <a:cubicBezTo>
                    <a:pt x="287293" y="331984"/>
                    <a:pt x="291694" y="332927"/>
                    <a:pt x="294665" y="335842"/>
                  </a:cubicBezTo>
                  <a:lnTo>
                    <a:pt x="323869" y="365103"/>
                  </a:lnTo>
                  <a:lnTo>
                    <a:pt x="365103" y="323869"/>
                  </a:lnTo>
                  <a:lnTo>
                    <a:pt x="335728" y="294551"/>
                  </a:lnTo>
                  <a:cubicBezTo>
                    <a:pt x="332784" y="291579"/>
                    <a:pt x="331899" y="287150"/>
                    <a:pt x="333527" y="283293"/>
                  </a:cubicBezTo>
                  <a:lnTo>
                    <a:pt x="349244" y="245802"/>
                  </a:lnTo>
                  <a:cubicBezTo>
                    <a:pt x="350844" y="241973"/>
                    <a:pt x="354587" y="239459"/>
                    <a:pt x="358731" y="239459"/>
                  </a:cubicBezTo>
                  <a:lnTo>
                    <a:pt x="400050" y="239459"/>
                  </a:lnTo>
                  <a:lnTo>
                    <a:pt x="400050" y="181166"/>
                  </a:lnTo>
                  <a:lnTo>
                    <a:pt x="358559" y="181166"/>
                  </a:lnTo>
                  <a:cubicBezTo>
                    <a:pt x="354387" y="181166"/>
                    <a:pt x="350644" y="178651"/>
                    <a:pt x="349044" y="174793"/>
                  </a:cubicBezTo>
                  <a:lnTo>
                    <a:pt x="333613" y="137189"/>
                  </a:lnTo>
                  <a:cubicBezTo>
                    <a:pt x="332042" y="133360"/>
                    <a:pt x="332927" y="128930"/>
                    <a:pt x="335842" y="126016"/>
                  </a:cubicBezTo>
                  <a:lnTo>
                    <a:pt x="365103" y="96784"/>
                  </a:lnTo>
                  <a:lnTo>
                    <a:pt x="323869" y="55550"/>
                  </a:lnTo>
                  <a:lnTo>
                    <a:pt x="294551" y="84896"/>
                  </a:lnTo>
                  <a:cubicBezTo>
                    <a:pt x="291579" y="87840"/>
                    <a:pt x="287150" y="88754"/>
                    <a:pt x="283293" y="87125"/>
                  </a:cubicBezTo>
                  <a:lnTo>
                    <a:pt x="245802" y="71438"/>
                  </a:lnTo>
                  <a:cubicBezTo>
                    <a:pt x="241973" y="69837"/>
                    <a:pt x="239459" y="66094"/>
                    <a:pt x="239459" y="61951"/>
                  </a:cubicBezTo>
                  <a:lnTo>
                    <a:pt x="239459" y="20574"/>
                  </a:lnTo>
                  <a:lnTo>
                    <a:pt x="181166" y="20574"/>
                  </a:lnTo>
                  <a:lnTo>
                    <a:pt x="181166" y="62065"/>
                  </a:lnTo>
                  <a:cubicBezTo>
                    <a:pt x="181166" y="66237"/>
                    <a:pt x="178651" y="70009"/>
                    <a:pt x="174793" y="71580"/>
                  </a:cubicBezTo>
                  <a:lnTo>
                    <a:pt x="137189" y="87011"/>
                  </a:lnTo>
                  <a:cubicBezTo>
                    <a:pt x="133331" y="88554"/>
                    <a:pt x="128959" y="87697"/>
                    <a:pt x="126016" y="84753"/>
                  </a:cubicBezTo>
                  <a:lnTo>
                    <a:pt x="96784" y="55521"/>
                  </a:lnTo>
                  <a:lnTo>
                    <a:pt x="55578" y="96755"/>
                  </a:lnTo>
                  <a:lnTo>
                    <a:pt x="84925" y="126130"/>
                  </a:lnTo>
                  <a:cubicBezTo>
                    <a:pt x="87868" y="129073"/>
                    <a:pt x="88754" y="133531"/>
                    <a:pt x="87125" y="137389"/>
                  </a:cubicBezTo>
                  <a:lnTo>
                    <a:pt x="71438" y="174879"/>
                  </a:lnTo>
                  <a:cubicBezTo>
                    <a:pt x="69837" y="178708"/>
                    <a:pt x="66094" y="181194"/>
                    <a:pt x="61951" y="181194"/>
                  </a:cubicBezTo>
                  <a:lnTo>
                    <a:pt x="20574" y="181194"/>
                  </a:lnTo>
                  <a:lnTo>
                    <a:pt x="20574" y="239487"/>
                  </a:lnTo>
                  <a:lnTo>
                    <a:pt x="62065" y="239487"/>
                  </a:lnTo>
                  <a:cubicBezTo>
                    <a:pt x="66237" y="239487"/>
                    <a:pt x="70009" y="242030"/>
                    <a:pt x="71580" y="245888"/>
                  </a:cubicBezTo>
                  <a:lnTo>
                    <a:pt x="87011" y="283493"/>
                  </a:lnTo>
                  <a:cubicBezTo>
                    <a:pt x="88583" y="287350"/>
                    <a:pt x="87697" y="291751"/>
                    <a:pt x="84753" y="294694"/>
                  </a:cubicBezTo>
                  <a:lnTo>
                    <a:pt x="55550" y="323898"/>
                  </a:lnTo>
                  <a:lnTo>
                    <a:pt x="96755" y="365131"/>
                  </a:lnTo>
                  <a:lnTo>
                    <a:pt x="126130" y="335756"/>
                  </a:lnTo>
                  <a:cubicBezTo>
                    <a:pt x="129102" y="332784"/>
                    <a:pt x="133531" y="331956"/>
                    <a:pt x="137389" y="333556"/>
                  </a:cubicBezTo>
                  <a:lnTo>
                    <a:pt x="174879" y="349272"/>
                  </a:lnTo>
                  <a:cubicBezTo>
                    <a:pt x="178708" y="350872"/>
                    <a:pt x="181194" y="354616"/>
                    <a:pt x="181194" y="358759"/>
                  </a:cubicBezTo>
                  <a:cubicBezTo>
                    <a:pt x="181185" y="372523"/>
                    <a:pt x="181175" y="386286"/>
                    <a:pt x="181166" y="400050"/>
                  </a:cubicBezTo>
                  <a:lnTo>
                    <a:pt x="181166" y="400050"/>
                  </a:lnTo>
                  <a:close/>
                  <a:moveTo>
                    <a:pt x="210312" y="306324"/>
                  </a:moveTo>
                  <a:cubicBezTo>
                    <a:pt x="157363" y="306324"/>
                    <a:pt x="114300" y="263233"/>
                    <a:pt x="114300" y="210312"/>
                  </a:cubicBezTo>
                  <a:cubicBezTo>
                    <a:pt x="114300" y="157391"/>
                    <a:pt x="157363" y="114300"/>
                    <a:pt x="210312" y="114300"/>
                  </a:cubicBezTo>
                  <a:cubicBezTo>
                    <a:pt x="263262" y="114300"/>
                    <a:pt x="306324" y="157363"/>
                    <a:pt x="306324" y="210312"/>
                  </a:cubicBezTo>
                  <a:cubicBezTo>
                    <a:pt x="306324" y="263262"/>
                    <a:pt x="263262" y="306324"/>
                    <a:pt x="210312" y="306324"/>
                  </a:cubicBezTo>
                  <a:close/>
                  <a:moveTo>
                    <a:pt x="210312" y="134874"/>
                  </a:moveTo>
                  <a:cubicBezTo>
                    <a:pt x="168707" y="134874"/>
                    <a:pt x="134874" y="168735"/>
                    <a:pt x="134874" y="210312"/>
                  </a:cubicBezTo>
                  <a:cubicBezTo>
                    <a:pt x="134874" y="251917"/>
                    <a:pt x="168735" y="285750"/>
                    <a:pt x="210312" y="285750"/>
                  </a:cubicBezTo>
                  <a:cubicBezTo>
                    <a:pt x="251917" y="285750"/>
                    <a:pt x="285750" y="251917"/>
                    <a:pt x="285750" y="210312"/>
                  </a:cubicBezTo>
                  <a:cubicBezTo>
                    <a:pt x="285750" y="168707"/>
                    <a:pt x="251917" y="134874"/>
                    <a:pt x="210312" y="134874"/>
                  </a:cubicBezTo>
                  <a:close/>
                </a:path>
              </a:pathLst>
            </a:custGeom>
            <a:solidFill>
              <a:srgbClr val="0F62FE"/>
            </a:solidFill>
            <a:ln w="28575" cap="flat">
              <a:noFill/>
              <a:prstDash val="solid"/>
              <a:miter/>
            </a:ln>
          </p:spPr>
          <p:txBody>
            <a:bodyPr rtlCol="0" anchor="ctr"/>
            <a:lstStyle/>
            <a:p>
              <a:endParaRPr lang="en-US" dirty="0"/>
            </a:p>
          </p:txBody>
        </p:sp>
        <p:grpSp>
          <p:nvGrpSpPr>
            <p:cNvPr id="30" name="Group 29">
              <a:extLst>
                <a:ext uri="{FF2B5EF4-FFF2-40B4-BE49-F238E27FC236}">
                  <a16:creationId xmlns:a16="http://schemas.microsoft.com/office/drawing/2014/main" id="{7FF318FC-EAB9-07D6-20C5-97F7857BAAFE}"/>
                </a:ext>
              </a:extLst>
            </p:cNvPr>
            <p:cNvGrpSpPr>
              <a:grpSpLocks noChangeAspect="1"/>
            </p:cNvGrpSpPr>
            <p:nvPr/>
          </p:nvGrpSpPr>
          <p:grpSpPr>
            <a:xfrm>
              <a:off x="17102055" y="9600842"/>
              <a:ext cx="3166803" cy="3296840"/>
              <a:chOff x="17069434" y="9600842"/>
              <a:chExt cx="3199424" cy="3330800"/>
            </a:xfrm>
          </p:grpSpPr>
          <p:sp>
            <p:nvSpPr>
              <p:cNvPr id="28" name="Rectangle 27">
                <a:extLst>
                  <a:ext uri="{FF2B5EF4-FFF2-40B4-BE49-F238E27FC236}">
                    <a16:creationId xmlns:a16="http://schemas.microsoft.com/office/drawing/2014/main" id="{0BE162E3-A3B8-BC8B-C891-4F6620B99DF0}"/>
                  </a:ext>
                </a:extLst>
              </p:cNvPr>
              <p:cNvSpPr/>
              <p:nvPr/>
            </p:nvSpPr>
            <p:spPr bwMode="auto">
              <a:xfrm>
                <a:off x="17069434" y="9600842"/>
                <a:ext cx="3153704" cy="2326423"/>
              </a:xfrm>
              <a:prstGeom prst="rect">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5" name="Freeform 24">
                <a:extLst>
                  <a:ext uri="{FF2B5EF4-FFF2-40B4-BE49-F238E27FC236}">
                    <a16:creationId xmlns:a16="http://schemas.microsoft.com/office/drawing/2014/main" id="{B1AD7F6A-D980-DE22-83B5-2AE9122CC5B2}"/>
                  </a:ext>
                </a:extLst>
              </p:cNvPr>
              <p:cNvSpPr>
                <a:spLocks noChangeAspect="1"/>
              </p:cNvSpPr>
              <p:nvPr/>
            </p:nvSpPr>
            <p:spPr>
              <a:xfrm>
                <a:off x="17069434" y="9600842"/>
                <a:ext cx="3199424" cy="3330800"/>
              </a:xfrm>
              <a:custGeom>
                <a:avLst/>
                <a:gdLst>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153700 w 1344473"/>
                  <a:gd name="connsiteY63" fmla="*/ 1050370 h 1337427"/>
                  <a:gd name="connsiteX64" fmla="*/ 1225431 w 1344473"/>
                  <a:gd name="connsiteY64" fmla="*/ 978595 h 1337427"/>
                  <a:gd name="connsiteX65" fmla="*/ 1225431 w 1344473"/>
                  <a:gd name="connsiteY65" fmla="*/ 803533 h 1337427"/>
                  <a:gd name="connsiteX66" fmla="*/ 1256986 w 1344473"/>
                  <a:gd name="connsiteY66" fmla="*/ 803533 h 1337427"/>
                  <a:gd name="connsiteX67" fmla="*/ 1256986 w 1344473"/>
                  <a:gd name="connsiteY67" fmla="*/ 978595 h 1337427"/>
                  <a:gd name="connsiteX68" fmla="*/ 1153744 w 1344473"/>
                  <a:gd name="connsiteY68" fmla="*/ 1081881 h 1337427"/>
                  <a:gd name="connsiteX69" fmla="*/ 1016670 w 1344473"/>
                  <a:gd name="connsiteY69" fmla="*/ 1081881 h 1337427"/>
                  <a:gd name="connsiteX70" fmla="*/ 1113567 w 1344473"/>
                  <a:gd name="connsiteY70" fmla="*/ 1178734 h 1337427"/>
                  <a:gd name="connsiteX71" fmla="*/ 1091203 w 1344473"/>
                  <a:gd name="connsiteY71" fmla="*/ 1201054 h 1337427"/>
                  <a:gd name="connsiteX72" fmla="*/ 1241187 w 1344473"/>
                  <a:gd name="connsiteY72" fmla="*/ 337869 h 1337427"/>
                  <a:gd name="connsiteX73" fmla="*/ 891064 w 1344473"/>
                  <a:gd name="connsiteY73" fmla="*/ 337869 h 1337427"/>
                  <a:gd name="connsiteX74" fmla="*/ 891064 w 1344473"/>
                  <a:gd name="connsiteY74" fmla="*/ 306358 h 1337427"/>
                  <a:gd name="connsiteX75" fmla="*/ 1241187 w 1344473"/>
                  <a:gd name="connsiteY75" fmla="*/ 306358 h 1337427"/>
                  <a:gd name="connsiteX76" fmla="*/ 1241187 w 1344473"/>
                  <a:gd name="connsiteY76" fmla="*/ 337869 h 1337427"/>
                  <a:gd name="connsiteX77" fmla="*/ 1241187 w 1344473"/>
                  <a:gd name="connsiteY77" fmla="*/ 206573 h 1337427"/>
                  <a:gd name="connsiteX78" fmla="*/ 891064 w 1344473"/>
                  <a:gd name="connsiteY78" fmla="*/ 206573 h 1337427"/>
                  <a:gd name="connsiteX79" fmla="*/ 891064 w 1344473"/>
                  <a:gd name="connsiteY79" fmla="*/ 175062 h 1337427"/>
                  <a:gd name="connsiteX80" fmla="*/ 1241187 w 1344473"/>
                  <a:gd name="connsiteY80" fmla="*/ 175062 h 1337427"/>
                  <a:gd name="connsiteX81" fmla="*/ 1241187 w 1344473"/>
                  <a:gd name="connsiteY81"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153700 w 1344473"/>
                  <a:gd name="connsiteY63" fmla="*/ 1050370 h 1337427"/>
                  <a:gd name="connsiteX64" fmla="*/ 1225431 w 1344473"/>
                  <a:gd name="connsiteY64" fmla="*/ 978595 h 1337427"/>
                  <a:gd name="connsiteX65" fmla="*/ 1225431 w 1344473"/>
                  <a:gd name="connsiteY65" fmla="*/ 803533 h 1337427"/>
                  <a:gd name="connsiteX66" fmla="*/ 1256986 w 1344473"/>
                  <a:gd name="connsiteY66" fmla="*/ 803533 h 1337427"/>
                  <a:gd name="connsiteX67" fmla="*/ 1256986 w 1344473"/>
                  <a:gd name="connsiteY67" fmla="*/ 978595 h 1337427"/>
                  <a:gd name="connsiteX68" fmla="*/ 1016670 w 1344473"/>
                  <a:gd name="connsiteY68" fmla="*/ 1081881 h 1337427"/>
                  <a:gd name="connsiteX69" fmla="*/ 1113567 w 1344473"/>
                  <a:gd name="connsiteY69" fmla="*/ 1178734 h 1337427"/>
                  <a:gd name="connsiteX70" fmla="*/ 1091203 w 1344473"/>
                  <a:gd name="connsiteY70" fmla="*/ 1201054 h 1337427"/>
                  <a:gd name="connsiteX71" fmla="*/ 1241187 w 1344473"/>
                  <a:gd name="connsiteY71" fmla="*/ 337869 h 1337427"/>
                  <a:gd name="connsiteX72" fmla="*/ 891064 w 1344473"/>
                  <a:gd name="connsiteY72" fmla="*/ 337869 h 1337427"/>
                  <a:gd name="connsiteX73" fmla="*/ 891064 w 1344473"/>
                  <a:gd name="connsiteY73" fmla="*/ 306358 h 1337427"/>
                  <a:gd name="connsiteX74" fmla="*/ 1241187 w 1344473"/>
                  <a:gd name="connsiteY74" fmla="*/ 306358 h 1337427"/>
                  <a:gd name="connsiteX75" fmla="*/ 1241187 w 1344473"/>
                  <a:gd name="connsiteY75" fmla="*/ 337869 h 1337427"/>
                  <a:gd name="connsiteX76" fmla="*/ 1241187 w 1344473"/>
                  <a:gd name="connsiteY76" fmla="*/ 206573 h 1337427"/>
                  <a:gd name="connsiteX77" fmla="*/ 891064 w 1344473"/>
                  <a:gd name="connsiteY77" fmla="*/ 206573 h 1337427"/>
                  <a:gd name="connsiteX78" fmla="*/ 891064 w 1344473"/>
                  <a:gd name="connsiteY78" fmla="*/ 175062 h 1337427"/>
                  <a:gd name="connsiteX79" fmla="*/ 1241187 w 1344473"/>
                  <a:gd name="connsiteY79" fmla="*/ 175062 h 1337427"/>
                  <a:gd name="connsiteX80" fmla="*/ 1241187 w 1344473"/>
                  <a:gd name="connsiteY80"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225431 w 1344473"/>
                  <a:gd name="connsiteY63" fmla="*/ 978595 h 1337427"/>
                  <a:gd name="connsiteX64" fmla="*/ 1225431 w 1344473"/>
                  <a:gd name="connsiteY64" fmla="*/ 803533 h 1337427"/>
                  <a:gd name="connsiteX65" fmla="*/ 1256986 w 1344473"/>
                  <a:gd name="connsiteY65" fmla="*/ 803533 h 1337427"/>
                  <a:gd name="connsiteX66" fmla="*/ 1256986 w 1344473"/>
                  <a:gd name="connsiteY66" fmla="*/ 978595 h 1337427"/>
                  <a:gd name="connsiteX67" fmla="*/ 1016670 w 1344473"/>
                  <a:gd name="connsiteY67" fmla="*/ 1081881 h 1337427"/>
                  <a:gd name="connsiteX68" fmla="*/ 1113567 w 1344473"/>
                  <a:gd name="connsiteY68" fmla="*/ 1178734 h 1337427"/>
                  <a:gd name="connsiteX69" fmla="*/ 1091203 w 1344473"/>
                  <a:gd name="connsiteY69" fmla="*/ 1201054 h 1337427"/>
                  <a:gd name="connsiteX70" fmla="*/ 1241187 w 1344473"/>
                  <a:gd name="connsiteY70" fmla="*/ 337869 h 1337427"/>
                  <a:gd name="connsiteX71" fmla="*/ 891064 w 1344473"/>
                  <a:gd name="connsiteY71" fmla="*/ 337869 h 1337427"/>
                  <a:gd name="connsiteX72" fmla="*/ 891064 w 1344473"/>
                  <a:gd name="connsiteY72" fmla="*/ 306358 h 1337427"/>
                  <a:gd name="connsiteX73" fmla="*/ 1241187 w 1344473"/>
                  <a:gd name="connsiteY73" fmla="*/ 306358 h 1337427"/>
                  <a:gd name="connsiteX74" fmla="*/ 1241187 w 1344473"/>
                  <a:gd name="connsiteY74" fmla="*/ 337869 h 1337427"/>
                  <a:gd name="connsiteX75" fmla="*/ 1241187 w 1344473"/>
                  <a:gd name="connsiteY75" fmla="*/ 206573 h 1337427"/>
                  <a:gd name="connsiteX76" fmla="*/ 891064 w 1344473"/>
                  <a:gd name="connsiteY76" fmla="*/ 206573 h 1337427"/>
                  <a:gd name="connsiteX77" fmla="*/ 891064 w 1344473"/>
                  <a:gd name="connsiteY77" fmla="*/ 175062 h 1337427"/>
                  <a:gd name="connsiteX78" fmla="*/ 1241187 w 1344473"/>
                  <a:gd name="connsiteY78" fmla="*/ 175062 h 1337427"/>
                  <a:gd name="connsiteX79" fmla="*/ 1241187 w 1344473"/>
                  <a:gd name="connsiteY79"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225431 w 1344473"/>
                  <a:gd name="connsiteY63" fmla="*/ 978595 h 1337427"/>
                  <a:gd name="connsiteX64" fmla="*/ 1225431 w 1344473"/>
                  <a:gd name="connsiteY64" fmla="*/ 803533 h 1337427"/>
                  <a:gd name="connsiteX65" fmla="*/ 1256986 w 1344473"/>
                  <a:gd name="connsiteY65" fmla="*/ 803533 h 1337427"/>
                  <a:gd name="connsiteX66" fmla="*/ 1016670 w 1344473"/>
                  <a:gd name="connsiteY66" fmla="*/ 1081881 h 1337427"/>
                  <a:gd name="connsiteX67" fmla="*/ 1113567 w 1344473"/>
                  <a:gd name="connsiteY67" fmla="*/ 1178734 h 1337427"/>
                  <a:gd name="connsiteX68" fmla="*/ 1091203 w 1344473"/>
                  <a:gd name="connsiteY68" fmla="*/ 1201054 h 1337427"/>
                  <a:gd name="connsiteX69" fmla="*/ 1241187 w 1344473"/>
                  <a:gd name="connsiteY69" fmla="*/ 337869 h 1337427"/>
                  <a:gd name="connsiteX70" fmla="*/ 891064 w 1344473"/>
                  <a:gd name="connsiteY70" fmla="*/ 337869 h 1337427"/>
                  <a:gd name="connsiteX71" fmla="*/ 891064 w 1344473"/>
                  <a:gd name="connsiteY71" fmla="*/ 306358 h 1337427"/>
                  <a:gd name="connsiteX72" fmla="*/ 1241187 w 1344473"/>
                  <a:gd name="connsiteY72" fmla="*/ 306358 h 1337427"/>
                  <a:gd name="connsiteX73" fmla="*/ 1241187 w 1344473"/>
                  <a:gd name="connsiteY73" fmla="*/ 337869 h 1337427"/>
                  <a:gd name="connsiteX74" fmla="*/ 1241187 w 1344473"/>
                  <a:gd name="connsiteY74" fmla="*/ 206573 h 1337427"/>
                  <a:gd name="connsiteX75" fmla="*/ 891064 w 1344473"/>
                  <a:gd name="connsiteY75" fmla="*/ 206573 h 1337427"/>
                  <a:gd name="connsiteX76" fmla="*/ 891064 w 1344473"/>
                  <a:gd name="connsiteY76" fmla="*/ 175062 h 1337427"/>
                  <a:gd name="connsiteX77" fmla="*/ 1241187 w 1344473"/>
                  <a:gd name="connsiteY77" fmla="*/ 175062 h 1337427"/>
                  <a:gd name="connsiteX78" fmla="*/ 1241187 w 1344473"/>
                  <a:gd name="connsiteY78"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225431 w 1344473"/>
                  <a:gd name="connsiteY63" fmla="*/ 803533 h 1337427"/>
                  <a:gd name="connsiteX64" fmla="*/ 1256986 w 1344473"/>
                  <a:gd name="connsiteY64" fmla="*/ 803533 h 1337427"/>
                  <a:gd name="connsiteX65" fmla="*/ 1016670 w 1344473"/>
                  <a:gd name="connsiteY65" fmla="*/ 1081881 h 1337427"/>
                  <a:gd name="connsiteX66" fmla="*/ 1113567 w 1344473"/>
                  <a:gd name="connsiteY66" fmla="*/ 1178734 h 1337427"/>
                  <a:gd name="connsiteX67" fmla="*/ 1091203 w 1344473"/>
                  <a:gd name="connsiteY67" fmla="*/ 1201054 h 1337427"/>
                  <a:gd name="connsiteX68" fmla="*/ 1241187 w 1344473"/>
                  <a:gd name="connsiteY68" fmla="*/ 337869 h 1337427"/>
                  <a:gd name="connsiteX69" fmla="*/ 891064 w 1344473"/>
                  <a:gd name="connsiteY69" fmla="*/ 337869 h 1337427"/>
                  <a:gd name="connsiteX70" fmla="*/ 891064 w 1344473"/>
                  <a:gd name="connsiteY70" fmla="*/ 306358 h 1337427"/>
                  <a:gd name="connsiteX71" fmla="*/ 1241187 w 1344473"/>
                  <a:gd name="connsiteY71" fmla="*/ 306358 h 1337427"/>
                  <a:gd name="connsiteX72" fmla="*/ 1241187 w 1344473"/>
                  <a:gd name="connsiteY72" fmla="*/ 337869 h 1337427"/>
                  <a:gd name="connsiteX73" fmla="*/ 1241187 w 1344473"/>
                  <a:gd name="connsiteY73" fmla="*/ 206573 h 1337427"/>
                  <a:gd name="connsiteX74" fmla="*/ 891064 w 1344473"/>
                  <a:gd name="connsiteY74" fmla="*/ 206573 h 1337427"/>
                  <a:gd name="connsiteX75" fmla="*/ 891064 w 1344473"/>
                  <a:gd name="connsiteY75" fmla="*/ 175062 h 1337427"/>
                  <a:gd name="connsiteX76" fmla="*/ 1241187 w 1344473"/>
                  <a:gd name="connsiteY76" fmla="*/ 175062 h 1337427"/>
                  <a:gd name="connsiteX77" fmla="*/ 1241187 w 1344473"/>
                  <a:gd name="connsiteY77"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225431 w 1344473"/>
                  <a:gd name="connsiteY63" fmla="*/ 803533 h 1337427"/>
                  <a:gd name="connsiteX64" fmla="*/ 1016670 w 1344473"/>
                  <a:gd name="connsiteY64" fmla="*/ 1081881 h 1337427"/>
                  <a:gd name="connsiteX65" fmla="*/ 1113567 w 1344473"/>
                  <a:gd name="connsiteY65" fmla="*/ 1178734 h 1337427"/>
                  <a:gd name="connsiteX66" fmla="*/ 1091203 w 1344473"/>
                  <a:gd name="connsiteY66" fmla="*/ 1201054 h 1337427"/>
                  <a:gd name="connsiteX67" fmla="*/ 1241187 w 1344473"/>
                  <a:gd name="connsiteY67" fmla="*/ 337869 h 1337427"/>
                  <a:gd name="connsiteX68" fmla="*/ 891064 w 1344473"/>
                  <a:gd name="connsiteY68" fmla="*/ 337869 h 1337427"/>
                  <a:gd name="connsiteX69" fmla="*/ 891064 w 1344473"/>
                  <a:gd name="connsiteY69" fmla="*/ 306358 h 1337427"/>
                  <a:gd name="connsiteX70" fmla="*/ 1241187 w 1344473"/>
                  <a:gd name="connsiteY70" fmla="*/ 306358 h 1337427"/>
                  <a:gd name="connsiteX71" fmla="*/ 1241187 w 1344473"/>
                  <a:gd name="connsiteY71" fmla="*/ 337869 h 1337427"/>
                  <a:gd name="connsiteX72" fmla="*/ 1241187 w 1344473"/>
                  <a:gd name="connsiteY72" fmla="*/ 206573 h 1337427"/>
                  <a:gd name="connsiteX73" fmla="*/ 891064 w 1344473"/>
                  <a:gd name="connsiteY73" fmla="*/ 206573 h 1337427"/>
                  <a:gd name="connsiteX74" fmla="*/ 891064 w 1344473"/>
                  <a:gd name="connsiteY74" fmla="*/ 175062 h 1337427"/>
                  <a:gd name="connsiteX75" fmla="*/ 1241187 w 1344473"/>
                  <a:gd name="connsiteY75" fmla="*/ 175062 h 1337427"/>
                  <a:gd name="connsiteX76" fmla="*/ 1241187 w 1344473"/>
                  <a:gd name="connsiteY76"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016670 w 1344473"/>
                  <a:gd name="connsiteY63" fmla="*/ 1081881 h 1337427"/>
                  <a:gd name="connsiteX64" fmla="*/ 1113567 w 1344473"/>
                  <a:gd name="connsiteY64" fmla="*/ 1178734 h 1337427"/>
                  <a:gd name="connsiteX65" fmla="*/ 1091203 w 1344473"/>
                  <a:gd name="connsiteY65" fmla="*/ 1201054 h 1337427"/>
                  <a:gd name="connsiteX66" fmla="*/ 1241187 w 1344473"/>
                  <a:gd name="connsiteY66" fmla="*/ 337869 h 1337427"/>
                  <a:gd name="connsiteX67" fmla="*/ 891064 w 1344473"/>
                  <a:gd name="connsiteY67" fmla="*/ 337869 h 1337427"/>
                  <a:gd name="connsiteX68" fmla="*/ 891064 w 1344473"/>
                  <a:gd name="connsiteY68" fmla="*/ 306358 h 1337427"/>
                  <a:gd name="connsiteX69" fmla="*/ 1241187 w 1344473"/>
                  <a:gd name="connsiteY69" fmla="*/ 306358 h 1337427"/>
                  <a:gd name="connsiteX70" fmla="*/ 1241187 w 1344473"/>
                  <a:gd name="connsiteY70" fmla="*/ 337869 h 1337427"/>
                  <a:gd name="connsiteX71" fmla="*/ 1241187 w 1344473"/>
                  <a:gd name="connsiteY71" fmla="*/ 206573 h 1337427"/>
                  <a:gd name="connsiteX72" fmla="*/ 891064 w 1344473"/>
                  <a:gd name="connsiteY72" fmla="*/ 206573 h 1337427"/>
                  <a:gd name="connsiteX73" fmla="*/ 891064 w 1344473"/>
                  <a:gd name="connsiteY73" fmla="*/ 175062 h 1337427"/>
                  <a:gd name="connsiteX74" fmla="*/ 1241187 w 1344473"/>
                  <a:gd name="connsiteY74" fmla="*/ 175062 h 1337427"/>
                  <a:gd name="connsiteX75" fmla="*/ 1241187 w 1344473"/>
                  <a:gd name="connsiteY75"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016627 w 1344473"/>
                  <a:gd name="connsiteY61" fmla="*/ 1050370 h 1337427"/>
                  <a:gd name="connsiteX62" fmla="*/ 1016670 w 1344473"/>
                  <a:gd name="connsiteY62" fmla="*/ 1081881 h 1337427"/>
                  <a:gd name="connsiteX63" fmla="*/ 1113567 w 1344473"/>
                  <a:gd name="connsiteY63" fmla="*/ 1178734 h 1337427"/>
                  <a:gd name="connsiteX64" fmla="*/ 1091203 w 1344473"/>
                  <a:gd name="connsiteY64" fmla="*/ 1201054 h 1337427"/>
                  <a:gd name="connsiteX65" fmla="*/ 1241187 w 1344473"/>
                  <a:gd name="connsiteY65" fmla="*/ 337869 h 1337427"/>
                  <a:gd name="connsiteX66" fmla="*/ 891064 w 1344473"/>
                  <a:gd name="connsiteY66" fmla="*/ 337869 h 1337427"/>
                  <a:gd name="connsiteX67" fmla="*/ 891064 w 1344473"/>
                  <a:gd name="connsiteY67" fmla="*/ 306358 h 1337427"/>
                  <a:gd name="connsiteX68" fmla="*/ 1241187 w 1344473"/>
                  <a:gd name="connsiteY68" fmla="*/ 306358 h 1337427"/>
                  <a:gd name="connsiteX69" fmla="*/ 1241187 w 1344473"/>
                  <a:gd name="connsiteY69" fmla="*/ 337869 h 1337427"/>
                  <a:gd name="connsiteX70" fmla="*/ 1241187 w 1344473"/>
                  <a:gd name="connsiteY70" fmla="*/ 206573 h 1337427"/>
                  <a:gd name="connsiteX71" fmla="*/ 891064 w 1344473"/>
                  <a:gd name="connsiteY71" fmla="*/ 206573 h 1337427"/>
                  <a:gd name="connsiteX72" fmla="*/ 891064 w 1344473"/>
                  <a:gd name="connsiteY72" fmla="*/ 175062 h 1337427"/>
                  <a:gd name="connsiteX73" fmla="*/ 1241187 w 1344473"/>
                  <a:gd name="connsiteY73" fmla="*/ 175062 h 1337427"/>
                  <a:gd name="connsiteX74" fmla="*/ 1241187 w 1344473"/>
                  <a:gd name="connsiteY74"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16627 w 1344473"/>
                  <a:gd name="connsiteY60" fmla="*/ 1050370 h 1337427"/>
                  <a:gd name="connsiteX61" fmla="*/ 1016670 w 1344473"/>
                  <a:gd name="connsiteY61" fmla="*/ 1081881 h 1337427"/>
                  <a:gd name="connsiteX62" fmla="*/ 1113567 w 1344473"/>
                  <a:gd name="connsiteY62" fmla="*/ 1178734 h 1337427"/>
                  <a:gd name="connsiteX63" fmla="*/ 1091203 w 1344473"/>
                  <a:gd name="connsiteY63" fmla="*/ 1201054 h 1337427"/>
                  <a:gd name="connsiteX64" fmla="*/ 1241187 w 1344473"/>
                  <a:gd name="connsiteY64" fmla="*/ 337869 h 1337427"/>
                  <a:gd name="connsiteX65" fmla="*/ 891064 w 1344473"/>
                  <a:gd name="connsiteY65" fmla="*/ 337869 h 1337427"/>
                  <a:gd name="connsiteX66" fmla="*/ 891064 w 1344473"/>
                  <a:gd name="connsiteY66" fmla="*/ 306358 h 1337427"/>
                  <a:gd name="connsiteX67" fmla="*/ 1241187 w 1344473"/>
                  <a:gd name="connsiteY67" fmla="*/ 306358 h 1337427"/>
                  <a:gd name="connsiteX68" fmla="*/ 1241187 w 1344473"/>
                  <a:gd name="connsiteY68" fmla="*/ 337869 h 1337427"/>
                  <a:gd name="connsiteX69" fmla="*/ 1241187 w 1344473"/>
                  <a:gd name="connsiteY69" fmla="*/ 206573 h 1337427"/>
                  <a:gd name="connsiteX70" fmla="*/ 891064 w 1344473"/>
                  <a:gd name="connsiteY70" fmla="*/ 206573 h 1337427"/>
                  <a:gd name="connsiteX71" fmla="*/ 891064 w 1344473"/>
                  <a:gd name="connsiteY71" fmla="*/ 175062 h 1337427"/>
                  <a:gd name="connsiteX72" fmla="*/ 1241187 w 1344473"/>
                  <a:gd name="connsiteY72" fmla="*/ 175062 h 1337427"/>
                  <a:gd name="connsiteX73" fmla="*/ 1241187 w 1344473"/>
                  <a:gd name="connsiteY73"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16670 w 1344473"/>
                  <a:gd name="connsiteY60" fmla="*/ 1081881 h 1337427"/>
                  <a:gd name="connsiteX61" fmla="*/ 1113567 w 1344473"/>
                  <a:gd name="connsiteY61" fmla="*/ 1178734 h 1337427"/>
                  <a:gd name="connsiteX62" fmla="*/ 1091203 w 1344473"/>
                  <a:gd name="connsiteY62" fmla="*/ 1201054 h 1337427"/>
                  <a:gd name="connsiteX63" fmla="*/ 1241187 w 1344473"/>
                  <a:gd name="connsiteY63" fmla="*/ 337869 h 1337427"/>
                  <a:gd name="connsiteX64" fmla="*/ 891064 w 1344473"/>
                  <a:gd name="connsiteY64" fmla="*/ 337869 h 1337427"/>
                  <a:gd name="connsiteX65" fmla="*/ 891064 w 1344473"/>
                  <a:gd name="connsiteY65" fmla="*/ 306358 h 1337427"/>
                  <a:gd name="connsiteX66" fmla="*/ 1241187 w 1344473"/>
                  <a:gd name="connsiteY66" fmla="*/ 306358 h 1337427"/>
                  <a:gd name="connsiteX67" fmla="*/ 1241187 w 1344473"/>
                  <a:gd name="connsiteY67" fmla="*/ 337869 h 1337427"/>
                  <a:gd name="connsiteX68" fmla="*/ 1241187 w 1344473"/>
                  <a:gd name="connsiteY68" fmla="*/ 206573 h 1337427"/>
                  <a:gd name="connsiteX69" fmla="*/ 891064 w 1344473"/>
                  <a:gd name="connsiteY69" fmla="*/ 206573 h 1337427"/>
                  <a:gd name="connsiteX70" fmla="*/ 891064 w 1344473"/>
                  <a:gd name="connsiteY70" fmla="*/ 175062 h 1337427"/>
                  <a:gd name="connsiteX71" fmla="*/ 1241187 w 1344473"/>
                  <a:gd name="connsiteY71" fmla="*/ 175062 h 1337427"/>
                  <a:gd name="connsiteX72" fmla="*/ 1241187 w 1344473"/>
                  <a:gd name="connsiteY72"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113567 w 1344473"/>
                  <a:gd name="connsiteY60" fmla="*/ 1178734 h 1337427"/>
                  <a:gd name="connsiteX61" fmla="*/ 1091203 w 1344473"/>
                  <a:gd name="connsiteY61" fmla="*/ 1201054 h 1337427"/>
                  <a:gd name="connsiteX62" fmla="*/ 1241187 w 1344473"/>
                  <a:gd name="connsiteY62" fmla="*/ 337869 h 1337427"/>
                  <a:gd name="connsiteX63" fmla="*/ 891064 w 1344473"/>
                  <a:gd name="connsiteY63" fmla="*/ 337869 h 1337427"/>
                  <a:gd name="connsiteX64" fmla="*/ 891064 w 1344473"/>
                  <a:gd name="connsiteY64" fmla="*/ 306358 h 1337427"/>
                  <a:gd name="connsiteX65" fmla="*/ 1241187 w 1344473"/>
                  <a:gd name="connsiteY65" fmla="*/ 306358 h 1337427"/>
                  <a:gd name="connsiteX66" fmla="*/ 1241187 w 1344473"/>
                  <a:gd name="connsiteY66" fmla="*/ 337869 h 1337427"/>
                  <a:gd name="connsiteX67" fmla="*/ 1241187 w 1344473"/>
                  <a:gd name="connsiteY67" fmla="*/ 206573 h 1337427"/>
                  <a:gd name="connsiteX68" fmla="*/ 891064 w 1344473"/>
                  <a:gd name="connsiteY68" fmla="*/ 206573 h 1337427"/>
                  <a:gd name="connsiteX69" fmla="*/ 891064 w 1344473"/>
                  <a:gd name="connsiteY69" fmla="*/ 175062 h 1337427"/>
                  <a:gd name="connsiteX70" fmla="*/ 1241187 w 1344473"/>
                  <a:gd name="connsiteY70" fmla="*/ 175062 h 1337427"/>
                  <a:gd name="connsiteX71" fmla="*/ 1241187 w 1344473"/>
                  <a:gd name="connsiteY71"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1201054 h 1337427"/>
                  <a:gd name="connsiteX61" fmla="*/ 1241187 w 1344473"/>
                  <a:gd name="connsiteY61" fmla="*/ 337869 h 1337427"/>
                  <a:gd name="connsiteX62" fmla="*/ 891064 w 1344473"/>
                  <a:gd name="connsiteY62" fmla="*/ 337869 h 1337427"/>
                  <a:gd name="connsiteX63" fmla="*/ 891064 w 1344473"/>
                  <a:gd name="connsiteY63" fmla="*/ 306358 h 1337427"/>
                  <a:gd name="connsiteX64" fmla="*/ 1241187 w 1344473"/>
                  <a:gd name="connsiteY64" fmla="*/ 306358 h 1337427"/>
                  <a:gd name="connsiteX65" fmla="*/ 1241187 w 1344473"/>
                  <a:gd name="connsiteY65" fmla="*/ 337869 h 1337427"/>
                  <a:gd name="connsiteX66" fmla="*/ 1241187 w 1344473"/>
                  <a:gd name="connsiteY66" fmla="*/ 206573 h 1337427"/>
                  <a:gd name="connsiteX67" fmla="*/ 891064 w 1344473"/>
                  <a:gd name="connsiteY67" fmla="*/ 206573 h 1337427"/>
                  <a:gd name="connsiteX68" fmla="*/ 891064 w 1344473"/>
                  <a:gd name="connsiteY68" fmla="*/ 175062 h 1337427"/>
                  <a:gd name="connsiteX69" fmla="*/ 1241187 w 1344473"/>
                  <a:gd name="connsiteY69" fmla="*/ 175062 h 1337427"/>
                  <a:gd name="connsiteX70" fmla="*/ 1241187 w 1344473"/>
                  <a:gd name="connsiteY70"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967434 w 1344473"/>
                  <a:gd name="connsiteY57" fmla="*/ 1054965 h 1337427"/>
                  <a:gd name="connsiteX58" fmla="*/ 967434 w 1344473"/>
                  <a:gd name="connsiteY58" fmla="*/ 1077286 h 1337427"/>
                  <a:gd name="connsiteX59" fmla="*/ 967434 w 1344473"/>
                  <a:gd name="connsiteY59" fmla="*/ 1054965 h 1337427"/>
                  <a:gd name="connsiteX60" fmla="*/ 1241187 w 1344473"/>
                  <a:gd name="connsiteY60" fmla="*/ 337869 h 1337427"/>
                  <a:gd name="connsiteX61" fmla="*/ 891064 w 1344473"/>
                  <a:gd name="connsiteY61" fmla="*/ 337869 h 1337427"/>
                  <a:gd name="connsiteX62" fmla="*/ 891064 w 1344473"/>
                  <a:gd name="connsiteY62" fmla="*/ 306358 h 1337427"/>
                  <a:gd name="connsiteX63" fmla="*/ 1241187 w 1344473"/>
                  <a:gd name="connsiteY63" fmla="*/ 306358 h 1337427"/>
                  <a:gd name="connsiteX64" fmla="*/ 1241187 w 1344473"/>
                  <a:gd name="connsiteY64" fmla="*/ 337869 h 1337427"/>
                  <a:gd name="connsiteX65" fmla="*/ 1241187 w 1344473"/>
                  <a:gd name="connsiteY65" fmla="*/ 206573 h 1337427"/>
                  <a:gd name="connsiteX66" fmla="*/ 891064 w 1344473"/>
                  <a:gd name="connsiteY66" fmla="*/ 206573 h 1337427"/>
                  <a:gd name="connsiteX67" fmla="*/ 891064 w 1344473"/>
                  <a:gd name="connsiteY67" fmla="*/ 175062 h 1337427"/>
                  <a:gd name="connsiteX68" fmla="*/ 1241187 w 1344473"/>
                  <a:gd name="connsiteY68" fmla="*/ 175062 h 1337427"/>
                  <a:gd name="connsiteX69" fmla="*/ 1241187 w 1344473"/>
                  <a:gd name="connsiteY69"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241187 w 1344473"/>
                  <a:gd name="connsiteY57" fmla="*/ 337869 h 1337427"/>
                  <a:gd name="connsiteX58" fmla="*/ 891064 w 1344473"/>
                  <a:gd name="connsiteY58" fmla="*/ 337869 h 1337427"/>
                  <a:gd name="connsiteX59" fmla="*/ 891064 w 1344473"/>
                  <a:gd name="connsiteY59" fmla="*/ 306358 h 1337427"/>
                  <a:gd name="connsiteX60" fmla="*/ 1241187 w 1344473"/>
                  <a:gd name="connsiteY60" fmla="*/ 306358 h 1337427"/>
                  <a:gd name="connsiteX61" fmla="*/ 1241187 w 1344473"/>
                  <a:gd name="connsiteY61" fmla="*/ 337869 h 1337427"/>
                  <a:gd name="connsiteX62" fmla="*/ 1241187 w 1344473"/>
                  <a:gd name="connsiteY62" fmla="*/ 206573 h 1337427"/>
                  <a:gd name="connsiteX63" fmla="*/ 891064 w 1344473"/>
                  <a:gd name="connsiteY63" fmla="*/ 206573 h 1337427"/>
                  <a:gd name="connsiteX64" fmla="*/ 891064 w 1344473"/>
                  <a:gd name="connsiteY64" fmla="*/ 175062 h 1337427"/>
                  <a:gd name="connsiteX65" fmla="*/ 1241187 w 1344473"/>
                  <a:gd name="connsiteY65" fmla="*/ 175062 h 1337427"/>
                  <a:gd name="connsiteX66" fmla="*/ 1241187 w 1344473"/>
                  <a:gd name="connsiteY66"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322113 w 1344473"/>
                  <a:gd name="connsiteY12" fmla="*/ 737885 h 1337427"/>
                  <a:gd name="connsiteX13" fmla="*/ 278348 w 1344473"/>
                  <a:gd name="connsiteY13" fmla="*/ 694119 h 1337427"/>
                  <a:gd name="connsiteX14" fmla="*/ 527855 w 1344473"/>
                  <a:gd name="connsiteY14" fmla="*/ 1337427 h 1337427"/>
                  <a:gd name="connsiteX15" fmla="*/ 357432 w 1344473"/>
                  <a:gd name="connsiteY15" fmla="*/ 1081881 h 1337427"/>
                  <a:gd name="connsiteX16" fmla="*/ 103286 w 1344473"/>
                  <a:gd name="connsiteY16" fmla="*/ 1081881 h 1337427"/>
                  <a:gd name="connsiteX17" fmla="*/ 0 w 1344473"/>
                  <a:gd name="connsiteY17" fmla="*/ 978595 h 1337427"/>
                  <a:gd name="connsiteX18" fmla="*/ 0 w 1344473"/>
                  <a:gd name="connsiteY18" fmla="*/ 497175 h 1337427"/>
                  <a:gd name="connsiteX19" fmla="*/ 103286 w 1344473"/>
                  <a:gd name="connsiteY19" fmla="*/ 393889 h 1337427"/>
                  <a:gd name="connsiteX20" fmla="*/ 787777 w 1344473"/>
                  <a:gd name="connsiteY20" fmla="*/ 393889 h 1337427"/>
                  <a:gd name="connsiteX21" fmla="*/ 787777 w 1344473"/>
                  <a:gd name="connsiteY21" fmla="*/ 15756 h 1337427"/>
                  <a:gd name="connsiteX22" fmla="*/ 803533 w 1344473"/>
                  <a:gd name="connsiteY22" fmla="*/ 0 h 1337427"/>
                  <a:gd name="connsiteX23" fmla="*/ 1328718 w 1344473"/>
                  <a:gd name="connsiteY23" fmla="*/ 0 h 1337427"/>
                  <a:gd name="connsiteX24" fmla="*/ 1344473 w 1344473"/>
                  <a:gd name="connsiteY24" fmla="*/ 15756 h 1337427"/>
                  <a:gd name="connsiteX25" fmla="*/ 1344473 w 1344473"/>
                  <a:gd name="connsiteY25" fmla="*/ 628471 h 1337427"/>
                  <a:gd name="connsiteX26" fmla="*/ 1328718 w 1344473"/>
                  <a:gd name="connsiteY26" fmla="*/ 644227 h 1337427"/>
                  <a:gd name="connsiteX27" fmla="*/ 906819 w 1344473"/>
                  <a:gd name="connsiteY27" fmla="*/ 644227 h 1337427"/>
                  <a:gd name="connsiteX28" fmla="*/ 906819 w 1344473"/>
                  <a:gd name="connsiteY28" fmla="*/ 978595 h 1337427"/>
                  <a:gd name="connsiteX29" fmla="*/ 803533 w 1344473"/>
                  <a:gd name="connsiteY29" fmla="*/ 1081881 h 1337427"/>
                  <a:gd name="connsiteX30" fmla="*/ 540940 w 1344473"/>
                  <a:gd name="connsiteY30" fmla="*/ 1081881 h 1337427"/>
                  <a:gd name="connsiteX31" fmla="*/ 540940 w 1344473"/>
                  <a:gd name="connsiteY31" fmla="*/ 1050370 h 1337427"/>
                  <a:gd name="connsiteX32" fmla="*/ 803533 w 1344473"/>
                  <a:gd name="connsiteY32" fmla="*/ 1050370 h 1337427"/>
                  <a:gd name="connsiteX33" fmla="*/ 875308 w 1344473"/>
                  <a:gd name="connsiteY33" fmla="*/ 978595 h 1337427"/>
                  <a:gd name="connsiteX34" fmla="*/ 875308 w 1344473"/>
                  <a:gd name="connsiteY34" fmla="*/ 497175 h 1337427"/>
                  <a:gd name="connsiteX35" fmla="*/ 803533 w 1344473"/>
                  <a:gd name="connsiteY35" fmla="*/ 425400 h 1337427"/>
                  <a:gd name="connsiteX36" fmla="*/ 103286 w 1344473"/>
                  <a:gd name="connsiteY36" fmla="*/ 425400 h 1337427"/>
                  <a:gd name="connsiteX37" fmla="*/ 31511 w 1344473"/>
                  <a:gd name="connsiteY37" fmla="*/ 497175 h 1337427"/>
                  <a:gd name="connsiteX38" fmla="*/ 31511 w 1344473"/>
                  <a:gd name="connsiteY38" fmla="*/ 978595 h 1337427"/>
                  <a:gd name="connsiteX39" fmla="*/ 103286 w 1344473"/>
                  <a:gd name="connsiteY39" fmla="*/ 1050370 h 1337427"/>
                  <a:gd name="connsiteX40" fmla="*/ 365879 w 1344473"/>
                  <a:gd name="connsiteY40" fmla="*/ 1050370 h 1337427"/>
                  <a:gd name="connsiteX41" fmla="*/ 378965 w 1344473"/>
                  <a:gd name="connsiteY41" fmla="*/ 1057416 h 1337427"/>
                  <a:gd name="connsiteX42" fmla="*/ 554026 w 1344473"/>
                  <a:gd name="connsiteY42" fmla="*/ 1320009 h 1337427"/>
                  <a:gd name="connsiteX43" fmla="*/ 527855 w 1344473"/>
                  <a:gd name="connsiteY43" fmla="*/ 1337427 h 1337427"/>
                  <a:gd name="connsiteX44" fmla="*/ 906819 w 1344473"/>
                  <a:gd name="connsiteY44" fmla="*/ 612716 h 1337427"/>
                  <a:gd name="connsiteX45" fmla="*/ 1312918 w 1344473"/>
                  <a:gd name="connsiteY45" fmla="*/ 612716 h 1337427"/>
                  <a:gd name="connsiteX46" fmla="*/ 1312918 w 1344473"/>
                  <a:gd name="connsiteY46" fmla="*/ 31511 h 1337427"/>
                  <a:gd name="connsiteX47" fmla="*/ 819288 w 1344473"/>
                  <a:gd name="connsiteY47" fmla="*/ 31511 h 1337427"/>
                  <a:gd name="connsiteX48" fmla="*/ 819288 w 1344473"/>
                  <a:gd name="connsiteY48" fmla="*/ 395114 h 1337427"/>
                  <a:gd name="connsiteX49" fmla="*/ 891064 w 1344473"/>
                  <a:gd name="connsiteY49" fmla="*/ 442424 h 1337427"/>
                  <a:gd name="connsiteX50" fmla="*/ 891064 w 1344473"/>
                  <a:gd name="connsiteY50" fmla="*/ 437654 h 1337427"/>
                  <a:gd name="connsiteX51" fmla="*/ 1241187 w 1344473"/>
                  <a:gd name="connsiteY51" fmla="*/ 437742 h 1337427"/>
                  <a:gd name="connsiteX52" fmla="*/ 1241187 w 1344473"/>
                  <a:gd name="connsiteY52" fmla="*/ 469253 h 1337427"/>
                  <a:gd name="connsiteX53" fmla="*/ 902924 w 1344473"/>
                  <a:gd name="connsiteY53" fmla="*/ 469165 h 1337427"/>
                  <a:gd name="connsiteX54" fmla="*/ 906819 w 1344473"/>
                  <a:gd name="connsiteY54" fmla="*/ 497175 h 1337427"/>
                  <a:gd name="connsiteX55" fmla="*/ 906819 w 1344473"/>
                  <a:gd name="connsiteY55" fmla="*/ 612716 h 1337427"/>
                  <a:gd name="connsiteX56" fmla="*/ 1241187 w 1344473"/>
                  <a:gd name="connsiteY56" fmla="*/ 337869 h 1337427"/>
                  <a:gd name="connsiteX57" fmla="*/ 891064 w 1344473"/>
                  <a:gd name="connsiteY57" fmla="*/ 337869 h 1337427"/>
                  <a:gd name="connsiteX58" fmla="*/ 891064 w 1344473"/>
                  <a:gd name="connsiteY58" fmla="*/ 306358 h 1337427"/>
                  <a:gd name="connsiteX59" fmla="*/ 1241187 w 1344473"/>
                  <a:gd name="connsiteY59" fmla="*/ 306358 h 1337427"/>
                  <a:gd name="connsiteX60" fmla="*/ 1241187 w 1344473"/>
                  <a:gd name="connsiteY60" fmla="*/ 337869 h 1337427"/>
                  <a:gd name="connsiteX61" fmla="*/ 1241187 w 1344473"/>
                  <a:gd name="connsiteY61" fmla="*/ 206573 h 1337427"/>
                  <a:gd name="connsiteX62" fmla="*/ 891064 w 1344473"/>
                  <a:gd name="connsiteY62" fmla="*/ 206573 h 1337427"/>
                  <a:gd name="connsiteX63" fmla="*/ 891064 w 1344473"/>
                  <a:gd name="connsiteY63" fmla="*/ 175062 h 1337427"/>
                  <a:gd name="connsiteX64" fmla="*/ 1241187 w 1344473"/>
                  <a:gd name="connsiteY64" fmla="*/ 175062 h 1337427"/>
                  <a:gd name="connsiteX65" fmla="*/ 1241187 w 1344473"/>
                  <a:gd name="connsiteY65"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694119 h 1337427"/>
                  <a:gd name="connsiteX13" fmla="*/ 527855 w 1344473"/>
                  <a:gd name="connsiteY13" fmla="*/ 1337427 h 1337427"/>
                  <a:gd name="connsiteX14" fmla="*/ 357432 w 1344473"/>
                  <a:gd name="connsiteY14" fmla="*/ 1081881 h 1337427"/>
                  <a:gd name="connsiteX15" fmla="*/ 103286 w 1344473"/>
                  <a:gd name="connsiteY15" fmla="*/ 1081881 h 1337427"/>
                  <a:gd name="connsiteX16" fmla="*/ 0 w 1344473"/>
                  <a:gd name="connsiteY16" fmla="*/ 978595 h 1337427"/>
                  <a:gd name="connsiteX17" fmla="*/ 0 w 1344473"/>
                  <a:gd name="connsiteY17" fmla="*/ 497175 h 1337427"/>
                  <a:gd name="connsiteX18" fmla="*/ 103286 w 1344473"/>
                  <a:gd name="connsiteY18" fmla="*/ 393889 h 1337427"/>
                  <a:gd name="connsiteX19" fmla="*/ 787777 w 1344473"/>
                  <a:gd name="connsiteY19" fmla="*/ 393889 h 1337427"/>
                  <a:gd name="connsiteX20" fmla="*/ 787777 w 1344473"/>
                  <a:gd name="connsiteY20" fmla="*/ 15756 h 1337427"/>
                  <a:gd name="connsiteX21" fmla="*/ 803533 w 1344473"/>
                  <a:gd name="connsiteY21" fmla="*/ 0 h 1337427"/>
                  <a:gd name="connsiteX22" fmla="*/ 1328718 w 1344473"/>
                  <a:gd name="connsiteY22" fmla="*/ 0 h 1337427"/>
                  <a:gd name="connsiteX23" fmla="*/ 1344473 w 1344473"/>
                  <a:gd name="connsiteY23" fmla="*/ 15756 h 1337427"/>
                  <a:gd name="connsiteX24" fmla="*/ 1344473 w 1344473"/>
                  <a:gd name="connsiteY24" fmla="*/ 628471 h 1337427"/>
                  <a:gd name="connsiteX25" fmla="*/ 1328718 w 1344473"/>
                  <a:gd name="connsiteY25" fmla="*/ 644227 h 1337427"/>
                  <a:gd name="connsiteX26" fmla="*/ 906819 w 1344473"/>
                  <a:gd name="connsiteY26" fmla="*/ 644227 h 1337427"/>
                  <a:gd name="connsiteX27" fmla="*/ 906819 w 1344473"/>
                  <a:gd name="connsiteY27" fmla="*/ 978595 h 1337427"/>
                  <a:gd name="connsiteX28" fmla="*/ 803533 w 1344473"/>
                  <a:gd name="connsiteY28" fmla="*/ 1081881 h 1337427"/>
                  <a:gd name="connsiteX29" fmla="*/ 540940 w 1344473"/>
                  <a:gd name="connsiteY29" fmla="*/ 1081881 h 1337427"/>
                  <a:gd name="connsiteX30" fmla="*/ 540940 w 1344473"/>
                  <a:gd name="connsiteY30" fmla="*/ 1050370 h 1337427"/>
                  <a:gd name="connsiteX31" fmla="*/ 803533 w 1344473"/>
                  <a:gd name="connsiteY31" fmla="*/ 1050370 h 1337427"/>
                  <a:gd name="connsiteX32" fmla="*/ 875308 w 1344473"/>
                  <a:gd name="connsiteY32" fmla="*/ 978595 h 1337427"/>
                  <a:gd name="connsiteX33" fmla="*/ 875308 w 1344473"/>
                  <a:gd name="connsiteY33" fmla="*/ 497175 h 1337427"/>
                  <a:gd name="connsiteX34" fmla="*/ 803533 w 1344473"/>
                  <a:gd name="connsiteY34" fmla="*/ 425400 h 1337427"/>
                  <a:gd name="connsiteX35" fmla="*/ 103286 w 1344473"/>
                  <a:gd name="connsiteY35" fmla="*/ 425400 h 1337427"/>
                  <a:gd name="connsiteX36" fmla="*/ 31511 w 1344473"/>
                  <a:gd name="connsiteY36" fmla="*/ 497175 h 1337427"/>
                  <a:gd name="connsiteX37" fmla="*/ 31511 w 1344473"/>
                  <a:gd name="connsiteY37" fmla="*/ 978595 h 1337427"/>
                  <a:gd name="connsiteX38" fmla="*/ 103286 w 1344473"/>
                  <a:gd name="connsiteY38" fmla="*/ 1050370 h 1337427"/>
                  <a:gd name="connsiteX39" fmla="*/ 365879 w 1344473"/>
                  <a:gd name="connsiteY39" fmla="*/ 1050370 h 1337427"/>
                  <a:gd name="connsiteX40" fmla="*/ 378965 w 1344473"/>
                  <a:gd name="connsiteY40" fmla="*/ 1057416 h 1337427"/>
                  <a:gd name="connsiteX41" fmla="*/ 554026 w 1344473"/>
                  <a:gd name="connsiteY41" fmla="*/ 1320009 h 1337427"/>
                  <a:gd name="connsiteX42" fmla="*/ 527855 w 1344473"/>
                  <a:gd name="connsiteY42" fmla="*/ 1337427 h 1337427"/>
                  <a:gd name="connsiteX43" fmla="*/ 906819 w 1344473"/>
                  <a:gd name="connsiteY43" fmla="*/ 612716 h 1337427"/>
                  <a:gd name="connsiteX44" fmla="*/ 1312918 w 1344473"/>
                  <a:gd name="connsiteY44" fmla="*/ 612716 h 1337427"/>
                  <a:gd name="connsiteX45" fmla="*/ 1312918 w 1344473"/>
                  <a:gd name="connsiteY45" fmla="*/ 31511 h 1337427"/>
                  <a:gd name="connsiteX46" fmla="*/ 819288 w 1344473"/>
                  <a:gd name="connsiteY46" fmla="*/ 31511 h 1337427"/>
                  <a:gd name="connsiteX47" fmla="*/ 819288 w 1344473"/>
                  <a:gd name="connsiteY47" fmla="*/ 395114 h 1337427"/>
                  <a:gd name="connsiteX48" fmla="*/ 891064 w 1344473"/>
                  <a:gd name="connsiteY48" fmla="*/ 442424 h 1337427"/>
                  <a:gd name="connsiteX49" fmla="*/ 891064 w 1344473"/>
                  <a:gd name="connsiteY49" fmla="*/ 437654 h 1337427"/>
                  <a:gd name="connsiteX50" fmla="*/ 1241187 w 1344473"/>
                  <a:gd name="connsiteY50" fmla="*/ 437742 h 1337427"/>
                  <a:gd name="connsiteX51" fmla="*/ 1241187 w 1344473"/>
                  <a:gd name="connsiteY51" fmla="*/ 469253 h 1337427"/>
                  <a:gd name="connsiteX52" fmla="*/ 902924 w 1344473"/>
                  <a:gd name="connsiteY52" fmla="*/ 469165 h 1337427"/>
                  <a:gd name="connsiteX53" fmla="*/ 906819 w 1344473"/>
                  <a:gd name="connsiteY53" fmla="*/ 497175 h 1337427"/>
                  <a:gd name="connsiteX54" fmla="*/ 906819 w 1344473"/>
                  <a:gd name="connsiteY54" fmla="*/ 612716 h 1337427"/>
                  <a:gd name="connsiteX55" fmla="*/ 1241187 w 1344473"/>
                  <a:gd name="connsiteY55" fmla="*/ 337869 h 1337427"/>
                  <a:gd name="connsiteX56" fmla="*/ 891064 w 1344473"/>
                  <a:gd name="connsiteY56" fmla="*/ 337869 h 1337427"/>
                  <a:gd name="connsiteX57" fmla="*/ 891064 w 1344473"/>
                  <a:gd name="connsiteY57" fmla="*/ 306358 h 1337427"/>
                  <a:gd name="connsiteX58" fmla="*/ 1241187 w 1344473"/>
                  <a:gd name="connsiteY58" fmla="*/ 306358 h 1337427"/>
                  <a:gd name="connsiteX59" fmla="*/ 1241187 w 1344473"/>
                  <a:gd name="connsiteY59" fmla="*/ 337869 h 1337427"/>
                  <a:gd name="connsiteX60" fmla="*/ 1241187 w 1344473"/>
                  <a:gd name="connsiteY60" fmla="*/ 206573 h 1337427"/>
                  <a:gd name="connsiteX61" fmla="*/ 891064 w 1344473"/>
                  <a:gd name="connsiteY61" fmla="*/ 206573 h 1337427"/>
                  <a:gd name="connsiteX62" fmla="*/ 891064 w 1344473"/>
                  <a:gd name="connsiteY62" fmla="*/ 175062 h 1337427"/>
                  <a:gd name="connsiteX63" fmla="*/ 1241187 w 1344473"/>
                  <a:gd name="connsiteY63" fmla="*/ 175062 h 1337427"/>
                  <a:gd name="connsiteX64" fmla="*/ 1241187 w 1344473"/>
                  <a:gd name="connsiteY64"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527855 w 1344473"/>
                  <a:gd name="connsiteY10" fmla="*/ 1337427 h 1337427"/>
                  <a:gd name="connsiteX11" fmla="*/ 357432 w 1344473"/>
                  <a:gd name="connsiteY11" fmla="*/ 1081881 h 1337427"/>
                  <a:gd name="connsiteX12" fmla="*/ 103286 w 1344473"/>
                  <a:gd name="connsiteY12" fmla="*/ 1081881 h 1337427"/>
                  <a:gd name="connsiteX13" fmla="*/ 0 w 1344473"/>
                  <a:gd name="connsiteY13" fmla="*/ 978595 h 1337427"/>
                  <a:gd name="connsiteX14" fmla="*/ 0 w 1344473"/>
                  <a:gd name="connsiteY14" fmla="*/ 497175 h 1337427"/>
                  <a:gd name="connsiteX15" fmla="*/ 103286 w 1344473"/>
                  <a:gd name="connsiteY15" fmla="*/ 393889 h 1337427"/>
                  <a:gd name="connsiteX16" fmla="*/ 787777 w 1344473"/>
                  <a:gd name="connsiteY16" fmla="*/ 393889 h 1337427"/>
                  <a:gd name="connsiteX17" fmla="*/ 787777 w 1344473"/>
                  <a:gd name="connsiteY17" fmla="*/ 15756 h 1337427"/>
                  <a:gd name="connsiteX18" fmla="*/ 803533 w 1344473"/>
                  <a:gd name="connsiteY18" fmla="*/ 0 h 1337427"/>
                  <a:gd name="connsiteX19" fmla="*/ 1328718 w 1344473"/>
                  <a:gd name="connsiteY19" fmla="*/ 0 h 1337427"/>
                  <a:gd name="connsiteX20" fmla="*/ 1344473 w 1344473"/>
                  <a:gd name="connsiteY20" fmla="*/ 15756 h 1337427"/>
                  <a:gd name="connsiteX21" fmla="*/ 1344473 w 1344473"/>
                  <a:gd name="connsiteY21" fmla="*/ 628471 h 1337427"/>
                  <a:gd name="connsiteX22" fmla="*/ 1328718 w 1344473"/>
                  <a:gd name="connsiteY22" fmla="*/ 644227 h 1337427"/>
                  <a:gd name="connsiteX23" fmla="*/ 906819 w 1344473"/>
                  <a:gd name="connsiteY23" fmla="*/ 644227 h 1337427"/>
                  <a:gd name="connsiteX24" fmla="*/ 906819 w 1344473"/>
                  <a:gd name="connsiteY24" fmla="*/ 978595 h 1337427"/>
                  <a:gd name="connsiteX25" fmla="*/ 803533 w 1344473"/>
                  <a:gd name="connsiteY25" fmla="*/ 1081881 h 1337427"/>
                  <a:gd name="connsiteX26" fmla="*/ 540940 w 1344473"/>
                  <a:gd name="connsiteY26" fmla="*/ 1081881 h 1337427"/>
                  <a:gd name="connsiteX27" fmla="*/ 540940 w 1344473"/>
                  <a:gd name="connsiteY27" fmla="*/ 1050370 h 1337427"/>
                  <a:gd name="connsiteX28" fmla="*/ 803533 w 1344473"/>
                  <a:gd name="connsiteY28" fmla="*/ 1050370 h 1337427"/>
                  <a:gd name="connsiteX29" fmla="*/ 875308 w 1344473"/>
                  <a:gd name="connsiteY29" fmla="*/ 978595 h 1337427"/>
                  <a:gd name="connsiteX30" fmla="*/ 875308 w 1344473"/>
                  <a:gd name="connsiteY30" fmla="*/ 497175 h 1337427"/>
                  <a:gd name="connsiteX31" fmla="*/ 803533 w 1344473"/>
                  <a:gd name="connsiteY31" fmla="*/ 425400 h 1337427"/>
                  <a:gd name="connsiteX32" fmla="*/ 103286 w 1344473"/>
                  <a:gd name="connsiteY32" fmla="*/ 425400 h 1337427"/>
                  <a:gd name="connsiteX33" fmla="*/ 31511 w 1344473"/>
                  <a:gd name="connsiteY33" fmla="*/ 497175 h 1337427"/>
                  <a:gd name="connsiteX34" fmla="*/ 31511 w 1344473"/>
                  <a:gd name="connsiteY34" fmla="*/ 978595 h 1337427"/>
                  <a:gd name="connsiteX35" fmla="*/ 103286 w 1344473"/>
                  <a:gd name="connsiteY35" fmla="*/ 1050370 h 1337427"/>
                  <a:gd name="connsiteX36" fmla="*/ 365879 w 1344473"/>
                  <a:gd name="connsiteY36" fmla="*/ 1050370 h 1337427"/>
                  <a:gd name="connsiteX37" fmla="*/ 378965 w 1344473"/>
                  <a:gd name="connsiteY37" fmla="*/ 1057416 h 1337427"/>
                  <a:gd name="connsiteX38" fmla="*/ 554026 w 1344473"/>
                  <a:gd name="connsiteY38" fmla="*/ 1320009 h 1337427"/>
                  <a:gd name="connsiteX39" fmla="*/ 527855 w 1344473"/>
                  <a:gd name="connsiteY39" fmla="*/ 1337427 h 1337427"/>
                  <a:gd name="connsiteX40" fmla="*/ 906819 w 1344473"/>
                  <a:gd name="connsiteY40" fmla="*/ 612716 h 1337427"/>
                  <a:gd name="connsiteX41" fmla="*/ 1312918 w 1344473"/>
                  <a:gd name="connsiteY41" fmla="*/ 612716 h 1337427"/>
                  <a:gd name="connsiteX42" fmla="*/ 1312918 w 1344473"/>
                  <a:gd name="connsiteY42" fmla="*/ 31511 h 1337427"/>
                  <a:gd name="connsiteX43" fmla="*/ 819288 w 1344473"/>
                  <a:gd name="connsiteY43" fmla="*/ 31511 h 1337427"/>
                  <a:gd name="connsiteX44" fmla="*/ 819288 w 1344473"/>
                  <a:gd name="connsiteY44" fmla="*/ 395114 h 1337427"/>
                  <a:gd name="connsiteX45" fmla="*/ 891064 w 1344473"/>
                  <a:gd name="connsiteY45" fmla="*/ 442424 h 1337427"/>
                  <a:gd name="connsiteX46" fmla="*/ 891064 w 1344473"/>
                  <a:gd name="connsiteY46" fmla="*/ 437654 h 1337427"/>
                  <a:gd name="connsiteX47" fmla="*/ 1241187 w 1344473"/>
                  <a:gd name="connsiteY47" fmla="*/ 437742 h 1337427"/>
                  <a:gd name="connsiteX48" fmla="*/ 1241187 w 1344473"/>
                  <a:gd name="connsiteY48" fmla="*/ 469253 h 1337427"/>
                  <a:gd name="connsiteX49" fmla="*/ 902924 w 1344473"/>
                  <a:gd name="connsiteY49" fmla="*/ 469165 h 1337427"/>
                  <a:gd name="connsiteX50" fmla="*/ 906819 w 1344473"/>
                  <a:gd name="connsiteY50" fmla="*/ 497175 h 1337427"/>
                  <a:gd name="connsiteX51" fmla="*/ 906819 w 1344473"/>
                  <a:gd name="connsiteY51" fmla="*/ 612716 h 1337427"/>
                  <a:gd name="connsiteX52" fmla="*/ 1241187 w 1344473"/>
                  <a:gd name="connsiteY52" fmla="*/ 337869 h 1337427"/>
                  <a:gd name="connsiteX53" fmla="*/ 891064 w 1344473"/>
                  <a:gd name="connsiteY53" fmla="*/ 337869 h 1337427"/>
                  <a:gd name="connsiteX54" fmla="*/ 891064 w 1344473"/>
                  <a:gd name="connsiteY54" fmla="*/ 306358 h 1337427"/>
                  <a:gd name="connsiteX55" fmla="*/ 1241187 w 1344473"/>
                  <a:gd name="connsiteY55" fmla="*/ 306358 h 1337427"/>
                  <a:gd name="connsiteX56" fmla="*/ 1241187 w 1344473"/>
                  <a:gd name="connsiteY56" fmla="*/ 337869 h 1337427"/>
                  <a:gd name="connsiteX57" fmla="*/ 1241187 w 1344473"/>
                  <a:gd name="connsiteY57" fmla="*/ 206573 h 1337427"/>
                  <a:gd name="connsiteX58" fmla="*/ 891064 w 1344473"/>
                  <a:gd name="connsiteY58" fmla="*/ 206573 h 1337427"/>
                  <a:gd name="connsiteX59" fmla="*/ 891064 w 1344473"/>
                  <a:gd name="connsiteY59" fmla="*/ 175062 h 1337427"/>
                  <a:gd name="connsiteX60" fmla="*/ 1241187 w 1344473"/>
                  <a:gd name="connsiteY60" fmla="*/ 175062 h 1337427"/>
                  <a:gd name="connsiteX61" fmla="*/ 1241187 w 1344473"/>
                  <a:gd name="connsiteY61" fmla="*/ 206573 h 1337427"/>
                  <a:gd name="connsiteX0" fmla="*/ 497175 w 1344473"/>
                  <a:gd name="connsiteY0" fmla="*/ 737885 h 1337427"/>
                  <a:gd name="connsiteX1" fmla="*/ 453410 w 1344473"/>
                  <a:gd name="connsiteY1" fmla="*/ 781650 h 1337427"/>
                  <a:gd name="connsiteX2" fmla="*/ 453410 w 1344473"/>
                  <a:gd name="connsiteY2" fmla="*/ 694119 h 1337427"/>
                  <a:gd name="connsiteX3" fmla="*/ 497175 w 1344473"/>
                  <a:gd name="connsiteY3" fmla="*/ 737885 h 1337427"/>
                  <a:gd name="connsiteX4" fmla="*/ 628471 w 1344473"/>
                  <a:gd name="connsiteY4" fmla="*/ 694119 h 1337427"/>
                  <a:gd name="connsiteX5" fmla="*/ 584706 w 1344473"/>
                  <a:gd name="connsiteY5" fmla="*/ 737885 h 1337427"/>
                  <a:gd name="connsiteX6" fmla="*/ 628471 w 1344473"/>
                  <a:gd name="connsiteY6" fmla="*/ 781650 h 1337427"/>
                  <a:gd name="connsiteX7" fmla="*/ 672237 w 1344473"/>
                  <a:gd name="connsiteY7" fmla="*/ 737885 h 1337427"/>
                  <a:gd name="connsiteX8" fmla="*/ 628471 w 1344473"/>
                  <a:gd name="connsiteY8" fmla="*/ 694119 h 1337427"/>
                  <a:gd name="connsiteX9" fmla="*/ 527855 w 1344473"/>
                  <a:gd name="connsiteY9" fmla="*/ 1337427 h 1337427"/>
                  <a:gd name="connsiteX10" fmla="*/ 357432 w 1344473"/>
                  <a:gd name="connsiteY10" fmla="*/ 1081881 h 1337427"/>
                  <a:gd name="connsiteX11" fmla="*/ 103286 w 1344473"/>
                  <a:gd name="connsiteY11" fmla="*/ 1081881 h 1337427"/>
                  <a:gd name="connsiteX12" fmla="*/ 0 w 1344473"/>
                  <a:gd name="connsiteY12" fmla="*/ 978595 h 1337427"/>
                  <a:gd name="connsiteX13" fmla="*/ 0 w 1344473"/>
                  <a:gd name="connsiteY13" fmla="*/ 497175 h 1337427"/>
                  <a:gd name="connsiteX14" fmla="*/ 103286 w 1344473"/>
                  <a:gd name="connsiteY14" fmla="*/ 393889 h 1337427"/>
                  <a:gd name="connsiteX15" fmla="*/ 787777 w 1344473"/>
                  <a:gd name="connsiteY15" fmla="*/ 393889 h 1337427"/>
                  <a:gd name="connsiteX16" fmla="*/ 787777 w 1344473"/>
                  <a:gd name="connsiteY16" fmla="*/ 15756 h 1337427"/>
                  <a:gd name="connsiteX17" fmla="*/ 803533 w 1344473"/>
                  <a:gd name="connsiteY17" fmla="*/ 0 h 1337427"/>
                  <a:gd name="connsiteX18" fmla="*/ 1328718 w 1344473"/>
                  <a:gd name="connsiteY18" fmla="*/ 0 h 1337427"/>
                  <a:gd name="connsiteX19" fmla="*/ 1344473 w 1344473"/>
                  <a:gd name="connsiteY19" fmla="*/ 15756 h 1337427"/>
                  <a:gd name="connsiteX20" fmla="*/ 1344473 w 1344473"/>
                  <a:gd name="connsiteY20" fmla="*/ 628471 h 1337427"/>
                  <a:gd name="connsiteX21" fmla="*/ 1328718 w 1344473"/>
                  <a:gd name="connsiteY21" fmla="*/ 644227 h 1337427"/>
                  <a:gd name="connsiteX22" fmla="*/ 906819 w 1344473"/>
                  <a:gd name="connsiteY22" fmla="*/ 644227 h 1337427"/>
                  <a:gd name="connsiteX23" fmla="*/ 906819 w 1344473"/>
                  <a:gd name="connsiteY23" fmla="*/ 978595 h 1337427"/>
                  <a:gd name="connsiteX24" fmla="*/ 803533 w 1344473"/>
                  <a:gd name="connsiteY24" fmla="*/ 1081881 h 1337427"/>
                  <a:gd name="connsiteX25" fmla="*/ 540940 w 1344473"/>
                  <a:gd name="connsiteY25" fmla="*/ 1081881 h 1337427"/>
                  <a:gd name="connsiteX26" fmla="*/ 540940 w 1344473"/>
                  <a:gd name="connsiteY26" fmla="*/ 1050370 h 1337427"/>
                  <a:gd name="connsiteX27" fmla="*/ 803533 w 1344473"/>
                  <a:gd name="connsiteY27" fmla="*/ 1050370 h 1337427"/>
                  <a:gd name="connsiteX28" fmla="*/ 875308 w 1344473"/>
                  <a:gd name="connsiteY28" fmla="*/ 978595 h 1337427"/>
                  <a:gd name="connsiteX29" fmla="*/ 875308 w 1344473"/>
                  <a:gd name="connsiteY29" fmla="*/ 497175 h 1337427"/>
                  <a:gd name="connsiteX30" fmla="*/ 803533 w 1344473"/>
                  <a:gd name="connsiteY30" fmla="*/ 425400 h 1337427"/>
                  <a:gd name="connsiteX31" fmla="*/ 103286 w 1344473"/>
                  <a:gd name="connsiteY31" fmla="*/ 425400 h 1337427"/>
                  <a:gd name="connsiteX32" fmla="*/ 31511 w 1344473"/>
                  <a:gd name="connsiteY32" fmla="*/ 497175 h 1337427"/>
                  <a:gd name="connsiteX33" fmla="*/ 31511 w 1344473"/>
                  <a:gd name="connsiteY33" fmla="*/ 978595 h 1337427"/>
                  <a:gd name="connsiteX34" fmla="*/ 103286 w 1344473"/>
                  <a:gd name="connsiteY34" fmla="*/ 1050370 h 1337427"/>
                  <a:gd name="connsiteX35" fmla="*/ 365879 w 1344473"/>
                  <a:gd name="connsiteY35" fmla="*/ 1050370 h 1337427"/>
                  <a:gd name="connsiteX36" fmla="*/ 378965 w 1344473"/>
                  <a:gd name="connsiteY36" fmla="*/ 1057416 h 1337427"/>
                  <a:gd name="connsiteX37" fmla="*/ 554026 w 1344473"/>
                  <a:gd name="connsiteY37" fmla="*/ 1320009 h 1337427"/>
                  <a:gd name="connsiteX38" fmla="*/ 527855 w 1344473"/>
                  <a:gd name="connsiteY38" fmla="*/ 1337427 h 1337427"/>
                  <a:gd name="connsiteX39" fmla="*/ 906819 w 1344473"/>
                  <a:gd name="connsiteY39" fmla="*/ 612716 h 1337427"/>
                  <a:gd name="connsiteX40" fmla="*/ 1312918 w 1344473"/>
                  <a:gd name="connsiteY40" fmla="*/ 612716 h 1337427"/>
                  <a:gd name="connsiteX41" fmla="*/ 1312918 w 1344473"/>
                  <a:gd name="connsiteY41" fmla="*/ 31511 h 1337427"/>
                  <a:gd name="connsiteX42" fmla="*/ 819288 w 1344473"/>
                  <a:gd name="connsiteY42" fmla="*/ 31511 h 1337427"/>
                  <a:gd name="connsiteX43" fmla="*/ 819288 w 1344473"/>
                  <a:gd name="connsiteY43" fmla="*/ 395114 h 1337427"/>
                  <a:gd name="connsiteX44" fmla="*/ 891064 w 1344473"/>
                  <a:gd name="connsiteY44" fmla="*/ 442424 h 1337427"/>
                  <a:gd name="connsiteX45" fmla="*/ 891064 w 1344473"/>
                  <a:gd name="connsiteY45" fmla="*/ 437654 h 1337427"/>
                  <a:gd name="connsiteX46" fmla="*/ 1241187 w 1344473"/>
                  <a:gd name="connsiteY46" fmla="*/ 437742 h 1337427"/>
                  <a:gd name="connsiteX47" fmla="*/ 1241187 w 1344473"/>
                  <a:gd name="connsiteY47" fmla="*/ 469253 h 1337427"/>
                  <a:gd name="connsiteX48" fmla="*/ 902924 w 1344473"/>
                  <a:gd name="connsiteY48" fmla="*/ 469165 h 1337427"/>
                  <a:gd name="connsiteX49" fmla="*/ 906819 w 1344473"/>
                  <a:gd name="connsiteY49" fmla="*/ 497175 h 1337427"/>
                  <a:gd name="connsiteX50" fmla="*/ 906819 w 1344473"/>
                  <a:gd name="connsiteY50" fmla="*/ 612716 h 1337427"/>
                  <a:gd name="connsiteX51" fmla="*/ 1241187 w 1344473"/>
                  <a:gd name="connsiteY51" fmla="*/ 337869 h 1337427"/>
                  <a:gd name="connsiteX52" fmla="*/ 891064 w 1344473"/>
                  <a:gd name="connsiteY52" fmla="*/ 337869 h 1337427"/>
                  <a:gd name="connsiteX53" fmla="*/ 891064 w 1344473"/>
                  <a:gd name="connsiteY53" fmla="*/ 306358 h 1337427"/>
                  <a:gd name="connsiteX54" fmla="*/ 1241187 w 1344473"/>
                  <a:gd name="connsiteY54" fmla="*/ 306358 h 1337427"/>
                  <a:gd name="connsiteX55" fmla="*/ 1241187 w 1344473"/>
                  <a:gd name="connsiteY55" fmla="*/ 337869 h 1337427"/>
                  <a:gd name="connsiteX56" fmla="*/ 1241187 w 1344473"/>
                  <a:gd name="connsiteY56" fmla="*/ 206573 h 1337427"/>
                  <a:gd name="connsiteX57" fmla="*/ 891064 w 1344473"/>
                  <a:gd name="connsiteY57" fmla="*/ 206573 h 1337427"/>
                  <a:gd name="connsiteX58" fmla="*/ 891064 w 1344473"/>
                  <a:gd name="connsiteY58" fmla="*/ 175062 h 1337427"/>
                  <a:gd name="connsiteX59" fmla="*/ 1241187 w 1344473"/>
                  <a:gd name="connsiteY59" fmla="*/ 175062 h 1337427"/>
                  <a:gd name="connsiteX60" fmla="*/ 1241187 w 1344473"/>
                  <a:gd name="connsiteY60" fmla="*/ 206573 h 1337427"/>
                  <a:gd name="connsiteX0" fmla="*/ 497175 w 1344473"/>
                  <a:gd name="connsiteY0" fmla="*/ 737885 h 1337427"/>
                  <a:gd name="connsiteX1" fmla="*/ 453410 w 1344473"/>
                  <a:gd name="connsiteY1" fmla="*/ 781650 h 1337427"/>
                  <a:gd name="connsiteX2" fmla="*/ 497175 w 1344473"/>
                  <a:gd name="connsiteY2" fmla="*/ 737885 h 1337427"/>
                  <a:gd name="connsiteX3" fmla="*/ 628471 w 1344473"/>
                  <a:gd name="connsiteY3" fmla="*/ 694119 h 1337427"/>
                  <a:gd name="connsiteX4" fmla="*/ 584706 w 1344473"/>
                  <a:gd name="connsiteY4" fmla="*/ 737885 h 1337427"/>
                  <a:gd name="connsiteX5" fmla="*/ 628471 w 1344473"/>
                  <a:gd name="connsiteY5" fmla="*/ 781650 h 1337427"/>
                  <a:gd name="connsiteX6" fmla="*/ 672237 w 1344473"/>
                  <a:gd name="connsiteY6" fmla="*/ 737885 h 1337427"/>
                  <a:gd name="connsiteX7" fmla="*/ 628471 w 1344473"/>
                  <a:gd name="connsiteY7" fmla="*/ 694119 h 1337427"/>
                  <a:gd name="connsiteX8" fmla="*/ 527855 w 1344473"/>
                  <a:gd name="connsiteY8" fmla="*/ 1337427 h 1337427"/>
                  <a:gd name="connsiteX9" fmla="*/ 357432 w 1344473"/>
                  <a:gd name="connsiteY9" fmla="*/ 1081881 h 1337427"/>
                  <a:gd name="connsiteX10" fmla="*/ 103286 w 1344473"/>
                  <a:gd name="connsiteY10" fmla="*/ 1081881 h 1337427"/>
                  <a:gd name="connsiteX11" fmla="*/ 0 w 1344473"/>
                  <a:gd name="connsiteY11" fmla="*/ 978595 h 1337427"/>
                  <a:gd name="connsiteX12" fmla="*/ 0 w 1344473"/>
                  <a:gd name="connsiteY12" fmla="*/ 497175 h 1337427"/>
                  <a:gd name="connsiteX13" fmla="*/ 103286 w 1344473"/>
                  <a:gd name="connsiteY13" fmla="*/ 393889 h 1337427"/>
                  <a:gd name="connsiteX14" fmla="*/ 787777 w 1344473"/>
                  <a:gd name="connsiteY14" fmla="*/ 393889 h 1337427"/>
                  <a:gd name="connsiteX15" fmla="*/ 787777 w 1344473"/>
                  <a:gd name="connsiteY15" fmla="*/ 15756 h 1337427"/>
                  <a:gd name="connsiteX16" fmla="*/ 803533 w 1344473"/>
                  <a:gd name="connsiteY16" fmla="*/ 0 h 1337427"/>
                  <a:gd name="connsiteX17" fmla="*/ 1328718 w 1344473"/>
                  <a:gd name="connsiteY17" fmla="*/ 0 h 1337427"/>
                  <a:gd name="connsiteX18" fmla="*/ 1344473 w 1344473"/>
                  <a:gd name="connsiteY18" fmla="*/ 15756 h 1337427"/>
                  <a:gd name="connsiteX19" fmla="*/ 1344473 w 1344473"/>
                  <a:gd name="connsiteY19" fmla="*/ 628471 h 1337427"/>
                  <a:gd name="connsiteX20" fmla="*/ 1328718 w 1344473"/>
                  <a:gd name="connsiteY20" fmla="*/ 644227 h 1337427"/>
                  <a:gd name="connsiteX21" fmla="*/ 906819 w 1344473"/>
                  <a:gd name="connsiteY21" fmla="*/ 644227 h 1337427"/>
                  <a:gd name="connsiteX22" fmla="*/ 906819 w 1344473"/>
                  <a:gd name="connsiteY22" fmla="*/ 978595 h 1337427"/>
                  <a:gd name="connsiteX23" fmla="*/ 803533 w 1344473"/>
                  <a:gd name="connsiteY23" fmla="*/ 1081881 h 1337427"/>
                  <a:gd name="connsiteX24" fmla="*/ 540940 w 1344473"/>
                  <a:gd name="connsiteY24" fmla="*/ 1081881 h 1337427"/>
                  <a:gd name="connsiteX25" fmla="*/ 540940 w 1344473"/>
                  <a:gd name="connsiteY25" fmla="*/ 1050370 h 1337427"/>
                  <a:gd name="connsiteX26" fmla="*/ 803533 w 1344473"/>
                  <a:gd name="connsiteY26" fmla="*/ 1050370 h 1337427"/>
                  <a:gd name="connsiteX27" fmla="*/ 875308 w 1344473"/>
                  <a:gd name="connsiteY27" fmla="*/ 978595 h 1337427"/>
                  <a:gd name="connsiteX28" fmla="*/ 875308 w 1344473"/>
                  <a:gd name="connsiteY28" fmla="*/ 497175 h 1337427"/>
                  <a:gd name="connsiteX29" fmla="*/ 803533 w 1344473"/>
                  <a:gd name="connsiteY29" fmla="*/ 425400 h 1337427"/>
                  <a:gd name="connsiteX30" fmla="*/ 103286 w 1344473"/>
                  <a:gd name="connsiteY30" fmla="*/ 425400 h 1337427"/>
                  <a:gd name="connsiteX31" fmla="*/ 31511 w 1344473"/>
                  <a:gd name="connsiteY31" fmla="*/ 497175 h 1337427"/>
                  <a:gd name="connsiteX32" fmla="*/ 31511 w 1344473"/>
                  <a:gd name="connsiteY32" fmla="*/ 978595 h 1337427"/>
                  <a:gd name="connsiteX33" fmla="*/ 103286 w 1344473"/>
                  <a:gd name="connsiteY33" fmla="*/ 1050370 h 1337427"/>
                  <a:gd name="connsiteX34" fmla="*/ 365879 w 1344473"/>
                  <a:gd name="connsiteY34" fmla="*/ 1050370 h 1337427"/>
                  <a:gd name="connsiteX35" fmla="*/ 378965 w 1344473"/>
                  <a:gd name="connsiteY35" fmla="*/ 1057416 h 1337427"/>
                  <a:gd name="connsiteX36" fmla="*/ 554026 w 1344473"/>
                  <a:gd name="connsiteY36" fmla="*/ 1320009 h 1337427"/>
                  <a:gd name="connsiteX37" fmla="*/ 527855 w 1344473"/>
                  <a:gd name="connsiteY37" fmla="*/ 1337427 h 1337427"/>
                  <a:gd name="connsiteX38" fmla="*/ 906819 w 1344473"/>
                  <a:gd name="connsiteY38" fmla="*/ 612716 h 1337427"/>
                  <a:gd name="connsiteX39" fmla="*/ 1312918 w 1344473"/>
                  <a:gd name="connsiteY39" fmla="*/ 612716 h 1337427"/>
                  <a:gd name="connsiteX40" fmla="*/ 1312918 w 1344473"/>
                  <a:gd name="connsiteY40" fmla="*/ 31511 h 1337427"/>
                  <a:gd name="connsiteX41" fmla="*/ 819288 w 1344473"/>
                  <a:gd name="connsiteY41" fmla="*/ 31511 h 1337427"/>
                  <a:gd name="connsiteX42" fmla="*/ 819288 w 1344473"/>
                  <a:gd name="connsiteY42" fmla="*/ 395114 h 1337427"/>
                  <a:gd name="connsiteX43" fmla="*/ 891064 w 1344473"/>
                  <a:gd name="connsiteY43" fmla="*/ 442424 h 1337427"/>
                  <a:gd name="connsiteX44" fmla="*/ 891064 w 1344473"/>
                  <a:gd name="connsiteY44" fmla="*/ 437654 h 1337427"/>
                  <a:gd name="connsiteX45" fmla="*/ 1241187 w 1344473"/>
                  <a:gd name="connsiteY45" fmla="*/ 437742 h 1337427"/>
                  <a:gd name="connsiteX46" fmla="*/ 1241187 w 1344473"/>
                  <a:gd name="connsiteY46" fmla="*/ 469253 h 1337427"/>
                  <a:gd name="connsiteX47" fmla="*/ 902924 w 1344473"/>
                  <a:gd name="connsiteY47" fmla="*/ 469165 h 1337427"/>
                  <a:gd name="connsiteX48" fmla="*/ 906819 w 1344473"/>
                  <a:gd name="connsiteY48" fmla="*/ 497175 h 1337427"/>
                  <a:gd name="connsiteX49" fmla="*/ 906819 w 1344473"/>
                  <a:gd name="connsiteY49" fmla="*/ 612716 h 1337427"/>
                  <a:gd name="connsiteX50" fmla="*/ 1241187 w 1344473"/>
                  <a:gd name="connsiteY50" fmla="*/ 337869 h 1337427"/>
                  <a:gd name="connsiteX51" fmla="*/ 891064 w 1344473"/>
                  <a:gd name="connsiteY51" fmla="*/ 337869 h 1337427"/>
                  <a:gd name="connsiteX52" fmla="*/ 891064 w 1344473"/>
                  <a:gd name="connsiteY52" fmla="*/ 306358 h 1337427"/>
                  <a:gd name="connsiteX53" fmla="*/ 1241187 w 1344473"/>
                  <a:gd name="connsiteY53" fmla="*/ 306358 h 1337427"/>
                  <a:gd name="connsiteX54" fmla="*/ 1241187 w 1344473"/>
                  <a:gd name="connsiteY54" fmla="*/ 337869 h 1337427"/>
                  <a:gd name="connsiteX55" fmla="*/ 1241187 w 1344473"/>
                  <a:gd name="connsiteY55" fmla="*/ 206573 h 1337427"/>
                  <a:gd name="connsiteX56" fmla="*/ 891064 w 1344473"/>
                  <a:gd name="connsiteY56" fmla="*/ 206573 h 1337427"/>
                  <a:gd name="connsiteX57" fmla="*/ 891064 w 1344473"/>
                  <a:gd name="connsiteY57" fmla="*/ 175062 h 1337427"/>
                  <a:gd name="connsiteX58" fmla="*/ 1241187 w 1344473"/>
                  <a:gd name="connsiteY58" fmla="*/ 175062 h 1337427"/>
                  <a:gd name="connsiteX59" fmla="*/ 1241187 w 1344473"/>
                  <a:gd name="connsiteY59" fmla="*/ 206573 h 1337427"/>
                  <a:gd name="connsiteX0" fmla="*/ 628471 w 1344473"/>
                  <a:gd name="connsiteY0" fmla="*/ 694119 h 1337427"/>
                  <a:gd name="connsiteX1" fmla="*/ 584706 w 1344473"/>
                  <a:gd name="connsiteY1" fmla="*/ 737885 h 1337427"/>
                  <a:gd name="connsiteX2" fmla="*/ 628471 w 1344473"/>
                  <a:gd name="connsiteY2" fmla="*/ 781650 h 1337427"/>
                  <a:gd name="connsiteX3" fmla="*/ 672237 w 1344473"/>
                  <a:gd name="connsiteY3" fmla="*/ 737885 h 1337427"/>
                  <a:gd name="connsiteX4" fmla="*/ 628471 w 1344473"/>
                  <a:gd name="connsiteY4" fmla="*/ 694119 h 1337427"/>
                  <a:gd name="connsiteX5" fmla="*/ 527855 w 1344473"/>
                  <a:gd name="connsiteY5" fmla="*/ 1337427 h 1337427"/>
                  <a:gd name="connsiteX6" fmla="*/ 357432 w 1344473"/>
                  <a:gd name="connsiteY6" fmla="*/ 1081881 h 1337427"/>
                  <a:gd name="connsiteX7" fmla="*/ 103286 w 1344473"/>
                  <a:gd name="connsiteY7" fmla="*/ 1081881 h 1337427"/>
                  <a:gd name="connsiteX8" fmla="*/ 0 w 1344473"/>
                  <a:gd name="connsiteY8" fmla="*/ 978595 h 1337427"/>
                  <a:gd name="connsiteX9" fmla="*/ 0 w 1344473"/>
                  <a:gd name="connsiteY9" fmla="*/ 497175 h 1337427"/>
                  <a:gd name="connsiteX10" fmla="*/ 103286 w 1344473"/>
                  <a:gd name="connsiteY10" fmla="*/ 393889 h 1337427"/>
                  <a:gd name="connsiteX11" fmla="*/ 787777 w 1344473"/>
                  <a:gd name="connsiteY11" fmla="*/ 393889 h 1337427"/>
                  <a:gd name="connsiteX12" fmla="*/ 787777 w 1344473"/>
                  <a:gd name="connsiteY12" fmla="*/ 15756 h 1337427"/>
                  <a:gd name="connsiteX13" fmla="*/ 803533 w 1344473"/>
                  <a:gd name="connsiteY13" fmla="*/ 0 h 1337427"/>
                  <a:gd name="connsiteX14" fmla="*/ 1328718 w 1344473"/>
                  <a:gd name="connsiteY14" fmla="*/ 0 h 1337427"/>
                  <a:gd name="connsiteX15" fmla="*/ 1344473 w 1344473"/>
                  <a:gd name="connsiteY15" fmla="*/ 15756 h 1337427"/>
                  <a:gd name="connsiteX16" fmla="*/ 1344473 w 1344473"/>
                  <a:gd name="connsiteY16" fmla="*/ 628471 h 1337427"/>
                  <a:gd name="connsiteX17" fmla="*/ 1328718 w 1344473"/>
                  <a:gd name="connsiteY17" fmla="*/ 644227 h 1337427"/>
                  <a:gd name="connsiteX18" fmla="*/ 906819 w 1344473"/>
                  <a:gd name="connsiteY18" fmla="*/ 644227 h 1337427"/>
                  <a:gd name="connsiteX19" fmla="*/ 906819 w 1344473"/>
                  <a:gd name="connsiteY19" fmla="*/ 978595 h 1337427"/>
                  <a:gd name="connsiteX20" fmla="*/ 803533 w 1344473"/>
                  <a:gd name="connsiteY20" fmla="*/ 1081881 h 1337427"/>
                  <a:gd name="connsiteX21" fmla="*/ 540940 w 1344473"/>
                  <a:gd name="connsiteY21" fmla="*/ 1081881 h 1337427"/>
                  <a:gd name="connsiteX22" fmla="*/ 540940 w 1344473"/>
                  <a:gd name="connsiteY22" fmla="*/ 1050370 h 1337427"/>
                  <a:gd name="connsiteX23" fmla="*/ 803533 w 1344473"/>
                  <a:gd name="connsiteY23" fmla="*/ 1050370 h 1337427"/>
                  <a:gd name="connsiteX24" fmla="*/ 875308 w 1344473"/>
                  <a:gd name="connsiteY24" fmla="*/ 978595 h 1337427"/>
                  <a:gd name="connsiteX25" fmla="*/ 875308 w 1344473"/>
                  <a:gd name="connsiteY25" fmla="*/ 497175 h 1337427"/>
                  <a:gd name="connsiteX26" fmla="*/ 803533 w 1344473"/>
                  <a:gd name="connsiteY26" fmla="*/ 425400 h 1337427"/>
                  <a:gd name="connsiteX27" fmla="*/ 103286 w 1344473"/>
                  <a:gd name="connsiteY27" fmla="*/ 425400 h 1337427"/>
                  <a:gd name="connsiteX28" fmla="*/ 31511 w 1344473"/>
                  <a:gd name="connsiteY28" fmla="*/ 497175 h 1337427"/>
                  <a:gd name="connsiteX29" fmla="*/ 31511 w 1344473"/>
                  <a:gd name="connsiteY29" fmla="*/ 978595 h 1337427"/>
                  <a:gd name="connsiteX30" fmla="*/ 103286 w 1344473"/>
                  <a:gd name="connsiteY30" fmla="*/ 1050370 h 1337427"/>
                  <a:gd name="connsiteX31" fmla="*/ 365879 w 1344473"/>
                  <a:gd name="connsiteY31" fmla="*/ 1050370 h 1337427"/>
                  <a:gd name="connsiteX32" fmla="*/ 378965 w 1344473"/>
                  <a:gd name="connsiteY32" fmla="*/ 1057416 h 1337427"/>
                  <a:gd name="connsiteX33" fmla="*/ 554026 w 1344473"/>
                  <a:gd name="connsiteY33" fmla="*/ 1320009 h 1337427"/>
                  <a:gd name="connsiteX34" fmla="*/ 527855 w 1344473"/>
                  <a:gd name="connsiteY34" fmla="*/ 1337427 h 1337427"/>
                  <a:gd name="connsiteX35" fmla="*/ 906819 w 1344473"/>
                  <a:gd name="connsiteY35" fmla="*/ 612716 h 1337427"/>
                  <a:gd name="connsiteX36" fmla="*/ 1312918 w 1344473"/>
                  <a:gd name="connsiteY36" fmla="*/ 612716 h 1337427"/>
                  <a:gd name="connsiteX37" fmla="*/ 1312918 w 1344473"/>
                  <a:gd name="connsiteY37" fmla="*/ 31511 h 1337427"/>
                  <a:gd name="connsiteX38" fmla="*/ 819288 w 1344473"/>
                  <a:gd name="connsiteY38" fmla="*/ 31511 h 1337427"/>
                  <a:gd name="connsiteX39" fmla="*/ 819288 w 1344473"/>
                  <a:gd name="connsiteY39" fmla="*/ 395114 h 1337427"/>
                  <a:gd name="connsiteX40" fmla="*/ 891064 w 1344473"/>
                  <a:gd name="connsiteY40" fmla="*/ 442424 h 1337427"/>
                  <a:gd name="connsiteX41" fmla="*/ 891064 w 1344473"/>
                  <a:gd name="connsiteY41" fmla="*/ 437654 h 1337427"/>
                  <a:gd name="connsiteX42" fmla="*/ 1241187 w 1344473"/>
                  <a:gd name="connsiteY42" fmla="*/ 437742 h 1337427"/>
                  <a:gd name="connsiteX43" fmla="*/ 1241187 w 1344473"/>
                  <a:gd name="connsiteY43" fmla="*/ 469253 h 1337427"/>
                  <a:gd name="connsiteX44" fmla="*/ 902924 w 1344473"/>
                  <a:gd name="connsiteY44" fmla="*/ 469165 h 1337427"/>
                  <a:gd name="connsiteX45" fmla="*/ 906819 w 1344473"/>
                  <a:gd name="connsiteY45" fmla="*/ 497175 h 1337427"/>
                  <a:gd name="connsiteX46" fmla="*/ 906819 w 1344473"/>
                  <a:gd name="connsiteY46" fmla="*/ 612716 h 1337427"/>
                  <a:gd name="connsiteX47" fmla="*/ 1241187 w 1344473"/>
                  <a:gd name="connsiteY47" fmla="*/ 337869 h 1337427"/>
                  <a:gd name="connsiteX48" fmla="*/ 891064 w 1344473"/>
                  <a:gd name="connsiteY48" fmla="*/ 337869 h 1337427"/>
                  <a:gd name="connsiteX49" fmla="*/ 891064 w 1344473"/>
                  <a:gd name="connsiteY49" fmla="*/ 306358 h 1337427"/>
                  <a:gd name="connsiteX50" fmla="*/ 1241187 w 1344473"/>
                  <a:gd name="connsiteY50" fmla="*/ 306358 h 1337427"/>
                  <a:gd name="connsiteX51" fmla="*/ 1241187 w 1344473"/>
                  <a:gd name="connsiteY51" fmla="*/ 337869 h 1337427"/>
                  <a:gd name="connsiteX52" fmla="*/ 1241187 w 1344473"/>
                  <a:gd name="connsiteY52" fmla="*/ 206573 h 1337427"/>
                  <a:gd name="connsiteX53" fmla="*/ 891064 w 1344473"/>
                  <a:gd name="connsiteY53" fmla="*/ 206573 h 1337427"/>
                  <a:gd name="connsiteX54" fmla="*/ 891064 w 1344473"/>
                  <a:gd name="connsiteY54" fmla="*/ 175062 h 1337427"/>
                  <a:gd name="connsiteX55" fmla="*/ 1241187 w 1344473"/>
                  <a:gd name="connsiteY55" fmla="*/ 175062 h 1337427"/>
                  <a:gd name="connsiteX56" fmla="*/ 1241187 w 1344473"/>
                  <a:gd name="connsiteY56" fmla="*/ 206573 h 1337427"/>
                  <a:gd name="connsiteX0" fmla="*/ 628471 w 1344473"/>
                  <a:gd name="connsiteY0" fmla="*/ 694119 h 1337427"/>
                  <a:gd name="connsiteX1" fmla="*/ 628471 w 1344473"/>
                  <a:gd name="connsiteY1" fmla="*/ 781650 h 1337427"/>
                  <a:gd name="connsiteX2" fmla="*/ 672237 w 1344473"/>
                  <a:gd name="connsiteY2" fmla="*/ 737885 h 1337427"/>
                  <a:gd name="connsiteX3" fmla="*/ 628471 w 1344473"/>
                  <a:gd name="connsiteY3" fmla="*/ 694119 h 1337427"/>
                  <a:gd name="connsiteX4" fmla="*/ 527855 w 1344473"/>
                  <a:gd name="connsiteY4" fmla="*/ 1337427 h 1337427"/>
                  <a:gd name="connsiteX5" fmla="*/ 357432 w 1344473"/>
                  <a:gd name="connsiteY5" fmla="*/ 1081881 h 1337427"/>
                  <a:gd name="connsiteX6" fmla="*/ 103286 w 1344473"/>
                  <a:gd name="connsiteY6" fmla="*/ 1081881 h 1337427"/>
                  <a:gd name="connsiteX7" fmla="*/ 0 w 1344473"/>
                  <a:gd name="connsiteY7" fmla="*/ 978595 h 1337427"/>
                  <a:gd name="connsiteX8" fmla="*/ 0 w 1344473"/>
                  <a:gd name="connsiteY8" fmla="*/ 497175 h 1337427"/>
                  <a:gd name="connsiteX9" fmla="*/ 103286 w 1344473"/>
                  <a:gd name="connsiteY9" fmla="*/ 393889 h 1337427"/>
                  <a:gd name="connsiteX10" fmla="*/ 787777 w 1344473"/>
                  <a:gd name="connsiteY10" fmla="*/ 393889 h 1337427"/>
                  <a:gd name="connsiteX11" fmla="*/ 787777 w 1344473"/>
                  <a:gd name="connsiteY11" fmla="*/ 15756 h 1337427"/>
                  <a:gd name="connsiteX12" fmla="*/ 803533 w 1344473"/>
                  <a:gd name="connsiteY12" fmla="*/ 0 h 1337427"/>
                  <a:gd name="connsiteX13" fmla="*/ 1328718 w 1344473"/>
                  <a:gd name="connsiteY13" fmla="*/ 0 h 1337427"/>
                  <a:gd name="connsiteX14" fmla="*/ 1344473 w 1344473"/>
                  <a:gd name="connsiteY14" fmla="*/ 15756 h 1337427"/>
                  <a:gd name="connsiteX15" fmla="*/ 1344473 w 1344473"/>
                  <a:gd name="connsiteY15" fmla="*/ 628471 h 1337427"/>
                  <a:gd name="connsiteX16" fmla="*/ 1328718 w 1344473"/>
                  <a:gd name="connsiteY16" fmla="*/ 644227 h 1337427"/>
                  <a:gd name="connsiteX17" fmla="*/ 906819 w 1344473"/>
                  <a:gd name="connsiteY17" fmla="*/ 644227 h 1337427"/>
                  <a:gd name="connsiteX18" fmla="*/ 906819 w 1344473"/>
                  <a:gd name="connsiteY18" fmla="*/ 978595 h 1337427"/>
                  <a:gd name="connsiteX19" fmla="*/ 803533 w 1344473"/>
                  <a:gd name="connsiteY19" fmla="*/ 1081881 h 1337427"/>
                  <a:gd name="connsiteX20" fmla="*/ 540940 w 1344473"/>
                  <a:gd name="connsiteY20" fmla="*/ 1081881 h 1337427"/>
                  <a:gd name="connsiteX21" fmla="*/ 540940 w 1344473"/>
                  <a:gd name="connsiteY21" fmla="*/ 1050370 h 1337427"/>
                  <a:gd name="connsiteX22" fmla="*/ 803533 w 1344473"/>
                  <a:gd name="connsiteY22" fmla="*/ 1050370 h 1337427"/>
                  <a:gd name="connsiteX23" fmla="*/ 875308 w 1344473"/>
                  <a:gd name="connsiteY23" fmla="*/ 978595 h 1337427"/>
                  <a:gd name="connsiteX24" fmla="*/ 875308 w 1344473"/>
                  <a:gd name="connsiteY24" fmla="*/ 497175 h 1337427"/>
                  <a:gd name="connsiteX25" fmla="*/ 803533 w 1344473"/>
                  <a:gd name="connsiteY25" fmla="*/ 425400 h 1337427"/>
                  <a:gd name="connsiteX26" fmla="*/ 103286 w 1344473"/>
                  <a:gd name="connsiteY26" fmla="*/ 425400 h 1337427"/>
                  <a:gd name="connsiteX27" fmla="*/ 31511 w 1344473"/>
                  <a:gd name="connsiteY27" fmla="*/ 497175 h 1337427"/>
                  <a:gd name="connsiteX28" fmla="*/ 31511 w 1344473"/>
                  <a:gd name="connsiteY28" fmla="*/ 978595 h 1337427"/>
                  <a:gd name="connsiteX29" fmla="*/ 103286 w 1344473"/>
                  <a:gd name="connsiteY29" fmla="*/ 1050370 h 1337427"/>
                  <a:gd name="connsiteX30" fmla="*/ 365879 w 1344473"/>
                  <a:gd name="connsiteY30" fmla="*/ 1050370 h 1337427"/>
                  <a:gd name="connsiteX31" fmla="*/ 378965 w 1344473"/>
                  <a:gd name="connsiteY31" fmla="*/ 1057416 h 1337427"/>
                  <a:gd name="connsiteX32" fmla="*/ 554026 w 1344473"/>
                  <a:gd name="connsiteY32" fmla="*/ 1320009 h 1337427"/>
                  <a:gd name="connsiteX33" fmla="*/ 527855 w 1344473"/>
                  <a:gd name="connsiteY33" fmla="*/ 1337427 h 1337427"/>
                  <a:gd name="connsiteX34" fmla="*/ 906819 w 1344473"/>
                  <a:gd name="connsiteY34" fmla="*/ 612716 h 1337427"/>
                  <a:gd name="connsiteX35" fmla="*/ 1312918 w 1344473"/>
                  <a:gd name="connsiteY35" fmla="*/ 612716 h 1337427"/>
                  <a:gd name="connsiteX36" fmla="*/ 1312918 w 1344473"/>
                  <a:gd name="connsiteY36" fmla="*/ 31511 h 1337427"/>
                  <a:gd name="connsiteX37" fmla="*/ 819288 w 1344473"/>
                  <a:gd name="connsiteY37" fmla="*/ 31511 h 1337427"/>
                  <a:gd name="connsiteX38" fmla="*/ 819288 w 1344473"/>
                  <a:gd name="connsiteY38" fmla="*/ 395114 h 1337427"/>
                  <a:gd name="connsiteX39" fmla="*/ 891064 w 1344473"/>
                  <a:gd name="connsiteY39" fmla="*/ 442424 h 1337427"/>
                  <a:gd name="connsiteX40" fmla="*/ 891064 w 1344473"/>
                  <a:gd name="connsiteY40" fmla="*/ 437654 h 1337427"/>
                  <a:gd name="connsiteX41" fmla="*/ 1241187 w 1344473"/>
                  <a:gd name="connsiteY41" fmla="*/ 437742 h 1337427"/>
                  <a:gd name="connsiteX42" fmla="*/ 1241187 w 1344473"/>
                  <a:gd name="connsiteY42" fmla="*/ 469253 h 1337427"/>
                  <a:gd name="connsiteX43" fmla="*/ 902924 w 1344473"/>
                  <a:gd name="connsiteY43" fmla="*/ 469165 h 1337427"/>
                  <a:gd name="connsiteX44" fmla="*/ 906819 w 1344473"/>
                  <a:gd name="connsiteY44" fmla="*/ 497175 h 1337427"/>
                  <a:gd name="connsiteX45" fmla="*/ 906819 w 1344473"/>
                  <a:gd name="connsiteY45" fmla="*/ 612716 h 1337427"/>
                  <a:gd name="connsiteX46" fmla="*/ 1241187 w 1344473"/>
                  <a:gd name="connsiteY46" fmla="*/ 337869 h 1337427"/>
                  <a:gd name="connsiteX47" fmla="*/ 891064 w 1344473"/>
                  <a:gd name="connsiteY47" fmla="*/ 337869 h 1337427"/>
                  <a:gd name="connsiteX48" fmla="*/ 891064 w 1344473"/>
                  <a:gd name="connsiteY48" fmla="*/ 306358 h 1337427"/>
                  <a:gd name="connsiteX49" fmla="*/ 1241187 w 1344473"/>
                  <a:gd name="connsiteY49" fmla="*/ 306358 h 1337427"/>
                  <a:gd name="connsiteX50" fmla="*/ 1241187 w 1344473"/>
                  <a:gd name="connsiteY50" fmla="*/ 337869 h 1337427"/>
                  <a:gd name="connsiteX51" fmla="*/ 1241187 w 1344473"/>
                  <a:gd name="connsiteY51" fmla="*/ 206573 h 1337427"/>
                  <a:gd name="connsiteX52" fmla="*/ 891064 w 1344473"/>
                  <a:gd name="connsiteY52" fmla="*/ 206573 h 1337427"/>
                  <a:gd name="connsiteX53" fmla="*/ 891064 w 1344473"/>
                  <a:gd name="connsiteY53" fmla="*/ 175062 h 1337427"/>
                  <a:gd name="connsiteX54" fmla="*/ 1241187 w 1344473"/>
                  <a:gd name="connsiteY54" fmla="*/ 175062 h 1337427"/>
                  <a:gd name="connsiteX55" fmla="*/ 1241187 w 1344473"/>
                  <a:gd name="connsiteY55" fmla="*/ 206573 h 1337427"/>
                  <a:gd name="connsiteX0" fmla="*/ 672237 w 1344473"/>
                  <a:gd name="connsiteY0" fmla="*/ 737885 h 1337427"/>
                  <a:gd name="connsiteX1" fmla="*/ 628471 w 1344473"/>
                  <a:gd name="connsiteY1" fmla="*/ 781650 h 1337427"/>
                  <a:gd name="connsiteX2" fmla="*/ 672237 w 1344473"/>
                  <a:gd name="connsiteY2" fmla="*/ 737885 h 1337427"/>
                  <a:gd name="connsiteX3" fmla="*/ 527855 w 1344473"/>
                  <a:gd name="connsiteY3" fmla="*/ 1337427 h 1337427"/>
                  <a:gd name="connsiteX4" fmla="*/ 357432 w 1344473"/>
                  <a:gd name="connsiteY4" fmla="*/ 1081881 h 1337427"/>
                  <a:gd name="connsiteX5" fmla="*/ 103286 w 1344473"/>
                  <a:gd name="connsiteY5" fmla="*/ 1081881 h 1337427"/>
                  <a:gd name="connsiteX6" fmla="*/ 0 w 1344473"/>
                  <a:gd name="connsiteY6" fmla="*/ 978595 h 1337427"/>
                  <a:gd name="connsiteX7" fmla="*/ 0 w 1344473"/>
                  <a:gd name="connsiteY7" fmla="*/ 497175 h 1337427"/>
                  <a:gd name="connsiteX8" fmla="*/ 103286 w 1344473"/>
                  <a:gd name="connsiteY8" fmla="*/ 393889 h 1337427"/>
                  <a:gd name="connsiteX9" fmla="*/ 787777 w 1344473"/>
                  <a:gd name="connsiteY9" fmla="*/ 393889 h 1337427"/>
                  <a:gd name="connsiteX10" fmla="*/ 787777 w 1344473"/>
                  <a:gd name="connsiteY10" fmla="*/ 15756 h 1337427"/>
                  <a:gd name="connsiteX11" fmla="*/ 803533 w 1344473"/>
                  <a:gd name="connsiteY11" fmla="*/ 0 h 1337427"/>
                  <a:gd name="connsiteX12" fmla="*/ 1328718 w 1344473"/>
                  <a:gd name="connsiteY12" fmla="*/ 0 h 1337427"/>
                  <a:gd name="connsiteX13" fmla="*/ 1344473 w 1344473"/>
                  <a:gd name="connsiteY13" fmla="*/ 15756 h 1337427"/>
                  <a:gd name="connsiteX14" fmla="*/ 1344473 w 1344473"/>
                  <a:gd name="connsiteY14" fmla="*/ 628471 h 1337427"/>
                  <a:gd name="connsiteX15" fmla="*/ 1328718 w 1344473"/>
                  <a:gd name="connsiteY15" fmla="*/ 644227 h 1337427"/>
                  <a:gd name="connsiteX16" fmla="*/ 906819 w 1344473"/>
                  <a:gd name="connsiteY16" fmla="*/ 644227 h 1337427"/>
                  <a:gd name="connsiteX17" fmla="*/ 906819 w 1344473"/>
                  <a:gd name="connsiteY17" fmla="*/ 978595 h 1337427"/>
                  <a:gd name="connsiteX18" fmla="*/ 803533 w 1344473"/>
                  <a:gd name="connsiteY18" fmla="*/ 1081881 h 1337427"/>
                  <a:gd name="connsiteX19" fmla="*/ 540940 w 1344473"/>
                  <a:gd name="connsiteY19" fmla="*/ 1081881 h 1337427"/>
                  <a:gd name="connsiteX20" fmla="*/ 540940 w 1344473"/>
                  <a:gd name="connsiteY20" fmla="*/ 1050370 h 1337427"/>
                  <a:gd name="connsiteX21" fmla="*/ 803533 w 1344473"/>
                  <a:gd name="connsiteY21" fmla="*/ 1050370 h 1337427"/>
                  <a:gd name="connsiteX22" fmla="*/ 875308 w 1344473"/>
                  <a:gd name="connsiteY22" fmla="*/ 978595 h 1337427"/>
                  <a:gd name="connsiteX23" fmla="*/ 875308 w 1344473"/>
                  <a:gd name="connsiteY23" fmla="*/ 497175 h 1337427"/>
                  <a:gd name="connsiteX24" fmla="*/ 803533 w 1344473"/>
                  <a:gd name="connsiteY24" fmla="*/ 425400 h 1337427"/>
                  <a:gd name="connsiteX25" fmla="*/ 103286 w 1344473"/>
                  <a:gd name="connsiteY25" fmla="*/ 425400 h 1337427"/>
                  <a:gd name="connsiteX26" fmla="*/ 31511 w 1344473"/>
                  <a:gd name="connsiteY26" fmla="*/ 497175 h 1337427"/>
                  <a:gd name="connsiteX27" fmla="*/ 31511 w 1344473"/>
                  <a:gd name="connsiteY27" fmla="*/ 978595 h 1337427"/>
                  <a:gd name="connsiteX28" fmla="*/ 103286 w 1344473"/>
                  <a:gd name="connsiteY28" fmla="*/ 1050370 h 1337427"/>
                  <a:gd name="connsiteX29" fmla="*/ 365879 w 1344473"/>
                  <a:gd name="connsiteY29" fmla="*/ 1050370 h 1337427"/>
                  <a:gd name="connsiteX30" fmla="*/ 378965 w 1344473"/>
                  <a:gd name="connsiteY30" fmla="*/ 1057416 h 1337427"/>
                  <a:gd name="connsiteX31" fmla="*/ 554026 w 1344473"/>
                  <a:gd name="connsiteY31" fmla="*/ 1320009 h 1337427"/>
                  <a:gd name="connsiteX32" fmla="*/ 527855 w 1344473"/>
                  <a:gd name="connsiteY32" fmla="*/ 1337427 h 1337427"/>
                  <a:gd name="connsiteX33" fmla="*/ 906819 w 1344473"/>
                  <a:gd name="connsiteY33" fmla="*/ 612716 h 1337427"/>
                  <a:gd name="connsiteX34" fmla="*/ 1312918 w 1344473"/>
                  <a:gd name="connsiteY34" fmla="*/ 612716 h 1337427"/>
                  <a:gd name="connsiteX35" fmla="*/ 1312918 w 1344473"/>
                  <a:gd name="connsiteY35" fmla="*/ 31511 h 1337427"/>
                  <a:gd name="connsiteX36" fmla="*/ 819288 w 1344473"/>
                  <a:gd name="connsiteY36" fmla="*/ 31511 h 1337427"/>
                  <a:gd name="connsiteX37" fmla="*/ 819288 w 1344473"/>
                  <a:gd name="connsiteY37" fmla="*/ 395114 h 1337427"/>
                  <a:gd name="connsiteX38" fmla="*/ 891064 w 1344473"/>
                  <a:gd name="connsiteY38" fmla="*/ 442424 h 1337427"/>
                  <a:gd name="connsiteX39" fmla="*/ 891064 w 1344473"/>
                  <a:gd name="connsiteY39" fmla="*/ 437654 h 1337427"/>
                  <a:gd name="connsiteX40" fmla="*/ 1241187 w 1344473"/>
                  <a:gd name="connsiteY40" fmla="*/ 437742 h 1337427"/>
                  <a:gd name="connsiteX41" fmla="*/ 1241187 w 1344473"/>
                  <a:gd name="connsiteY41" fmla="*/ 469253 h 1337427"/>
                  <a:gd name="connsiteX42" fmla="*/ 902924 w 1344473"/>
                  <a:gd name="connsiteY42" fmla="*/ 469165 h 1337427"/>
                  <a:gd name="connsiteX43" fmla="*/ 906819 w 1344473"/>
                  <a:gd name="connsiteY43" fmla="*/ 497175 h 1337427"/>
                  <a:gd name="connsiteX44" fmla="*/ 906819 w 1344473"/>
                  <a:gd name="connsiteY44" fmla="*/ 612716 h 1337427"/>
                  <a:gd name="connsiteX45" fmla="*/ 1241187 w 1344473"/>
                  <a:gd name="connsiteY45" fmla="*/ 337869 h 1337427"/>
                  <a:gd name="connsiteX46" fmla="*/ 891064 w 1344473"/>
                  <a:gd name="connsiteY46" fmla="*/ 337869 h 1337427"/>
                  <a:gd name="connsiteX47" fmla="*/ 891064 w 1344473"/>
                  <a:gd name="connsiteY47" fmla="*/ 306358 h 1337427"/>
                  <a:gd name="connsiteX48" fmla="*/ 1241187 w 1344473"/>
                  <a:gd name="connsiteY48" fmla="*/ 306358 h 1337427"/>
                  <a:gd name="connsiteX49" fmla="*/ 1241187 w 1344473"/>
                  <a:gd name="connsiteY49" fmla="*/ 337869 h 1337427"/>
                  <a:gd name="connsiteX50" fmla="*/ 1241187 w 1344473"/>
                  <a:gd name="connsiteY50" fmla="*/ 206573 h 1337427"/>
                  <a:gd name="connsiteX51" fmla="*/ 891064 w 1344473"/>
                  <a:gd name="connsiteY51" fmla="*/ 206573 h 1337427"/>
                  <a:gd name="connsiteX52" fmla="*/ 891064 w 1344473"/>
                  <a:gd name="connsiteY52" fmla="*/ 175062 h 1337427"/>
                  <a:gd name="connsiteX53" fmla="*/ 1241187 w 1344473"/>
                  <a:gd name="connsiteY53" fmla="*/ 175062 h 1337427"/>
                  <a:gd name="connsiteX54" fmla="*/ 1241187 w 1344473"/>
                  <a:gd name="connsiteY54" fmla="*/ 2065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1241187 w 1344473"/>
                  <a:gd name="connsiteY47" fmla="*/ 206573 h 1337427"/>
                  <a:gd name="connsiteX48" fmla="*/ 891064 w 1344473"/>
                  <a:gd name="connsiteY48" fmla="*/ 206573 h 1337427"/>
                  <a:gd name="connsiteX49" fmla="*/ 891064 w 1344473"/>
                  <a:gd name="connsiteY49" fmla="*/ 175062 h 1337427"/>
                  <a:gd name="connsiteX50" fmla="*/ 1241187 w 1344473"/>
                  <a:gd name="connsiteY50" fmla="*/ 175062 h 1337427"/>
                  <a:gd name="connsiteX51" fmla="*/ 1241187 w 1344473"/>
                  <a:gd name="connsiteY51" fmla="*/ 2065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1241187 w 1344473"/>
                  <a:gd name="connsiteY47" fmla="*/ 206573 h 1337427"/>
                  <a:gd name="connsiteX48" fmla="*/ 176689 w 1344473"/>
                  <a:gd name="connsiteY48" fmla="*/ 930473 h 1337427"/>
                  <a:gd name="connsiteX49" fmla="*/ 891064 w 1344473"/>
                  <a:gd name="connsiteY49" fmla="*/ 175062 h 1337427"/>
                  <a:gd name="connsiteX50" fmla="*/ 1241187 w 1344473"/>
                  <a:gd name="connsiteY50" fmla="*/ 175062 h 1337427"/>
                  <a:gd name="connsiteX51" fmla="*/ 1241187 w 1344473"/>
                  <a:gd name="connsiteY51" fmla="*/ 2065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42712 w 1344473"/>
                  <a:gd name="connsiteY47" fmla="*/ 927298 h 1337427"/>
                  <a:gd name="connsiteX48" fmla="*/ 176689 w 1344473"/>
                  <a:gd name="connsiteY48" fmla="*/ 930473 h 1337427"/>
                  <a:gd name="connsiteX49" fmla="*/ 891064 w 1344473"/>
                  <a:gd name="connsiteY49" fmla="*/ 175062 h 1337427"/>
                  <a:gd name="connsiteX50" fmla="*/ 1241187 w 1344473"/>
                  <a:gd name="connsiteY50" fmla="*/ 175062 h 1337427"/>
                  <a:gd name="connsiteX51" fmla="*/ 742712 w 1344473"/>
                  <a:gd name="connsiteY51" fmla="*/ 927298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42712 w 1344473"/>
                  <a:gd name="connsiteY47" fmla="*/ 927298 h 1337427"/>
                  <a:gd name="connsiteX48" fmla="*/ 176689 w 1344473"/>
                  <a:gd name="connsiteY48" fmla="*/ 930473 h 1337427"/>
                  <a:gd name="connsiteX49" fmla="*/ 891064 w 1344473"/>
                  <a:gd name="connsiteY49" fmla="*/ 175062 h 1337427"/>
                  <a:gd name="connsiteX50" fmla="*/ 745887 w 1344473"/>
                  <a:gd name="connsiteY50" fmla="*/ 898962 h 1337427"/>
                  <a:gd name="connsiteX51" fmla="*/ 742712 w 1344473"/>
                  <a:gd name="connsiteY51" fmla="*/ 927298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42712 w 1344473"/>
                  <a:gd name="connsiteY47" fmla="*/ 927298 h 1337427"/>
                  <a:gd name="connsiteX48" fmla="*/ 176689 w 1344473"/>
                  <a:gd name="connsiteY48" fmla="*/ 930473 h 1337427"/>
                  <a:gd name="connsiteX49" fmla="*/ 176689 w 1344473"/>
                  <a:gd name="connsiteY49" fmla="*/ 911662 h 1337427"/>
                  <a:gd name="connsiteX50" fmla="*/ 745887 w 1344473"/>
                  <a:gd name="connsiteY50" fmla="*/ 898962 h 1337427"/>
                  <a:gd name="connsiteX51" fmla="*/ 742712 w 1344473"/>
                  <a:gd name="connsiteY51" fmla="*/ 927298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42712 w 1344473"/>
                  <a:gd name="connsiteY47" fmla="*/ 927298 h 1337427"/>
                  <a:gd name="connsiteX48" fmla="*/ 176689 w 1344473"/>
                  <a:gd name="connsiteY48" fmla="*/ 930473 h 1337427"/>
                  <a:gd name="connsiteX49" fmla="*/ 176689 w 1344473"/>
                  <a:gd name="connsiteY49" fmla="*/ 911662 h 1337427"/>
                  <a:gd name="connsiteX50" fmla="*/ 745887 w 1344473"/>
                  <a:gd name="connsiteY50" fmla="*/ 911662 h 1337427"/>
                  <a:gd name="connsiteX51" fmla="*/ 742712 w 1344473"/>
                  <a:gd name="connsiteY51" fmla="*/ 927298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4588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5412 w 1344473"/>
                  <a:gd name="connsiteY50" fmla="*/ 914837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891064 w 1344473"/>
                  <a:gd name="connsiteY43" fmla="*/ 337869 h 1337427"/>
                  <a:gd name="connsiteX44" fmla="*/ 891064 w 1344473"/>
                  <a:gd name="connsiteY44" fmla="*/ 306358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6214 w 1344473"/>
                  <a:gd name="connsiteY43" fmla="*/ 817294 h 1337427"/>
                  <a:gd name="connsiteX44" fmla="*/ 891064 w 1344473"/>
                  <a:gd name="connsiteY44" fmla="*/ 306358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6214 w 1344473"/>
                  <a:gd name="connsiteY43" fmla="*/ 817294 h 1337427"/>
                  <a:gd name="connsiteX44" fmla="*/ 186214 w 1344473"/>
                  <a:gd name="connsiteY44" fmla="*/ 79213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6214 w 1344473"/>
                  <a:gd name="connsiteY43" fmla="*/ 817294 h 1337427"/>
                  <a:gd name="connsiteX44" fmla="*/ 186214 w 1344473"/>
                  <a:gd name="connsiteY44" fmla="*/ 78578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6214 w 1344473"/>
                  <a:gd name="connsiteY44" fmla="*/ 78578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79864 w 1344473"/>
                  <a:gd name="connsiteY44" fmla="*/ 78578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39 w 1344473"/>
                  <a:gd name="connsiteY44" fmla="*/ 78578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39 w 1344473"/>
                  <a:gd name="connsiteY44" fmla="*/ 78578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39 w 1344473"/>
                  <a:gd name="connsiteY44" fmla="*/ 78578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39 w 1344473"/>
                  <a:gd name="connsiteY44" fmla="*/ 785783 h 1337427"/>
                  <a:gd name="connsiteX45" fmla="*/ 747232 w 1344473"/>
                  <a:gd name="connsiteY45" fmla="*/ 788099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39 w 1344473"/>
                  <a:gd name="connsiteY44" fmla="*/ 785783 h 1337427"/>
                  <a:gd name="connsiteX45" fmla="*/ 749062 w 1344473"/>
                  <a:gd name="connsiteY45" fmla="*/ 78443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39 w 1344473"/>
                  <a:gd name="connsiteY44" fmla="*/ 785783 h 1337427"/>
                  <a:gd name="connsiteX45" fmla="*/ 749062 w 1344473"/>
                  <a:gd name="connsiteY45" fmla="*/ 78992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1209 w 1344473"/>
                  <a:gd name="connsiteY44" fmla="*/ 791274 h 1337427"/>
                  <a:gd name="connsiteX45" fmla="*/ 749062 w 1344473"/>
                  <a:gd name="connsiteY45" fmla="*/ 78992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4870 w 1344473"/>
                  <a:gd name="connsiteY44" fmla="*/ 791274 h 1337427"/>
                  <a:gd name="connsiteX45" fmla="*/ 749062 w 1344473"/>
                  <a:gd name="connsiteY45" fmla="*/ 78992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4870 w 1344473"/>
                  <a:gd name="connsiteY44" fmla="*/ 789444 h 1337427"/>
                  <a:gd name="connsiteX45" fmla="*/ 749062 w 1344473"/>
                  <a:gd name="connsiteY45" fmla="*/ 78992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4870 w 1344473"/>
                  <a:gd name="connsiteY44" fmla="*/ 78944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761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578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897107 w 1344473"/>
                  <a:gd name="connsiteY38" fmla="*/ 456442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578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893447 w 1344473"/>
                  <a:gd name="connsiteY37" fmla="*/ 448723 h 1337427"/>
                  <a:gd name="connsiteX38" fmla="*/ 897107 w 1344473"/>
                  <a:gd name="connsiteY38" fmla="*/ 456442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578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223238 w 1344473"/>
                  <a:gd name="connsiteY32" fmla="*/ 139493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893447 w 1344473"/>
                  <a:gd name="connsiteY37" fmla="*/ 448723 h 1337427"/>
                  <a:gd name="connsiteX38" fmla="*/ 897107 w 1344473"/>
                  <a:gd name="connsiteY38" fmla="*/ 456442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578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291397 w 1344473"/>
                  <a:gd name="connsiteY10" fmla="*/ 147531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223238 w 1344473"/>
                  <a:gd name="connsiteY32" fmla="*/ 139493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893447 w 1344473"/>
                  <a:gd name="connsiteY37" fmla="*/ 448723 h 1337427"/>
                  <a:gd name="connsiteX38" fmla="*/ 897107 w 1344473"/>
                  <a:gd name="connsiteY38" fmla="*/ 456442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578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206094 w 1344473"/>
                  <a:gd name="connsiteY9" fmla="*/ 86020 h 1337427"/>
                  <a:gd name="connsiteX10" fmla="*/ 1291397 w 1344473"/>
                  <a:gd name="connsiteY10" fmla="*/ 147531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223238 w 1344473"/>
                  <a:gd name="connsiteY32" fmla="*/ 139493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893447 w 1344473"/>
                  <a:gd name="connsiteY37" fmla="*/ 448723 h 1337427"/>
                  <a:gd name="connsiteX38" fmla="*/ 897107 w 1344473"/>
                  <a:gd name="connsiteY38" fmla="*/ 456442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578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28718"/>
                  <a:gd name="connsiteY0" fmla="*/ 1337427 h 1337427"/>
                  <a:gd name="connsiteX1" fmla="*/ 357432 w 1328718"/>
                  <a:gd name="connsiteY1" fmla="*/ 1081881 h 1337427"/>
                  <a:gd name="connsiteX2" fmla="*/ 103286 w 1328718"/>
                  <a:gd name="connsiteY2" fmla="*/ 1081881 h 1337427"/>
                  <a:gd name="connsiteX3" fmla="*/ 0 w 1328718"/>
                  <a:gd name="connsiteY3" fmla="*/ 978595 h 1337427"/>
                  <a:gd name="connsiteX4" fmla="*/ 0 w 1328718"/>
                  <a:gd name="connsiteY4" fmla="*/ 497175 h 1337427"/>
                  <a:gd name="connsiteX5" fmla="*/ 103286 w 1328718"/>
                  <a:gd name="connsiteY5" fmla="*/ 393889 h 1337427"/>
                  <a:gd name="connsiteX6" fmla="*/ 787777 w 1328718"/>
                  <a:gd name="connsiteY6" fmla="*/ 393889 h 1337427"/>
                  <a:gd name="connsiteX7" fmla="*/ 787777 w 1328718"/>
                  <a:gd name="connsiteY7" fmla="*/ 15756 h 1337427"/>
                  <a:gd name="connsiteX8" fmla="*/ 803533 w 1328718"/>
                  <a:gd name="connsiteY8" fmla="*/ 0 h 1337427"/>
                  <a:gd name="connsiteX9" fmla="*/ 1206094 w 1328718"/>
                  <a:gd name="connsiteY9" fmla="*/ 86020 h 1337427"/>
                  <a:gd name="connsiteX10" fmla="*/ 1291397 w 1328718"/>
                  <a:gd name="connsiteY10" fmla="*/ 147531 h 1337427"/>
                  <a:gd name="connsiteX11" fmla="*/ 1328718 w 1328718"/>
                  <a:gd name="connsiteY11" fmla="*/ 644227 h 1337427"/>
                  <a:gd name="connsiteX12" fmla="*/ 906819 w 1328718"/>
                  <a:gd name="connsiteY12" fmla="*/ 644227 h 1337427"/>
                  <a:gd name="connsiteX13" fmla="*/ 906819 w 1328718"/>
                  <a:gd name="connsiteY13" fmla="*/ 978595 h 1337427"/>
                  <a:gd name="connsiteX14" fmla="*/ 803533 w 1328718"/>
                  <a:gd name="connsiteY14" fmla="*/ 1081881 h 1337427"/>
                  <a:gd name="connsiteX15" fmla="*/ 540940 w 1328718"/>
                  <a:gd name="connsiteY15" fmla="*/ 1081881 h 1337427"/>
                  <a:gd name="connsiteX16" fmla="*/ 540940 w 1328718"/>
                  <a:gd name="connsiteY16" fmla="*/ 1050370 h 1337427"/>
                  <a:gd name="connsiteX17" fmla="*/ 803533 w 1328718"/>
                  <a:gd name="connsiteY17" fmla="*/ 1050370 h 1337427"/>
                  <a:gd name="connsiteX18" fmla="*/ 875308 w 1328718"/>
                  <a:gd name="connsiteY18" fmla="*/ 978595 h 1337427"/>
                  <a:gd name="connsiteX19" fmla="*/ 875308 w 1328718"/>
                  <a:gd name="connsiteY19" fmla="*/ 497175 h 1337427"/>
                  <a:gd name="connsiteX20" fmla="*/ 803533 w 1328718"/>
                  <a:gd name="connsiteY20" fmla="*/ 425400 h 1337427"/>
                  <a:gd name="connsiteX21" fmla="*/ 103286 w 1328718"/>
                  <a:gd name="connsiteY21" fmla="*/ 425400 h 1337427"/>
                  <a:gd name="connsiteX22" fmla="*/ 31511 w 1328718"/>
                  <a:gd name="connsiteY22" fmla="*/ 497175 h 1337427"/>
                  <a:gd name="connsiteX23" fmla="*/ 31511 w 1328718"/>
                  <a:gd name="connsiteY23" fmla="*/ 978595 h 1337427"/>
                  <a:gd name="connsiteX24" fmla="*/ 103286 w 1328718"/>
                  <a:gd name="connsiteY24" fmla="*/ 1050370 h 1337427"/>
                  <a:gd name="connsiteX25" fmla="*/ 365879 w 1328718"/>
                  <a:gd name="connsiteY25" fmla="*/ 1050370 h 1337427"/>
                  <a:gd name="connsiteX26" fmla="*/ 378965 w 1328718"/>
                  <a:gd name="connsiteY26" fmla="*/ 1057416 h 1337427"/>
                  <a:gd name="connsiteX27" fmla="*/ 554026 w 1328718"/>
                  <a:gd name="connsiteY27" fmla="*/ 1320009 h 1337427"/>
                  <a:gd name="connsiteX28" fmla="*/ 527855 w 1328718"/>
                  <a:gd name="connsiteY28" fmla="*/ 1337427 h 1337427"/>
                  <a:gd name="connsiteX29" fmla="*/ 906819 w 1328718"/>
                  <a:gd name="connsiteY29" fmla="*/ 612716 h 1337427"/>
                  <a:gd name="connsiteX30" fmla="*/ 1312918 w 1328718"/>
                  <a:gd name="connsiteY30" fmla="*/ 612716 h 1337427"/>
                  <a:gd name="connsiteX31" fmla="*/ 1223238 w 1328718"/>
                  <a:gd name="connsiteY31" fmla="*/ 139493 h 1337427"/>
                  <a:gd name="connsiteX32" fmla="*/ 819288 w 1328718"/>
                  <a:gd name="connsiteY32" fmla="*/ 31511 h 1337427"/>
                  <a:gd name="connsiteX33" fmla="*/ 819288 w 1328718"/>
                  <a:gd name="connsiteY33" fmla="*/ 395114 h 1337427"/>
                  <a:gd name="connsiteX34" fmla="*/ 891064 w 1328718"/>
                  <a:gd name="connsiteY34" fmla="*/ 442424 h 1337427"/>
                  <a:gd name="connsiteX35" fmla="*/ 891064 w 1328718"/>
                  <a:gd name="connsiteY35" fmla="*/ 437654 h 1337427"/>
                  <a:gd name="connsiteX36" fmla="*/ 893447 w 1328718"/>
                  <a:gd name="connsiteY36" fmla="*/ 448723 h 1337427"/>
                  <a:gd name="connsiteX37" fmla="*/ 897107 w 1328718"/>
                  <a:gd name="connsiteY37" fmla="*/ 456442 h 1337427"/>
                  <a:gd name="connsiteX38" fmla="*/ 902924 w 1328718"/>
                  <a:gd name="connsiteY38" fmla="*/ 469165 h 1337427"/>
                  <a:gd name="connsiteX39" fmla="*/ 906819 w 1328718"/>
                  <a:gd name="connsiteY39" fmla="*/ 497175 h 1337427"/>
                  <a:gd name="connsiteX40" fmla="*/ 906819 w 1328718"/>
                  <a:gd name="connsiteY40" fmla="*/ 612716 h 1337427"/>
                  <a:gd name="connsiteX41" fmla="*/ 749062 w 1328718"/>
                  <a:gd name="connsiteY41" fmla="*/ 807769 h 1337427"/>
                  <a:gd name="connsiteX42" fmla="*/ 183039 w 1328718"/>
                  <a:gd name="connsiteY42" fmla="*/ 807769 h 1337427"/>
                  <a:gd name="connsiteX43" fmla="*/ 183040 w 1328718"/>
                  <a:gd name="connsiteY43" fmla="*/ 785784 h 1337427"/>
                  <a:gd name="connsiteX44" fmla="*/ 750892 w 1328718"/>
                  <a:gd name="connsiteY44" fmla="*/ 786267 h 1337427"/>
                  <a:gd name="connsiteX45" fmla="*/ 749062 w 1328718"/>
                  <a:gd name="connsiteY45" fmla="*/ 807769 h 1337427"/>
                  <a:gd name="connsiteX46" fmla="*/ 752237 w 1328718"/>
                  <a:gd name="connsiteY46" fmla="*/ 930473 h 1337427"/>
                  <a:gd name="connsiteX47" fmla="*/ 176689 w 1328718"/>
                  <a:gd name="connsiteY47" fmla="*/ 930473 h 1337427"/>
                  <a:gd name="connsiteX48" fmla="*/ 176689 w 1328718"/>
                  <a:gd name="connsiteY48" fmla="*/ 905312 h 1337427"/>
                  <a:gd name="connsiteX49" fmla="*/ 752237 w 1328718"/>
                  <a:gd name="connsiteY49" fmla="*/ 905312 h 1337427"/>
                  <a:gd name="connsiteX50" fmla="*/ 752237 w 1328718"/>
                  <a:gd name="connsiteY50" fmla="*/ 930473 h 1337427"/>
                  <a:gd name="connsiteX0" fmla="*/ 527855 w 1312918"/>
                  <a:gd name="connsiteY0" fmla="*/ 1337427 h 1337427"/>
                  <a:gd name="connsiteX1" fmla="*/ 357432 w 1312918"/>
                  <a:gd name="connsiteY1" fmla="*/ 1081881 h 1337427"/>
                  <a:gd name="connsiteX2" fmla="*/ 103286 w 1312918"/>
                  <a:gd name="connsiteY2" fmla="*/ 1081881 h 1337427"/>
                  <a:gd name="connsiteX3" fmla="*/ 0 w 1312918"/>
                  <a:gd name="connsiteY3" fmla="*/ 978595 h 1337427"/>
                  <a:gd name="connsiteX4" fmla="*/ 0 w 1312918"/>
                  <a:gd name="connsiteY4" fmla="*/ 497175 h 1337427"/>
                  <a:gd name="connsiteX5" fmla="*/ 103286 w 1312918"/>
                  <a:gd name="connsiteY5" fmla="*/ 393889 h 1337427"/>
                  <a:gd name="connsiteX6" fmla="*/ 787777 w 1312918"/>
                  <a:gd name="connsiteY6" fmla="*/ 393889 h 1337427"/>
                  <a:gd name="connsiteX7" fmla="*/ 787777 w 1312918"/>
                  <a:gd name="connsiteY7" fmla="*/ 15756 h 1337427"/>
                  <a:gd name="connsiteX8" fmla="*/ 803533 w 1312918"/>
                  <a:gd name="connsiteY8" fmla="*/ 0 h 1337427"/>
                  <a:gd name="connsiteX9" fmla="*/ 1206094 w 1312918"/>
                  <a:gd name="connsiteY9" fmla="*/ 86020 h 1337427"/>
                  <a:gd name="connsiteX10" fmla="*/ 1291397 w 1312918"/>
                  <a:gd name="connsiteY10" fmla="*/ 147531 h 1337427"/>
                  <a:gd name="connsiteX11" fmla="*/ 906819 w 1312918"/>
                  <a:gd name="connsiteY11" fmla="*/ 644227 h 1337427"/>
                  <a:gd name="connsiteX12" fmla="*/ 906819 w 1312918"/>
                  <a:gd name="connsiteY12" fmla="*/ 978595 h 1337427"/>
                  <a:gd name="connsiteX13" fmla="*/ 803533 w 1312918"/>
                  <a:gd name="connsiteY13" fmla="*/ 1081881 h 1337427"/>
                  <a:gd name="connsiteX14" fmla="*/ 540940 w 1312918"/>
                  <a:gd name="connsiteY14" fmla="*/ 1081881 h 1337427"/>
                  <a:gd name="connsiteX15" fmla="*/ 540940 w 1312918"/>
                  <a:gd name="connsiteY15" fmla="*/ 1050370 h 1337427"/>
                  <a:gd name="connsiteX16" fmla="*/ 803533 w 1312918"/>
                  <a:gd name="connsiteY16" fmla="*/ 1050370 h 1337427"/>
                  <a:gd name="connsiteX17" fmla="*/ 875308 w 1312918"/>
                  <a:gd name="connsiteY17" fmla="*/ 978595 h 1337427"/>
                  <a:gd name="connsiteX18" fmla="*/ 875308 w 1312918"/>
                  <a:gd name="connsiteY18" fmla="*/ 497175 h 1337427"/>
                  <a:gd name="connsiteX19" fmla="*/ 803533 w 1312918"/>
                  <a:gd name="connsiteY19" fmla="*/ 425400 h 1337427"/>
                  <a:gd name="connsiteX20" fmla="*/ 103286 w 1312918"/>
                  <a:gd name="connsiteY20" fmla="*/ 425400 h 1337427"/>
                  <a:gd name="connsiteX21" fmla="*/ 31511 w 1312918"/>
                  <a:gd name="connsiteY21" fmla="*/ 497175 h 1337427"/>
                  <a:gd name="connsiteX22" fmla="*/ 31511 w 1312918"/>
                  <a:gd name="connsiteY22" fmla="*/ 978595 h 1337427"/>
                  <a:gd name="connsiteX23" fmla="*/ 103286 w 1312918"/>
                  <a:gd name="connsiteY23" fmla="*/ 1050370 h 1337427"/>
                  <a:gd name="connsiteX24" fmla="*/ 365879 w 1312918"/>
                  <a:gd name="connsiteY24" fmla="*/ 1050370 h 1337427"/>
                  <a:gd name="connsiteX25" fmla="*/ 378965 w 1312918"/>
                  <a:gd name="connsiteY25" fmla="*/ 1057416 h 1337427"/>
                  <a:gd name="connsiteX26" fmla="*/ 554026 w 1312918"/>
                  <a:gd name="connsiteY26" fmla="*/ 1320009 h 1337427"/>
                  <a:gd name="connsiteX27" fmla="*/ 527855 w 1312918"/>
                  <a:gd name="connsiteY27" fmla="*/ 1337427 h 1337427"/>
                  <a:gd name="connsiteX28" fmla="*/ 906819 w 1312918"/>
                  <a:gd name="connsiteY28" fmla="*/ 612716 h 1337427"/>
                  <a:gd name="connsiteX29" fmla="*/ 1312918 w 1312918"/>
                  <a:gd name="connsiteY29" fmla="*/ 612716 h 1337427"/>
                  <a:gd name="connsiteX30" fmla="*/ 1223238 w 1312918"/>
                  <a:gd name="connsiteY30" fmla="*/ 139493 h 1337427"/>
                  <a:gd name="connsiteX31" fmla="*/ 819288 w 1312918"/>
                  <a:gd name="connsiteY31" fmla="*/ 31511 h 1337427"/>
                  <a:gd name="connsiteX32" fmla="*/ 819288 w 1312918"/>
                  <a:gd name="connsiteY32" fmla="*/ 395114 h 1337427"/>
                  <a:gd name="connsiteX33" fmla="*/ 891064 w 1312918"/>
                  <a:gd name="connsiteY33" fmla="*/ 442424 h 1337427"/>
                  <a:gd name="connsiteX34" fmla="*/ 891064 w 1312918"/>
                  <a:gd name="connsiteY34" fmla="*/ 437654 h 1337427"/>
                  <a:gd name="connsiteX35" fmla="*/ 893447 w 1312918"/>
                  <a:gd name="connsiteY35" fmla="*/ 448723 h 1337427"/>
                  <a:gd name="connsiteX36" fmla="*/ 897107 w 1312918"/>
                  <a:gd name="connsiteY36" fmla="*/ 456442 h 1337427"/>
                  <a:gd name="connsiteX37" fmla="*/ 902924 w 1312918"/>
                  <a:gd name="connsiteY37" fmla="*/ 469165 h 1337427"/>
                  <a:gd name="connsiteX38" fmla="*/ 906819 w 1312918"/>
                  <a:gd name="connsiteY38" fmla="*/ 497175 h 1337427"/>
                  <a:gd name="connsiteX39" fmla="*/ 906819 w 1312918"/>
                  <a:gd name="connsiteY39" fmla="*/ 612716 h 1337427"/>
                  <a:gd name="connsiteX40" fmla="*/ 749062 w 1312918"/>
                  <a:gd name="connsiteY40" fmla="*/ 807769 h 1337427"/>
                  <a:gd name="connsiteX41" fmla="*/ 183039 w 1312918"/>
                  <a:gd name="connsiteY41" fmla="*/ 807769 h 1337427"/>
                  <a:gd name="connsiteX42" fmla="*/ 183040 w 1312918"/>
                  <a:gd name="connsiteY42" fmla="*/ 785784 h 1337427"/>
                  <a:gd name="connsiteX43" fmla="*/ 750892 w 1312918"/>
                  <a:gd name="connsiteY43" fmla="*/ 786267 h 1337427"/>
                  <a:gd name="connsiteX44" fmla="*/ 749062 w 1312918"/>
                  <a:gd name="connsiteY44" fmla="*/ 807769 h 1337427"/>
                  <a:gd name="connsiteX45" fmla="*/ 752237 w 1312918"/>
                  <a:gd name="connsiteY45" fmla="*/ 930473 h 1337427"/>
                  <a:gd name="connsiteX46" fmla="*/ 176689 w 1312918"/>
                  <a:gd name="connsiteY46" fmla="*/ 930473 h 1337427"/>
                  <a:gd name="connsiteX47" fmla="*/ 176689 w 1312918"/>
                  <a:gd name="connsiteY47" fmla="*/ 905312 h 1337427"/>
                  <a:gd name="connsiteX48" fmla="*/ 752237 w 1312918"/>
                  <a:gd name="connsiteY48" fmla="*/ 905312 h 1337427"/>
                  <a:gd name="connsiteX49" fmla="*/ 752237 w 1312918"/>
                  <a:gd name="connsiteY49" fmla="*/ 930473 h 1337427"/>
                  <a:gd name="connsiteX0" fmla="*/ 527855 w 1291397"/>
                  <a:gd name="connsiteY0" fmla="*/ 1337427 h 1337427"/>
                  <a:gd name="connsiteX1" fmla="*/ 357432 w 1291397"/>
                  <a:gd name="connsiteY1" fmla="*/ 1081881 h 1337427"/>
                  <a:gd name="connsiteX2" fmla="*/ 103286 w 1291397"/>
                  <a:gd name="connsiteY2" fmla="*/ 1081881 h 1337427"/>
                  <a:gd name="connsiteX3" fmla="*/ 0 w 1291397"/>
                  <a:gd name="connsiteY3" fmla="*/ 978595 h 1337427"/>
                  <a:gd name="connsiteX4" fmla="*/ 0 w 1291397"/>
                  <a:gd name="connsiteY4" fmla="*/ 497175 h 1337427"/>
                  <a:gd name="connsiteX5" fmla="*/ 103286 w 1291397"/>
                  <a:gd name="connsiteY5" fmla="*/ 393889 h 1337427"/>
                  <a:gd name="connsiteX6" fmla="*/ 787777 w 1291397"/>
                  <a:gd name="connsiteY6" fmla="*/ 393889 h 1337427"/>
                  <a:gd name="connsiteX7" fmla="*/ 787777 w 1291397"/>
                  <a:gd name="connsiteY7" fmla="*/ 15756 h 1337427"/>
                  <a:gd name="connsiteX8" fmla="*/ 803533 w 1291397"/>
                  <a:gd name="connsiteY8" fmla="*/ 0 h 1337427"/>
                  <a:gd name="connsiteX9" fmla="*/ 1206094 w 1291397"/>
                  <a:gd name="connsiteY9" fmla="*/ 86020 h 1337427"/>
                  <a:gd name="connsiteX10" fmla="*/ 1291397 w 1291397"/>
                  <a:gd name="connsiteY10" fmla="*/ 147531 h 1337427"/>
                  <a:gd name="connsiteX11" fmla="*/ 906819 w 1291397"/>
                  <a:gd name="connsiteY11" fmla="*/ 644227 h 1337427"/>
                  <a:gd name="connsiteX12" fmla="*/ 906819 w 1291397"/>
                  <a:gd name="connsiteY12" fmla="*/ 978595 h 1337427"/>
                  <a:gd name="connsiteX13" fmla="*/ 803533 w 1291397"/>
                  <a:gd name="connsiteY13" fmla="*/ 1081881 h 1337427"/>
                  <a:gd name="connsiteX14" fmla="*/ 540940 w 1291397"/>
                  <a:gd name="connsiteY14" fmla="*/ 1081881 h 1337427"/>
                  <a:gd name="connsiteX15" fmla="*/ 540940 w 1291397"/>
                  <a:gd name="connsiteY15" fmla="*/ 1050370 h 1337427"/>
                  <a:gd name="connsiteX16" fmla="*/ 803533 w 1291397"/>
                  <a:gd name="connsiteY16" fmla="*/ 1050370 h 1337427"/>
                  <a:gd name="connsiteX17" fmla="*/ 875308 w 1291397"/>
                  <a:gd name="connsiteY17" fmla="*/ 978595 h 1337427"/>
                  <a:gd name="connsiteX18" fmla="*/ 875308 w 1291397"/>
                  <a:gd name="connsiteY18" fmla="*/ 497175 h 1337427"/>
                  <a:gd name="connsiteX19" fmla="*/ 803533 w 1291397"/>
                  <a:gd name="connsiteY19" fmla="*/ 425400 h 1337427"/>
                  <a:gd name="connsiteX20" fmla="*/ 103286 w 1291397"/>
                  <a:gd name="connsiteY20" fmla="*/ 425400 h 1337427"/>
                  <a:gd name="connsiteX21" fmla="*/ 31511 w 1291397"/>
                  <a:gd name="connsiteY21" fmla="*/ 497175 h 1337427"/>
                  <a:gd name="connsiteX22" fmla="*/ 31511 w 1291397"/>
                  <a:gd name="connsiteY22" fmla="*/ 978595 h 1337427"/>
                  <a:gd name="connsiteX23" fmla="*/ 103286 w 1291397"/>
                  <a:gd name="connsiteY23" fmla="*/ 1050370 h 1337427"/>
                  <a:gd name="connsiteX24" fmla="*/ 365879 w 1291397"/>
                  <a:gd name="connsiteY24" fmla="*/ 1050370 h 1337427"/>
                  <a:gd name="connsiteX25" fmla="*/ 378965 w 1291397"/>
                  <a:gd name="connsiteY25" fmla="*/ 1057416 h 1337427"/>
                  <a:gd name="connsiteX26" fmla="*/ 554026 w 1291397"/>
                  <a:gd name="connsiteY26" fmla="*/ 1320009 h 1337427"/>
                  <a:gd name="connsiteX27" fmla="*/ 527855 w 1291397"/>
                  <a:gd name="connsiteY27" fmla="*/ 1337427 h 1337427"/>
                  <a:gd name="connsiteX28" fmla="*/ 906819 w 1291397"/>
                  <a:gd name="connsiteY28" fmla="*/ 612716 h 1337427"/>
                  <a:gd name="connsiteX29" fmla="*/ 1223238 w 1291397"/>
                  <a:gd name="connsiteY29" fmla="*/ 139493 h 1337427"/>
                  <a:gd name="connsiteX30" fmla="*/ 819288 w 1291397"/>
                  <a:gd name="connsiteY30" fmla="*/ 31511 h 1337427"/>
                  <a:gd name="connsiteX31" fmla="*/ 819288 w 1291397"/>
                  <a:gd name="connsiteY31" fmla="*/ 395114 h 1337427"/>
                  <a:gd name="connsiteX32" fmla="*/ 891064 w 1291397"/>
                  <a:gd name="connsiteY32" fmla="*/ 442424 h 1337427"/>
                  <a:gd name="connsiteX33" fmla="*/ 891064 w 1291397"/>
                  <a:gd name="connsiteY33" fmla="*/ 437654 h 1337427"/>
                  <a:gd name="connsiteX34" fmla="*/ 893447 w 1291397"/>
                  <a:gd name="connsiteY34" fmla="*/ 448723 h 1337427"/>
                  <a:gd name="connsiteX35" fmla="*/ 897107 w 1291397"/>
                  <a:gd name="connsiteY35" fmla="*/ 456442 h 1337427"/>
                  <a:gd name="connsiteX36" fmla="*/ 902924 w 1291397"/>
                  <a:gd name="connsiteY36" fmla="*/ 469165 h 1337427"/>
                  <a:gd name="connsiteX37" fmla="*/ 906819 w 1291397"/>
                  <a:gd name="connsiteY37" fmla="*/ 497175 h 1337427"/>
                  <a:gd name="connsiteX38" fmla="*/ 906819 w 1291397"/>
                  <a:gd name="connsiteY38" fmla="*/ 612716 h 1337427"/>
                  <a:gd name="connsiteX39" fmla="*/ 749062 w 1291397"/>
                  <a:gd name="connsiteY39" fmla="*/ 807769 h 1337427"/>
                  <a:gd name="connsiteX40" fmla="*/ 183039 w 1291397"/>
                  <a:gd name="connsiteY40" fmla="*/ 807769 h 1337427"/>
                  <a:gd name="connsiteX41" fmla="*/ 183040 w 1291397"/>
                  <a:gd name="connsiteY41" fmla="*/ 785784 h 1337427"/>
                  <a:gd name="connsiteX42" fmla="*/ 750892 w 1291397"/>
                  <a:gd name="connsiteY42" fmla="*/ 786267 h 1337427"/>
                  <a:gd name="connsiteX43" fmla="*/ 749062 w 1291397"/>
                  <a:gd name="connsiteY43" fmla="*/ 807769 h 1337427"/>
                  <a:gd name="connsiteX44" fmla="*/ 752237 w 1291397"/>
                  <a:gd name="connsiteY44" fmla="*/ 930473 h 1337427"/>
                  <a:gd name="connsiteX45" fmla="*/ 176689 w 1291397"/>
                  <a:gd name="connsiteY45" fmla="*/ 930473 h 1337427"/>
                  <a:gd name="connsiteX46" fmla="*/ 176689 w 1291397"/>
                  <a:gd name="connsiteY46" fmla="*/ 905312 h 1337427"/>
                  <a:gd name="connsiteX47" fmla="*/ 752237 w 1291397"/>
                  <a:gd name="connsiteY47" fmla="*/ 905312 h 1337427"/>
                  <a:gd name="connsiteX48" fmla="*/ 752237 w 1291397"/>
                  <a:gd name="connsiteY48" fmla="*/ 930473 h 1337427"/>
                  <a:gd name="connsiteX0" fmla="*/ 527855 w 1291397"/>
                  <a:gd name="connsiteY0" fmla="*/ 1337427 h 1337427"/>
                  <a:gd name="connsiteX1" fmla="*/ 357432 w 1291397"/>
                  <a:gd name="connsiteY1" fmla="*/ 1081881 h 1337427"/>
                  <a:gd name="connsiteX2" fmla="*/ 103286 w 1291397"/>
                  <a:gd name="connsiteY2" fmla="*/ 1081881 h 1337427"/>
                  <a:gd name="connsiteX3" fmla="*/ 0 w 1291397"/>
                  <a:gd name="connsiteY3" fmla="*/ 978595 h 1337427"/>
                  <a:gd name="connsiteX4" fmla="*/ 0 w 1291397"/>
                  <a:gd name="connsiteY4" fmla="*/ 497175 h 1337427"/>
                  <a:gd name="connsiteX5" fmla="*/ 103286 w 1291397"/>
                  <a:gd name="connsiteY5" fmla="*/ 393889 h 1337427"/>
                  <a:gd name="connsiteX6" fmla="*/ 787777 w 1291397"/>
                  <a:gd name="connsiteY6" fmla="*/ 393889 h 1337427"/>
                  <a:gd name="connsiteX7" fmla="*/ 787777 w 1291397"/>
                  <a:gd name="connsiteY7" fmla="*/ 15756 h 1337427"/>
                  <a:gd name="connsiteX8" fmla="*/ 803533 w 1291397"/>
                  <a:gd name="connsiteY8" fmla="*/ 0 h 1337427"/>
                  <a:gd name="connsiteX9" fmla="*/ 1206094 w 1291397"/>
                  <a:gd name="connsiteY9" fmla="*/ 86020 h 1337427"/>
                  <a:gd name="connsiteX10" fmla="*/ 1291397 w 1291397"/>
                  <a:gd name="connsiteY10" fmla="*/ 147531 h 1337427"/>
                  <a:gd name="connsiteX11" fmla="*/ 906819 w 1291397"/>
                  <a:gd name="connsiteY11" fmla="*/ 644227 h 1337427"/>
                  <a:gd name="connsiteX12" fmla="*/ 906819 w 1291397"/>
                  <a:gd name="connsiteY12" fmla="*/ 978595 h 1337427"/>
                  <a:gd name="connsiteX13" fmla="*/ 803533 w 1291397"/>
                  <a:gd name="connsiteY13" fmla="*/ 1081881 h 1337427"/>
                  <a:gd name="connsiteX14" fmla="*/ 540940 w 1291397"/>
                  <a:gd name="connsiteY14" fmla="*/ 1081881 h 1337427"/>
                  <a:gd name="connsiteX15" fmla="*/ 540940 w 1291397"/>
                  <a:gd name="connsiteY15" fmla="*/ 1050370 h 1337427"/>
                  <a:gd name="connsiteX16" fmla="*/ 803533 w 1291397"/>
                  <a:gd name="connsiteY16" fmla="*/ 1050370 h 1337427"/>
                  <a:gd name="connsiteX17" fmla="*/ 875308 w 1291397"/>
                  <a:gd name="connsiteY17" fmla="*/ 978595 h 1337427"/>
                  <a:gd name="connsiteX18" fmla="*/ 875308 w 1291397"/>
                  <a:gd name="connsiteY18" fmla="*/ 497175 h 1337427"/>
                  <a:gd name="connsiteX19" fmla="*/ 803533 w 1291397"/>
                  <a:gd name="connsiteY19" fmla="*/ 425400 h 1337427"/>
                  <a:gd name="connsiteX20" fmla="*/ 103286 w 1291397"/>
                  <a:gd name="connsiteY20" fmla="*/ 425400 h 1337427"/>
                  <a:gd name="connsiteX21" fmla="*/ 31511 w 1291397"/>
                  <a:gd name="connsiteY21" fmla="*/ 497175 h 1337427"/>
                  <a:gd name="connsiteX22" fmla="*/ 31511 w 1291397"/>
                  <a:gd name="connsiteY22" fmla="*/ 978595 h 1337427"/>
                  <a:gd name="connsiteX23" fmla="*/ 103286 w 1291397"/>
                  <a:gd name="connsiteY23" fmla="*/ 1050370 h 1337427"/>
                  <a:gd name="connsiteX24" fmla="*/ 365879 w 1291397"/>
                  <a:gd name="connsiteY24" fmla="*/ 1050370 h 1337427"/>
                  <a:gd name="connsiteX25" fmla="*/ 378965 w 1291397"/>
                  <a:gd name="connsiteY25" fmla="*/ 1057416 h 1337427"/>
                  <a:gd name="connsiteX26" fmla="*/ 554026 w 1291397"/>
                  <a:gd name="connsiteY26" fmla="*/ 1320009 h 1337427"/>
                  <a:gd name="connsiteX27" fmla="*/ 527855 w 1291397"/>
                  <a:gd name="connsiteY27" fmla="*/ 1337427 h 1337427"/>
                  <a:gd name="connsiteX28" fmla="*/ 906819 w 1291397"/>
                  <a:gd name="connsiteY28" fmla="*/ 612716 h 1337427"/>
                  <a:gd name="connsiteX29" fmla="*/ 1223238 w 1291397"/>
                  <a:gd name="connsiteY29" fmla="*/ 139493 h 1337427"/>
                  <a:gd name="connsiteX30" fmla="*/ 859553 w 1291397"/>
                  <a:gd name="connsiteY30" fmla="*/ 329835 h 1337427"/>
                  <a:gd name="connsiteX31" fmla="*/ 819288 w 1291397"/>
                  <a:gd name="connsiteY31" fmla="*/ 395114 h 1337427"/>
                  <a:gd name="connsiteX32" fmla="*/ 891064 w 1291397"/>
                  <a:gd name="connsiteY32" fmla="*/ 442424 h 1337427"/>
                  <a:gd name="connsiteX33" fmla="*/ 891064 w 1291397"/>
                  <a:gd name="connsiteY33" fmla="*/ 437654 h 1337427"/>
                  <a:gd name="connsiteX34" fmla="*/ 893447 w 1291397"/>
                  <a:gd name="connsiteY34" fmla="*/ 448723 h 1337427"/>
                  <a:gd name="connsiteX35" fmla="*/ 897107 w 1291397"/>
                  <a:gd name="connsiteY35" fmla="*/ 456442 h 1337427"/>
                  <a:gd name="connsiteX36" fmla="*/ 902924 w 1291397"/>
                  <a:gd name="connsiteY36" fmla="*/ 469165 h 1337427"/>
                  <a:gd name="connsiteX37" fmla="*/ 906819 w 1291397"/>
                  <a:gd name="connsiteY37" fmla="*/ 497175 h 1337427"/>
                  <a:gd name="connsiteX38" fmla="*/ 906819 w 1291397"/>
                  <a:gd name="connsiteY38" fmla="*/ 612716 h 1337427"/>
                  <a:gd name="connsiteX39" fmla="*/ 749062 w 1291397"/>
                  <a:gd name="connsiteY39" fmla="*/ 807769 h 1337427"/>
                  <a:gd name="connsiteX40" fmla="*/ 183039 w 1291397"/>
                  <a:gd name="connsiteY40" fmla="*/ 807769 h 1337427"/>
                  <a:gd name="connsiteX41" fmla="*/ 183040 w 1291397"/>
                  <a:gd name="connsiteY41" fmla="*/ 785784 h 1337427"/>
                  <a:gd name="connsiteX42" fmla="*/ 750892 w 1291397"/>
                  <a:gd name="connsiteY42" fmla="*/ 786267 h 1337427"/>
                  <a:gd name="connsiteX43" fmla="*/ 749062 w 1291397"/>
                  <a:gd name="connsiteY43" fmla="*/ 807769 h 1337427"/>
                  <a:gd name="connsiteX44" fmla="*/ 752237 w 1291397"/>
                  <a:gd name="connsiteY44" fmla="*/ 930473 h 1337427"/>
                  <a:gd name="connsiteX45" fmla="*/ 176689 w 1291397"/>
                  <a:gd name="connsiteY45" fmla="*/ 930473 h 1337427"/>
                  <a:gd name="connsiteX46" fmla="*/ 176689 w 1291397"/>
                  <a:gd name="connsiteY46" fmla="*/ 905312 h 1337427"/>
                  <a:gd name="connsiteX47" fmla="*/ 752237 w 1291397"/>
                  <a:gd name="connsiteY47" fmla="*/ 905312 h 1337427"/>
                  <a:gd name="connsiteX48" fmla="*/ 752237 w 1291397"/>
                  <a:gd name="connsiteY48" fmla="*/ 930473 h 1337427"/>
                  <a:gd name="connsiteX0" fmla="*/ 527855 w 1291397"/>
                  <a:gd name="connsiteY0" fmla="*/ 1337427 h 1337427"/>
                  <a:gd name="connsiteX1" fmla="*/ 357432 w 1291397"/>
                  <a:gd name="connsiteY1" fmla="*/ 1081881 h 1337427"/>
                  <a:gd name="connsiteX2" fmla="*/ 103286 w 1291397"/>
                  <a:gd name="connsiteY2" fmla="*/ 1081881 h 1337427"/>
                  <a:gd name="connsiteX3" fmla="*/ 0 w 1291397"/>
                  <a:gd name="connsiteY3" fmla="*/ 978595 h 1337427"/>
                  <a:gd name="connsiteX4" fmla="*/ 0 w 1291397"/>
                  <a:gd name="connsiteY4" fmla="*/ 497175 h 1337427"/>
                  <a:gd name="connsiteX5" fmla="*/ 103286 w 1291397"/>
                  <a:gd name="connsiteY5" fmla="*/ 393889 h 1337427"/>
                  <a:gd name="connsiteX6" fmla="*/ 787777 w 1291397"/>
                  <a:gd name="connsiteY6" fmla="*/ 393889 h 1337427"/>
                  <a:gd name="connsiteX7" fmla="*/ 815230 w 1291397"/>
                  <a:gd name="connsiteY7" fmla="*/ 235381 h 1337427"/>
                  <a:gd name="connsiteX8" fmla="*/ 803533 w 1291397"/>
                  <a:gd name="connsiteY8" fmla="*/ 0 h 1337427"/>
                  <a:gd name="connsiteX9" fmla="*/ 1206094 w 1291397"/>
                  <a:gd name="connsiteY9" fmla="*/ 86020 h 1337427"/>
                  <a:gd name="connsiteX10" fmla="*/ 1291397 w 1291397"/>
                  <a:gd name="connsiteY10" fmla="*/ 147531 h 1337427"/>
                  <a:gd name="connsiteX11" fmla="*/ 906819 w 1291397"/>
                  <a:gd name="connsiteY11" fmla="*/ 644227 h 1337427"/>
                  <a:gd name="connsiteX12" fmla="*/ 906819 w 1291397"/>
                  <a:gd name="connsiteY12" fmla="*/ 978595 h 1337427"/>
                  <a:gd name="connsiteX13" fmla="*/ 803533 w 1291397"/>
                  <a:gd name="connsiteY13" fmla="*/ 1081881 h 1337427"/>
                  <a:gd name="connsiteX14" fmla="*/ 540940 w 1291397"/>
                  <a:gd name="connsiteY14" fmla="*/ 1081881 h 1337427"/>
                  <a:gd name="connsiteX15" fmla="*/ 540940 w 1291397"/>
                  <a:gd name="connsiteY15" fmla="*/ 1050370 h 1337427"/>
                  <a:gd name="connsiteX16" fmla="*/ 803533 w 1291397"/>
                  <a:gd name="connsiteY16" fmla="*/ 1050370 h 1337427"/>
                  <a:gd name="connsiteX17" fmla="*/ 875308 w 1291397"/>
                  <a:gd name="connsiteY17" fmla="*/ 978595 h 1337427"/>
                  <a:gd name="connsiteX18" fmla="*/ 875308 w 1291397"/>
                  <a:gd name="connsiteY18" fmla="*/ 497175 h 1337427"/>
                  <a:gd name="connsiteX19" fmla="*/ 803533 w 1291397"/>
                  <a:gd name="connsiteY19" fmla="*/ 425400 h 1337427"/>
                  <a:gd name="connsiteX20" fmla="*/ 103286 w 1291397"/>
                  <a:gd name="connsiteY20" fmla="*/ 425400 h 1337427"/>
                  <a:gd name="connsiteX21" fmla="*/ 31511 w 1291397"/>
                  <a:gd name="connsiteY21" fmla="*/ 497175 h 1337427"/>
                  <a:gd name="connsiteX22" fmla="*/ 31511 w 1291397"/>
                  <a:gd name="connsiteY22" fmla="*/ 978595 h 1337427"/>
                  <a:gd name="connsiteX23" fmla="*/ 103286 w 1291397"/>
                  <a:gd name="connsiteY23" fmla="*/ 1050370 h 1337427"/>
                  <a:gd name="connsiteX24" fmla="*/ 365879 w 1291397"/>
                  <a:gd name="connsiteY24" fmla="*/ 1050370 h 1337427"/>
                  <a:gd name="connsiteX25" fmla="*/ 378965 w 1291397"/>
                  <a:gd name="connsiteY25" fmla="*/ 1057416 h 1337427"/>
                  <a:gd name="connsiteX26" fmla="*/ 554026 w 1291397"/>
                  <a:gd name="connsiteY26" fmla="*/ 1320009 h 1337427"/>
                  <a:gd name="connsiteX27" fmla="*/ 527855 w 1291397"/>
                  <a:gd name="connsiteY27" fmla="*/ 1337427 h 1337427"/>
                  <a:gd name="connsiteX28" fmla="*/ 906819 w 1291397"/>
                  <a:gd name="connsiteY28" fmla="*/ 612716 h 1337427"/>
                  <a:gd name="connsiteX29" fmla="*/ 1223238 w 1291397"/>
                  <a:gd name="connsiteY29" fmla="*/ 139493 h 1337427"/>
                  <a:gd name="connsiteX30" fmla="*/ 859553 w 1291397"/>
                  <a:gd name="connsiteY30" fmla="*/ 329835 h 1337427"/>
                  <a:gd name="connsiteX31" fmla="*/ 819288 w 1291397"/>
                  <a:gd name="connsiteY31" fmla="*/ 395114 h 1337427"/>
                  <a:gd name="connsiteX32" fmla="*/ 891064 w 1291397"/>
                  <a:gd name="connsiteY32" fmla="*/ 442424 h 1337427"/>
                  <a:gd name="connsiteX33" fmla="*/ 891064 w 1291397"/>
                  <a:gd name="connsiteY33" fmla="*/ 437654 h 1337427"/>
                  <a:gd name="connsiteX34" fmla="*/ 893447 w 1291397"/>
                  <a:gd name="connsiteY34" fmla="*/ 448723 h 1337427"/>
                  <a:gd name="connsiteX35" fmla="*/ 897107 w 1291397"/>
                  <a:gd name="connsiteY35" fmla="*/ 456442 h 1337427"/>
                  <a:gd name="connsiteX36" fmla="*/ 902924 w 1291397"/>
                  <a:gd name="connsiteY36" fmla="*/ 469165 h 1337427"/>
                  <a:gd name="connsiteX37" fmla="*/ 906819 w 1291397"/>
                  <a:gd name="connsiteY37" fmla="*/ 497175 h 1337427"/>
                  <a:gd name="connsiteX38" fmla="*/ 906819 w 1291397"/>
                  <a:gd name="connsiteY38" fmla="*/ 612716 h 1337427"/>
                  <a:gd name="connsiteX39" fmla="*/ 749062 w 1291397"/>
                  <a:gd name="connsiteY39" fmla="*/ 807769 h 1337427"/>
                  <a:gd name="connsiteX40" fmla="*/ 183039 w 1291397"/>
                  <a:gd name="connsiteY40" fmla="*/ 807769 h 1337427"/>
                  <a:gd name="connsiteX41" fmla="*/ 183040 w 1291397"/>
                  <a:gd name="connsiteY41" fmla="*/ 785784 h 1337427"/>
                  <a:gd name="connsiteX42" fmla="*/ 750892 w 1291397"/>
                  <a:gd name="connsiteY42" fmla="*/ 786267 h 1337427"/>
                  <a:gd name="connsiteX43" fmla="*/ 749062 w 1291397"/>
                  <a:gd name="connsiteY43" fmla="*/ 807769 h 1337427"/>
                  <a:gd name="connsiteX44" fmla="*/ 752237 w 1291397"/>
                  <a:gd name="connsiteY44" fmla="*/ 930473 h 1337427"/>
                  <a:gd name="connsiteX45" fmla="*/ 176689 w 1291397"/>
                  <a:gd name="connsiteY45" fmla="*/ 930473 h 1337427"/>
                  <a:gd name="connsiteX46" fmla="*/ 176689 w 1291397"/>
                  <a:gd name="connsiteY46" fmla="*/ 905312 h 1337427"/>
                  <a:gd name="connsiteX47" fmla="*/ 752237 w 1291397"/>
                  <a:gd name="connsiteY47" fmla="*/ 905312 h 1337427"/>
                  <a:gd name="connsiteX48" fmla="*/ 752237 w 1291397"/>
                  <a:gd name="connsiteY48" fmla="*/ 930473 h 1337427"/>
                  <a:gd name="connsiteX0" fmla="*/ 527855 w 1291397"/>
                  <a:gd name="connsiteY0" fmla="*/ 1251407 h 1251407"/>
                  <a:gd name="connsiteX1" fmla="*/ 357432 w 1291397"/>
                  <a:gd name="connsiteY1" fmla="*/ 995861 h 1251407"/>
                  <a:gd name="connsiteX2" fmla="*/ 103286 w 1291397"/>
                  <a:gd name="connsiteY2" fmla="*/ 995861 h 1251407"/>
                  <a:gd name="connsiteX3" fmla="*/ 0 w 1291397"/>
                  <a:gd name="connsiteY3" fmla="*/ 892575 h 1251407"/>
                  <a:gd name="connsiteX4" fmla="*/ 0 w 1291397"/>
                  <a:gd name="connsiteY4" fmla="*/ 411155 h 1251407"/>
                  <a:gd name="connsiteX5" fmla="*/ 103286 w 1291397"/>
                  <a:gd name="connsiteY5" fmla="*/ 307869 h 1251407"/>
                  <a:gd name="connsiteX6" fmla="*/ 787777 w 1291397"/>
                  <a:gd name="connsiteY6" fmla="*/ 307869 h 1251407"/>
                  <a:gd name="connsiteX7" fmla="*/ 815230 w 1291397"/>
                  <a:gd name="connsiteY7" fmla="*/ 149361 h 1251407"/>
                  <a:gd name="connsiteX8" fmla="*/ 895043 w 1291397"/>
                  <a:gd name="connsiteY8" fmla="*/ 98831 h 1251407"/>
                  <a:gd name="connsiteX9" fmla="*/ 1206094 w 1291397"/>
                  <a:gd name="connsiteY9" fmla="*/ 0 h 1251407"/>
                  <a:gd name="connsiteX10" fmla="*/ 1291397 w 1291397"/>
                  <a:gd name="connsiteY10" fmla="*/ 61511 h 1251407"/>
                  <a:gd name="connsiteX11" fmla="*/ 906819 w 1291397"/>
                  <a:gd name="connsiteY11" fmla="*/ 558207 h 1251407"/>
                  <a:gd name="connsiteX12" fmla="*/ 906819 w 1291397"/>
                  <a:gd name="connsiteY12" fmla="*/ 892575 h 1251407"/>
                  <a:gd name="connsiteX13" fmla="*/ 803533 w 1291397"/>
                  <a:gd name="connsiteY13" fmla="*/ 995861 h 1251407"/>
                  <a:gd name="connsiteX14" fmla="*/ 540940 w 1291397"/>
                  <a:gd name="connsiteY14" fmla="*/ 995861 h 1251407"/>
                  <a:gd name="connsiteX15" fmla="*/ 540940 w 1291397"/>
                  <a:gd name="connsiteY15" fmla="*/ 964350 h 1251407"/>
                  <a:gd name="connsiteX16" fmla="*/ 803533 w 1291397"/>
                  <a:gd name="connsiteY16" fmla="*/ 964350 h 1251407"/>
                  <a:gd name="connsiteX17" fmla="*/ 875308 w 1291397"/>
                  <a:gd name="connsiteY17" fmla="*/ 892575 h 1251407"/>
                  <a:gd name="connsiteX18" fmla="*/ 875308 w 1291397"/>
                  <a:gd name="connsiteY18" fmla="*/ 411155 h 1251407"/>
                  <a:gd name="connsiteX19" fmla="*/ 803533 w 1291397"/>
                  <a:gd name="connsiteY19" fmla="*/ 339380 h 1251407"/>
                  <a:gd name="connsiteX20" fmla="*/ 103286 w 1291397"/>
                  <a:gd name="connsiteY20" fmla="*/ 339380 h 1251407"/>
                  <a:gd name="connsiteX21" fmla="*/ 31511 w 1291397"/>
                  <a:gd name="connsiteY21" fmla="*/ 411155 h 1251407"/>
                  <a:gd name="connsiteX22" fmla="*/ 31511 w 1291397"/>
                  <a:gd name="connsiteY22" fmla="*/ 892575 h 1251407"/>
                  <a:gd name="connsiteX23" fmla="*/ 103286 w 1291397"/>
                  <a:gd name="connsiteY23" fmla="*/ 964350 h 1251407"/>
                  <a:gd name="connsiteX24" fmla="*/ 365879 w 1291397"/>
                  <a:gd name="connsiteY24" fmla="*/ 964350 h 1251407"/>
                  <a:gd name="connsiteX25" fmla="*/ 378965 w 1291397"/>
                  <a:gd name="connsiteY25" fmla="*/ 971396 h 1251407"/>
                  <a:gd name="connsiteX26" fmla="*/ 554026 w 1291397"/>
                  <a:gd name="connsiteY26" fmla="*/ 1233989 h 1251407"/>
                  <a:gd name="connsiteX27" fmla="*/ 527855 w 1291397"/>
                  <a:gd name="connsiteY27" fmla="*/ 1251407 h 1251407"/>
                  <a:gd name="connsiteX28" fmla="*/ 906819 w 1291397"/>
                  <a:gd name="connsiteY28" fmla="*/ 526696 h 1251407"/>
                  <a:gd name="connsiteX29" fmla="*/ 1223238 w 1291397"/>
                  <a:gd name="connsiteY29" fmla="*/ 53473 h 1251407"/>
                  <a:gd name="connsiteX30" fmla="*/ 859553 w 1291397"/>
                  <a:gd name="connsiteY30" fmla="*/ 243815 h 1251407"/>
                  <a:gd name="connsiteX31" fmla="*/ 819288 w 1291397"/>
                  <a:gd name="connsiteY31" fmla="*/ 309094 h 1251407"/>
                  <a:gd name="connsiteX32" fmla="*/ 891064 w 1291397"/>
                  <a:gd name="connsiteY32" fmla="*/ 356404 h 1251407"/>
                  <a:gd name="connsiteX33" fmla="*/ 891064 w 1291397"/>
                  <a:gd name="connsiteY33" fmla="*/ 351634 h 1251407"/>
                  <a:gd name="connsiteX34" fmla="*/ 893447 w 1291397"/>
                  <a:gd name="connsiteY34" fmla="*/ 362703 h 1251407"/>
                  <a:gd name="connsiteX35" fmla="*/ 897107 w 1291397"/>
                  <a:gd name="connsiteY35" fmla="*/ 370422 h 1251407"/>
                  <a:gd name="connsiteX36" fmla="*/ 902924 w 1291397"/>
                  <a:gd name="connsiteY36" fmla="*/ 383145 h 1251407"/>
                  <a:gd name="connsiteX37" fmla="*/ 906819 w 1291397"/>
                  <a:gd name="connsiteY37" fmla="*/ 411155 h 1251407"/>
                  <a:gd name="connsiteX38" fmla="*/ 906819 w 1291397"/>
                  <a:gd name="connsiteY38" fmla="*/ 526696 h 1251407"/>
                  <a:gd name="connsiteX39" fmla="*/ 749062 w 1291397"/>
                  <a:gd name="connsiteY39" fmla="*/ 721749 h 1251407"/>
                  <a:gd name="connsiteX40" fmla="*/ 183039 w 1291397"/>
                  <a:gd name="connsiteY40" fmla="*/ 721749 h 1251407"/>
                  <a:gd name="connsiteX41" fmla="*/ 183040 w 1291397"/>
                  <a:gd name="connsiteY41" fmla="*/ 699764 h 1251407"/>
                  <a:gd name="connsiteX42" fmla="*/ 750892 w 1291397"/>
                  <a:gd name="connsiteY42" fmla="*/ 700247 h 1251407"/>
                  <a:gd name="connsiteX43" fmla="*/ 749062 w 1291397"/>
                  <a:gd name="connsiteY43" fmla="*/ 721749 h 1251407"/>
                  <a:gd name="connsiteX44" fmla="*/ 752237 w 1291397"/>
                  <a:gd name="connsiteY44" fmla="*/ 844453 h 1251407"/>
                  <a:gd name="connsiteX45" fmla="*/ 176689 w 1291397"/>
                  <a:gd name="connsiteY45" fmla="*/ 844453 h 1251407"/>
                  <a:gd name="connsiteX46" fmla="*/ 176689 w 1291397"/>
                  <a:gd name="connsiteY46" fmla="*/ 819292 h 1251407"/>
                  <a:gd name="connsiteX47" fmla="*/ 752237 w 1291397"/>
                  <a:gd name="connsiteY47" fmla="*/ 819292 h 1251407"/>
                  <a:gd name="connsiteX48" fmla="*/ 752237 w 1291397"/>
                  <a:gd name="connsiteY48" fmla="*/ 844453 h 1251407"/>
                  <a:gd name="connsiteX0" fmla="*/ 527855 w 1291397"/>
                  <a:gd name="connsiteY0" fmla="*/ 1251407 h 1251407"/>
                  <a:gd name="connsiteX1" fmla="*/ 357432 w 1291397"/>
                  <a:gd name="connsiteY1" fmla="*/ 995861 h 1251407"/>
                  <a:gd name="connsiteX2" fmla="*/ 103286 w 1291397"/>
                  <a:gd name="connsiteY2" fmla="*/ 995861 h 1251407"/>
                  <a:gd name="connsiteX3" fmla="*/ 0 w 1291397"/>
                  <a:gd name="connsiteY3" fmla="*/ 892575 h 1251407"/>
                  <a:gd name="connsiteX4" fmla="*/ 0 w 1291397"/>
                  <a:gd name="connsiteY4" fmla="*/ 411155 h 1251407"/>
                  <a:gd name="connsiteX5" fmla="*/ 103286 w 1291397"/>
                  <a:gd name="connsiteY5" fmla="*/ 307869 h 1251407"/>
                  <a:gd name="connsiteX6" fmla="*/ 787777 w 1291397"/>
                  <a:gd name="connsiteY6" fmla="*/ 307869 h 1251407"/>
                  <a:gd name="connsiteX7" fmla="*/ 815230 w 1291397"/>
                  <a:gd name="connsiteY7" fmla="*/ 149361 h 1251407"/>
                  <a:gd name="connsiteX8" fmla="*/ 895043 w 1291397"/>
                  <a:gd name="connsiteY8" fmla="*/ 98831 h 1251407"/>
                  <a:gd name="connsiteX9" fmla="*/ 1206094 w 1291397"/>
                  <a:gd name="connsiteY9" fmla="*/ 0 h 1251407"/>
                  <a:gd name="connsiteX10" fmla="*/ 1291397 w 1291397"/>
                  <a:gd name="connsiteY10" fmla="*/ 61511 h 1251407"/>
                  <a:gd name="connsiteX11" fmla="*/ 906819 w 1291397"/>
                  <a:gd name="connsiteY11" fmla="*/ 558207 h 1251407"/>
                  <a:gd name="connsiteX12" fmla="*/ 906819 w 1291397"/>
                  <a:gd name="connsiteY12" fmla="*/ 892575 h 1251407"/>
                  <a:gd name="connsiteX13" fmla="*/ 803533 w 1291397"/>
                  <a:gd name="connsiteY13" fmla="*/ 995861 h 1251407"/>
                  <a:gd name="connsiteX14" fmla="*/ 540940 w 1291397"/>
                  <a:gd name="connsiteY14" fmla="*/ 995861 h 1251407"/>
                  <a:gd name="connsiteX15" fmla="*/ 540940 w 1291397"/>
                  <a:gd name="connsiteY15" fmla="*/ 964350 h 1251407"/>
                  <a:gd name="connsiteX16" fmla="*/ 803533 w 1291397"/>
                  <a:gd name="connsiteY16" fmla="*/ 964350 h 1251407"/>
                  <a:gd name="connsiteX17" fmla="*/ 875308 w 1291397"/>
                  <a:gd name="connsiteY17" fmla="*/ 892575 h 1251407"/>
                  <a:gd name="connsiteX18" fmla="*/ 875308 w 1291397"/>
                  <a:gd name="connsiteY18" fmla="*/ 411155 h 1251407"/>
                  <a:gd name="connsiteX19" fmla="*/ 803533 w 1291397"/>
                  <a:gd name="connsiteY19" fmla="*/ 339380 h 1251407"/>
                  <a:gd name="connsiteX20" fmla="*/ 103286 w 1291397"/>
                  <a:gd name="connsiteY20" fmla="*/ 339380 h 1251407"/>
                  <a:gd name="connsiteX21" fmla="*/ 31511 w 1291397"/>
                  <a:gd name="connsiteY21" fmla="*/ 411155 h 1251407"/>
                  <a:gd name="connsiteX22" fmla="*/ 31511 w 1291397"/>
                  <a:gd name="connsiteY22" fmla="*/ 892575 h 1251407"/>
                  <a:gd name="connsiteX23" fmla="*/ 103286 w 1291397"/>
                  <a:gd name="connsiteY23" fmla="*/ 964350 h 1251407"/>
                  <a:gd name="connsiteX24" fmla="*/ 365879 w 1291397"/>
                  <a:gd name="connsiteY24" fmla="*/ 964350 h 1251407"/>
                  <a:gd name="connsiteX25" fmla="*/ 378965 w 1291397"/>
                  <a:gd name="connsiteY25" fmla="*/ 971396 h 1251407"/>
                  <a:gd name="connsiteX26" fmla="*/ 554026 w 1291397"/>
                  <a:gd name="connsiteY26" fmla="*/ 1233989 h 1251407"/>
                  <a:gd name="connsiteX27" fmla="*/ 527855 w 1291397"/>
                  <a:gd name="connsiteY27" fmla="*/ 1251407 h 1251407"/>
                  <a:gd name="connsiteX28" fmla="*/ 906819 w 1291397"/>
                  <a:gd name="connsiteY28" fmla="*/ 526696 h 1251407"/>
                  <a:gd name="connsiteX29" fmla="*/ 1005443 w 1291397"/>
                  <a:gd name="connsiteY29" fmla="*/ 265778 h 1251407"/>
                  <a:gd name="connsiteX30" fmla="*/ 859553 w 1291397"/>
                  <a:gd name="connsiteY30" fmla="*/ 243815 h 1251407"/>
                  <a:gd name="connsiteX31" fmla="*/ 819288 w 1291397"/>
                  <a:gd name="connsiteY31" fmla="*/ 309094 h 1251407"/>
                  <a:gd name="connsiteX32" fmla="*/ 891064 w 1291397"/>
                  <a:gd name="connsiteY32" fmla="*/ 356404 h 1251407"/>
                  <a:gd name="connsiteX33" fmla="*/ 891064 w 1291397"/>
                  <a:gd name="connsiteY33" fmla="*/ 351634 h 1251407"/>
                  <a:gd name="connsiteX34" fmla="*/ 893447 w 1291397"/>
                  <a:gd name="connsiteY34" fmla="*/ 362703 h 1251407"/>
                  <a:gd name="connsiteX35" fmla="*/ 897107 w 1291397"/>
                  <a:gd name="connsiteY35" fmla="*/ 370422 h 1251407"/>
                  <a:gd name="connsiteX36" fmla="*/ 902924 w 1291397"/>
                  <a:gd name="connsiteY36" fmla="*/ 383145 h 1251407"/>
                  <a:gd name="connsiteX37" fmla="*/ 906819 w 1291397"/>
                  <a:gd name="connsiteY37" fmla="*/ 411155 h 1251407"/>
                  <a:gd name="connsiteX38" fmla="*/ 906819 w 1291397"/>
                  <a:gd name="connsiteY38" fmla="*/ 526696 h 1251407"/>
                  <a:gd name="connsiteX39" fmla="*/ 749062 w 1291397"/>
                  <a:gd name="connsiteY39" fmla="*/ 721749 h 1251407"/>
                  <a:gd name="connsiteX40" fmla="*/ 183039 w 1291397"/>
                  <a:gd name="connsiteY40" fmla="*/ 721749 h 1251407"/>
                  <a:gd name="connsiteX41" fmla="*/ 183040 w 1291397"/>
                  <a:gd name="connsiteY41" fmla="*/ 699764 h 1251407"/>
                  <a:gd name="connsiteX42" fmla="*/ 750892 w 1291397"/>
                  <a:gd name="connsiteY42" fmla="*/ 700247 h 1251407"/>
                  <a:gd name="connsiteX43" fmla="*/ 749062 w 1291397"/>
                  <a:gd name="connsiteY43" fmla="*/ 721749 h 1251407"/>
                  <a:gd name="connsiteX44" fmla="*/ 752237 w 1291397"/>
                  <a:gd name="connsiteY44" fmla="*/ 844453 h 1251407"/>
                  <a:gd name="connsiteX45" fmla="*/ 176689 w 1291397"/>
                  <a:gd name="connsiteY45" fmla="*/ 844453 h 1251407"/>
                  <a:gd name="connsiteX46" fmla="*/ 176689 w 1291397"/>
                  <a:gd name="connsiteY46" fmla="*/ 819292 h 1251407"/>
                  <a:gd name="connsiteX47" fmla="*/ 752237 w 1291397"/>
                  <a:gd name="connsiteY47" fmla="*/ 819292 h 1251407"/>
                  <a:gd name="connsiteX48" fmla="*/ 752237 w 1291397"/>
                  <a:gd name="connsiteY48" fmla="*/ 844453 h 1251407"/>
                  <a:gd name="connsiteX0" fmla="*/ 527855 w 1206458"/>
                  <a:gd name="connsiteY0" fmla="*/ 1251407 h 1251407"/>
                  <a:gd name="connsiteX1" fmla="*/ 357432 w 1206458"/>
                  <a:gd name="connsiteY1" fmla="*/ 995861 h 1251407"/>
                  <a:gd name="connsiteX2" fmla="*/ 103286 w 1206458"/>
                  <a:gd name="connsiteY2" fmla="*/ 995861 h 1251407"/>
                  <a:gd name="connsiteX3" fmla="*/ 0 w 1206458"/>
                  <a:gd name="connsiteY3" fmla="*/ 892575 h 1251407"/>
                  <a:gd name="connsiteX4" fmla="*/ 0 w 1206458"/>
                  <a:gd name="connsiteY4" fmla="*/ 411155 h 1251407"/>
                  <a:gd name="connsiteX5" fmla="*/ 103286 w 1206458"/>
                  <a:gd name="connsiteY5" fmla="*/ 307869 h 1251407"/>
                  <a:gd name="connsiteX6" fmla="*/ 787777 w 1206458"/>
                  <a:gd name="connsiteY6" fmla="*/ 307869 h 1251407"/>
                  <a:gd name="connsiteX7" fmla="*/ 815230 w 1206458"/>
                  <a:gd name="connsiteY7" fmla="*/ 149361 h 1251407"/>
                  <a:gd name="connsiteX8" fmla="*/ 895043 w 1206458"/>
                  <a:gd name="connsiteY8" fmla="*/ 98831 h 1251407"/>
                  <a:gd name="connsiteX9" fmla="*/ 1206094 w 1206458"/>
                  <a:gd name="connsiteY9" fmla="*/ 0 h 1251407"/>
                  <a:gd name="connsiteX10" fmla="*/ 1064451 w 1206458"/>
                  <a:gd name="connsiteY10" fmla="*/ 306759 h 1251407"/>
                  <a:gd name="connsiteX11" fmla="*/ 906819 w 1206458"/>
                  <a:gd name="connsiteY11" fmla="*/ 558207 h 1251407"/>
                  <a:gd name="connsiteX12" fmla="*/ 906819 w 1206458"/>
                  <a:gd name="connsiteY12" fmla="*/ 892575 h 1251407"/>
                  <a:gd name="connsiteX13" fmla="*/ 803533 w 1206458"/>
                  <a:gd name="connsiteY13" fmla="*/ 995861 h 1251407"/>
                  <a:gd name="connsiteX14" fmla="*/ 540940 w 1206458"/>
                  <a:gd name="connsiteY14" fmla="*/ 995861 h 1251407"/>
                  <a:gd name="connsiteX15" fmla="*/ 540940 w 1206458"/>
                  <a:gd name="connsiteY15" fmla="*/ 964350 h 1251407"/>
                  <a:gd name="connsiteX16" fmla="*/ 803533 w 1206458"/>
                  <a:gd name="connsiteY16" fmla="*/ 964350 h 1251407"/>
                  <a:gd name="connsiteX17" fmla="*/ 875308 w 1206458"/>
                  <a:gd name="connsiteY17" fmla="*/ 892575 h 1251407"/>
                  <a:gd name="connsiteX18" fmla="*/ 875308 w 1206458"/>
                  <a:gd name="connsiteY18" fmla="*/ 411155 h 1251407"/>
                  <a:gd name="connsiteX19" fmla="*/ 803533 w 1206458"/>
                  <a:gd name="connsiteY19" fmla="*/ 339380 h 1251407"/>
                  <a:gd name="connsiteX20" fmla="*/ 103286 w 1206458"/>
                  <a:gd name="connsiteY20" fmla="*/ 339380 h 1251407"/>
                  <a:gd name="connsiteX21" fmla="*/ 31511 w 1206458"/>
                  <a:gd name="connsiteY21" fmla="*/ 411155 h 1251407"/>
                  <a:gd name="connsiteX22" fmla="*/ 31511 w 1206458"/>
                  <a:gd name="connsiteY22" fmla="*/ 892575 h 1251407"/>
                  <a:gd name="connsiteX23" fmla="*/ 103286 w 1206458"/>
                  <a:gd name="connsiteY23" fmla="*/ 964350 h 1251407"/>
                  <a:gd name="connsiteX24" fmla="*/ 365879 w 1206458"/>
                  <a:gd name="connsiteY24" fmla="*/ 964350 h 1251407"/>
                  <a:gd name="connsiteX25" fmla="*/ 378965 w 1206458"/>
                  <a:gd name="connsiteY25" fmla="*/ 971396 h 1251407"/>
                  <a:gd name="connsiteX26" fmla="*/ 554026 w 1206458"/>
                  <a:gd name="connsiteY26" fmla="*/ 1233989 h 1251407"/>
                  <a:gd name="connsiteX27" fmla="*/ 527855 w 1206458"/>
                  <a:gd name="connsiteY27" fmla="*/ 1251407 h 1251407"/>
                  <a:gd name="connsiteX28" fmla="*/ 906819 w 1206458"/>
                  <a:gd name="connsiteY28" fmla="*/ 526696 h 1251407"/>
                  <a:gd name="connsiteX29" fmla="*/ 1005443 w 1206458"/>
                  <a:gd name="connsiteY29" fmla="*/ 265778 h 1251407"/>
                  <a:gd name="connsiteX30" fmla="*/ 859553 w 1206458"/>
                  <a:gd name="connsiteY30" fmla="*/ 243815 h 1251407"/>
                  <a:gd name="connsiteX31" fmla="*/ 819288 w 1206458"/>
                  <a:gd name="connsiteY31" fmla="*/ 309094 h 1251407"/>
                  <a:gd name="connsiteX32" fmla="*/ 891064 w 1206458"/>
                  <a:gd name="connsiteY32" fmla="*/ 356404 h 1251407"/>
                  <a:gd name="connsiteX33" fmla="*/ 891064 w 1206458"/>
                  <a:gd name="connsiteY33" fmla="*/ 351634 h 1251407"/>
                  <a:gd name="connsiteX34" fmla="*/ 893447 w 1206458"/>
                  <a:gd name="connsiteY34" fmla="*/ 362703 h 1251407"/>
                  <a:gd name="connsiteX35" fmla="*/ 897107 w 1206458"/>
                  <a:gd name="connsiteY35" fmla="*/ 370422 h 1251407"/>
                  <a:gd name="connsiteX36" fmla="*/ 902924 w 1206458"/>
                  <a:gd name="connsiteY36" fmla="*/ 383145 h 1251407"/>
                  <a:gd name="connsiteX37" fmla="*/ 906819 w 1206458"/>
                  <a:gd name="connsiteY37" fmla="*/ 411155 h 1251407"/>
                  <a:gd name="connsiteX38" fmla="*/ 906819 w 1206458"/>
                  <a:gd name="connsiteY38" fmla="*/ 526696 h 1251407"/>
                  <a:gd name="connsiteX39" fmla="*/ 749062 w 1206458"/>
                  <a:gd name="connsiteY39" fmla="*/ 721749 h 1251407"/>
                  <a:gd name="connsiteX40" fmla="*/ 183039 w 1206458"/>
                  <a:gd name="connsiteY40" fmla="*/ 721749 h 1251407"/>
                  <a:gd name="connsiteX41" fmla="*/ 183040 w 1206458"/>
                  <a:gd name="connsiteY41" fmla="*/ 699764 h 1251407"/>
                  <a:gd name="connsiteX42" fmla="*/ 750892 w 1206458"/>
                  <a:gd name="connsiteY42" fmla="*/ 700247 h 1251407"/>
                  <a:gd name="connsiteX43" fmla="*/ 749062 w 1206458"/>
                  <a:gd name="connsiteY43" fmla="*/ 721749 h 1251407"/>
                  <a:gd name="connsiteX44" fmla="*/ 752237 w 1206458"/>
                  <a:gd name="connsiteY44" fmla="*/ 844453 h 1251407"/>
                  <a:gd name="connsiteX45" fmla="*/ 176689 w 1206458"/>
                  <a:gd name="connsiteY45" fmla="*/ 844453 h 1251407"/>
                  <a:gd name="connsiteX46" fmla="*/ 176689 w 1206458"/>
                  <a:gd name="connsiteY46" fmla="*/ 819292 h 1251407"/>
                  <a:gd name="connsiteX47" fmla="*/ 752237 w 1206458"/>
                  <a:gd name="connsiteY47" fmla="*/ 819292 h 1251407"/>
                  <a:gd name="connsiteX48" fmla="*/ 752237 w 1206458"/>
                  <a:gd name="connsiteY48" fmla="*/ 844453 h 1251407"/>
                  <a:gd name="connsiteX0" fmla="*/ 527855 w 1064451"/>
                  <a:gd name="connsiteY0" fmla="*/ 1152576 h 1152576"/>
                  <a:gd name="connsiteX1" fmla="*/ 357432 w 1064451"/>
                  <a:gd name="connsiteY1" fmla="*/ 897030 h 1152576"/>
                  <a:gd name="connsiteX2" fmla="*/ 103286 w 1064451"/>
                  <a:gd name="connsiteY2" fmla="*/ 897030 h 1152576"/>
                  <a:gd name="connsiteX3" fmla="*/ 0 w 1064451"/>
                  <a:gd name="connsiteY3" fmla="*/ 793744 h 1152576"/>
                  <a:gd name="connsiteX4" fmla="*/ 0 w 1064451"/>
                  <a:gd name="connsiteY4" fmla="*/ 312324 h 1152576"/>
                  <a:gd name="connsiteX5" fmla="*/ 103286 w 1064451"/>
                  <a:gd name="connsiteY5" fmla="*/ 209038 h 1152576"/>
                  <a:gd name="connsiteX6" fmla="*/ 787777 w 1064451"/>
                  <a:gd name="connsiteY6" fmla="*/ 209038 h 1152576"/>
                  <a:gd name="connsiteX7" fmla="*/ 815230 w 1064451"/>
                  <a:gd name="connsiteY7" fmla="*/ 50530 h 1152576"/>
                  <a:gd name="connsiteX8" fmla="*/ 895043 w 1064451"/>
                  <a:gd name="connsiteY8" fmla="*/ 0 h 1152576"/>
                  <a:gd name="connsiteX9" fmla="*/ 1048696 w 1064451"/>
                  <a:gd name="connsiteY9" fmla="*/ 53076 h 1152576"/>
                  <a:gd name="connsiteX10" fmla="*/ 1064451 w 1064451"/>
                  <a:gd name="connsiteY10" fmla="*/ 207928 h 1152576"/>
                  <a:gd name="connsiteX11" fmla="*/ 906819 w 1064451"/>
                  <a:gd name="connsiteY11" fmla="*/ 459376 h 1152576"/>
                  <a:gd name="connsiteX12" fmla="*/ 906819 w 1064451"/>
                  <a:gd name="connsiteY12" fmla="*/ 793744 h 1152576"/>
                  <a:gd name="connsiteX13" fmla="*/ 803533 w 1064451"/>
                  <a:gd name="connsiteY13" fmla="*/ 897030 h 1152576"/>
                  <a:gd name="connsiteX14" fmla="*/ 540940 w 1064451"/>
                  <a:gd name="connsiteY14" fmla="*/ 897030 h 1152576"/>
                  <a:gd name="connsiteX15" fmla="*/ 540940 w 1064451"/>
                  <a:gd name="connsiteY15" fmla="*/ 865519 h 1152576"/>
                  <a:gd name="connsiteX16" fmla="*/ 803533 w 1064451"/>
                  <a:gd name="connsiteY16" fmla="*/ 865519 h 1152576"/>
                  <a:gd name="connsiteX17" fmla="*/ 875308 w 1064451"/>
                  <a:gd name="connsiteY17" fmla="*/ 793744 h 1152576"/>
                  <a:gd name="connsiteX18" fmla="*/ 875308 w 1064451"/>
                  <a:gd name="connsiteY18" fmla="*/ 312324 h 1152576"/>
                  <a:gd name="connsiteX19" fmla="*/ 803533 w 1064451"/>
                  <a:gd name="connsiteY19" fmla="*/ 240549 h 1152576"/>
                  <a:gd name="connsiteX20" fmla="*/ 103286 w 1064451"/>
                  <a:gd name="connsiteY20" fmla="*/ 240549 h 1152576"/>
                  <a:gd name="connsiteX21" fmla="*/ 31511 w 1064451"/>
                  <a:gd name="connsiteY21" fmla="*/ 312324 h 1152576"/>
                  <a:gd name="connsiteX22" fmla="*/ 31511 w 1064451"/>
                  <a:gd name="connsiteY22" fmla="*/ 793744 h 1152576"/>
                  <a:gd name="connsiteX23" fmla="*/ 103286 w 1064451"/>
                  <a:gd name="connsiteY23" fmla="*/ 865519 h 1152576"/>
                  <a:gd name="connsiteX24" fmla="*/ 365879 w 1064451"/>
                  <a:gd name="connsiteY24" fmla="*/ 865519 h 1152576"/>
                  <a:gd name="connsiteX25" fmla="*/ 378965 w 1064451"/>
                  <a:gd name="connsiteY25" fmla="*/ 872565 h 1152576"/>
                  <a:gd name="connsiteX26" fmla="*/ 554026 w 1064451"/>
                  <a:gd name="connsiteY26" fmla="*/ 1135158 h 1152576"/>
                  <a:gd name="connsiteX27" fmla="*/ 527855 w 1064451"/>
                  <a:gd name="connsiteY27" fmla="*/ 1152576 h 1152576"/>
                  <a:gd name="connsiteX28" fmla="*/ 906819 w 1064451"/>
                  <a:gd name="connsiteY28" fmla="*/ 427865 h 1152576"/>
                  <a:gd name="connsiteX29" fmla="*/ 1005443 w 1064451"/>
                  <a:gd name="connsiteY29" fmla="*/ 166947 h 1152576"/>
                  <a:gd name="connsiteX30" fmla="*/ 859553 w 1064451"/>
                  <a:gd name="connsiteY30" fmla="*/ 144984 h 1152576"/>
                  <a:gd name="connsiteX31" fmla="*/ 819288 w 1064451"/>
                  <a:gd name="connsiteY31" fmla="*/ 210263 h 1152576"/>
                  <a:gd name="connsiteX32" fmla="*/ 891064 w 1064451"/>
                  <a:gd name="connsiteY32" fmla="*/ 257573 h 1152576"/>
                  <a:gd name="connsiteX33" fmla="*/ 891064 w 1064451"/>
                  <a:gd name="connsiteY33" fmla="*/ 252803 h 1152576"/>
                  <a:gd name="connsiteX34" fmla="*/ 893447 w 1064451"/>
                  <a:gd name="connsiteY34" fmla="*/ 263872 h 1152576"/>
                  <a:gd name="connsiteX35" fmla="*/ 897107 w 1064451"/>
                  <a:gd name="connsiteY35" fmla="*/ 271591 h 1152576"/>
                  <a:gd name="connsiteX36" fmla="*/ 902924 w 1064451"/>
                  <a:gd name="connsiteY36" fmla="*/ 284314 h 1152576"/>
                  <a:gd name="connsiteX37" fmla="*/ 906819 w 1064451"/>
                  <a:gd name="connsiteY37" fmla="*/ 312324 h 1152576"/>
                  <a:gd name="connsiteX38" fmla="*/ 906819 w 1064451"/>
                  <a:gd name="connsiteY38" fmla="*/ 427865 h 1152576"/>
                  <a:gd name="connsiteX39" fmla="*/ 749062 w 1064451"/>
                  <a:gd name="connsiteY39" fmla="*/ 622918 h 1152576"/>
                  <a:gd name="connsiteX40" fmla="*/ 183039 w 1064451"/>
                  <a:gd name="connsiteY40" fmla="*/ 622918 h 1152576"/>
                  <a:gd name="connsiteX41" fmla="*/ 183040 w 1064451"/>
                  <a:gd name="connsiteY41" fmla="*/ 600933 h 1152576"/>
                  <a:gd name="connsiteX42" fmla="*/ 750892 w 1064451"/>
                  <a:gd name="connsiteY42" fmla="*/ 601416 h 1152576"/>
                  <a:gd name="connsiteX43" fmla="*/ 749062 w 1064451"/>
                  <a:gd name="connsiteY43" fmla="*/ 622918 h 1152576"/>
                  <a:gd name="connsiteX44" fmla="*/ 752237 w 1064451"/>
                  <a:gd name="connsiteY44" fmla="*/ 745622 h 1152576"/>
                  <a:gd name="connsiteX45" fmla="*/ 176689 w 1064451"/>
                  <a:gd name="connsiteY45" fmla="*/ 745622 h 1152576"/>
                  <a:gd name="connsiteX46" fmla="*/ 176689 w 1064451"/>
                  <a:gd name="connsiteY46" fmla="*/ 720461 h 1152576"/>
                  <a:gd name="connsiteX47" fmla="*/ 752237 w 1064451"/>
                  <a:gd name="connsiteY47" fmla="*/ 720461 h 1152576"/>
                  <a:gd name="connsiteX48" fmla="*/ 752237 w 1064451"/>
                  <a:gd name="connsiteY48" fmla="*/ 745622 h 1152576"/>
                  <a:gd name="connsiteX0" fmla="*/ 527855 w 1064451"/>
                  <a:gd name="connsiteY0" fmla="*/ 1152576 h 1152576"/>
                  <a:gd name="connsiteX1" fmla="*/ 357432 w 1064451"/>
                  <a:gd name="connsiteY1" fmla="*/ 897030 h 1152576"/>
                  <a:gd name="connsiteX2" fmla="*/ 103286 w 1064451"/>
                  <a:gd name="connsiteY2" fmla="*/ 897030 h 1152576"/>
                  <a:gd name="connsiteX3" fmla="*/ 0 w 1064451"/>
                  <a:gd name="connsiteY3" fmla="*/ 793744 h 1152576"/>
                  <a:gd name="connsiteX4" fmla="*/ 0 w 1064451"/>
                  <a:gd name="connsiteY4" fmla="*/ 312324 h 1152576"/>
                  <a:gd name="connsiteX5" fmla="*/ 103286 w 1064451"/>
                  <a:gd name="connsiteY5" fmla="*/ 209038 h 1152576"/>
                  <a:gd name="connsiteX6" fmla="*/ 787777 w 1064451"/>
                  <a:gd name="connsiteY6" fmla="*/ 209038 h 1152576"/>
                  <a:gd name="connsiteX7" fmla="*/ 815230 w 1064451"/>
                  <a:gd name="connsiteY7" fmla="*/ 50530 h 1152576"/>
                  <a:gd name="connsiteX8" fmla="*/ 895043 w 1064451"/>
                  <a:gd name="connsiteY8" fmla="*/ 0 h 1152576"/>
                  <a:gd name="connsiteX9" fmla="*/ 1048696 w 1064451"/>
                  <a:gd name="connsiteY9" fmla="*/ 53076 h 1152576"/>
                  <a:gd name="connsiteX10" fmla="*/ 1064451 w 1064451"/>
                  <a:gd name="connsiteY10" fmla="*/ 207928 h 1152576"/>
                  <a:gd name="connsiteX11" fmla="*/ 906819 w 1064451"/>
                  <a:gd name="connsiteY11" fmla="*/ 459376 h 1152576"/>
                  <a:gd name="connsiteX12" fmla="*/ 906819 w 1064451"/>
                  <a:gd name="connsiteY12" fmla="*/ 793744 h 1152576"/>
                  <a:gd name="connsiteX13" fmla="*/ 803533 w 1064451"/>
                  <a:gd name="connsiteY13" fmla="*/ 897030 h 1152576"/>
                  <a:gd name="connsiteX14" fmla="*/ 540940 w 1064451"/>
                  <a:gd name="connsiteY14" fmla="*/ 897030 h 1152576"/>
                  <a:gd name="connsiteX15" fmla="*/ 540940 w 1064451"/>
                  <a:gd name="connsiteY15" fmla="*/ 865519 h 1152576"/>
                  <a:gd name="connsiteX16" fmla="*/ 803533 w 1064451"/>
                  <a:gd name="connsiteY16" fmla="*/ 865519 h 1152576"/>
                  <a:gd name="connsiteX17" fmla="*/ 875308 w 1064451"/>
                  <a:gd name="connsiteY17" fmla="*/ 793744 h 1152576"/>
                  <a:gd name="connsiteX18" fmla="*/ 875308 w 1064451"/>
                  <a:gd name="connsiteY18" fmla="*/ 312324 h 1152576"/>
                  <a:gd name="connsiteX19" fmla="*/ 803533 w 1064451"/>
                  <a:gd name="connsiteY19" fmla="*/ 240549 h 1152576"/>
                  <a:gd name="connsiteX20" fmla="*/ 103286 w 1064451"/>
                  <a:gd name="connsiteY20" fmla="*/ 240549 h 1152576"/>
                  <a:gd name="connsiteX21" fmla="*/ 31511 w 1064451"/>
                  <a:gd name="connsiteY21" fmla="*/ 312324 h 1152576"/>
                  <a:gd name="connsiteX22" fmla="*/ 31511 w 1064451"/>
                  <a:gd name="connsiteY22" fmla="*/ 793744 h 1152576"/>
                  <a:gd name="connsiteX23" fmla="*/ 103286 w 1064451"/>
                  <a:gd name="connsiteY23" fmla="*/ 865519 h 1152576"/>
                  <a:gd name="connsiteX24" fmla="*/ 365879 w 1064451"/>
                  <a:gd name="connsiteY24" fmla="*/ 865519 h 1152576"/>
                  <a:gd name="connsiteX25" fmla="*/ 378965 w 1064451"/>
                  <a:gd name="connsiteY25" fmla="*/ 872565 h 1152576"/>
                  <a:gd name="connsiteX26" fmla="*/ 554026 w 1064451"/>
                  <a:gd name="connsiteY26" fmla="*/ 1135158 h 1152576"/>
                  <a:gd name="connsiteX27" fmla="*/ 527855 w 1064451"/>
                  <a:gd name="connsiteY27" fmla="*/ 1152576 h 1152576"/>
                  <a:gd name="connsiteX28" fmla="*/ 906819 w 1064451"/>
                  <a:gd name="connsiteY28" fmla="*/ 312324 h 1152576"/>
                  <a:gd name="connsiteX29" fmla="*/ 1005443 w 1064451"/>
                  <a:gd name="connsiteY29" fmla="*/ 166947 h 1152576"/>
                  <a:gd name="connsiteX30" fmla="*/ 859553 w 1064451"/>
                  <a:gd name="connsiteY30" fmla="*/ 144984 h 1152576"/>
                  <a:gd name="connsiteX31" fmla="*/ 819288 w 1064451"/>
                  <a:gd name="connsiteY31" fmla="*/ 210263 h 1152576"/>
                  <a:gd name="connsiteX32" fmla="*/ 891064 w 1064451"/>
                  <a:gd name="connsiteY32" fmla="*/ 257573 h 1152576"/>
                  <a:gd name="connsiteX33" fmla="*/ 891064 w 1064451"/>
                  <a:gd name="connsiteY33" fmla="*/ 252803 h 1152576"/>
                  <a:gd name="connsiteX34" fmla="*/ 893447 w 1064451"/>
                  <a:gd name="connsiteY34" fmla="*/ 263872 h 1152576"/>
                  <a:gd name="connsiteX35" fmla="*/ 897107 w 1064451"/>
                  <a:gd name="connsiteY35" fmla="*/ 271591 h 1152576"/>
                  <a:gd name="connsiteX36" fmla="*/ 902924 w 1064451"/>
                  <a:gd name="connsiteY36" fmla="*/ 284314 h 1152576"/>
                  <a:gd name="connsiteX37" fmla="*/ 906819 w 1064451"/>
                  <a:gd name="connsiteY37" fmla="*/ 312324 h 1152576"/>
                  <a:gd name="connsiteX38" fmla="*/ 749062 w 1064451"/>
                  <a:gd name="connsiteY38" fmla="*/ 622918 h 1152576"/>
                  <a:gd name="connsiteX39" fmla="*/ 183039 w 1064451"/>
                  <a:gd name="connsiteY39" fmla="*/ 622918 h 1152576"/>
                  <a:gd name="connsiteX40" fmla="*/ 183040 w 1064451"/>
                  <a:gd name="connsiteY40" fmla="*/ 600933 h 1152576"/>
                  <a:gd name="connsiteX41" fmla="*/ 750892 w 1064451"/>
                  <a:gd name="connsiteY41" fmla="*/ 601416 h 1152576"/>
                  <a:gd name="connsiteX42" fmla="*/ 749062 w 1064451"/>
                  <a:gd name="connsiteY42" fmla="*/ 622918 h 1152576"/>
                  <a:gd name="connsiteX43" fmla="*/ 752237 w 1064451"/>
                  <a:gd name="connsiteY43" fmla="*/ 745622 h 1152576"/>
                  <a:gd name="connsiteX44" fmla="*/ 176689 w 1064451"/>
                  <a:gd name="connsiteY44" fmla="*/ 745622 h 1152576"/>
                  <a:gd name="connsiteX45" fmla="*/ 176689 w 1064451"/>
                  <a:gd name="connsiteY45" fmla="*/ 720461 h 1152576"/>
                  <a:gd name="connsiteX46" fmla="*/ 752237 w 1064451"/>
                  <a:gd name="connsiteY46" fmla="*/ 720461 h 1152576"/>
                  <a:gd name="connsiteX47" fmla="*/ 752237 w 1064451"/>
                  <a:gd name="connsiteY47" fmla="*/ 745622 h 1152576"/>
                  <a:gd name="connsiteX0" fmla="*/ 527855 w 1064451"/>
                  <a:gd name="connsiteY0" fmla="*/ 1152576 h 1152576"/>
                  <a:gd name="connsiteX1" fmla="*/ 357432 w 1064451"/>
                  <a:gd name="connsiteY1" fmla="*/ 897030 h 1152576"/>
                  <a:gd name="connsiteX2" fmla="*/ 103286 w 1064451"/>
                  <a:gd name="connsiteY2" fmla="*/ 897030 h 1152576"/>
                  <a:gd name="connsiteX3" fmla="*/ 0 w 1064451"/>
                  <a:gd name="connsiteY3" fmla="*/ 793744 h 1152576"/>
                  <a:gd name="connsiteX4" fmla="*/ 0 w 1064451"/>
                  <a:gd name="connsiteY4" fmla="*/ 312324 h 1152576"/>
                  <a:gd name="connsiteX5" fmla="*/ 103286 w 1064451"/>
                  <a:gd name="connsiteY5" fmla="*/ 209038 h 1152576"/>
                  <a:gd name="connsiteX6" fmla="*/ 787777 w 1064451"/>
                  <a:gd name="connsiteY6" fmla="*/ 209038 h 1152576"/>
                  <a:gd name="connsiteX7" fmla="*/ 815230 w 1064451"/>
                  <a:gd name="connsiteY7" fmla="*/ 50530 h 1152576"/>
                  <a:gd name="connsiteX8" fmla="*/ 895043 w 1064451"/>
                  <a:gd name="connsiteY8" fmla="*/ 0 h 1152576"/>
                  <a:gd name="connsiteX9" fmla="*/ 1048696 w 1064451"/>
                  <a:gd name="connsiteY9" fmla="*/ 53076 h 1152576"/>
                  <a:gd name="connsiteX10" fmla="*/ 1064451 w 1064451"/>
                  <a:gd name="connsiteY10" fmla="*/ 207928 h 1152576"/>
                  <a:gd name="connsiteX11" fmla="*/ 904989 w 1064451"/>
                  <a:gd name="connsiteY11" fmla="*/ 314790 h 1152576"/>
                  <a:gd name="connsiteX12" fmla="*/ 906819 w 1064451"/>
                  <a:gd name="connsiteY12" fmla="*/ 793744 h 1152576"/>
                  <a:gd name="connsiteX13" fmla="*/ 803533 w 1064451"/>
                  <a:gd name="connsiteY13" fmla="*/ 897030 h 1152576"/>
                  <a:gd name="connsiteX14" fmla="*/ 540940 w 1064451"/>
                  <a:gd name="connsiteY14" fmla="*/ 897030 h 1152576"/>
                  <a:gd name="connsiteX15" fmla="*/ 540940 w 1064451"/>
                  <a:gd name="connsiteY15" fmla="*/ 865519 h 1152576"/>
                  <a:gd name="connsiteX16" fmla="*/ 803533 w 1064451"/>
                  <a:gd name="connsiteY16" fmla="*/ 865519 h 1152576"/>
                  <a:gd name="connsiteX17" fmla="*/ 875308 w 1064451"/>
                  <a:gd name="connsiteY17" fmla="*/ 793744 h 1152576"/>
                  <a:gd name="connsiteX18" fmla="*/ 875308 w 1064451"/>
                  <a:gd name="connsiteY18" fmla="*/ 312324 h 1152576"/>
                  <a:gd name="connsiteX19" fmla="*/ 803533 w 1064451"/>
                  <a:gd name="connsiteY19" fmla="*/ 240549 h 1152576"/>
                  <a:gd name="connsiteX20" fmla="*/ 103286 w 1064451"/>
                  <a:gd name="connsiteY20" fmla="*/ 240549 h 1152576"/>
                  <a:gd name="connsiteX21" fmla="*/ 31511 w 1064451"/>
                  <a:gd name="connsiteY21" fmla="*/ 312324 h 1152576"/>
                  <a:gd name="connsiteX22" fmla="*/ 31511 w 1064451"/>
                  <a:gd name="connsiteY22" fmla="*/ 793744 h 1152576"/>
                  <a:gd name="connsiteX23" fmla="*/ 103286 w 1064451"/>
                  <a:gd name="connsiteY23" fmla="*/ 865519 h 1152576"/>
                  <a:gd name="connsiteX24" fmla="*/ 365879 w 1064451"/>
                  <a:gd name="connsiteY24" fmla="*/ 865519 h 1152576"/>
                  <a:gd name="connsiteX25" fmla="*/ 378965 w 1064451"/>
                  <a:gd name="connsiteY25" fmla="*/ 872565 h 1152576"/>
                  <a:gd name="connsiteX26" fmla="*/ 554026 w 1064451"/>
                  <a:gd name="connsiteY26" fmla="*/ 1135158 h 1152576"/>
                  <a:gd name="connsiteX27" fmla="*/ 527855 w 1064451"/>
                  <a:gd name="connsiteY27" fmla="*/ 1152576 h 1152576"/>
                  <a:gd name="connsiteX28" fmla="*/ 906819 w 1064451"/>
                  <a:gd name="connsiteY28" fmla="*/ 312324 h 1152576"/>
                  <a:gd name="connsiteX29" fmla="*/ 1005443 w 1064451"/>
                  <a:gd name="connsiteY29" fmla="*/ 166947 h 1152576"/>
                  <a:gd name="connsiteX30" fmla="*/ 859553 w 1064451"/>
                  <a:gd name="connsiteY30" fmla="*/ 144984 h 1152576"/>
                  <a:gd name="connsiteX31" fmla="*/ 819288 w 1064451"/>
                  <a:gd name="connsiteY31" fmla="*/ 210263 h 1152576"/>
                  <a:gd name="connsiteX32" fmla="*/ 891064 w 1064451"/>
                  <a:gd name="connsiteY32" fmla="*/ 257573 h 1152576"/>
                  <a:gd name="connsiteX33" fmla="*/ 891064 w 1064451"/>
                  <a:gd name="connsiteY33" fmla="*/ 252803 h 1152576"/>
                  <a:gd name="connsiteX34" fmla="*/ 893447 w 1064451"/>
                  <a:gd name="connsiteY34" fmla="*/ 263872 h 1152576"/>
                  <a:gd name="connsiteX35" fmla="*/ 897107 w 1064451"/>
                  <a:gd name="connsiteY35" fmla="*/ 271591 h 1152576"/>
                  <a:gd name="connsiteX36" fmla="*/ 902924 w 1064451"/>
                  <a:gd name="connsiteY36" fmla="*/ 284314 h 1152576"/>
                  <a:gd name="connsiteX37" fmla="*/ 906819 w 1064451"/>
                  <a:gd name="connsiteY37" fmla="*/ 312324 h 1152576"/>
                  <a:gd name="connsiteX38" fmla="*/ 749062 w 1064451"/>
                  <a:gd name="connsiteY38" fmla="*/ 622918 h 1152576"/>
                  <a:gd name="connsiteX39" fmla="*/ 183039 w 1064451"/>
                  <a:gd name="connsiteY39" fmla="*/ 622918 h 1152576"/>
                  <a:gd name="connsiteX40" fmla="*/ 183040 w 1064451"/>
                  <a:gd name="connsiteY40" fmla="*/ 600933 h 1152576"/>
                  <a:gd name="connsiteX41" fmla="*/ 750892 w 1064451"/>
                  <a:gd name="connsiteY41" fmla="*/ 601416 h 1152576"/>
                  <a:gd name="connsiteX42" fmla="*/ 749062 w 1064451"/>
                  <a:gd name="connsiteY42" fmla="*/ 622918 h 1152576"/>
                  <a:gd name="connsiteX43" fmla="*/ 752237 w 1064451"/>
                  <a:gd name="connsiteY43" fmla="*/ 745622 h 1152576"/>
                  <a:gd name="connsiteX44" fmla="*/ 176689 w 1064451"/>
                  <a:gd name="connsiteY44" fmla="*/ 745622 h 1152576"/>
                  <a:gd name="connsiteX45" fmla="*/ 176689 w 1064451"/>
                  <a:gd name="connsiteY45" fmla="*/ 720461 h 1152576"/>
                  <a:gd name="connsiteX46" fmla="*/ 752237 w 1064451"/>
                  <a:gd name="connsiteY46" fmla="*/ 720461 h 1152576"/>
                  <a:gd name="connsiteX47" fmla="*/ 752237 w 1064451"/>
                  <a:gd name="connsiteY47" fmla="*/ 745622 h 1152576"/>
                  <a:gd name="connsiteX0" fmla="*/ 527855 w 1064451"/>
                  <a:gd name="connsiteY0" fmla="*/ 1103226 h 1103226"/>
                  <a:gd name="connsiteX1" fmla="*/ 357432 w 1064451"/>
                  <a:gd name="connsiteY1" fmla="*/ 847680 h 1103226"/>
                  <a:gd name="connsiteX2" fmla="*/ 103286 w 1064451"/>
                  <a:gd name="connsiteY2" fmla="*/ 847680 h 1103226"/>
                  <a:gd name="connsiteX3" fmla="*/ 0 w 1064451"/>
                  <a:gd name="connsiteY3" fmla="*/ 744394 h 1103226"/>
                  <a:gd name="connsiteX4" fmla="*/ 0 w 1064451"/>
                  <a:gd name="connsiteY4" fmla="*/ 262974 h 1103226"/>
                  <a:gd name="connsiteX5" fmla="*/ 103286 w 1064451"/>
                  <a:gd name="connsiteY5" fmla="*/ 159688 h 1103226"/>
                  <a:gd name="connsiteX6" fmla="*/ 787777 w 1064451"/>
                  <a:gd name="connsiteY6" fmla="*/ 159688 h 1103226"/>
                  <a:gd name="connsiteX7" fmla="*/ 815230 w 1064451"/>
                  <a:gd name="connsiteY7" fmla="*/ 1180 h 1103226"/>
                  <a:gd name="connsiteX8" fmla="*/ 922496 w 1064451"/>
                  <a:gd name="connsiteY8" fmla="*/ 34840 h 1103226"/>
                  <a:gd name="connsiteX9" fmla="*/ 1048696 w 1064451"/>
                  <a:gd name="connsiteY9" fmla="*/ 3726 h 1103226"/>
                  <a:gd name="connsiteX10" fmla="*/ 1064451 w 1064451"/>
                  <a:gd name="connsiteY10" fmla="*/ 158578 h 1103226"/>
                  <a:gd name="connsiteX11" fmla="*/ 904989 w 1064451"/>
                  <a:gd name="connsiteY11" fmla="*/ 265440 h 1103226"/>
                  <a:gd name="connsiteX12" fmla="*/ 906819 w 1064451"/>
                  <a:gd name="connsiteY12" fmla="*/ 744394 h 1103226"/>
                  <a:gd name="connsiteX13" fmla="*/ 803533 w 1064451"/>
                  <a:gd name="connsiteY13" fmla="*/ 847680 h 1103226"/>
                  <a:gd name="connsiteX14" fmla="*/ 540940 w 1064451"/>
                  <a:gd name="connsiteY14" fmla="*/ 847680 h 1103226"/>
                  <a:gd name="connsiteX15" fmla="*/ 540940 w 1064451"/>
                  <a:gd name="connsiteY15" fmla="*/ 816169 h 1103226"/>
                  <a:gd name="connsiteX16" fmla="*/ 803533 w 1064451"/>
                  <a:gd name="connsiteY16" fmla="*/ 816169 h 1103226"/>
                  <a:gd name="connsiteX17" fmla="*/ 875308 w 1064451"/>
                  <a:gd name="connsiteY17" fmla="*/ 744394 h 1103226"/>
                  <a:gd name="connsiteX18" fmla="*/ 875308 w 1064451"/>
                  <a:gd name="connsiteY18" fmla="*/ 262974 h 1103226"/>
                  <a:gd name="connsiteX19" fmla="*/ 803533 w 1064451"/>
                  <a:gd name="connsiteY19" fmla="*/ 191199 h 1103226"/>
                  <a:gd name="connsiteX20" fmla="*/ 103286 w 1064451"/>
                  <a:gd name="connsiteY20" fmla="*/ 191199 h 1103226"/>
                  <a:gd name="connsiteX21" fmla="*/ 31511 w 1064451"/>
                  <a:gd name="connsiteY21" fmla="*/ 262974 h 1103226"/>
                  <a:gd name="connsiteX22" fmla="*/ 31511 w 1064451"/>
                  <a:gd name="connsiteY22" fmla="*/ 744394 h 1103226"/>
                  <a:gd name="connsiteX23" fmla="*/ 103286 w 1064451"/>
                  <a:gd name="connsiteY23" fmla="*/ 816169 h 1103226"/>
                  <a:gd name="connsiteX24" fmla="*/ 365879 w 1064451"/>
                  <a:gd name="connsiteY24" fmla="*/ 816169 h 1103226"/>
                  <a:gd name="connsiteX25" fmla="*/ 378965 w 1064451"/>
                  <a:gd name="connsiteY25" fmla="*/ 823215 h 1103226"/>
                  <a:gd name="connsiteX26" fmla="*/ 554026 w 1064451"/>
                  <a:gd name="connsiteY26" fmla="*/ 1085808 h 1103226"/>
                  <a:gd name="connsiteX27" fmla="*/ 527855 w 1064451"/>
                  <a:gd name="connsiteY27" fmla="*/ 1103226 h 1103226"/>
                  <a:gd name="connsiteX28" fmla="*/ 906819 w 1064451"/>
                  <a:gd name="connsiteY28" fmla="*/ 262974 h 1103226"/>
                  <a:gd name="connsiteX29" fmla="*/ 1005443 w 1064451"/>
                  <a:gd name="connsiteY29" fmla="*/ 117597 h 1103226"/>
                  <a:gd name="connsiteX30" fmla="*/ 859553 w 1064451"/>
                  <a:gd name="connsiteY30" fmla="*/ 95634 h 1103226"/>
                  <a:gd name="connsiteX31" fmla="*/ 819288 w 1064451"/>
                  <a:gd name="connsiteY31" fmla="*/ 160913 h 1103226"/>
                  <a:gd name="connsiteX32" fmla="*/ 891064 w 1064451"/>
                  <a:gd name="connsiteY32" fmla="*/ 208223 h 1103226"/>
                  <a:gd name="connsiteX33" fmla="*/ 891064 w 1064451"/>
                  <a:gd name="connsiteY33" fmla="*/ 203453 h 1103226"/>
                  <a:gd name="connsiteX34" fmla="*/ 893447 w 1064451"/>
                  <a:gd name="connsiteY34" fmla="*/ 214522 h 1103226"/>
                  <a:gd name="connsiteX35" fmla="*/ 897107 w 1064451"/>
                  <a:gd name="connsiteY35" fmla="*/ 222241 h 1103226"/>
                  <a:gd name="connsiteX36" fmla="*/ 902924 w 1064451"/>
                  <a:gd name="connsiteY36" fmla="*/ 234964 h 1103226"/>
                  <a:gd name="connsiteX37" fmla="*/ 906819 w 1064451"/>
                  <a:gd name="connsiteY37" fmla="*/ 262974 h 1103226"/>
                  <a:gd name="connsiteX38" fmla="*/ 749062 w 1064451"/>
                  <a:gd name="connsiteY38" fmla="*/ 573568 h 1103226"/>
                  <a:gd name="connsiteX39" fmla="*/ 183039 w 1064451"/>
                  <a:gd name="connsiteY39" fmla="*/ 573568 h 1103226"/>
                  <a:gd name="connsiteX40" fmla="*/ 183040 w 1064451"/>
                  <a:gd name="connsiteY40" fmla="*/ 551583 h 1103226"/>
                  <a:gd name="connsiteX41" fmla="*/ 750892 w 1064451"/>
                  <a:gd name="connsiteY41" fmla="*/ 552066 h 1103226"/>
                  <a:gd name="connsiteX42" fmla="*/ 749062 w 1064451"/>
                  <a:gd name="connsiteY42" fmla="*/ 573568 h 1103226"/>
                  <a:gd name="connsiteX43" fmla="*/ 752237 w 1064451"/>
                  <a:gd name="connsiteY43" fmla="*/ 696272 h 1103226"/>
                  <a:gd name="connsiteX44" fmla="*/ 176689 w 1064451"/>
                  <a:gd name="connsiteY44" fmla="*/ 696272 h 1103226"/>
                  <a:gd name="connsiteX45" fmla="*/ 176689 w 1064451"/>
                  <a:gd name="connsiteY45" fmla="*/ 671111 h 1103226"/>
                  <a:gd name="connsiteX46" fmla="*/ 752237 w 1064451"/>
                  <a:gd name="connsiteY46" fmla="*/ 671111 h 1103226"/>
                  <a:gd name="connsiteX47" fmla="*/ 752237 w 1064451"/>
                  <a:gd name="connsiteY47" fmla="*/ 696272 h 1103226"/>
                  <a:gd name="connsiteX0" fmla="*/ 527855 w 1064451"/>
                  <a:gd name="connsiteY0" fmla="*/ 1103226 h 1103226"/>
                  <a:gd name="connsiteX1" fmla="*/ 357432 w 1064451"/>
                  <a:gd name="connsiteY1" fmla="*/ 847680 h 1103226"/>
                  <a:gd name="connsiteX2" fmla="*/ 103286 w 1064451"/>
                  <a:gd name="connsiteY2" fmla="*/ 847680 h 1103226"/>
                  <a:gd name="connsiteX3" fmla="*/ 0 w 1064451"/>
                  <a:gd name="connsiteY3" fmla="*/ 744394 h 1103226"/>
                  <a:gd name="connsiteX4" fmla="*/ 0 w 1064451"/>
                  <a:gd name="connsiteY4" fmla="*/ 262974 h 1103226"/>
                  <a:gd name="connsiteX5" fmla="*/ 103286 w 1064451"/>
                  <a:gd name="connsiteY5" fmla="*/ 159688 h 1103226"/>
                  <a:gd name="connsiteX6" fmla="*/ 787777 w 1064451"/>
                  <a:gd name="connsiteY6" fmla="*/ 159688 h 1103226"/>
                  <a:gd name="connsiteX7" fmla="*/ 815230 w 1064451"/>
                  <a:gd name="connsiteY7" fmla="*/ 1180 h 1103226"/>
                  <a:gd name="connsiteX8" fmla="*/ 922496 w 1064451"/>
                  <a:gd name="connsiteY8" fmla="*/ 34840 h 1103226"/>
                  <a:gd name="connsiteX9" fmla="*/ 1048696 w 1064451"/>
                  <a:gd name="connsiteY9" fmla="*/ 3726 h 1103226"/>
                  <a:gd name="connsiteX10" fmla="*/ 1064451 w 1064451"/>
                  <a:gd name="connsiteY10" fmla="*/ 158578 h 1103226"/>
                  <a:gd name="connsiteX11" fmla="*/ 904989 w 1064451"/>
                  <a:gd name="connsiteY11" fmla="*/ 265440 h 1103226"/>
                  <a:gd name="connsiteX12" fmla="*/ 906819 w 1064451"/>
                  <a:gd name="connsiteY12" fmla="*/ 744394 h 1103226"/>
                  <a:gd name="connsiteX13" fmla="*/ 803533 w 1064451"/>
                  <a:gd name="connsiteY13" fmla="*/ 847680 h 1103226"/>
                  <a:gd name="connsiteX14" fmla="*/ 540940 w 1064451"/>
                  <a:gd name="connsiteY14" fmla="*/ 847680 h 1103226"/>
                  <a:gd name="connsiteX15" fmla="*/ 540940 w 1064451"/>
                  <a:gd name="connsiteY15" fmla="*/ 816169 h 1103226"/>
                  <a:gd name="connsiteX16" fmla="*/ 803533 w 1064451"/>
                  <a:gd name="connsiteY16" fmla="*/ 816169 h 1103226"/>
                  <a:gd name="connsiteX17" fmla="*/ 875308 w 1064451"/>
                  <a:gd name="connsiteY17" fmla="*/ 744394 h 1103226"/>
                  <a:gd name="connsiteX18" fmla="*/ 875308 w 1064451"/>
                  <a:gd name="connsiteY18" fmla="*/ 262974 h 1103226"/>
                  <a:gd name="connsiteX19" fmla="*/ 803533 w 1064451"/>
                  <a:gd name="connsiteY19" fmla="*/ 191199 h 1103226"/>
                  <a:gd name="connsiteX20" fmla="*/ 103286 w 1064451"/>
                  <a:gd name="connsiteY20" fmla="*/ 191199 h 1103226"/>
                  <a:gd name="connsiteX21" fmla="*/ 31511 w 1064451"/>
                  <a:gd name="connsiteY21" fmla="*/ 262974 h 1103226"/>
                  <a:gd name="connsiteX22" fmla="*/ 31511 w 1064451"/>
                  <a:gd name="connsiteY22" fmla="*/ 744394 h 1103226"/>
                  <a:gd name="connsiteX23" fmla="*/ 103286 w 1064451"/>
                  <a:gd name="connsiteY23" fmla="*/ 816169 h 1103226"/>
                  <a:gd name="connsiteX24" fmla="*/ 365879 w 1064451"/>
                  <a:gd name="connsiteY24" fmla="*/ 816169 h 1103226"/>
                  <a:gd name="connsiteX25" fmla="*/ 378965 w 1064451"/>
                  <a:gd name="connsiteY25" fmla="*/ 823215 h 1103226"/>
                  <a:gd name="connsiteX26" fmla="*/ 554026 w 1064451"/>
                  <a:gd name="connsiteY26" fmla="*/ 1085808 h 1103226"/>
                  <a:gd name="connsiteX27" fmla="*/ 527855 w 1064451"/>
                  <a:gd name="connsiteY27" fmla="*/ 1103226 h 1103226"/>
                  <a:gd name="connsiteX28" fmla="*/ 959895 w 1064451"/>
                  <a:gd name="connsiteY28" fmla="*/ 264804 h 1103226"/>
                  <a:gd name="connsiteX29" fmla="*/ 1005443 w 1064451"/>
                  <a:gd name="connsiteY29" fmla="*/ 117597 h 1103226"/>
                  <a:gd name="connsiteX30" fmla="*/ 859553 w 1064451"/>
                  <a:gd name="connsiteY30" fmla="*/ 95634 h 1103226"/>
                  <a:gd name="connsiteX31" fmla="*/ 819288 w 1064451"/>
                  <a:gd name="connsiteY31" fmla="*/ 160913 h 1103226"/>
                  <a:gd name="connsiteX32" fmla="*/ 891064 w 1064451"/>
                  <a:gd name="connsiteY32" fmla="*/ 208223 h 1103226"/>
                  <a:gd name="connsiteX33" fmla="*/ 891064 w 1064451"/>
                  <a:gd name="connsiteY33" fmla="*/ 203453 h 1103226"/>
                  <a:gd name="connsiteX34" fmla="*/ 893447 w 1064451"/>
                  <a:gd name="connsiteY34" fmla="*/ 214522 h 1103226"/>
                  <a:gd name="connsiteX35" fmla="*/ 897107 w 1064451"/>
                  <a:gd name="connsiteY35" fmla="*/ 222241 h 1103226"/>
                  <a:gd name="connsiteX36" fmla="*/ 902924 w 1064451"/>
                  <a:gd name="connsiteY36" fmla="*/ 234964 h 1103226"/>
                  <a:gd name="connsiteX37" fmla="*/ 959895 w 1064451"/>
                  <a:gd name="connsiteY37" fmla="*/ 264804 h 1103226"/>
                  <a:gd name="connsiteX38" fmla="*/ 749062 w 1064451"/>
                  <a:gd name="connsiteY38" fmla="*/ 573568 h 1103226"/>
                  <a:gd name="connsiteX39" fmla="*/ 183039 w 1064451"/>
                  <a:gd name="connsiteY39" fmla="*/ 573568 h 1103226"/>
                  <a:gd name="connsiteX40" fmla="*/ 183040 w 1064451"/>
                  <a:gd name="connsiteY40" fmla="*/ 551583 h 1103226"/>
                  <a:gd name="connsiteX41" fmla="*/ 750892 w 1064451"/>
                  <a:gd name="connsiteY41" fmla="*/ 552066 h 1103226"/>
                  <a:gd name="connsiteX42" fmla="*/ 749062 w 1064451"/>
                  <a:gd name="connsiteY42" fmla="*/ 573568 h 1103226"/>
                  <a:gd name="connsiteX43" fmla="*/ 752237 w 1064451"/>
                  <a:gd name="connsiteY43" fmla="*/ 696272 h 1103226"/>
                  <a:gd name="connsiteX44" fmla="*/ 176689 w 1064451"/>
                  <a:gd name="connsiteY44" fmla="*/ 696272 h 1103226"/>
                  <a:gd name="connsiteX45" fmla="*/ 176689 w 1064451"/>
                  <a:gd name="connsiteY45" fmla="*/ 671111 h 1103226"/>
                  <a:gd name="connsiteX46" fmla="*/ 752237 w 1064451"/>
                  <a:gd name="connsiteY46" fmla="*/ 671111 h 1103226"/>
                  <a:gd name="connsiteX47" fmla="*/ 752237 w 1064451"/>
                  <a:gd name="connsiteY47" fmla="*/ 696272 h 1103226"/>
                  <a:gd name="connsiteX0" fmla="*/ 527855 w 1064451"/>
                  <a:gd name="connsiteY0" fmla="*/ 1103226 h 1103226"/>
                  <a:gd name="connsiteX1" fmla="*/ 357432 w 1064451"/>
                  <a:gd name="connsiteY1" fmla="*/ 847680 h 1103226"/>
                  <a:gd name="connsiteX2" fmla="*/ 103286 w 1064451"/>
                  <a:gd name="connsiteY2" fmla="*/ 847680 h 1103226"/>
                  <a:gd name="connsiteX3" fmla="*/ 0 w 1064451"/>
                  <a:gd name="connsiteY3" fmla="*/ 744394 h 1103226"/>
                  <a:gd name="connsiteX4" fmla="*/ 0 w 1064451"/>
                  <a:gd name="connsiteY4" fmla="*/ 262974 h 1103226"/>
                  <a:gd name="connsiteX5" fmla="*/ 103286 w 1064451"/>
                  <a:gd name="connsiteY5" fmla="*/ 159688 h 1103226"/>
                  <a:gd name="connsiteX6" fmla="*/ 787777 w 1064451"/>
                  <a:gd name="connsiteY6" fmla="*/ 159688 h 1103226"/>
                  <a:gd name="connsiteX7" fmla="*/ 815230 w 1064451"/>
                  <a:gd name="connsiteY7" fmla="*/ 1180 h 1103226"/>
                  <a:gd name="connsiteX8" fmla="*/ 922496 w 1064451"/>
                  <a:gd name="connsiteY8" fmla="*/ 34840 h 1103226"/>
                  <a:gd name="connsiteX9" fmla="*/ 1048696 w 1064451"/>
                  <a:gd name="connsiteY9" fmla="*/ 3726 h 1103226"/>
                  <a:gd name="connsiteX10" fmla="*/ 1064451 w 1064451"/>
                  <a:gd name="connsiteY10" fmla="*/ 158578 h 1103226"/>
                  <a:gd name="connsiteX11" fmla="*/ 906820 w 1064451"/>
                  <a:gd name="connsiteY11" fmla="*/ 261779 h 1103226"/>
                  <a:gd name="connsiteX12" fmla="*/ 906819 w 1064451"/>
                  <a:gd name="connsiteY12" fmla="*/ 744394 h 1103226"/>
                  <a:gd name="connsiteX13" fmla="*/ 803533 w 1064451"/>
                  <a:gd name="connsiteY13" fmla="*/ 847680 h 1103226"/>
                  <a:gd name="connsiteX14" fmla="*/ 540940 w 1064451"/>
                  <a:gd name="connsiteY14" fmla="*/ 847680 h 1103226"/>
                  <a:gd name="connsiteX15" fmla="*/ 540940 w 1064451"/>
                  <a:gd name="connsiteY15" fmla="*/ 816169 h 1103226"/>
                  <a:gd name="connsiteX16" fmla="*/ 803533 w 1064451"/>
                  <a:gd name="connsiteY16" fmla="*/ 816169 h 1103226"/>
                  <a:gd name="connsiteX17" fmla="*/ 875308 w 1064451"/>
                  <a:gd name="connsiteY17" fmla="*/ 744394 h 1103226"/>
                  <a:gd name="connsiteX18" fmla="*/ 875308 w 1064451"/>
                  <a:gd name="connsiteY18" fmla="*/ 262974 h 1103226"/>
                  <a:gd name="connsiteX19" fmla="*/ 803533 w 1064451"/>
                  <a:gd name="connsiteY19" fmla="*/ 191199 h 1103226"/>
                  <a:gd name="connsiteX20" fmla="*/ 103286 w 1064451"/>
                  <a:gd name="connsiteY20" fmla="*/ 191199 h 1103226"/>
                  <a:gd name="connsiteX21" fmla="*/ 31511 w 1064451"/>
                  <a:gd name="connsiteY21" fmla="*/ 262974 h 1103226"/>
                  <a:gd name="connsiteX22" fmla="*/ 31511 w 1064451"/>
                  <a:gd name="connsiteY22" fmla="*/ 744394 h 1103226"/>
                  <a:gd name="connsiteX23" fmla="*/ 103286 w 1064451"/>
                  <a:gd name="connsiteY23" fmla="*/ 816169 h 1103226"/>
                  <a:gd name="connsiteX24" fmla="*/ 365879 w 1064451"/>
                  <a:gd name="connsiteY24" fmla="*/ 816169 h 1103226"/>
                  <a:gd name="connsiteX25" fmla="*/ 378965 w 1064451"/>
                  <a:gd name="connsiteY25" fmla="*/ 823215 h 1103226"/>
                  <a:gd name="connsiteX26" fmla="*/ 554026 w 1064451"/>
                  <a:gd name="connsiteY26" fmla="*/ 1085808 h 1103226"/>
                  <a:gd name="connsiteX27" fmla="*/ 527855 w 1064451"/>
                  <a:gd name="connsiteY27" fmla="*/ 1103226 h 1103226"/>
                  <a:gd name="connsiteX28" fmla="*/ 959895 w 1064451"/>
                  <a:gd name="connsiteY28" fmla="*/ 264804 h 1103226"/>
                  <a:gd name="connsiteX29" fmla="*/ 1005443 w 1064451"/>
                  <a:gd name="connsiteY29" fmla="*/ 117597 h 1103226"/>
                  <a:gd name="connsiteX30" fmla="*/ 859553 w 1064451"/>
                  <a:gd name="connsiteY30" fmla="*/ 95634 h 1103226"/>
                  <a:gd name="connsiteX31" fmla="*/ 819288 w 1064451"/>
                  <a:gd name="connsiteY31" fmla="*/ 160913 h 1103226"/>
                  <a:gd name="connsiteX32" fmla="*/ 891064 w 1064451"/>
                  <a:gd name="connsiteY32" fmla="*/ 208223 h 1103226"/>
                  <a:gd name="connsiteX33" fmla="*/ 891064 w 1064451"/>
                  <a:gd name="connsiteY33" fmla="*/ 203453 h 1103226"/>
                  <a:gd name="connsiteX34" fmla="*/ 893447 w 1064451"/>
                  <a:gd name="connsiteY34" fmla="*/ 214522 h 1103226"/>
                  <a:gd name="connsiteX35" fmla="*/ 897107 w 1064451"/>
                  <a:gd name="connsiteY35" fmla="*/ 222241 h 1103226"/>
                  <a:gd name="connsiteX36" fmla="*/ 902924 w 1064451"/>
                  <a:gd name="connsiteY36" fmla="*/ 234964 h 1103226"/>
                  <a:gd name="connsiteX37" fmla="*/ 959895 w 1064451"/>
                  <a:gd name="connsiteY37" fmla="*/ 264804 h 1103226"/>
                  <a:gd name="connsiteX38" fmla="*/ 749062 w 1064451"/>
                  <a:gd name="connsiteY38" fmla="*/ 573568 h 1103226"/>
                  <a:gd name="connsiteX39" fmla="*/ 183039 w 1064451"/>
                  <a:gd name="connsiteY39" fmla="*/ 573568 h 1103226"/>
                  <a:gd name="connsiteX40" fmla="*/ 183040 w 1064451"/>
                  <a:gd name="connsiteY40" fmla="*/ 551583 h 1103226"/>
                  <a:gd name="connsiteX41" fmla="*/ 750892 w 1064451"/>
                  <a:gd name="connsiteY41" fmla="*/ 552066 h 1103226"/>
                  <a:gd name="connsiteX42" fmla="*/ 749062 w 1064451"/>
                  <a:gd name="connsiteY42" fmla="*/ 573568 h 1103226"/>
                  <a:gd name="connsiteX43" fmla="*/ 752237 w 1064451"/>
                  <a:gd name="connsiteY43" fmla="*/ 696272 h 1103226"/>
                  <a:gd name="connsiteX44" fmla="*/ 176689 w 1064451"/>
                  <a:gd name="connsiteY44" fmla="*/ 696272 h 1103226"/>
                  <a:gd name="connsiteX45" fmla="*/ 176689 w 1064451"/>
                  <a:gd name="connsiteY45" fmla="*/ 671111 h 1103226"/>
                  <a:gd name="connsiteX46" fmla="*/ 752237 w 1064451"/>
                  <a:gd name="connsiteY46" fmla="*/ 671111 h 1103226"/>
                  <a:gd name="connsiteX47" fmla="*/ 752237 w 1064451"/>
                  <a:gd name="connsiteY47" fmla="*/ 696272 h 1103226"/>
                  <a:gd name="connsiteX0" fmla="*/ 527855 w 1064451"/>
                  <a:gd name="connsiteY0" fmla="*/ 1103226 h 1103226"/>
                  <a:gd name="connsiteX1" fmla="*/ 357432 w 1064451"/>
                  <a:gd name="connsiteY1" fmla="*/ 847680 h 1103226"/>
                  <a:gd name="connsiteX2" fmla="*/ 103286 w 1064451"/>
                  <a:gd name="connsiteY2" fmla="*/ 847680 h 1103226"/>
                  <a:gd name="connsiteX3" fmla="*/ 0 w 1064451"/>
                  <a:gd name="connsiteY3" fmla="*/ 744394 h 1103226"/>
                  <a:gd name="connsiteX4" fmla="*/ 0 w 1064451"/>
                  <a:gd name="connsiteY4" fmla="*/ 262974 h 1103226"/>
                  <a:gd name="connsiteX5" fmla="*/ 103286 w 1064451"/>
                  <a:gd name="connsiteY5" fmla="*/ 159688 h 1103226"/>
                  <a:gd name="connsiteX6" fmla="*/ 787777 w 1064451"/>
                  <a:gd name="connsiteY6" fmla="*/ 159688 h 1103226"/>
                  <a:gd name="connsiteX7" fmla="*/ 815230 w 1064451"/>
                  <a:gd name="connsiteY7" fmla="*/ 1180 h 1103226"/>
                  <a:gd name="connsiteX8" fmla="*/ 922496 w 1064451"/>
                  <a:gd name="connsiteY8" fmla="*/ 34840 h 1103226"/>
                  <a:gd name="connsiteX9" fmla="*/ 1048696 w 1064451"/>
                  <a:gd name="connsiteY9" fmla="*/ 3726 h 1103226"/>
                  <a:gd name="connsiteX10" fmla="*/ 1064451 w 1064451"/>
                  <a:gd name="connsiteY10" fmla="*/ 158578 h 1103226"/>
                  <a:gd name="connsiteX11" fmla="*/ 906820 w 1064451"/>
                  <a:gd name="connsiteY11" fmla="*/ 261779 h 1103226"/>
                  <a:gd name="connsiteX12" fmla="*/ 906819 w 1064451"/>
                  <a:gd name="connsiteY12" fmla="*/ 744394 h 1103226"/>
                  <a:gd name="connsiteX13" fmla="*/ 803533 w 1064451"/>
                  <a:gd name="connsiteY13" fmla="*/ 847680 h 1103226"/>
                  <a:gd name="connsiteX14" fmla="*/ 540940 w 1064451"/>
                  <a:gd name="connsiteY14" fmla="*/ 847680 h 1103226"/>
                  <a:gd name="connsiteX15" fmla="*/ 540940 w 1064451"/>
                  <a:gd name="connsiteY15" fmla="*/ 816169 h 1103226"/>
                  <a:gd name="connsiteX16" fmla="*/ 803533 w 1064451"/>
                  <a:gd name="connsiteY16" fmla="*/ 816169 h 1103226"/>
                  <a:gd name="connsiteX17" fmla="*/ 875308 w 1064451"/>
                  <a:gd name="connsiteY17" fmla="*/ 744394 h 1103226"/>
                  <a:gd name="connsiteX18" fmla="*/ 875308 w 1064451"/>
                  <a:gd name="connsiteY18" fmla="*/ 262974 h 1103226"/>
                  <a:gd name="connsiteX19" fmla="*/ 803533 w 1064451"/>
                  <a:gd name="connsiteY19" fmla="*/ 191199 h 1103226"/>
                  <a:gd name="connsiteX20" fmla="*/ 103286 w 1064451"/>
                  <a:gd name="connsiteY20" fmla="*/ 191199 h 1103226"/>
                  <a:gd name="connsiteX21" fmla="*/ 31511 w 1064451"/>
                  <a:gd name="connsiteY21" fmla="*/ 262974 h 1103226"/>
                  <a:gd name="connsiteX22" fmla="*/ 31511 w 1064451"/>
                  <a:gd name="connsiteY22" fmla="*/ 744394 h 1103226"/>
                  <a:gd name="connsiteX23" fmla="*/ 103286 w 1064451"/>
                  <a:gd name="connsiteY23" fmla="*/ 816169 h 1103226"/>
                  <a:gd name="connsiteX24" fmla="*/ 365879 w 1064451"/>
                  <a:gd name="connsiteY24" fmla="*/ 816169 h 1103226"/>
                  <a:gd name="connsiteX25" fmla="*/ 378965 w 1064451"/>
                  <a:gd name="connsiteY25" fmla="*/ 823215 h 1103226"/>
                  <a:gd name="connsiteX26" fmla="*/ 554026 w 1064451"/>
                  <a:gd name="connsiteY26" fmla="*/ 1085808 h 1103226"/>
                  <a:gd name="connsiteX27" fmla="*/ 527855 w 1064451"/>
                  <a:gd name="connsiteY27" fmla="*/ 1103226 h 1103226"/>
                  <a:gd name="connsiteX28" fmla="*/ 943423 w 1064451"/>
                  <a:gd name="connsiteY28" fmla="*/ 228200 h 1103226"/>
                  <a:gd name="connsiteX29" fmla="*/ 1005443 w 1064451"/>
                  <a:gd name="connsiteY29" fmla="*/ 117597 h 1103226"/>
                  <a:gd name="connsiteX30" fmla="*/ 859553 w 1064451"/>
                  <a:gd name="connsiteY30" fmla="*/ 95634 h 1103226"/>
                  <a:gd name="connsiteX31" fmla="*/ 819288 w 1064451"/>
                  <a:gd name="connsiteY31" fmla="*/ 160913 h 1103226"/>
                  <a:gd name="connsiteX32" fmla="*/ 891064 w 1064451"/>
                  <a:gd name="connsiteY32" fmla="*/ 208223 h 1103226"/>
                  <a:gd name="connsiteX33" fmla="*/ 891064 w 1064451"/>
                  <a:gd name="connsiteY33" fmla="*/ 203453 h 1103226"/>
                  <a:gd name="connsiteX34" fmla="*/ 893447 w 1064451"/>
                  <a:gd name="connsiteY34" fmla="*/ 214522 h 1103226"/>
                  <a:gd name="connsiteX35" fmla="*/ 897107 w 1064451"/>
                  <a:gd name="connsiteY35" fmla="*/ 222241 h 1103226"/>
                  <a:gd name="connsiteX36" fmla="*/ 902924 w 1064451"/>
                  <a:gd name="connsiteY36" fmla="*/ 234964 h 1103226"/>
                  <a:gd name="connsiteX37" fmla="*/ 943423 w 1064451"/>
                  <a:gd name="connsiteY37" fmla="*/ 228200 h 1103226"/>
                  <a:gd name="connsiteX38" fmla="*/ 749062 w 1064451"/>
                  <a:gd name="connsiteY38" fmla="*/ 573568 h 1103226"/>
                  <a:gd name="connsiteX39" fmla="*/ 183039 w 1064451"/>
                  <a:gd name="connsiteY39" fmla="*/ 573568 h 1103226"/>
                  <a:gd name="connsiteX40" fmla="*/ 183040 w 1064451"/>
                  <a:gd name="connsiteY40" fmla="*/ 551583 h 1103226"/>
                  <a:gd name="connsiteX41" fmla="*/ 750892 w 1064451"/>
                  <a:gd name="connsiteY41" fmla="*/ 552066 h 1103226"/>
                  <a:gd name="connsiteX42" fmla="*/ 749062 w 1064451"/>
                  <a:gd name="connsiteY42" fmla="*/ 573568 h 1103226"/>
                  <a:gd name="connsiteX43" fmla="*/ 752237 w 1064451"/>
                  <a:gd name="connsiteY43" fmla="*/ 696272 h 1103226"/>
                  <a:gd name="connsiteX44" fmla="*/ 176689 w 1064451"/>
                  <a:gd name="connsiteY44" fmla="*/ 696272 h 1103226"/>
                  <a:gd name="connsiteX45" fmla="*/ 176689 w 1064451"/>
                  <a:gd name="connsiteY45" fmla="*/ 671111 h 1103226"/>
                  <a:gd name="connsiteX46" fmla="*/ 752237 w 1064451"/>
                  <a:gd name="connsiteY46" fmla="*/ 671111 h 1103226"/>
                  <a:gd name="connsiteX47" fmla="*/ 752237 w 1064451"/>
                  <a:gd name="connsiteY47" fmla="*/ 696272 h 1103226"/>
                  <a:gd name="connsiteX0" fmla="*/ 527855 w 1064451"/>
                  <a:gd name="connsiteY0" fmla="*/ 1103226 h 1103226"/>
                  <a:gd name="connsiteX1" fmla="*/ 357432 w 1064451"/>
                  <a:gd name="connsiteY1" fmla="*/ 847680 h 1103226"/>
                  <a:gd name="connsiteX2" fmla="*/ 103286 w 1064451"/>
                  <a:gd name="connsiteY2" fmla="*/ 847680 h 1103226"/>
                  <a:gd name="connsiteX3" fmla="*/ 0 w 1064451"/>
                  <a:gd name="connsiteY3" fmla="*/ 744394 h 1103226"/>
                  <a:gd name="connsiteX4" fmla="*/ 0 w 1064451"/>
                  <a:gd name="connsiteY4" fmla="*/ 262974 h 1103226"/>
                  <a:gd name="connsiteX5" fmla="*/ 103286 w 1064451"/>
                  <a:gd name="connsiteY5" fmla="*/ 159688 h 1103226"/>
                  <a:gd name="connsiteX6" fmla="*/ 787777 w 1064451"/>
                  <a:gd name="connsiteY6" fmla="*/ 159688 h 1103226"/>
                  <a:gd name="connsiteX7" fmla="*/ 815230 w 1064451"/>
                  <a:gd name="connsiteY7" fmla="*/ 1180 h 1103226"/>
                  <a:gd name="connsiteX8" fmla="*/ 922496 w 1064451"/>
                  <a:gd name="connsiteY8" fmla="*/ 34840 h 1103226"/>
                  <a:gd name="connsiteX9" fmla="*/ 1048696 w 1064451"/>
                  <a:gd name="connsiteY9" fmla="*/ 3726 h 1103226"/>
                  <a:gd name="connsiteX10" fmla="*/ 1064451 w 1064451"/>
                  <a:gd name="connsiteY10" fmla="*/ 158578 h 1103226"/>
                  <a:gd name="connsiteX11" fmla="*/ 906820 w 1064451"/>
                  <a:gd name="connsiteY11" fmla="*/ 261779 h 1103226"/>
                  <a:gd name="connsiteX12" fmla="*/ 906819 w 1064451"/>
                  <a:gd name="connsiteY12" fmla="*/ 744394 h 1103226"/>
                  <a:gd name="connsiteX13" fmla="*/ 803533 w 1064451"/>
                  <a:gd name="connsiteY13" fmla="*/ 847680 h 1103226"/>
                  <a:gd name="connsiteX14" fmla="*/ 540940 w 1064451"/>
                  <a:gd name="connsiteY14" fmla="*/ 847680 h 1103226"/>
                  <a:gd name="connsiteX15" fmla="*/ 540940 w 1064451"/>
                  <a:gd name="connsiteY15" fmla="*/ 816169 h 1103226"/>
                  <a:gd name="connsiteX16" fmla="*/ 803533 w 1064451"/>
                  <a:gd name="connsiteY16" fmla="*/ 816169 h 1103226"/>
                  <a:gd name="connsiteX17" fmla="*/ 875308 w 1064451"/>
                  <a:gd name="connsiteY17" fmla="*/ 744394 h 1103226"/>
                  <a:gd name="connsiteX18" fmla="*/ 875308 w 1064451"/>
                  <a:gd name="connsiteY18" fmla="*/ 262974 h 1103226"/>
                  <a:gd name="connsiteX19" fmla="*/ 803533 w 1064451"/>
                  <a:gd name="connsiteY19" fmla="*/ 191199 h 1103226"/>
                  <a:gd name="connsiteX20" fmla="*/ 103286 w 1064451"/>
                  <a:gd name="connsiteY20" fmla="*/ 191199 h 1103226"/>
                  <a:gd name="connsiteX21" fmla="*/ 31511 w 1064451"/>
                  <a:gd name="connsiteY21" fmla="*/ 262974 h 1103226"/>
                  <a:gd name="connsiteX22" fmla="*/ 31511 w 1064451"/>
                  <a:gd name="connsiteY22" fmla="*/ 744394 h 1103226"/>
                  <a:gd name="connsiteX23" fmla="*/ 103286 w 1064451"/>
                  <a:gd name="connsiteY23" fmla="*/ 816169 h 1103226"/>
                  <a:gd name="connsiteX24" fmla="*/ 365879 w 1064451"/>
                  <a:gd name="connsiteY24" fmla="*/ 816169 h 1103226"/>
                  <a:gd name="connsiteX25" fmla="*/ 378965 w 1064451"/>
                  <a:gd name="connsiteY25" fmla="*/ 823215 h 1103226"/>
                  <a:gd name="connsiteX26" fmla="*/ 554026 w 1064451"/>
                  <a:gd name="connsiteY26" fmla="*/ 1085808 h 1103226"/>
                  <a:gd name="connsiteX27" fmla="*/ 527855 w 1064451"/>
                  <a:gd name="connsiteY27" fmla="*/ 1103226 h 1103226"/>
                  <a:gd name="connsiteX28" fmla="*/ 936102 w 1064451"/>
                  <a:gd name="connsiteY28" fmla="*/ 193426 h 1103226"/>
                  <a:gd name="connsiteX29" fmla="*/ 1005443 w 1064451"/>
                  <a:gd name="connsiteY29" fmla="*/ 117597 h 1103226"/>
                  <a:gd name="connsiteX30" fmla="*/ 859553 w 1064451"/>
                  <a:gd name="connsiteY30" fmla="*/ 95634 h 1103226"/>
                  <a:gd name="connsiteX31" fmla="*/ 819288 w 1064451"/>
                  <a:gd name="connsiteY31" fmla="*/ 160913 h 1103226"/>
                  <a:gd name="connsiteX32" fmla="*/ 891064 w 1064451"/>
                  <a:gd name="connsiteY32" fmla="*/ 208223 h 1103226"/>
                  <a:gd name="connsiteX33" fmla="*/ 891064 w 1064451"/>
                  <a:gd name="connsiteY33" fmla="*/ 203453 h 1103226"/>
                  <a:gd name="connsiteX34" fmla="*/ 893447 w 1064451"/>
                  <a:gd name="connsiteY34" fmla="*/ 214522 h 1103226"/>
                  <a:gd name="connsiteX35" fmla="*/ 897107 w 1064451"/>
                  <a:gd name="connsiteY35" fmla="*/ 222241 h 1103226"/>
                  <a:gd name="connsiteX36" fmla="*/ 902924 w 1064451"/>
                  <a:gd name="connsiteY36" fmla="*/ 234964 h 1103226"/>
                  <a:gd name="connsiteX37" fmla="*/ 936102 w 1064451"/>
                  <a:gd name="connsiteY37" fmla="*/ 193426 h 1103226"/>
                  <a:gd name="connsiteX38" fmla="*/ 749062 w 1064451"/>
                  <a:gd name="connsiteY38" fmla="*/ 573568 h 1103226"/>
                  <a:gd name="connsiteX39" fmla="*/ 183039 w 1064451"/>
                  <a:gd name="connsiteY39" fmla="*/ 573568 h 1103226"/>
                  <a:gd name="connsiteX40" fmla="*/ 183040 w 1064451"/>
                  <a:gd name="connsiteY40" fmla="*/ 551583 h 1103226"/>
                  <a:gd name="connsiteX41" fmla="*/ 750892 w 1064451"/>
                  <a:gd name="connsiteY41" fmla="*/ 552066 h 1103226"/>
                  <a:gd name="connsiteX42" fmla="*/ 749062 w 1064451"/>
                  <a:gd name="connsiteY42" fmla="*/ 573568 h 1103226"/>
                  <a:gd name="connsiteX43" fmla="*/ 752237 w 1064451"/>
                  <a:gd name="connsiteY43" fmla="*/ 696272 h 1103226"/>
                  <a:gd name="connsiteX44" fmla="*/ 176689 w 1064451"/>
                  <a:gd name="connsiteY44" fmla="*/ 696272 h 1103226"/>
                  <a:gd name="connsiteX45" fmla="*/ 176689 w 1064451"/>
                  <a:gd name="connsiteY45" fmla="*/ 671111 h 1103226"/>
                  <a:gd name="connsiteX46" fmla="*/ 752237 w 1064451"/>
                  <a:gd name="connsiteY46" fmla="*/ 671111 h 1103226"/>
                  <a:gd name="connsiteX47" fmla="*/ 752237 w 1064451"/>
                  <a:gd name="connsiteY47" fmla="*/ 696272 h 1103226"/>
                  <a:gd name="connsiteX0" fmla="*/ 527855 w 1049194"/>
                  <a:gd name="connsiteY0" fmla="*/ 1103226 h 1103226"/>
                  <a:gd name="connsiteX1" fmla="*/ 357432 w 1049194"/>
                  <a:gd name="connsiteY1" fmla="*/ 847680 h 1103226"/>
                  <a:gd name="connsiteX2" fmla="*/ 103286 w 1049194"/>
                  <a:gd name="connsiteY2" fmla="*/ 847680 h 1103226"/>
                  <a:gd name="connsiteX3" fmla="*/ 0 w 1049194"/>
                  <a:gd name="connsiteY3" fmla="*/ 744394 h 1103226"/>
                  <a:gd name="connsiteX4" fmla="*/ 0 w 1049194"/>
                  <a:gd name="connsiteY4" fmla="*/ 262974 h 1103226"/>
                  <a:gd name="connsiteX5" fmla="*/ 103286 w 1049194"/>
                  <a:gd name="connsiteY5" fmla="*/ 159688 h 1103226"/>
                  <a:gd name="connsiteX6" fmla="*/ 787777 w 1049194"/>
                  <a:gd name="connsiteY6" fmla="*/ 159688 h 1103226"/>
                  <a:gd name="connsiteX7" fmla="*/ 815230 w 1049194"/>
                  <a:gd name="connsiteY7" fmla="*/ 1180 h 1103226"/>
                  <a:gd name="connsiteX8" fmla="*/ 922496 w 1049194"/>
                  <a:gd name="connsiteY8" fmla="*/ 34840 h 1103226"/>
                  <a:gd name="connsiteX9" fmla="*/ 1048696 w 1049194"/>
                  <a:gd name="connsiteY9" fmla="*/ 3726 h 1103226"/>
                  <a:gd name="connsiteX10" fmla="*/ 949148 w 1049194"/>
                  <a:gd name="connsiteY10" fmla="*/ 224466 h 1103226"/>
                  <a:gd name="connsiteX11" fmla="*/ 906820 w 1049194"/>
                  <a:gd name="connsiteY11" fmla="*/ 261779 h 1103226"/>
                  <a:gd name="connsiteX12" fmla="*/ 906819 w 1049194"/>
                  <a:gd name="connsiteY12" fmla="*/ 744394 h 1103226"/>
                  <a:gd name="connsiteX13" fmla="*/ 803533 w 1049194"/>
                  <a:gd name="connsiteY13" fmla="*/ 847680 h 1103226"/>
                  <a:gd name="connsiteX14" fmla="*/ 540940 w 1049194"/>
                  <a:gd name="connsiteY14" fmla="*/ 847680 h 1103226"/>
                  <a:gd name="connsiteX15" fmla="*/ 540940 w 1049194"/>
                  <a:gd name="connsiteY15" fmla="*/ 816169 h 1103226"/>
                  <a:gd name="connsiteX16" fmla="*/ 803533 w 1049194"/>
                  <a:gd name="connsiteY16" fmla="*/ 816169 h 1103226"/>
                  <a:gd name="connsiteX17" fmla="*/ 875308 w 1049194"/>
                  <a:gd name="connsiteY17" fmla="*/ 744394 h 1103226"/>
                  <a:gd name="connsiteX18" fmla="*/ 875308 w 1049194"/>
                  <a:gd name="connsiteY18" fmla="*/ 262974 h 1103226"/>
                  <a:gd name="connsiteX19" fmla="*/ 803533 w 1049194"/>
                  <a:gd name="connsiteY19" fmla="*/ 191199 h 1103226"/>
                  <a:gd name="connsiteX20" fmla="*/ 103286 w 1049194"/>
                  <a:gd name="connsiteY20" fmla="*/ 191199 h 1103226"/>
                  <a:gd name="connsiteX21" fmla="*/ 31511 w 1049194"/>
                  <a:gd name="connsiteY21" fmla="*/ 262974 h 1103226"/>
                  <a:gd name="connsiteX22" fmla="*/ 31511 w 1049194"/>
                  <a:gd name="connsiteY22" fmla="*/ 744394 h 1103226"/>
                  <a:gd name="connsiteX23" fmla="*/ 103286 w 1049194"/>
                  <a:gd name="connsiteY23" fmla="*/ 816169 h 1103226"/>
                  <a:gd name="connsiteX24" fmla="*/ 365879 w 1049194"/>
                  <a:gd name="connsiteY24" fmla="*/ 816169 h 1103226"/>
                  <a:gd name="connsiteX25" fmla="*/ 378965 w 1049194"/>
                  <a:gd name="connsiteY25" fmla="*/ 823215 h 1103226"/>
                  <a:gd name="connsiteX26" fmla="*/ 554026 w 1049194"/>
                  <a:gd name="connsiteY26" fmla="*/ 1085808 h 1103226"/>
                  <a:gd name="connsiteX27" fmla="*/ 527855 w 1049194"/>
                  <a:gd name="connsiteY27" fmla="*/ 1103226 h 1103226"/>
                  <a:gd name="connsiteX28" fmla="*/ 936102 w 1049194"/>
                  <a:gd name="connsiteY28" fmla="*/ 193426 h 1103226"/>
                  <a:gd name="connsiteX29" fmla="*/ 1005443 w 1049194"/>
                  <a:gd name="connsiteY29" fmla="*/ 117597 h 1103226"/>
                  <a:gd name="connsiteX30" fmla="*/ 859553 w 1049194"/>
                  <a:gd name="connsiteY30" fmla="*/ 95634 h 1103226"/>
                  <a:gd name="connsiteX31" fmla="*/ 819288 w 1049194"/>
                  <a:gd name="connsiteY31" fmla="*/ 160913 h 1103226"/>
                  <a:gd name="connsiteX32" fmla="*/ 891064 w 1049194"/>
                  <a:gd name="connsiteY32" fmla="*/ 208223 h 1103226"/>
                  <a:gd name="connsiteX33" fmla="*/ 891064 w 1049194"/>
                  <a:gd name="connsiteY33" fmla="*/ 203453 h 1103226"/>
                  <a:gd name="connsiteX34" fmla="*/ 893447 w 1049194"/>
                  <a:gd name="connsiteY34" fmla="*/ 214522 h 1103226"/>
                  <a:gd name="connsiteX35" fmla="*/ 897107 w 1049194"/>
                  <a:gd name="connsiteY35" fmla="*/ 222241 h 1103226"/>
                  <a:gd name="connsiteX36" fmla="*/ 902924 w 1049194"/>
                  <a:gd name="connsiteY36" fmla="*/ 234964 h 1103226"/>
                  <a:gd name="connsiteX37" fmla="*/ 936102 w 1049194"/>
                  <a:gd name="connsiteY37" fmla="*/ 193426 h 1103226"/>
                  <a:gd name="connsiteX38" fmla="*/ 749062 w 1049194"/>
                  <a:gd name="connsiteY38" fmla="*/ 573568 h 1103226"/>
                  <a:gd name="connsiteX39" fmla="*/ 183039 w 1049194"/>
                  <a:gd name="connsiteY39" fmla="*/ 573568 h 1103226"/>
                  <a:gd name="connsiteX40" fmla="*/ 183040 w 1049194"/>
                  <a:gd name="connsiteY40" fmla="*/ 551583 h 1103226"/>
                  <a:gd name="connsiteX41" fmla="*/ 750892 w 1049194"/>
                  <a:gd name="connsiteY41" fmla="*/ 552066 h 1103226"/>
                  <a:gd name="connsiteX42" fmla="*/ 749062 w 1049194"/>
                  <a:gd name="connsiteY42" fmla="*/ 573568 h 1103226"/>
                  <a:gd name="connsiteX43" fmla="*/ 752237 w 1049194"/>
                  <a:gd name="connsiteY43" fmla="*/ 696272 h 1103226"/>
                  <a:gd name="connsiteX44" fmla="*/ 176689 w 1049194"/>
                  <a:gd name="connsiteY44" fmla="*/ 696272 h 1103226"/>
                  <a:gd name="connsiteX45" fmla="*/ 176689 w 1049194"/>
                  <a:gd name="connsiteY45" fmla="*/ 671111 h 1103226"/>
                  <a:gd name="connsiteX46" fmla="*/ 752237 w 1049194"/>
                  <a:gd name="connsiteY46" fmla="*/ 671111 h 1103226"/>
                  <a:gd name="connsiteX47" fmla="*/ 752237 w 1049194"/>
                  <a:gd name="connsiteY47" fmla="*/ 696272 h 1103226"/>
                  <a:gd name="connsiteX0" fmla="*/ 527855 w 1049194"/>
                  <a:gd name="connsiteY0" fmla="*/ 1103226 h 1103226"/>
                  <a:gd name="connsiteX1" fmla="*/ 357432 w 1049194"/>
                  <a:gd name="connsiteY1" fmla="*/ 847680 h 1103226"/>
                  <a:gd name="connsiteX2" fmla="*/ 103286 w 1049194"/>
                  <a:gd name="connsiteY2" fmla="*/ 847680 h 1103226"/>
                  <a:gd name="connsiteX3" fmla="*/ 0 w 1049194"/>
                  <a:gd name="connsiteY3" fmla="*/ 744394 h 1103226"/>
                  <a:gd name="connsiteX4" fmla="*/ 0 w 1049194"/>
                  <a:gd name="connsiteY4" fmla="*/ 262974 h 1103226"/>
                  <a:gd name="connsiteX5" fmla="*/ 103286 w 1049194"/>
                  <a:gd name="connsiteY5" fmla="*/ 159688 h 1103226"/>
                  <a:gd name="connsiteX6" fmla="*/ 787777 w 1049194"/>
                  <a:gd name="connsiteY6" fmla="*/ 159688 h 1103226"/>
                  <a:gd name="connsiteX7" fmla="*/ 815230 w 1049194"/>
                  <a:gd name="connsiteY7" fmla="*/ 1180 h 1103226"/>
                  <a:gd name="connsiteX8" fmla="*/ 922496 w 1049194"/>
                  <a:gd name="connsiteY8" fmla="*/ 34840 h 1103226"/>
                  <a:gd name="connsiteX9" fmla="*/ 1048696 w 1049194"/>
                  <a:gd name="connsiteY9" fmla="*/ 3726 h 1103226"/>
                  <a:gd name="connsiteX10" fmla="*/ 949148 w 1049194"/>
                  <a:gd name="connsiteY10" fmla="*/ 224466 h 1103226"/>
                  <a:gd name="connsiteX11" fmla="*/ 906820 w 1049194"/>
                  <a:gd name="connsiteY11" fmla="*/ 261779 h 1103226"/>
                  <a:gd name="connsiteX12" fmla="*/ 906819 w 1049194"/>
                  <a:gd name="connsiteY12" fmla="*/ 744394 h 1103226"/>
                  <a:gd name="connsiteX13" fmla="*/ 803533 w 1049194"/>
                  <a:gd name="connsiteY13" fmla="*/ 847680 h 1103226"/>
                  <a:gd name="connsiteX14" fmla="*/ 540940 w 1049194"/>
                  <a:gd name="connsiteY14" fmla="*/ 847680 h 1103226"/>
                  <a:gd name="connsiteX15" fmla="*/ 540940 w 1049194"/>
                  <a:gd name="connsiteY15" fmla="*/ 816169 h 1103226"/>
                  <a:gd name="connsiteX16" fmla="*/ 803533 w 1049194"/>
                  <a:gd name="connsiteY16" fmla="*/ 816169 h 1103226"/>
                  <a:gd name="connsiteX17" fmla="*/ 875308 w 1049194"/>
                  <a:gd name="connsiteY17" fmla="*/ 744394 h 1103226"/>
                  <a:gd name="connsiteX18" fmla="*/ 875308 w 1049194"/>
                  <a:gd name="connsiteY18" fmla="*/ 262974 h 1103226"/>
                  <a:gd name="connsiteX19" fmla="*/ 803533 w 1049194"/>
                  <a:gd name="connsiteY19" fmla="*/ 191199 h 1103226"/>
                  <a:gd name="connsiteX20" fmla="*/ 103286 w 1049194"/>
                  <a:gd name="connsiteY20" fmla="*/ 191199 h 1103226"/>
                  <a:gd name="connsiteX21" fmla="*/ 31511 w 1049194"/>
                  <a:gd name="connsiteY21" fmla="*/ 262974 h 1103226"/>
                  <a:gd name="connsiteX22" fmla="*/ 31511 w 1049194"/>
                  <a:gd name="connsiteY22" fmla="*/ 744394 h 1103226"/>
                  <a:gd name="connsiteX23" fmla="*/ 103286 w 1049194"/>
                  <a:gd name="connsiteY23" fmla="*/ 816169 h 1103226"/>
                  <a:gd name="connsiteX24" fmla="*/ 365879 w 1049194"/>
                  <a:gd name="connsiteY24" fmla="*/ 816169 h 1103226"/>
                  <a:gd name="connsiteX25" fmla="*/ 378965 w 1049194"/>
                  <a:gd name="connsiteY25" fmla="*/ 823215 h 1103226"/>
                  <a:gd name="connsiteX26" fmla="*/ 554026 w 1049194"/>
                  <a:gd name="connsiteY26" fmla="*/ 1085808 h 1103226"/>
                  <a:gd name="connsiteX27" fmla="*/ 527855 w 1049194"/>
                  <a:gd name="connsiteY27" fmla="*/ 1103226 h 1103226"/>
                  <a:gd name="connsiteX28" fmla="*/ 936102 w 1049194"/>
                  <a:gd name="connsiteY28" fmla="*/ 193426 h 1103226"/>
                  <a:gd name="connsiteX29" fmla="*/ 961518 w 1049194"/>
                  <a:gd name="connsiteY29" fmla="*/ 128578 h 1103226"/>
                  <a:gd name="connsiteX30" fmla="*/ 859553 w 1049194"/>
                  <a:gd name="connsiteY30" fmla="*/ 95634 h 1103226"/>
                  <a:gd name="connsiteX31" fmla="*/ 819288 w 1049194"/>
                  <a:gd name="connsiteY31" fmla="*/ 160913 h 1103226"/>
                  <a:gd name="connsiteX32" fmla="*/ 891064 w 1049194"/>
                  <a:gd name="connsiteY32" fmla="*/ 208223 h 1103226"/>
                  <a:gd name="connsiteX33" fmla="*/ 891064 w 1049194"/>
                  <a:gd name="connsiteY33" fmla="*/ 203453 h 1103226"/>
                  <a:gd name="connsiteX34" fmla="*/ 893447 w 1049194"/>
                  <a:gd name="connsiteY34" fmla="*/ 214522 h 1103226"/>
                  <a:gd name="connsiteX35" fmla="*/ 897107 w 1049194"/>
                  <a:gd name="connsiteY35" fmla="*/ 222241 h 1103226"/>
                  <a:gd name="connsiteX36" fmla="*/ 902924 w 1049194"/>
                  <a:gd name="connsiteY36" fmla="*/ 234964 h 1103226"/>
                  <a:gd name="connsiteX37" fmla="*/ 936102 w 1049194"/>
                  <a:gd name="connsiteY37" fmla="*/ 193426 h 1103226"/>
                  <a:gd name="connsiteX38" fmla="*/ 749062 w 1049194"/>
                  <a:gd name="connsiteY38" fmla="*/ 573568 h 1103226"/>
                  <a:gd name="connsiteX39" fmla="*/ 183039 w 1049194"/>
                  <a:gd name="connsiteY39" fmla="*/ 573568 h 1103226"/>
                  <a:gd name="connsiteX40" fmla="*/ 183040 w 1049194"/>
                  <a:gd name="connsiteY40" fmla="*/ 551583 h 1103226"/>
                  <a:gd name="connsiteX41" fmla="*/ 750892 w 1049194"/>
                  <a:gd name="connsiteY41" fmla="*/ 552066 h 1103226"/>
                  <a:gd name="connsiteX42" fmla="*/ 749062 w 1049194"/>
                  <a:gd name="connsiteY42" fmla="*/ 573568 h 1103226"/>
                  <a:gd name="connsiteX43" fmla="*/ 752237 w 1049194"/>
                  <a:gd name="connsiteY43" fmla="*/ 696272 h 1103226"/>
                  <a:gd name="connsiteX44" fmla="*/ 176689 w 1049194"/>
                  <a:gd name="connsiteY44" fmla="*/ 696272 h 1103226"/>
                  <a:gd name="connsiteX45" fmla="*/ 176689 w 1049194"/>
                  <a:gd name="connsiteY45" fmla="*/ 671111 h 1103226"/>
                  <a:gd name="connsiteX46" fmla="*/ 752237 w 1049194"/>
                  <a:gd name="connsiteY46" fmla="*/ 671111 h 1103226"/>
                  <a:gd name="connsiteX47" fmla="*/ 752237 w 1049194"/>
                  <a:gd name="connsiteY47" fmla="*/ 696272 h 1103226"/>
                  <a:gd name="connsiteX0" fmla="*/ 527855 w 994750"/>
                  <a:gd name="connsiteY0" fmla="*/ 1103226 h 1103226"/>
                  <a:gd name="connsiteX1" fmla="*/ 357432 w 994750"/>
                  <a:gd name="connsiteY1" fmla="*/ 847680 h 1103226"/>
                  <a:gd name="connsiteX2" fmla="*/ 103286 w 994750"/>
                  <a:gd name="connsiteY2" fmla="*/ 847680 h 1103226"/>
                  <a:gd name="connsiteX3" fmla="*/ 0 w 994750"/>
                  <a:gd name="connsiteY3" fmla="*/ 744394 h 1103226"/>
                  <a:gd name="connsiteX4" fmla="*/ 0 w 994750"/>
                  <a:gd name="connsiteY4" fmla="*/ 262974 h 1103226"/>
                  <a:gd name="connsiteX5" fmla="*/ 103286 w 994750"/>
                  <a:gd name="connsiteY5" fmla="*/ 159688 h 1103226"/>
                  <a:gd name="connsiteX6" fmla="*/ 787777 w 994750"/>
                  <a:gd name="connsiteY6" fmla="*/ 159688 h 1103226"/>
                  <a:gd name="connsiteX7" fmla="*/ 815230 w 994750"/>
                  <a:gd name="connsiteY7" fmla="*/ 1180 h 1103226"/>
                  <a:gd name="connsiteX8" fmla="*/ 922496 w 994750"/>
                  <a:gd name="connsiteY8" fmla="*/ 34840 h 1103226"/>
                  <a:gd name="connsiteX9" fmla="*/ 993790 w 994750"/>
                  <a:gd name="connsiteY9" fmla="*/ 87916 h 1103226"/>
                  <a:gd name="connsiteX10" fmla="*/ 949148 w 994750"/>
                  <a:gd name="connsiteY10" fmla="*/ 224466 h 1103226"/>
                  <a:gd name="connsiteX11" fmla="*/ 906820 w 994750"/>
                  <a:gd name="connsiteY11" fmla="*/ 261779 h 1103226"/>
                  <a:gd name="connsiteX12" fmla="*/ 906819 w 994750"/>
                  <a:gd name="connsiteY12" fmla="*/ 744394 h 1103226"/>
                  <a:gd name="connsiteX13" fmla="*/ 803533 w 994750"/>
                  <a:gd name="connsiteY13" fmla="*/ 847680 h 1103226"/>
                  <a:gd name="connsiteX14" fmla="*/ 540940 w 994750"/>
                  <a:gd name="connsiteY14" fmla="*/ 847680 h 1103226"/>
                  <a:gd name="connsiteX15" fmla="*/ 540940 w 994750"/>
                  <a:gd name="connsiteY15" fmla="*/ 816169 h 1103226"/>
                  <a:gd name="connsiteX16" fmla="*/ 803533 w 994750"/>
                  <a:gd name="connsiteY16" fmla="*/ 816169 h 1103226"/>
                  <a:gd name="connsiteX17" fmla="*/ 875308 w 994750"/>
                  <a:gd name="connsiteY17" fmla="*/ 744394 h 1103226"/>
                  <a:gd name="connsiteX18" fmla="*/ 875308 w 994750"/>
                  <a:gd name="connsiteY18" fmla="*/ 262974 h 1103226"/>
                  <a:gd name="connsiteX19" fmla="*/ 803533 w 994750"/>
                  <a:gd name="connsiteY19" fmla="*/ 191199 h 1103226"/>
                  <a:gd name="connsiteX20" fmla="*/ 103286 w 994750"/>
                  <a:gd name="connsiteY20" fmla="*/ 191199 h 1103226"/>
                  <a:gd name="connsiteX21" fmla="*/ 31511 w 994750"/>
                  <a:gd name="connsiteY21" fmla="*/ 262974 h 1103226"/>
                  <a:gd name="connsiteX22" fmla="*/ 31511 w 994750"/>
                  <a:gd name="connsiteY22" fmla="*/ 744394 h 1103226"/>
                  <a:gd name="connsiteX23" fmla="*/ 103286 w 994750"/>
                  <a:gd name="connsiteY23" fmla="*/ 816169 h 1103226"/>
                  <a:gd name="connsiteX24" fmla="*/ 365879 w 994750"/>
                  <a:gd name="connsiteY24" fmla="*/ 816169 h 1103226"/>
                  <a:gd name="connsiteX25" fmla="*/ 378965 w 994750"/>
                  <a:gd name="connsiteY25" fmla="*/ 823215 h 1103226"/>
                  <a:gd name="connsiteX26" fmla="*/ 554026 w 994750"/>
                  <a:gd name="connsiteY26" fmla="*/ 1085808 h 1103226"/>
                  <a:gd name="connsiteX27" fmla="*/ 527855 w 994750"/>
                  <a:gd name="connsiteY27" fmla="*/ 1103226 h 1103226"/>
                  <a:gd name="connsiteX28" fmla="*/ 936102 w 994750"/>
                  <a:gd name="connsiteY28" fmla="*/ 193426 h 1103226"/>
                  <a:gd name="connsiteX29" fmla="*/ 961518 w 994750"/>
                  <a:gd name="connsiteY29" fmla="*/ 128578 h 1103226"/>
                  <a:gd name="connsiteX30" fmla="*/ 859553 w 994750"/>
                  <a:gd name="connsiteY30" fmla="*/ 95634 h 1103226"/>
                  <a:gd name="connsiteX31" fmla="*/ 819288 w 994750"/>
                  <a:gd name="connsiteY31" fmla="*/ 160913 h 1103226"/>
                  <a:gd name="connsiteX32" fmla="*/ 891064 w 994750"/>
                  <a:gd name="connsiteY32" fmla="*/ 208223 h 1103226"/>
                  <a:gd name="connsiteX33" fmla="*/ 891064 w 994750"/>
                  <a:gd name="connsiteY33" fmla="*/ 203453 h 1103226"/>
                  <a:gd name="connsiteX34" fmla="*/ 893447 w 994750"/>
                  <a:gd name="connsiteY34" fmla="*/ 214522 h 1103226"/>
                  <a:gd name="connsiteX35" fmla="*/ 897107 w 994750"/>
                  <a:gd name="connsiteY35" fmla="*/ 222241 h 1103226"/>
                  <a:gd name="connsiteX36" fmla="*/ 902924 w 994750"/>
                  <a:gd name="connsiteY36" fmla="*/ 234964 h 1103226"/>
                  <a:gd name="connsiteX37" fmla="*/ 936102 w 994750"/>
                  <a:gd name="connsiteY37" fmla="*/ 193426 h 1103226"/>
                  <a:gd name="connsiteX38" fmla="*/ 749062 w 994750"/>
                  <a:gd name="connsiteY38" fmla="*/ 573568 h 1103226"/>
                  <a:gd name="connsiteX39" fmla="*/ 183039 w 994750"/>
                  <a:gd name="connsiteY39" fmla="*/ 573568 h 1103226"/>
                  <a:gd name="connsiteX40" fmla="*/ 183040 w 994750"/>
                  <a:gd name="connsiteY40" fmla="*/ 551583 h 1103226"/>
                  <a:gd name="connsiteX41" fmla="*/ 750892 w 994750"/>
                  <a:gd name="connsiteY41" fmla="*/ 552066 h 1103226"/>
                  <a:gd name="connsiteX42" fmla="*/ 749062 w 994750"/>
                  <a:gd name="connsiteY42" fmla="*/ 573568 h 1103226"/>
                  <a:gd name="connsiteX43" fmla="*/ 752237 w 994750"/>
                  <a:gd name="connsiteY43" fmla="*/ 696272 h 1103226"/>
                  <a:gd name="connsiteX44" fmla="*/ 176689 w 994750"/>
                  <a:gd name="connsiteY44" fmla="*/ 696272 h 1103226"/>
                  <a:gd name="connsiteX45" fmla="*/ 176689 w 994750"/>
                  <a:gd name="connsiteY45" fmla="*/ 671111 h 1103226"/>
                  <a:gd name="connsiteX46" fmla="*/ 752237 w 994750"/>
                  <a:gd name="connsiteY46" fmla="*/ 671111 h 1103226"/>
                  <a:gd name="connsiteX47" fmla="*/ 752237 w 994750"/>
                  <a:gd name="connsiteY47" fmla="*/ 696272 h 1103226"/>
                  <a:gd name="connsiteX0" fmla="*/ 527855 w 994750"/>
                  <a:gd name="connsiteY0" fmla="*/ 1068386 h 1068386"/>
                  <a:gd name="connsiteX1" fmla="*/ 357432 w 994750"/>
                  <a:gd name="connsiteY1" fmla="*/ 812840 h 1068386"/>
                  <a:gd name="connsiteX2" fmla="*/ 103286 w 994750"/>
                  <a:gd name="connsiteY2" fmla="*/ 812840 h 1068386"/>
                  <a:gd name="connsiteX3" fmla="*/ 0 w 994750"/>
                  <a:gd name="connsiteY3" fmla="*/ 709554 h 1068386"/>
                  <a:gd name="connsiteX4" fmla="*/ 0 w 994750"/>
                  <a:gd name="connsiteY4" fmla="*/ 228134 h 1068386"/>
                  <a:gd name="connsiteX5" fmla="*/ 103286 w 994750"/>
                  <a:gd name="connsiteY5" fmla="*/ 124848 h 1068386"/>
                  <a:gd name="connsiteX6" fmla="*/ 787777 w 994750"/>
                  <a:gd name="connsiteY6" fmla="*/ 124848 h 1068386"/>
                  <a:gd name="connsiteX7" fmla="*/ 817060 w 994750"/>
                  <a:gd name="connsiteY7" fmla="*/ 32228 h 1068386"/>
                  <a:gd name="connsiteX8" fmla="*/ 922496 w 994750"/>
                  <a:gd name="connsiteY8" fmla="*/ 0 h 1068386"/>
                  <a:gd name="connsiteX9" fmla="*/ 993790 w 994750"/>
                  <a:gd name="connsiteY9" fmla="*/ 53076 h 1068386"/>
                  <a:gd name="connsiteX10" fmla="*/ 949148 w 994750"/>
                  <a:gd name="connsiteY10" fmla="*/ 189626 h 1068386"/>
                  <a:gd name="connsiteX11" fmla="*/ 906820 w 994750"/>
                  <a:gd name="connsiteY11" fmla="*/ 226939 h 1068386"/>
                  <a:gd name="connsiteX12" fmla="*/ 906819 w 994750"/>
                  <a:gd name="connsiteY12" fmla="*/ 709554 h 1068386"/>
                  <a:gd name="connsiteX13" fmla="*/ 803533 w 994750"/>
                  <a:gd name="connsiteY13" fmla="*/ 812840 h 1068386"/>
                  <a:gd name="connsiteX14" fmla="*/ 540940 w 994750"/>
                  <a:gd name="connsiteY14" fmla="*/ 812840 h 1068386"/>
                  <a:gd name="connsiteX15" fmla="*/ 540940 w 994750"/>
                  <a:gd name="connsiteY15" fmla="*/ 781329 h 1068386"/>
                  <a:gd name="connsiteX16" fmla="*/ 803533 w 994750"/>
                  <a:gd name="connsiteY16" fmla="*/ 781329 h 1068386"/>
                  <a:gd name="connsiteX17" fmla="*/ 875308 w 994750"/>
                  <a:gd name="connsiteY17" fmla="*/ 709554 h 1068386"/>
                  <a:gd name="connsiteX18" fmla="*/ 875308 w 994750"/>
                  <a:gd name="connsiteY18" fmla="*/ 228134 h 1068386"/>
                  <a:gd name="connsiteX19" fmla="*/ 803533 w 994750"/>
                  <a:gd name="connsiteY19" fmla="*/ 156359 h 1068386"/>
                  <a:gd name="connsiteX20" fmla="*/ 103286 w 994750"/>
                  <a:gd name="connsiteY20" fmla="*/ 156359 h 1068386"/>
                  <a:gd name="connsiteX21" fmla="*/ 31511 w 994750"/>
                  <a:gd name="connsiteY21" fmla="*/ 228134 h 1068386"/>
                  <a:gd name="connsiteX22" fmla="*/ 31511 w 994750"/>
                  <a:gd name="connsiteY22" fmla="*/ 709554 h 1068386"/>
                  <a:gd name="connsiteX23" fmla="*/ 103286 w 994750"/>
                  <a:gd name="connsiteY23" fmla="*/ 781329 h 1068386"/>
                  <a:gd name="connsiteX24" fmla="*/ 365879 w 994750"/>
                  <a:gd name="connsiteY24" fmla="*/ 781329 h 1068386"/>
                  <a:gd name="connsiteX25" fmla="*/ 378965 w 994750"/>
                  <a:gd name="connsiteY25" fmla="*/ 788375 h 1068386"/>
                  <a:gd name="connsiteX26" fmla="*/ 554026 w 994750"/>
                  <a:gd name="connsiteY26" fmla="*/ 1050968 h 1068386"/>
                  <a:gd name="connsiteX27" fmla="*/ 527855 w 994750"/>
                  <a:gd name="connsiteY27" fmla="*/ 1068386 h 1068386"/>
                  <a:gd name="connsiteX28" fmla="*/ 936102 w 994750"/>
                  <a:gd name="connsiteY28" fmla="*/ 158586 h 1068386"/>
                  <a:gd name="connsiteX29" fmla="*/ 961518 w 994750"/>
                  <a:gd name="connsiteY29" fmla="*/ 93738 h 1068386"/>
                  <a:gd name="connsiteX30" fmla="*/ 859553 w 994750"/>
                  <a:gd name="connsiteY30" fmla="*/ 60794 h 1068386"/>
                  <a:gd name="connsiteX31" fmla="*/ 819288 w 994750"/>
                  <a:gd name="connsiteY31" fmla="*/ 126073 h 1068386"/>
                  <a:gd name="connsiteX32" fmla="*/ 891064 w 994750"/>
                  <a:gd name="connsiteY32" fmla="*/ 173383 h 1068386"/>
                  <a:gd name="connsiteX33" fmla="*/ 891064 w 994750"/>
                  <a:gd name="connsiteY33" fmla="*/ 168613 h 1068386"/>
                  <a:gd name="connsiteX34" fmla="*/ 893447 w 994750"/>
                  <a:gd name="connsiteY34" fmla="*/ 179682 h 1068386"/>
                  <a:gd name="connsiteX35" fmla="*/ 897107 w 994750"/>
                  <a:gd name="connsiteY35" fmla="*/ 187401 h 1068386"/>
                  <a:gd name="connsiteX36" fmla="*/ 902924 w 994750"/>
                  <a:gd name="connsiteY36" fmla="*/ 200124 h 1068386"/>
                  <a:gd name="connsiteX37" fmla="*/ 936102 w 994750"/>
                  <a:gd name="connsiteY37" fmla="*/ 158586 h 1068386"/>
                  <a:gd name="connsiteX38" fmla="*/ 749062 w 994750"/>
                  <a:gd name="connsiteY38" fmla="*/ 538728 h 1068386"/>
                  <a:gd name="connsiteX39" fmla="*/ 183039 w 994750"/>
                  <a:gd name="connsiteY39" fmla="*/ 538728 h 1068386"/>
                  <a:gd name="connsiteX40" fmla="*/ 183040 w 994750"/>
                  <a:gd name="connsiteY40" fmla="*/ 516743 h 1068386"/>
                  <a:gd name="connsiteX41" fmla="*/ 750892 w 994750"/>
                  <a:gd name="connsiteY41" fmla="*/ 517226 h 1068386"/>
                  <a:gd name="connsiteX42" fmla="*/ 749062 w 994750"/>
                  <a:gd name="connsiteY42" fmla="*/ 538728 h 1068386"/>
                  <a:gd name="connsiteX43" fmla="*/ 752237 w 994750"/>
                  <a:gd name="connsiteY43" fmla="*/ 661432 h 1068386"/>
                  <a:gd name="connsiteX44" fmla="*/ 176689 w 994750"/>
                  <a:gd name="connsiteY44" fmla="*/ 661432 h 1068386"/>
                  <a:gd name="connsiteX45" fmla="*/ 176689 w 994750"/>
                  <a:gd name="connsiteY45" fmla="*/ 636271 h 1068386"/>
                  <a:gd name="connsiteX46" fmla="*/ 752237 w 994750"/>
                  <a:gd name="connsiteY46" fmla="*/ 636271 h 1068386"/>
                  <a:gd name="connsiteX47" fmla="*/ 752237 w 994750"/>
                  <a:gd name="connsiteY47" fmla="*/ 661432 h 1068386"/>
                  <a:gd name="connsiteX0" fmla="*/ 527855 w 995016"/>
                  <a:gd name="connsiteY0" fmla="*/ 1068386 h 1068386"/>
                  <a:gd name="connsiteX1" fmla="*/ 357432 w 995016"/>
                  <a:gd name="connsiteY1" fmla="*/ 812840 h 1068386"/>
                  <a:gd name="connsiteX2" fmla="*/ 103286 w 995016"/>
                  <a:gd name="connsiteY2" fmla="*/ 812840 h 1068386"/>
                  <a:gd name="connsiteX3" fmla="*/ 0 w 995016"/>
                  <a:gd name="connsiteY3" fmla="*/ 709554 h 1068386"/>
                  <a:gd name="connsiteX4" fmla="*/ 0 w 995016"/>
                  <a:gd name="connsiteY4" fmla="*/ 228134 h 1068386"/>
                  <a:gd name="connsiteX5" fmla="*/ 103286 w 995016"/>
                  <a:gd name="connsiteY5" fmla="*/ 124848 h 1068386"/>
                  <a:gd name="connsiteX6" fmla="*/ 787777 w 995016"/>
                  <a:gd name="connsiteY6" fmla="*/ 124848 h 1068386"/>
                  <a:gd name="connsiteX7" fmla="*/ 817060 w 995016"/>
                  <a:gd name="connsiteY7" fmla="*/ 32228 h 1068386"/>
                  <a:gd name="connsiteX8" fmla="*/ 922496 w 995016"/>
                  <a:gd name="connsiteY8" fmla="*/ 0 h 1068386"/>
                  <a:gd name="connsiteX9" fmla="*/ 993790 w 995016"/>
                  <a:gd name="connsiteY9" fmla="*/ 53076 h 1068386"/>
                  <a:gd name="connsiteX10" fmla="*/ 961960 w 995016"/>
                  <a:gd name="connsiteY10" fmla="*/ 196947 h 1068386"/>
                  <a:gd name="connsiteX11" fmla="*/ 906820 w 995016"/>
                  <a:gd name="connsiteY11" fmla="*/ 226939 h 1068386"/>
                  <a:gd name="connsiteX12" fmla="*/ 906819 w 995016"/>
                  <a:gd name="connsiteY12" fmla="*/ 709554 h 1068386"/>
                  <a:gd name="connsiteX13" fmla="*/ 803533 w 995016"/>
                  <a:gd name="connsiteY13" fmla="*/ 812840 h 1068386"/>
                  <a:gd name="connsiteX14" fmla="*/ 540940 w 995016"/>
                  <a:gd name="connsiteY14" fmla="*/ 812840 h 1068386"/>
                  <a:gd name="connsiteX15" fmla="*/ 540940 w 995016"/>
                  <a:gd name="connsiteY15" fmla="*/ 781329 h 1068386"/>
                  <a:gd name="connsiteX16" fmla="*/ 803533 w 995016"/>
                  <a:gd name="connsiteY16" fmla="*/ 781329 h 1068386"/>
                  <a:gd name="connsiteX17" fmla="*/ 875308 w 995016"/>
                  <a:gd name="connsiteY17" fmla="*/ 709554 h 1068386"/>
                  <a:gd name="connsiteX18" fmla="*/ 875308 w 995016"/>
                  <a:gd name="connsiteY18" fmla="*/ 228134 h 1068386"/>
                  <a:gd name="connsiteX19" fmla="*/ 803533 w 995016"/>
                  <a:gd name="connsiteY19" fmla="*/ 156359 h 1068386"/>
                  <a:gd name="connsiteX20" fmla="*/ 103286 w 995016"/>
                  <a:gd name="connsiteY20" fmla="*/ 156359 h 1068386"/>
                  <a:gd name="connsiteX21" fmla="*/ 31511 w 995016"/>
                  <a:gd name="connsiteY21" fmla="*/ 228134 h 1068386"/>
                  <a:gd name="connsiteX22" fmla="*/ 31511 w 995016"/>
                  <a:gd name="connsiteY22" fmla="*/ 709554 h 1068386"/>
                  <a:gd name="connsiteX23" fmla="*/ 103286 w 995016"/>
                  <a:gd name="connsiteY23" fmla="*/ 781329 h 1068386"/>
                  <a:gd name="connsiteX24" fmla="*/ 365879 w 995016"/>
                  <a:gd name="connsiteY24" fmla="*/ 781329 h 1068386"/>
                  <a:gd name="connsiteX25" fmla="*/ 378965 w 995016"/>
                  <a:gd name="connsiteY25" fmla="*/ 788375 h 1068386"/>
                  <a:gd name="connsiteX26" fmla="*/ 554026 w 995016"/>
                  <a:gd name="connsiteY26" fmla="*/ 1050968 h 1068386"/>
                  <a:gd name="connsiteX27" fmla="*/ 527855 w 995016"/>
                  <a:gd name="connsiteY27" fmla="*/ 1068386 h 1068386"/>
                  <a:gd name="connsiteX28" fmla="*/ 936102 w 995016"/>
                  <a:gd name="connsiteY28" fmla="*/ 158586 h 1068386"/>
                  <a:gd name="connsiteX29" fmla="*/ 961518 w 995016"/>
                  <a:gd name="connsiteY29" fmla="*/ 93738 h 1068386"/>
                  <a:gd name="connsiteX30" fmla="*/ 859553 w 995016"/>
                  <a:gd name="connsiteY30" fmla="*/ 60794 h 1068386"/>
                  <a:gd name="connsiteX31" fmla="*/ 819288 w 995016"/>
                  <a:gd name="connsiteY31" fmla="*/ 126073 h 1068386"/>
                  <a:gd name="connsiteX32" fmla="*/ 891064 w 995016"/>
                  <a:gd name="connsiteY32" fmla="*/ 173383 h 1068386"/>
                  <a:gd name="connsiteX33" fmla="*/ 891064 w 995016"/>
                  <a:gd name="connsiteY33" fmla="*/ 168613 h 1068386"/>
                  <a:gd name="connsiteX34" fmla="*/ 893447 w 995016"/>
                  <a:gd name="connsiteY34" fmla="*/ 179682 h 1068386"/>
                  <a:gd name="connsiteX35" fmla="*/ 897107 w 995016"/>
                  <a:gd name="connsiteY35" fmla="*/ 187401 h 1068386"/>
                  <a:gd name="connsiteX36" fmla="*/ 902924 w 995016"/>
                  <a:gd name="connsiteY36" fmla="*/ 200124 h 1068386"/>
                  <a:gd name="connsiteX37" fmla="*/ 936102 w 995016"/>
                  <a:gd name="connsiteY37" fmla="*/ 158586 h 1068386"/>
                  <a:gd name="connsiteX38" fmla="*/ 749062 w 995016"/>
                  <a:gd name="connsiteY38" fmla="*/ 538728 h 1068386"/>
                  <a:gd name="connsiteX39" fmla="*/ 183039 w 995016"/>
                  <a:gd name="connsiteY39" fmla="*/ 538728 h 1068386"/>
                  <a:gd name="connsiteX40" fmla="*/ 183040 w 995016"/>
                  <a:gd name="connsiteY40" fmla="*/ 516743 h 1068386"/>
                  <a:gd name="connsiteX41" fmla="*/ 750892 w 995016"/>
                  <a:gd name="connsiteY41" fmla="*/ 517226 h 1068386"/>
                  <a:gd name="connsiteX42" fmla="*/ 749062 w 995016"/>
                  <a:gd name="connsiteY42" fmla="*/ 538728 h 1068386"/>
                  <a:gd name="connsiteX43" fmla="*/ 752237 w 995016"/>
                  <a:gd name="connsiteY43" fmla="*/ 661432 h 1068386"/>
                  <a:gd name="connsiteX44" fmla="*/ 176689 w 995016"/>
                  <a:gd name="connsiteY44" fmla="*/ 661432 h 1068386"/>
                  <a:gd name="connsiteX45" fmla="*/ 176689 w 995016"/>
                  <a:gd name="connsiteY45" fmla="*/ 636271 h 1068386"/>
                  <a:gd name="connsiteX46" fmla="*/ 752237 w 995016"/>
                  <a:gd name="connsiteY46" fmla="*/ 636271 h 1068386"/>
                  <a:gd name="connsiteX47" fmla="*/ 752237 w 995016"/>
                  <a:gd name="connsiteY47" fmla="*/ 661432 h 1068386"/>
                  <a:gd name="connsiteX0" fmla="*/ 527855 w 995016"/>
                  <a:gd name="connsiteY0" fmla="*/ 1068386 h 1068386"/>
                  <a:gd name="connsiteX1" fmla="*/ 357432 w 995016"/>
                  <a:gd name="connsiteY1" fmla="*/ 812840 h 1068386"/>
                  <a:gd name="connsiteX2" fmla="*/ 103286 w 995016"/>
                  <a:gd name="connsiteY2" fmla="*/ 812840 h 1068386"/>
                  <a:gd name="connsiteX3" fmla="*/ 0 w 995016"/>
                  <a:gd name="connsiteY3" fmla="*/ 709554 h 1068386"/>
                  <a:gd name="connsiteX4" fmla="*/ 0 w 995016"/>
                  <a:gd name="connsiteY4" fmla="*/ 228134 h 1068386"/>
                  <a:gd name="connsiteX5" fmla="*/ 103286 w 995016"/>
                  <a:gd name="connsiteY5" fmla="*/ 124848 h 1068386"/>
                  <a:gd name="connsiteX6" fmla="*/ 787777 w 995016"/>
                  <a:gd name="connsiteY6" fmla="*/ 124848 h 1068386"/>
                  <a:gd name="connsiteX7" fmla="*/ 817060 w 995016"/>
                  <a:gd name="connsiteY7" fmla="*/ 32228 h 1068386"/>
                  <a:gd name="connsiteX8" fmla="*/ 922496 w 995016"/>
                  <a:gd name="connsiteY8" fmla="*/ 0 h 1068386"/>
                  <a:gd name="connsiteX9" fmla="*/ 993790 w 995016"/>
                  <a:gd name="connsiteY9" fmla="*/ 53076 h 1068386"/>
                  <a:gd name="connsiteX10" fmla="*/ 961960 w 995016"/>
                  <a:gd name="connsiteY10" fmla="*/ 196947 h 1068386"/>
                  <a:gd name="connsiteX11" fmla="*/ 906820 w 995016"/>
                  <a:gd name="connsiteY11" fmla="*/ 226939 h 1068386"/>
                  <a:gd name="connsiteX12" fmla="*/ 906819 w 995016"/>
                  <a:gd name="connsiteY12" fmla="*/ 709554 h 1068386"/>
                  <a:gd name="connsiteX13" fmla="*/ 803533 w 995016"/>
                  <a:gd name="connsiteY13" fmla="*/ 812840 h 1068386"/>
                  <a:gd name="connsiteX14" fmla="*/ 540940 w 995016"/>
                  <a:gd name="connsiteY14" fmla="*/ 812840 h 1068386"/>
                  <a:gd name="connsiteX15" fmla="*/ 540940 w 995016"/>
                  <a:gd name="connsiteY15" fmla="*/ 781329 h 1068386"/>
                  <a:gd name="connsiteX16" fmla="*/ 803533 w 995016"/>
                  <a:gd name="connsiteY16" fmla="*/ 781329 h 1068386"/>
                  <a:gd name="connsiteX17" fmla="*/ 875308 w 995016"/>
                  <a:gd name="connsiteY17" fmla="*/ 709554 h 1068386"/>
                  <a:gd name="connsiteX18" fmla="*/ 875308 w 995016"/>
                  <a:gd name="connsiteY18" fmla="*/ 228134 h 1068386"/>
                  <a:gd name="connsiteX19" fmla="*/ 803533 w 995016"/>
                  <a:gd name="connsiteY19" fmla="*/ 156359 h 1068386"/>
                  <a:gd name="connsiteX20" fmla="*/ 103286 w 995016"/>
                  <a:gd name="connsiteY20" fmla="*/ 156359 h 1068386"/>
                  <a:gd name="connsiteX21" fmla="*/ 31511 w 995016"/>
                  <a:gd name="connsiteY21" fmla="*/ 228134 h 1068386"/>
                  <a:gd name="connsiteX22" fmla="*/ 31511 w 995016"/>
                  <a:gd name="connsiteY22" fmla="*/ 709554 h 1068386"/>
                  <a:gd name="connsiteX23" fmla="*/ 103286 w 995016"/>
                  <a:gd name="connsiteY23" fmla="*/ 781329 h 1068386"/>
                  <a:gd name="connsiteX24" fmla="*/ 365879 w 995016"/>
                  <a:gd name="connsiteY24" fmla="*/ 781329 h 1068386"/>
                  <a:gd name="connsiteX25" fmla="*/ 378965 w 995016"/>
                  <a:gd name="connsiteY25" fmla="*/ 788375 h 1068386"/>
                  <a:gd name="connsiteX26" fmla="*/ 554026 w 995016"/>
                  <a:gd name="connsiteY26" fmla="*/ 1050968 h 1068386"/>
                  <a:gd name="connsiteX27" fmla="*/ 527855 w 995016"/>
                  <a:gd name="connsiteY27" fmla="*/ 1068386 h 1068386"/>
                  <a:gd name="connsiteX28" fmla="*/ 936102 w 995016"/>
                  <a:gd name="connsiteY28" fmla="*/ 158586 h 1068386"/>
                  <a:gd name="connsiteX29" fmla="*/ 859553 w 995016"/>
                  <a:gd name="connsiteY29" fmla="*/ 60794 h 1068386"/>
                  <a:gd name="connsiteX30" fmla="*/ 819288 w 995016"/>
                  <a:gd name="connsiteY30" fmla="*/ 126073 h 1068386"/>
                  <a:gd name="connsiteX31" fmla="*/ 891064 w 995016"/>
                  <a:gd name="connsiteY31" fmla="*/ 173383 h 1068386"/>
                  <a:gd name="connsiteX32" fmla="*/ 891064 w 995016"/>
                  <a:gd name="connsiteY32" fmla="*/ 168613 h 1068386"/>
                  <a:gd name="connsiteX33" fmla="*/ 893447 w 995016"/>
                  <a:gd name="connsiteY33" fmla="*/ 179682 h 1068386"/>
                  <a:gd name="connsiteX34" fmla="*/ 897107 w 995016"/>
                  <a:gd name="connsiteY34" fmla="*/ 187401 h 1068386"/>
                  <a:gd name="connsiteX35" fmla="*/ 902924 w 995016"/>
                  <a:gd name="connsiteY35" fmla="*/ 200124 h 1068386"/>
                  <a:gd name="connsiteX36" fmla="*/ 936102 w 995016"/>
                  <a:gd name="connsiteY36" fmla="*/ 158586 h 1068386"/>
                  <a:gd name="connsiteX37" fmla="*/ 749062 w 995016"/>
                  <a:gd name="connsiteY37" fmla="*/ 538728 h 1068386"/>
                  <a:gd name="connsiteX38" fmla="*/ 183039 w 995016"/>
                  <a:gd name="connsiteY38" fmla="*/ 538728 h 1068386"/>
                  <a:gd name="connsiteX39" fmla="*/ 183040 w 995016"/>
                  <a:gd name="connsiteY39" fmla="*/ 516743 h 1068386"/>
                  <a:gd name="connsiteX40" fmla="*/ 750892 w 995016"/>
                  <a:gd name="connsiteY40" fmla="*/ 517226 h 1068386"/>
                  <a:gd name="connsiteX41" fmla="*/ 749062 w 995016"/>
                  <a:gd name="connsiteY41" fmla="*/ 538728 h 1068386"/>
                  <a:gd name="connsiteX42" fmla="*/ 752237 w 995016"/>
                  <a:gd name="connsiteY42" fmla="*/ 661432 h 1068386"/>
                  <a:gd name="connsiteX43" fmla="*/ 176689 w 995016"/>
                  <a:gd name="connsiteY43" fmla="*/ 661432 h 1068386"/>
                  <a:gd name="connsiteX44" fmla="*/ 176689 w 995016"/>
                  <a:gd name="connsiteY44" fmla="*/ 636271 h 1068386"/>
                  <a:gd name="connsiteX45" fmla="*/ 752237 w 995016"/>
                  <a:gd name="connsiteY45" fmla="*/ 636271 h 1068386"/>
                  <a:gd name="connsiteX46" fmla="*/ 752237 w 995016"/>
                  <a:gd name="connsiteY46" fmla="*/ 661432 h 1068386"/>
                  <a:gd name="connsiteX0" fmla="*/ 527855 w 961960"/>
                  <a:gd name="connsiteY0" fmla="*/ 1068386 h 1068386"/>
                  <a:gd name="connsiteX1" fmla="*/ 357432 w 961960"/>
                  <a:gd name="connsiteY1" fmla="*/ 812840 h 1068386"/>
                  <a:gd name="connsiteX2" fmla="*/ 103286 w 961960"/>
                  <a:gd name="connsiteY2" fmla="*/ 812840 h 1068386"/>
                  <a:gd name="connsiteX3" fmla="*/ 0 w 961960"/>
                  <a:gd name="connsiteY3" fmla="*/ 709554 h 1068386"/>
                  <a:gd name="connsiteX4" fmla="*/ 0 w 961960"/>
                  <a:gd name="connsiteY4" fmla="*/ 228134 h 1068386"/>
                  <a:gd name="connsiteX5" fmla="*/ 103286 w 961960"/>
                  <a:gd name="connsiteY5" fmla="*/ 124848 h 1068386"/>
                  <a:gd name="connsiteX6" fmla="*/ 787777 w 961960"/>
                  <a:gd name="connsiteY6" fmla="*/ 124848 h 1068386"/>
                  <a:gd name="connsiteX7" fmla="*/ 817060 w 961960"/>
                  <a:gd name="connsiteY7" fmla="*/ 32228 h 1068386"/>
                  <a:gd name="connsiteX8" fmla="*/ 922496 w 961960"/>
                  <a:gd name="connsiteY8" fmla="*/ 0 h 1068386"/>
                  <a:gd name="connsiteX9" fmla="*/ 961960 w 961960"/>
                  <a:gd name="connsiteY9" fmla="*/ 196947 h 1068386"/>
                  <a:gd name="connsiteX10" fmla="*/ 906820 w 961960"/>
                  <a:gd name="connsiteY10" fmla="*/ 226939 h 1068386"/>
                  <a:gd name="connsiteX11" fmla="*/ 906819 w 961960"/>
                  <a:gd name="connsiteY11" fmla="*/ 709554 h 1068386"/>
                  <a:gd name="connsiteX12" fmla="*/ 803533 w 961960"/>
                  <a:gd name="connsiteY12" fmla="*/ 812840 h 1068386"/>
                  <a:gd name="connsiteX13" fmla="*/ 540940 w 961960"/>
                  <a:gd name="connsiteY13" fmla="*/ 812840 h 1068386"/>
                  <a:gd name="connsiteX14" fmla="*/ 540940 w 961960"/>
                  <a:gd name="connsiteY14" fmla="*/ 781329 h 1068386"/>
                  <a:gd name="connsiteX15" fmla="*/ 803533 w 961960"/>
                  <a:gd name="connsiteY15" fmla="*/ 781329 h 1068386"/>
                  <a:gd name="connsiteX16" fmla="*/ 875308 w 961960"/>
                  <a:gd name="connsiteY16" fmla="*/ 709554 h 1068386"/>
                  <a:gd name="connsiteX17" fmla="*/ 875308 w 961960"/>
                  <a:gd name="connsiteY17" fmla="*/ 228134 h 1068386"/>
                  <a:gd name="connsiteX18" fmla="*/ 803533 w 961960"/>
                  <a:gd name="connsiteY18" fmla="*/ 156359 h 1068386"/>
                  <a:gd name="connsiteX19" fmla="*/ 103286 w 961960"/>
                  <a:gd name="connsiteY19" fmla="*/ 156359 h 1068386"/>
                  <a:gd name="connsiteX20" fmla="*/ 31511 w 961960"/>
                  <a:gd name="connsiteY20" fmla="*/ 228134 h 1068386"/>
                  <a:gd name="connsiteX21" fmla="*/ 31511 w 961960"/>
                  <a:gd name="connsiteY21" fmla="*/ 709554 h 1068386"/>
                  <a:gd name="connsiteX22" fmla="*/ 103286 w 961960"/>
                  <a:gd name="connsiteY22" fmla="*/ 781329 h 1068386"/>
                  <a:gd name="connsiteX23" fmla="*/ 365879 w 961960"/>
                  <a:gd name="connsiteY23" fmla="*/ 781329 h 1068386"/>
                  <a:gd name="connsiteX24" fmla="*/ 378965 w 961960"/>
                  <a:gd name="connsiteY24" fmla="*/ 788375 h 1068386"/>
                  <a:gd name="connsiteX25" fmla="*/ 554026 w 961960"/>
                  <a:gd name="connsiteY25" fmla="*/ 1050968 h 1068386"/>
                  <a:gd name="connsiteX26" fmla="*/ 527855 w 961960"/>
                  <a:gd name="connsiteY26" fmla="*/ 1068386 h 1068386"/>
                  <a:gd name="connsiteX27" fmla="*/ 936102 w 961960"/>
                  <a:gd name="connsiteY27" fmla="*/ 158586 h 1068386"/>
                  <a:gd name="connsiteX28" fmla="*/ 859553 w 961960"/>
                  <a:gd name="connsiteY28" fmla="*/ 60794 h 1068386"/>
                  <a:gd name="connsiteX29" fmla="*/ 819288 w 961960"/>
                  <a:gd name="connsiteY29" fmla="*/ 126073 h 1068386"/>
                  <a:gd name="connsiteX30" fmla="*/ 891064 w 961960"/>
                  <a:gd name="connsiteY30" fmla="*/ 173383 h 1068386"/>
                  <a:gd name="connsiteX31" fmla="*/ 891064 w 961960"/>
                  <a:gd name="connsiteY31" fmla="*/ 168613 h 1068386"/>
                  <a:gd name="connsiteX32" fmla="*/ 893447 w 961960"/>
                  <a:gd name="connsiteY32" fmla="*/ 179682 h 1068386"/>
                  <a:gd name="connsiteX33" fmla="*/ 897107 w 961960"/>
                  <a:gd name="connsiteY33" fmla="*/ 187401 h 1068386"/>
                  <a:gd name="connsiteX34" fmla="*/ 902924 w 961960"/>
                  <a:gd name="connsiteY34" fmla="*/ 200124 h 1068386"/>
                  <a:gd name="connsiteX35" fmla="*/ 936102 w 961960"/>
                  <a:gd name="connsiteY35" fmla="*/ 158586 h 1068386"/>
                  <a:gd name="connsiteX36" fmla="*/ 749062 w 961960"/>
                  <a:gd name="connsiteY36" fmla="*/ 538728 h 1068386"/>
                  <a:gd name="connsiteX37" fmla="*/ 183039 w 961960"/>
                  <a:gd name="connsiteY37" fmla="*/ 538728 h 1068386"/>
                  <a:gd name="connsiteX38" fmla="*/ 183040 w 961960"/>
                  <a:gd name="connsiteY38" fmla="*/ 516743 h 1068386"/>
                  <a:gd name="connsiteX39" fmla="*/ 750892 w 961960"/>
                  <a:gd name="connsiteY39" fmla="*/ 517226 h 1068386"/>
                  <a:gd name="connsiteX40" fmla="*/ 749062 w 961960"/>
                  <a:gd name="connsiteY40" fmla="*/ 538728 h 1068386"/>
                  <a:gd name="connsiteX41" fmla="*/ 752237 w 961960"/>
                  <a:gd name="connsiteY41" fmla="*/ 661432 h 1068386"/>
                  <a:gd name="connsiteX42" fmla="*/ 176689 w 961960"/>
                  <a:gd name="connsiteY42" fmla="*/ 661432 h 1068386"/>
                  <a:gd name="connsiteX43" fmla="*/ 176689 w 961960"/>
                  <a:gd name="connsiteY43" fmla="*/ 636271 h 1068386"/>
                  <a:gd name="connsiteX44" fmla="*/ 752237 w 961960"/>
                  <a:gd name="connsiteY44" fmla="*/ 636271 h 1068386"/>
                  <a:gd name="connsiteX45" fmla="*/ 752237 w 961960"/>
                  <a:gd name="connsiteY45" fmla="*/ 661432 h 1068386"/>
                  <a:gd name="connsiteX0" fmla="*/ 527855 w 961960"/>
                  <a:gd name="connsiteY0" fmla="*/ 1037150 h 1037150"/>
                  <a:gd name="connsiteX1" fmla="*/ 357432 w 961960"/>
                  <a:gd name="connsiteY1" fmla="*/ 781604 h 1037150"/>
                  <a:gd name="connsiteX2" fmla="*/ 103286 w 961960"/>
                  <a:gd name="connsiteY2" fmla="*/ 781604 h 1037150"/>
                  <a:gd name="connsiteX3" fmla="*/ 0 w 961960"/>
                  <a:gd name="connsiteY3" fmla="*/ 678318 h 1037150"/>
                  <a:gd name="connsiteX4" fmla="*/ 0 w 961960"/>
                  <a:gd name="connsiteY4" fmla="*/ 196898 h 1037150"/>
                  <a:gd name="connsiteX5" fmla="*/ 103286 w 961960"/>
                  <a:gd name="connsiteY5" fmla="*/ 93612 h 1037150"/>
                  <a:gd name="connsiteX6" fmla="*/ 787777 w 961960"/>
                  <a:gd name="connsiteY6" fmla="*/ 93612 h 1037150"/>
                  <a:gd name="connsiteX7" fmla="*/ 817060 w 961960"/>
                  <a:gd name="connsiteY7" fmla="*/ 992 h 1037150"/>
                  <a:gd name="connsiteX8" fmla="*/ 953610 w 961960"/>
                  <a:gd name="connsiteY8" fmla="*/ 43803 h 1037150"/>
                  <a:gd name="connsiteX9" fmla="*/ 961960 w 961960"/>
                  <a:gd name="connsiteY9" fmla="*/ 165711 h 1037150"/>
                  <a:gd name="connsiteX10" fmla="*/ 906820 w 961960"/>
                  <a:gd name="connsiteY10" fmla="*/ 195703 h 1037150"/>
                  <a:gd name="connsiteX11" fmla="*/ 906819 w 961960"/>
                  <a:gd name="connsiteY11" fmla="*/ 678318 h 1037150"/>
                  <a:gd name="connsiteX12" fmla="*/ 803533 w 961960"/>
                  <a:gd name="connsiteY12" fmla="*/ 781604 h 1037150"/>
                  <a:gd name="connsiteX13" fmla="*/ 540940 w 961960"/>
                  <a:gd name="connsiteY13" fmla="*/ 781604 h 1037150"/>
                  <a:gd name="connsiteX14" fmla="*/ 540940 w 961960"/>
                  <a:gd name="connsiteY14" fmla="*/ 750093 h 1037150"/>
                  <a:gd name="connsiteX15" fmla="*/ 803533 w 961960"/>
                  <a:gd name="connsiteY15" fmla="*/ 750093 h 1037150"/>
                  <a:gd name="connsiteX16" fmla="*/ 875308 w 961960"/>
                  <a:gd name="connsiteY16" fmla="*/ 678318 h 1037150"/>
                  <a:gd name="connsiteX17" fmla="*/ 875308 w 961960"/>
                  <a:gd name="connsiteY17" fmla="*/ 196898 h 1037150"/>
                  <a:gd name="connsiteX18" fmla="*/ 803533 w 961960"/>
                  <a:gd name="connsiteY18" fmla="*/ 125123 h 1037150"/>
                  <a:gd name="connsiteX19" fmla="*/ 103286 w 961960"/>
                  <a:gd name="connsiteY19" fmla="*/ 125123 h 1037150"/>
                  <a:gd name="connsiteX20" fmla="*/ 31511 w 961960"/>
                  <a:gd name="connsiteY20" fmla="*/ 196898 h 1037150"/>
                  <a:gd name="connsiteX21" fmla="*/ 31511 w 961960"/>
                  <a:gd name="connsiteY21" fmla="*/ 678318 h 1037150"/>
                  <a:gd name="connsiteX22" fmla="*/ 103286 w 961960"/>
                  <a:gd name="connsiteY22" fmla="*/ 750093 h 1037150"/>
                  <a:gd name="connsiteX23" fmla="*/ 365879 w 961960"/>
                  <a:gd name="connsiteY23" fmla="*/ 750093 h 1037150"/>
                  <a:gd name="connsiteX24" fmla="*/ 378965 w 961960"/>
                  <a:gd name="connsiteY24" fmla="*/ 757139 h 1037150"/>
                  <a:gd name="connsiteX25" fmla="*/ 554026 w 961960"/>
                  <a:gd name="connsiteY25" fmla="*/ 1019732 h 1037150"/>
                  <a:gd name="connsiteX26" fmla="*/ 527855 w 961960"/>
                  <a:gd name="connsiteY26" fmla="*/ 1037150 h 1037150"/>
                  <a:gd name="connsiteX27" fmla="*/ 936102 w 961960"/>
                  <a:gd name="connsiteY27" fmla="*/ 127350 h 1037150"/>
                  <a:gd name="connsiteX28" fmla="*/ 859553 w 961960"/>
                  <a:gd name="connsiteY28" fmla="*/ 29558 h 1037150"/>
                  <a:gd name="connsiteX29" fmla="*/ 819288 w 961960"/>
                  <a:gd name="connsiteY29" fmla="*/ 94837 h 1037150"/>
                  <a:gd name="connsiteX30" fmla="*/ 891064 w 961960"/>
                  <a:gd name="connsiteY30" fmla="*/ 142147 h 1037150"/>
                  <a:gd name="connsiteX31" fmla="*/ 891064 w 961960"/>
                  <a:gd name="connsiteY31" fmla="*/ 137377 h 1037150"/>
                  <a:gd name="connsiteX32" fmla="*/ 893447 w 961960"/>
                  <a:gd name="connsiteY32" fmla="*/ 148446 h 1037150"/>
                  <a:gd name="connsiteX33" fmla="*/ 897107 w 961960"/>
                  <a:gd name="connsiteY33" fmla="*/ 156165 h 1037150"/>
                  <a:gd name="connsiteX34" fmla="*/ 902924 w 961960"/>
                  <a:gd name="connsiteY34" fmla="*/ 168888 h 1037150"/>
                  <a:gd name="connsiteX35" fmla="*/ 936102 w 961960"/>
                  <a:gd name="connsiteY35" fmla="*/ 127350 h 1037150"/>
                  <a:gd name="connsiteX36" fmla="*/ 749062 w 961960"/>
                  <a:gd name="connsiteY36" fmla="*/ 507492 h 1037150"/>
                  <a:gd name="connsiteX37" fmla="*/ 183039 w 961960"/>
                  <a:gd name="connsiteY37" fmla="*/ 507492 h 1037150"/>
                  <a:gd name="connsiteX38" fmla="*/ 183040 w 961960"/>
                  <a:gd name="connsiteY38" fmla="*/ 485507 h 1037150"/>
                  <a:gd name="connsiteX39" fmla="*/ 750892 w 961960"/>
                  <a:gd name="connsiteY39" fmla="*/ 485990 h 1037150"/>
                  <a:gd name="connsiteX40" fmla="*/ 749062 w 961960"/>
                  <a:gd name="connsiteY40" fmla="*/ 507492 h 1037150"/>
                  <a:gd name="connsiteX41" fmla="*/ 752237 w 961960"/>
                  <a:gd name="connsiteY41" fmla="*/ 630196 h 1037150"/>
                  <a:gd name="connsiteX42" fmla="*/ 176689 w 961960"/>
                  <a:gd name="connsiteY42" fmla="*/ 630196 h 1037150"/>
                  <a:gd name="connsiteX43" fmla="*/ 176689 w 961960"/>
                  <a:gd name="connsiteY43" fmla="*/ 605035 h 1037150"/>
                  <a:gd name="connsiteX44" fmla="*/ 752237 w 961960"/>
                  <a:gd name="connsiteY44" fmla="*/ 605035 h 1037150"/>
                  <a:gd name="connsiteX45" fmla="*/ 752237 w 961960"/>
                  <a:gd name="connsiteY45" fmla="*/ 630196 h 1037150"/>
                  <a:gd name="connsiteX0" fmla="*/ 527855 w 961960"/>
                  <a:gd name="connsiteY0" fmla="*/ 1037150 h 1037150"/>
                  <a:gd name="connsiteX1" fmla="*/ 357432 w 961960"/>
                  <a:gd name="connsiteY1" fmla="*/ 781604 h 1037150"/>
                  <a:gd name="connsiteX2" fmla="*/ 103286 w 961960"/>
                  <a:gd name="connsiteY2" fmla="*/ 781604 h 1037150"/>
                  <a:gd name="connsiteX3" fmla="*/ 0 w 961960"/>
                  <a:gd name="connsiteY3" fmla="*/ 678318 h 1037150"/>
                  <a:gd name="connsiteX4" fmla="*/ 0 w 961960"/>
                  <a:gd name="connsiteY4" fmla="*/ 196898 h 1037150"/>
                  <a:gd name="connsiteX5" fmla="*/ 103286 w 961960"/>
                  <a:gd name="connsiteY5" fmla="*/ 93612 h 1037150"/>
                  <a:gd name="connsiteX6" fmla="*/ 787777 w 961960"/>
                  <a:gd name="connsiteY6" fmla="*/ 93612 h 1037150"/>
                  <a:gd name="connsiteX7" fmla="*/ 817060 w 961960"/>
                  <a:gd name="connsiteY7" fmla="*/ 992 h 1037150"/>
                  <a:gd name="connsiteX8" fmla="*/ 953610 w 961960"/>
                  <a:gd name="connsiteY8" fmla="*/ 43803 h 1037150"/>
                  <a:gd name="connsiteX9" fmla="*/ 961960 w 961960"/>
                  <a:gd name="connsiteY9" fmla="*/ 165711 h 1037150"/>
                  <a:gd name="connsiteX10" fmla="*/ 906820 w 961960"/>
                  <a:gd name="connsiteY10" fmla="*/ 195703 h 1037150"/>
                  <a:gd name="connsiteX11" fmla="*/ 906819 w 961960"/>
                  <a:gd name="connsiteY11" fmla="*/ 678318 h 1037150"/>
                  <a:gd name="connsiteX12" fmla="*/ 803533 w 961960"/>
                  <a:gd name="connsiteY12" fmla="*/ 781604 h 1037150"/>
                  <a:gd name="connsiteX13" fmla="*/ 540940 w 961960"/>
                  <a:gd name="connsiteY13" fmla="*/ 781604 h 1037150"/>
                  <a:gd name="connsiteX14" fmla="*/ 540940 w 961960"/>
                  <a:gd name="connsiteY14" fmla="*/ 750093 h 1037150"/>
                  <a:gd name="connsiteX15" fmla="*/ 803533 w 961960"/>
                  <a:gd name="connsiteY15" fmla="*/ 750093 h 1037150"/>
                  <a:gd name="connsiteX16" fmla="*/ 875308 w 961960"/>
                  <a:gd name="connsiteY16" fmla="*/ 678318 h 1037150"/>
                  <a:gd name="connsiteX17" fmla="*/ 875308 w 961960"/>
                  <a:gd name="connsiteY17" fmla="*/ 196898 h 1037150"/>
                  <a:gd name="connsiteX18" fmla="*/ 803533 w 961960"/>
                  <a:gd name="connsiteY18" fmla="*/ 125123 h 1037150"/>
                  <a:gd name="connsiteX19" fmla="*/ 103286 w 961960"/>
                  <a:gd name="connsiteY19" fmla="*/ 125123 h 1037150"/>
                  <a:gd name="connsiteX20" fmla="*/ 31511 w 961960"/>
                  <a:gd name="connsiteY20" fmla="*/ 196898 h 1037150"/>
                  <a:gd name="connsiteX21" fmla="*/ 31511 w 961960"/>
                  <a:gd name="connsiteY21" fmla="*/ 678318 h 1037150"/>
                  <a:gd name="connsiteX22" fmla="*/ 103286 w 961960"/>
                  <a:gd name="connsiteY22" fmla="*/ 750093 h 1037150"/>
                  <a:gd name="connsiteX23" fmla="*/ 365879 w 961960"/>
                  <a:gd name="connsiteY23" fmla="*/ 750093 h 1037150"/>
                  <a:gd name="connsiteX24" fmla="*/ 378965 w 961960"/>
                  <a:gd name="connsiteY24" fmla="*/ 757139 h 1037150"/>
                  <a:gd name="connsiteX25" fmla="*/ 554026 w 961960"/>
                  <a:gd name="connsiteY25" fmla="*/ 1019732 h 1037150"/>
                  <a:gd name="connsiteX26" fmla="*/ 527855 w 961960"/>
                  <a:gd name="connsiteY26" fmla="*/ 1037150 h 1037150"/>
                  <a:gd name="connsiteX27" fmla="*/ 936102 w 961960"/>
                  <a:gd name="connsiteY27" fmla="*/ 127350 h 1037150"/>
                  <a:gd name="connsiteX28" fmla="*/ 861383 w 961960"/>
                  <a:gd name="connsiteY28" fmla="*/ 55181 h 1037150"/>
                  <a:gd name="connsiteX29" fmla="*/ 819288 w 961960"/>
                  <a:gd name="connsiteY29" fmla="*/ 94837 h 1037150"/>
                  <a:gd name="connsiteX30" fmla="*/ 891064 w 961960"/>
                  <a:gd name="connsiteY30" fmla="*/ 142147 h 1037150"/>
                  <a:gd name="connsiteX31" fmla="*/ 891064 w 961960"/>
                  <a:gd name="connsiteY31" fmla="*/ 137377 h 1037150"/>
                  <a:gd name="connsiteX32" fmla="*/ 893447 w 961960"/>
                  <a:gd name="connsiteY32" fmla="*/ 148446 h 1037150"/>
                  <a:gd name="connsiteX33" fmla="*/ 897107 w 961960"/>
                  <a:gd name="connsiteY33" fmla="*/ 156165 h 1037150"/>
                  <a:gd name="connsiteX34" fmla="*/ 902924 w 961960"/>
                  <a:gd name="connsiteY34" fmla="*/ 168888 h 1037150"/>
                  <a:gd name="connsiteX35" fmla="*/ 936102 w 961960"/>
                  <a:gd name="connsiteY35" fmla="*/ 127350 h 1037150"/>
                  <a:gd name="connsiteX36" fmla="*/ 749062 w 961960"/>
                  <a:gd name="connsiteY36" fmla="*/ 507492 h 1037150"/>
                  <a:gd name="connsiteX37" fmla="*/ 183039 w 961960"/>
                  <a:gd name="connsiteY37" fmla="*/ 507492 h 1037150"/>
                  <a:gd name="connsiteX38" fmla="*/ 183040 w 961960"/>
                  <a:gd name="connsiteY38" fmla="*/ 485507 h 1037150"/>
                  <a:gd name="connsiteX39" fmla="*/ 750892 w 961960"/>
                  <a:gd name="connsiteY39" fmla="*/ 485990 h 1037150"/>
                  <a:gd name="connsiteX40" fmla="*/ 749062 w 961960"/>
                  <a:gd name="connsiteY40" fmla="*/ 507492 h 1037150"/>
                  <a:gd name="connsiteX41" fmla="*/ 752237 w 961960"/>
                  <a:gd name="connsiteY41" fmla="*/ 630196 h 1037150"/>
                  <a:gd name="connsiteX42" fmla="*/ 176689 w 961960"/>
                  <a:gd name="connsiteY42" fmla="*/ 630196 h 1037150"/>
                  <a:gd name="connsiteX43" fmla="*/ 176689 w 961960"/>
                  <a:gd name="connsiteY43" fmla="*/ 605035 h 1037150"/>
                  <a:gd name="connsiteX44" fmla="*/ 752237 w 961960"/>
                  <a:gd name="connsiteY44" fmla="*/ 605035 h 1037150"/>
                  <a:gd name="connsiteX45" fmla="*/ 752237 w 961960"/>
                  <a:gd name="connsiteY45" fmla="*/ 630196 h 1037150"/>
                  <a:gd name="connsiteX0" fmla="*/ 527855 w 961960"/>
                  <a:gd name="connsiteY0" fmla="*/ 1037150 h 1037150"/>
                  <a:gd name="connsiteX1" fmla="*/ 357432 w 961960"/>
                  <a:gd name="connsiteY1" fmla="*/ 781604 h 1037150"/>
                  <a:gd name="connsiteX2" fmla="*/ 103286 w 961960"/>
                  <a:gd name="connsiteY2" fmla="*/ 781604 h 1037150"/>
                  <a:gd name="connsiteX3" fmla="*/ 0 w 961960"/>
                  <a:gd name="connsiteY3" fmla="*/ 678318 h 1037150"/>
                  <a:gd name="connsiteX4" fmla="*/ 0 w 961960"/>
                  <a:gd name="connsiteY4" fmla="*/ 196898 h 1037150"/>
                  <a:gd name="connsiteX5" fmla="*/ 103286 w 961960"/>
                  <a:gd name="connsiteY5" fmla="*/ 93612 h 1037150"/>
                  <a:gd name="connsiteX6" fmla="*/ 787777 w 961960"/>
                  <a:gd name="connsiteY6" fmla="*/ 93612 h 1037150"/>
                  <a:gd name="connsiteX7" fmla="*/ 817060 w 961960"/>
                  <a:gd name="connsiteY7" fmla="*/ 992 h 1037150"/>
                  <a:gd name="connsiteX8" fmla="*/ 953610 w 961960"/>
                  <a:gd name="connsiteY8" fmla="*/ 43803 h 1037150"/>
                  <a:gd name="connsiteX9" fmla="*/ 961960 w 961960"/>
                  <a:gd name="connsiteY9" fmla="*/ 165711 h 1037150"/>
                  <a:gd name="connsiteX10" fmla="*/ 906820 w 961960"/>
                  <a:gd name="connsiteY10" fmla="*/ 195703 h 1037150"/>
                  <a:gd name="connsiteX11" fmla="*/ 906819 w 961960"/>
                  <a:gd name="connsiteY11" fmla="*/ 678318 h 1037150"/>
                  <a:gd name="connsiteX12" fmla="*/ 803533 w 961960"/>
                  <a:gd name="connsiteY12" fmla="*/ 781604 h 1037150"/>
                  <a:gd name="connsiteX13" fmla="*/ 540940 w 961960"/>
                  <a:gd name="connsiteY13" fmla="*/ 781604 h 1037150"/>
                  <a:gd name="connsiteX14" fmla="*/ 540940 w 961960"/>
                  <a:gd name="connsiteY14" fmla="*/ 750093 h 1037150"/>
                  <a:gd name="connsiteX15" fmla="*/ 803533 w 961960"/>
                  <a:gd name="connsiteY15" fmla="*/ 750093 h 1037150"/>
                  <a:gd name="connsiteX16" fmla="*/ 875308 w 961960"/>
                  <a:gd name="connsiteY16" fmla="*/ 678318 h 1037150"/>
                  <a:gd name="connsiteX17" fmla="*/ 875308 w 961960"/>
                  <a:gd name="connsiteY17" fmla="*/ 196898 h 1037150"/>
                  <a:gd name="connsiteX18" fmla="*/ 803533 w 961960"/>
                  <a:gd name="connsiteY18" fmla="*/ 125123 h 1037150"/>
                  <a:gd name="connsiteX19" fmla="*/ 103286 w 961960"/>
                  <a:gd name="connsiteY19" fmla="*/ 125123 h 1037150"/>
                  <a:gd name="connsiteX20" fmla="*/ 31511 w 961960"/>
                  <a:gd name="connsiteY20" fmla="*/ 196898 h 1037150"/>
                  <a:gd name="connsiteX21" fmla="*/ 31511 w 961960"/>
                  <a:gd name="connsiteY21" fmla="*/ 678318 h 1037150"/>
                  <a:gd name="connsiteX22" fmla="*/ 103286 w 961960"/>
                  <a:gd name="connsiteY22" fmla="*/ 750093 h 1037150"/>
                  <a:gd name="connsiteX23" fmla="*/ 365879 w 961960"/>
                  <a:gd name="connsiteY23" fmla="*/ 750093 h 1037150"/>
                  <a:gd name="connsiteX24" fmla="*/ 378965 w 961960"/>
                  <a:gd name="connsiteY24" fmla="*/ 757139 h 1037150"/>
                  <a:gd name="connsiteX25" fmla="*/ 554026 w 961960"/>
                  <a:gd name="connsiteY25" fmla="*/ 1019732 h 1037150"/>
                  <a:gd name="connsiteX26" fmla="*/ 527855 w 961960"/>
                  <a:gd name="connsiteY26" fmla="*/ 1037150 h 1037150"/>
                  <a:gd name="connsiteX27" fmla="*/ 936102 w 961960"/>
                  <a:gd name="connsiteY27" fmla="*/ 127350 h 1037150"/>
                  <a:gd name="connsiteX28" fmla="*/ 861383 w 961960"/>
                  <a:gd name="connsiteY28" fmla="*/ 69823 h 1037150"/>
                  <a:gd name="connsiteX29" fmla="*/ 819288 w 961960"/>
                  <a:gd name="connsiteY29" fmla="*/ 94837 h 1037150"/>
                  <a:gd name="connsiteX30" fmla="*/ 891064 w 961960"/>
                  <a:gd name="connsiteY30" fmla="*/ 142147 h 1037150"/>
                  <a:gd name="connsiteX31" fmla="*/ 891064 w 961960"/>
                  <a:gd name="connsiteY31" fmla="*/ 137377 h 1037150"/>
                  <a:gd name="connsiteX32" fmla="*/ 893447 w 961960"/>
                  <a:gd name="connsiteY32" fmla="*/ 148446 h 1037150"/>
                  <a:gd name="connsiteX33" fmla="*/ 897107 w 961960"/>
                  <a:gd name="connsiteY33" fmla="*/ 156165 h 1037150"/>
                  <a:gd name="connsiteX34" fmla="*/ 902924 w 961960"/>
                  <a:gd name="connsiteY34" fmla="*/ 168888 h 1037150"/>
                  <a:gd name="connsiteX35" fmla="*/ 936102 w 961960"/>
                  <a:gd name="connsiteY35" fmla="*/ 127350 h 1037150"/>
                  <a:gd name="connsiteX36" fmla="*/ 749062 w 961960"/>
                  <a:gd name="connsiteY36" fmla="*/ 507492 h 1037150"/>
                  <a:gd name="connsiteX37" fmla="*/ 183039 w 961960"/>
                  <a:gd name="connsiteY37" fmla="*/ 507492 h 1037150"/>
                  <a:gd name="connsiteX38" fmla="*/ 183040 w 961960"/>
                  <a:gd name="connsiteY38" fmla="*/ 485507 h 1037150"/>
                  <a:gd name="connsiteX39" fmla="*/ 750892 w 961960"/>
                  <a:gd name="connsiteY39" fmla="*/ 485990 h 1037150"/>
                  <a:gd name="connsiteX40" fmla="*/ 749062 w 961960"/>
                  <a:gd name="connsiteY40" fmla="*/ 507492 h 1037150"/>
                  <a:gd name="connsiteX41" fmla="*/ 752237 w 961960"/>
                  <a:gd name="connsiteY41" fmla="*/ 630196 h 1037150"/>
                  <a:gd name="connsiteX42" fmla="*/ 176689 w 961960"/>
                  <a:gd name="connsiteY42" fmla="*/ 630196 h 1037150"/>
                  <a:gd name="connsiteX43" fmla="*/ 176689 w 961960"/>
                  <a:gd name="connsiteY43" fmla="*/ 605035 h 1037150"/>
                  <a:gd name="connsiteX44" fmla="*/ 752237 w 961960"/>
                  <a:gd name="connsiteY44" fmla="*/ 605035 h 1037150"/>
                  <a:gd name="connsiteX45" fmla="*/ 752237 w 961960"/>
                  <a:gd name="connsiteY45" fmla="*/ 630196 h 1037150"/>
                  <a:gd name="connsiteX0" fmla="*/ 527855 w 961960"/>
                  <a:gd name="connsiteY0" fmla="*/ 1037150 h 1037150"/>
                  <a:gd name="connsiteX1" fmla="*/ 357432 w 961960"/>
                  <a:gd name="connsiteY1" fmla="*/ 781604 h 1037150"/>
                  <a:gd name="connsiteX2" fmla="*/ 103286 w 961960"/>
                  <a:gd name="connsiteY2" fmla="*/ 781604 h 1037150"/>
                  <a:gd name="connsiteX3" fmla="*/ 0 w 961960"/>
                  <a:gd name="connsiteY3" fmla="*/ 678318 h 1037150"/>
                  <a:gd name="connsiteX4" fmla="*/ 0 w 961960"/>
                  <a:gd name="connsiteY4" fmla="*/ 196898 h 1037150"/>
                  <a:gd name="connsiteX5" fmla="*/ 103286 w 961960"/>
                  <a:gd name="connsiteY5" fmla="*/ 93612 h 1037150"/>
                  <a:gd name="connsiteX6" fmla="*/ 787777 w 961960"/>
                  <a:gd name="connsiteY6" fmla="*/ 93612 h 1037150"/>
                  <a:gd name="connsiteX7" fmla="*/ 817060 w 961960"/>
                  <a:gd name="connsiteY7" fmla="*/ 992 h 1037150"/>
                  <a:gd name="connsiteX8" fmla="*/ 953610 w 961960"/>
                  <a:gd name="connsiteY8" fmla="*/ 43803 h 1037150"/>
                  <a:gd name="connsiteX9" fmla="*/ 961960 w 961960"/>
                  <a:gd name="connsiteY9" fmla="*/ 165711 h 1037150"/>
                  <a:gd name="connsiteX10" fmla="*/ 906820 w 961960"/>
                  <a:gd name="connsiteY10" fmla="*/ 195703 h 1037150"/>
                  <a:gd name="connsiteX11" fmla="*/ 906819 w 961960"/>
                  <a:gd name="connsiteY11" fmla="*/ 678318 h 1037150"/>
                  <a:gd name="connsiteX12" fmla="*/ 803533 w 961960"/>
                  <a:gd name="connsiteY12" fmla="*/ 781604 h 1037150"/>
                  <a:gd name="connsiteX13" fmla="*/ 540940 w 961960"/>
                  <a:gd name="connsiteY13" fmla="*/ 781604 h 1037150"/>
                  <a:gd name="connsiteX14" fmla="*/ 540940 w 961960"/>
                  <a:gd name="connsiteY14" fmla="*/ 750093 h 1037150"/>
                  <a:gd name="connsiteX15" fmla="*/ 803533 w 961960"/>
                  <a:gd name="connsiteY15" fmla="*/ 750093 h 1037150"/>
                  <a:gd name="connsiteX16" fmla="*/ 875308 w 961960"/>
                  <a:gd name="connsiteY16" fmla="*/ 678318 h 1037150"/>
                  <a:gd name="connsiteX17" fmla="*/ 875308 w 961960"/>
                  <a:gd name="connsiteY17" fmla="*/ 196898 h 1037150"/>
                  <a:gd name="connsiteX18" fmla="*/ 803533 w 961960"/>
                  <a:gd name="connsiteY18" fmla="*/ 125123 h 1037150"/>
                  <a:gd name="connsiteX19" fmla="*/ 103286 w 961960"/>
                  <a:gd name="connsiteY19" fmla="*/ 125123 h 1037150"/>
                  <a:gd name="connsiteX20" fmla="*/ 31511 w 961960"/>
                  <a:gd name="connsiteY20" fmla="*/ 196898 h 1037150"/>
                  <a:gd name="connsiteX21" fmla="*/ 31511 w 961960"/>
                  <a:gd name="connsiteY21" fmla="*/ 678318 h 1037150"/>
                  <a:gd name="connsiteX22" fmla="*/ 103286 w 961960"/>
                  <a:gd name="connsiteY22" fmla="*/ 750093 h 1037150"/>
                  <a:gd name="connsiteX23" fmla="*/ 365879 w 961960"/>
                  <a:gd name="connsiteY23" fmla="*/ 750093 h 1037150"/>
                  <a:gd name="connsiteX24" fmla="*/ 378965 w 961960"/>
                  <a:gd name="connsiteY24" fmla="*/ 757139 h 1037150"/>
                  <a:gd name="connsiteX25" fmla="*/ 554026 w 961960"/>
                  <a:gd name="connsiteY25" fmla="*/ 1019732 h 1037150"/>
                  <a:gd name="connsiteX26" fmla="*/ 527855 w 961960"/>
                  <a:gd name="connsiteY26" fmla="*/ 1037150 h 1037150"/>
                  <a:gd name="connsiteX27" fmla="*/ 903158 w 961960"/>
                  <a:gd name="connsiteY27" fmla="*/ 99897 h 1037150"/>
                  <a:gd name="connsiteX28" fmla="*/ 861383 w 961960"/>
                  <a:gd name="connsiteY28" fmla="*/ 69823 h 1037150"/>
                  <a:gd name="connsiteX29" fmla="*/ 819288 w 961960"/>
                  <a:gd name="connsiteY29" fmla="*/ 94837 h 1037150"/>
                  <a:gd name="connsiteX30" fmla="*/ 891064 w 961960"/>
                  <a:gd name="connsiteY30" fmla="*/ 142147 h 1037150"/>
                  <a:gd name="connsiteX31" fmla="*/ 891064 w 961960"/>
                  <a:gd name="connsiteY31" fmla="*/ 137377 h 1037150"/>
                  <a:gd name="connsiteX32" fmla="*/ 893447 w 961960"/>
                  <a:gd name="connsiteY32" fmla="*/ 148446 h 1037150"/>
                  <a:gd name="connsiteX33" fmla="*/ 897107 w 961960"/>
                  <a:gd name="connsiteY33" fmla="*/ 156165 h 1037150"/>
                  <a:gd name="connsiteX34" fmla="*/ 902924 w 961960"/>
                  <a:gd name="connsiteY34" fmla="*/ 168888 h 1037150"/>
                  <a:gd name="connsiteX35" fmla="*/ 903158 w 961960"/>
                  <a:gd name="connsiteY35" fmla="*/ 99897 h 1037150"/>
                  <a:gd name="connsiteX36" fmla="*/ 749062 w 961960"/>
                  <a:gd name="connsiteY36" fmla="*/ 507492 h 1037150"/>
                  <a:gd name="connsiteX37" fmla="*/ 183039 w 961960"/>
                  <a:gd name="connsiteY37" fmla="*/ 507492 h 1037150"/>
                  <a:gd name="connsiteX38" fmla="*/ 183040 w 961960"/>
                  <a:gd name="connsiteY38" fmla="*/ 485507 h 1037150"/>
                  <a:gd name="connsiteX39" fmla="*/ 750892 w 961960"/>
                  <a:gd name="connsiteY39" fmla="*/ 485990 h 1037150"/>
                  <a:gd name="connsiteX40" fmla="*/ 749062 w 961960"/>
                  <a:gd name="connsiteY40" fmla="*/ 507492 h 1037150"/>
                  <a:gd name="connsiteX41" fmla="*/ 752237 w 961960"/>
                  <a:gd name="connsiteY41" fmla="*/ 630196 h 1037150"/>
                  <a:gd name="connsiteX42" fmla="*/ 176689 w 961960"/>
                  <a:gd name="connsiteY42" fmla="*/ 630196 h 1037150"/>
                  <a:gd name="connsiteX43" fmla="*/ 176689 w 961960"/>
                  <a:gd name="connsiteY43" fmla="*/ 605035 h 1037150"/>
                  <a:gd name="connsiteX44" fmla="*/ 752237 w 961960"/>
                  <a:gd name="connsiteY44" fmla="*/ 605035 h 1037150"/>
                  <a:gd name="connsiteX45" fmla="*/ 752237 w 961960"/>
                  <a:gd name="connsiteY45" fmla="*/ 630196 h 1037150"/>
                  <a:gd name="connsiteX0" fmla="*/ 527855 w 961960"/>
                  <a:gd name="connsiteY0" fmla="*/ 1002812 h 1002812"/>
                  <a:gd name="connsiteX1" fmla="*/ 357432 w 961960"/>
                  <a:gd name="connsiteY1" fmla="*/ 747266 h 1002812"/>
                  <a:gd name="connsiteX2" fmla="*/ 103286 w 961960"/>
                  <a:gd name="connsiteY2" fmla="*/ 747266 h 1002812"/>
                  <a:gd name="connsiteX3" fmla="*/ 0 w 961960"/>
                  <a:gd name="connsiteY3" fmla="*/ 643980 h 1002812"/>
                  <a:gd name="connsiteX4" fmla="*/ 0 w 961960"/>
                  <a:gd name="connsiteY4" fmla="*/ 162560 h 1002812"/>
                  <a:gd name="connsiteX5" fmla="*/ 103286 w 961960"/>
                  <a:gd name="connsiteY5" fmla="*/ 59274 h 1002812"/>
                  <a:gd name="connsiteX6" fmla="*/ 787777 w 961960"/>
                  <a:gd name="connsiteY6" fmla="*/ 59274 h 1002812"/>
                  <a:gd name="connsiteX7" fmla="*/ 869165 w 961960"/>
                  <a:gd name="connsiteY7" fmla="*/ 2654 h 1002812"/>
                  <a:gd name="connsiteX8" fmla="*/ 953610 w 961960"/>
                  <a:gd name="connsiteY8" fmla="*/ 9465 h 1002812"/>
                  <a:gd name="connsiteX9" fmla="*/ 961960 w 961960"/>
                  <a:gd name="connsiteY9" fmla="*/ 131373 h 1002812"/>
                  <a:gd name="connsiteX10" fmla="*/ 906820 w 961960"/>
                  <a:gd name="connsiteY10" fmla="*/ 161365 h 1002812"/>
                  <a:gd name="connsiteX11" fmla="*/ 906819 w 961960"/>
                  <a:gd name="connsiteY11" fmla="*/ 643980 h 1002812"/>
                  <a:gd name="connsiteX12" fmla="*/ 803533 w 961960"/>
                  <a:gd name="connsiteY12" fmla="*/ 747266 h 1002812"/>
                  <a:gd name="connsiteX13" fmla="*/ 540940 w 961960"/>
                  <a:gd name="connsiteY13" fmla="*/ 747266 h 1002812"/>
                  <a:gd name="connsiteX14" fmla="*/ 540940 w 961960"/>
                  <a:gd name="connsiteY14" fmla="*/ 715755 h 1002812"/>
                  <a:gd name="connsiteX15" fmla="*/ 803533 w 961960"/>
                  <a:gd name="connsiteY15" fmla="*/ 715755 h 1002812"/>
                  <a:gd name="connsiteX16" fmla="*/ 875308 w 961960"/>
                  <a:gd name="connsiteY16" fmla="*/ 643980 h 1002812"/>
                  <a:gd name="connsiteX17" fmla="*/ 875308 w 961960"/>
                  <a:gd name="connsiteY17" fmla="*/ 162560 h 1002812"/>
                  <a:gd name="connsiteX18" fmla="*/ 803533 w 961960"/>
                  <a:gd name="connsiteY18" fmla="*/ 90785 h 1002812"/>
                  <a:gd name="connsiteX19" fmla="*/ 103286 w 961960"/>
                  <a:gd name="connsiteY19" fmla="*/ 90785 h 1002812"/>
                  <a:gd name="connsiteX20" fmla="*/ 31511 w 961960"/>
                  <a:gd name="connsiteY20" fmla="*/ 162560 h 1002812"/>
                  <a:gd name="connsiteX21" fmla="*/ 31511 w 961960"/>
                  <a:gd name="connsiteY21" fmla="*/ 643980 h 1002812"/>
                  <a:gd name="connsiteX22" fmla="*/ 103286 w 961960"/>
                  <a:gd name="connsiteY22" fmla="*/ 715755 h 1002812"/>
                  <a:gd name="connsiteX23" fmla="*/ 365879 w 961960"/>
                  <a:gd name="connsiteY23" fmla="*/ 715755 h 1002812"/>
                  <a:gd name="connsiteX24" fmla="*/ 378965 w 961960"/>
                  <a:gd name="connsiteY24" fmla="*/ 722801 h 1002812"/>
                  <a:gd name="connsiteX25" fmla="*/ 554026 w 961960"/>
                  <a:gd name="connsiteY25" fmla="*/ 985394 h 1002812"/>
                  <a:gd name="connsiteX26" fmla="*/ 527855 w 961960"/>
                  <a:gd name="connsiteY26" fmla="*/ 1002812 h 1002812"/>
                  <a:gd name="connsiteX27" fmla="*/ 903158 w 961960"/>
                  <a:gd name="connsiteY27" fmla="*/ 65559 h 1002812"/>
                  <a:gd name="connsiteX28" fmla="*/ 861383 w 961960"/>
                  <a:gd name="connsiteY28" fmla="*/ 35485 h 1002812"/>
                  <a:gd name="connsiteX29" fmla="*/ 819288 w 961960"/>
                  <a:gd name="connsiteY29" fmla="*/ 60499 h 1002812"/>
                  <a:gd name="connsiteX30" fmla="*/ 891064 w 961960"/>
                  <a:gd name="connsiteY30" fmla="*/ 107809 h 1002812"/>
                  <a:gd name="connsiteX31" fmla="*/ 891064 w 961960"/>
                  <a:gd name="connsiteY31" fmla="*/ 103039 h 1002812"/>
                  <a:gd name="connsiteX32" fmla="*/ 893447 w 961960"/>
                  <a:gd name="connsiteY32" fmla="*/ 114108 h 1002812"/>
                  <a:gd name="connsiteX33" fmla="*/ 897107 w 961960"/>
                  <a:gd name="connsiteY33" fmla="*/ 121827 h 1002812"/>
                  <a:gd name="connsiteX34" fmla="*/ 902924 w 961960"/>
                  <a:gd name="connsiteY34" fmla="*/ 134550 h 1002812"/>
                  <a:gd name="connsiteX35" fmla="*/ 903158 w 961960"/>
                  <a:gd name="connsiteY35" fmla="*/ 65559 h 1002812"/>
                  <a:gd name="connsiteX36" fmla="*/ 749062 w 961960"/>
                  <a:gd name="connsiteY36" fmla="*/ 473154 h 1002812"/>
                  <a:gd name="connsiteX37" fmla="*/ 183039 w 961960"/>
                  <a:gd name="connsiteY37" fmla="*/ 473154 h 1002812"/>
                  <a:gd name="connsiteX38" fmla="*/ 183040 w 961960"/>
                  <a:gd name="connsiteY38" fmla="*/ 451169 h 1002812"/>
                  <a:gd name="connsiteX39" fmla="*/ 750892 w 961960"/>
                  <a:gd name="connsiteY39" fmla="*/ 451652 h 1002812"/>
                  <a:gd name="connsiteX40" fmla="*/ 749062 w 961960"/>
                  <a:gd name="connsiteY40" fmla="*/ 473154 h 1002812"/>
                  <a:gd name="connsiteX41" fmla="*/ 752237 w 961960"/>
                  <a:gd name="connsiteY41" fmla="*/ 595858 h 1002812"/>
                  <a:gd name="connsiteX42" fmla="*/ 176689 w 961960"/>
                  <a:gd name="connsiteY42" fmla="*/ 595858 h 1002812"/>
                  <a:gd name="connsiteX43" fmla="*/ 176689 w 961960"/>
                  <a:gd name="connsiteY43" fmla="*/ 570697 h 1002812"/>
                  <a:gd name="connsiteX44" fmla="*/ 752237 w 961960"/>
                  <a:gd name="connsiteY44" fmla="*/ 570697 h 1002812"/>
                  <a:gd name="connsiteX45" fmla="*/ 752237 w 961960"/>
                  <a:gd name="connsiteY45" fmla="*/ 595858 h 1002812"/>
                  <a:gd name="connsiteX0" fmla="*/ 527855 w 953610"/>
                  <a:gd name="connsiteY0" fmla="*/ 1002812 h 1002812"/>
                  <a:gd name="connsiteX1" fmla="*/ 357432 w 953610"/>
                  <a:gd name="connsiteY1" fmla="*/ 747266 h 1002812"/>
                  <a:gd name="connsiteX2" fmla="*/ 103286 w 953610"/>
                  <a:gd name="connsiteY2" fmla="*/ 747266 h 1002812"/>
                  <a:gd name="connsiteX3" fmla="*/ 0 w 953610"/>
                  <a:gd name="connsiteY3" fmla="*/ 643980 h 1002812"/>
                  <a:gd name="connsiteX4" fmla="*/ 0 w 953610"/>
                  <a:gd name="connsiteY4" fmla="*/ 162560 h 1002812"/>
                  <a:gd name="connsiteX5" fmla="*/ 103286 w 953610"/>
                  <a:gd name="connsiteY5" fmla="*/ 59274 h 1002812"/>
                  <a:gd name="connsiteX6" fmla="*/ 787777 w 953610"/>
                  <a:gd name="connsiteY6" fmla="*/ 59274 h 1002812"/>
                  <a:gd name="connsiteX7" fmla="*/ 869165 w 953610"/>
                  <a:gd name="connsiteY7" fmla="*/ 2654 h 1002812"/>
                  <a:gd name="connsiteX8" fmla="*/ 953610 w 953610"/>
                  <a:gd name="connsiteY8" fmla="*/ 9465 h 1002812"/>
                  <a:gd name="connsiteX9" fmla="*/ 925013 w 953610"/>
                  <a:gd name="connsiteY9" fmla="*/ 87794 h 1002812"/>
                  <a:gd name="connsiteX10" fmla="*/ 906820 w 953610"/>
                  <a:gd name="connsiteY10" fmla="*/ 161365 h 1002812"/>
                  <a:gd name="connsiteX11" fmla="*/ 906819 w 953610"/>
                  <a:gd name="connsiteY11" fmla="*/ 643980 h 1002812"/>
                  <a:gd name="connsiteX12" fmla="*/ 803533 w 953610"/>
                  <a:gd name="connsiteY12" fmla="*/ 747266 h 1002812"/>
                  <a:gd name="connsiteX13" fmla="*/ 540940 w 953610"/>
                  <a:gd name="connsiteY13" fmla="*/ 747266 h 1002812"/>
                  <a:gd name="connsiteX14" fmla="*/ 540940 w 953610"/>
                  <a:gd name="connsiteY14" fmla="*/ 715755 h 1002812"/>
                  <a:gd name="connsiteX15" fmla="*/ 803533 w 953610"/>
                  <a:gd name="connsiteY15" fmla="*/ 715755 h 1002812"/>
                  <a:gd name="connsiteX16" fmla="*/ 875308 w 953610"/>
                  <a:gd name="connsiteY16" fmla="*/ 643980 h 1002812"/>
                  <a:gd name="connsiteX17" fmla="*/ 875308 w 953610"/>
                  <a:gd name="connsiteY17" fmla="*/ 162560 h 1002812"/>
                  <a:gd name="connsiteX18" fmla="*/ 803533 w 953610"/>
                  <a:gd name="connsiteY18" fmla="*/ 90785 h 1002812"/>
                  <a:gd name="connsiteX19" fmla="*/ 103286 w 953610"/>
                  <a:gd name="connsiteY19" fmla="*/ 90785 h 1002812"/>
                  <a:gd name="connsiteX20" fmla="*/ 31511 w 953610"/>
                  <a:gd name="connsiteY20" fmla="*/ 162560 h 1002812"/>
                  <a:gd name="connsiteX21" fmla="*/ 31511 w 953610"/>
                  <a:gd name="connsiteY21" fmla="*/ 643980 h 1002812"/>
                  <a:gd name="connsiteX22" fmla="*/ 103286 w 953610"/>
                  <a:gd name="connsiteY22" fmla="*/ 715755 h 1002812"/>
                  <a:gd name="connsiteX23" fmla="*/ 365879 w 953610"/>
                  <a:gd name="connsiteY23" fmla="*/ 715755 h 1002812"/>
                  <a:gd name="connsiteX24" fmla="*/ 378965 w 953610"/>
                  <a:gd name="connsiteY24" fmla="*/ 722801 h 1002812"/>
                  <a:gd name="connsiteX25" fmla="*/ 554026 w 953610"/>
                  <a:gd name="connsiteY25" fmla="*/ 985394 h 1002812"/>
                  <a:gd name="connsiteX26" fmla="*/ 527855 w 953610"/>
                  <a:gd name="connsiteY26" fmla="*/ 1002812 h 1002812"/>
                  <a:gd name="connsiteX27" fmla="*/ 903158 w 953610"/>
                  <a:gd name="connsiteY27" fmla="*/ 65559 h 1002812"/>
                  <a:gd name="connsiteX28" fmla="*/ 861383 w 953610"/>
                  <a:gd name="connsiteY28" fmla="*/ 35485 h 1002812"/>
                  <a:gd name="connsiteX29" fmla="*/ 819288 w 953610"/>
                  <a:gd name="connsiteY29" fmla="*/ 60499 h 1002812"/>
                  <a:gd name="connsiteX30" fmla="*/ 891064 w 953610"/>
                  <a:gd name="connsiteY30" fmla="*/ 107809 h 1002812"/>
                  <a:gd name="connsiteX31" fmla="*/ 891064 w 953610"/>
                  <a:gd name="connsiteY31" fmla="*/ 103039 h 1002812"/>
                  <a:gd name="connsiteX32" fmla="*/ 893447 w 953610"/>
                  <a:gd name="connsiteY32" fmla="*/ 114108 h 1002812"/>
                  <a:gd name="connsiteX33" fmla="*/ 897107 w 953610"/>
                  <a:gd name="connsiteY33" fmla="*/ 121827 h 1002812"/>
                  <a:gd name="connsiteX34" fmla="*/ 902924 w 953610"/>
                  <a:gd name="connsiteY34" fmla="*/ 134550 h 1002812"/>
                  <a:gd name="connsiteX35" fmla="*/ 903158 w 953610"/>
                  <a:gd name="connsiteY35" fmla="*/ 65559 h 1002812"/>
                  <a:gd name="connsiteX36" fmla="*/ 749062 w 953610"/>
                  <a:gd name="connsiteY36" fmla="*/ 473154 h 1002812"/>
                  <a:gd name="connsiteX37" fmla="*/ 183039 w 953610"/>
                  <a:gd name="connsiteY37" fmla="*/ 473154 h 1002812"/>
                  <a:gd name="connsiteX38" fmla="*/ 183040 w 953610"/>
                  <a:gd name="connsiteY38" fmla="*/ 451169 h 1002812"/>
                  <a:gd name="connsiteX39" fmla="*/ 750892 w 953610"/>
                  <a:gd name="connsiteY39" fmla="*/ 451652 h 1002812"/>
                  <a:gd name="connsiteX40" fmla="*/ 749062 w 953610"/>
                  <a:gd name="connsiteY40" fmla="*/ 473154 h 1002812"/>
                  <a:gd name="connsiteX41" fmla="*/ 752237 w 953610"/>
                  <a:gd name="connsiteY41" fmla="*/ 595858 h 1002812"/>
                  <a:gd name="connsiteX42" fmla="*/ 176689 w 953610"/>
                  <a:gd name="connsiteY42" fmla="*/ 595858 h 1002812"/>
                  <a:gd name="connsiteX43" fmla="*/ 176689 w 953610"/>
                  <a:gd name="connsiteY43" fmla="*/ 570697 h 1002812"/>
                  <a:gd name="connsiteX44" fmla="*/ 752237 w 953610"/>
                  <a:gd name="connsiteY44" fmla="*/ 570697 h 1002812"/>
                  <a:gd name="connsiteX45" fmla="*/ 752237 w 953610"/>
                  <a:gd name="connsiteY45" fmla="*/ 595858 h 1002812"/>
                  <a:gd name="connsiteX0" fmla="*/ 527855 w 953610"/>
                  <a:gd name="connsiteY0" fmla="*/ 1002812 h 1002812"/>
                  <a:gd name="connsiteX1" fmla="*/ 357432 w 953610"/>
                  <a:gd name="connsiteY1" fmla="*/ 747266 h 1002812"/>
                  <a:gd name="connsiteX2" fmla="*/ 103286 w 953610"/>
                  <a:gd name="connsiteY2" fmla="*/ 747266 h 1002812"/>
                  <a:gd name="connsiteX3" fmla="*/ 0 w 953610"/>
                  <a:gd name="connsiteY3" fmla="*/ 643980 h 1002812"/>
                  <a:gd name="connsiteX4" fmla="*/ 0 w 953610"/>
                  <a:gd name="connsiteY4" fmla="*/ 162560 h 1002812"/>
                  <a:gd name="connsiteX5" fmla="*/ 103286 w 953610"/>
                  <a:gd name="connsiteY5" fmla="*/ 59274 h 1002812"/>
                  <a:gd name="connsiteX6" fmla="*/ 787777 w 953610"/>
                  <a:gd name="connsiteY6" fmla="*/ 59274 h 1002812"/>
                  <a:gd name="connsiteX7" fmla="*/ 869165 w 953610"/>
                  <a:gd name="connsiteY7" fmla="*/ 2654 h 1002812"/>
                  <a:gd name="connsiteX8" fmla="*/ 953610 w 953610"/>
                  <a:gd name="connsiteY8" fmla="*/ 9465 h 1002812"/>
                  <a:gd name="connsiteX9" fmla="*/ 928803 w 953610"/>
                  <a:gd name="connsiteY9" fmla="*/ 56531 h 1002812"/>
                  <a:gd name="connsiteX10" fmla="*/ 906820 w 953610"/>
                  <a:gd name="connsiteY10" fmla="*/ 161365 h 1002812"/>
                  <a:gd name="connsiteX11" fmla="*/ 906819 w 953610"/>
                  <a:gd name="connsiteY11" fmla="*/ 643980 h 1002812"/>
                  <a:gd name="connsiteX12" fmla="*/ 803533 w 953610"/>
                  <a:gd name="connsiteY12" fmla="*/ 747266 h 1002812"/>
                  <a:gd name="connsiteX13" fmla="*/ 540940 w 953610"/>
                  <a:gd name="connsiteY13" fmla="*/ 747266 h 1002812"/>
                  <a:gd name="connsiteX14" fmla="*/ 540940 w 953610"/>
                  <a:gd name="connsiteY14" fmla="*/ 715755 h 1002812"/>
                  <a:gd name="connsiteX15" fmla="*/ 803533 w 953610"/>
                  <a:gd name="connsiteY15" fmla="*/ 715755 h 1002812"/>
                  <a:gd name="connsiteX16" fmla="*/ 875308 w 953610"/>
                  <a:gd name="connsiteY16" fmla="*/ 643980 h 1002812"/>
                  <a:gd name="connsiteX17" fmla="*/ 875308 w 953610"/>
                  <a:gd name="connsiteY17" fmla="*/ 162560 h 1002812"/>
                  <a:gd name="connsiteX18" fmla="*/ 803533 w 953610"/>
                  <a:gd name="connsiteY18" fmla="*/ 90785 h 1002812"/>
                  <a:gd name="connsiteX19" fmla="*/ 103286 w 953610"/>
                  <a:gd name="connsiteY19" fmla="*/ 90785 h 1002812"/>
                  <a:gd name="connsiteX20" fmla="*/ 31511 w 953610"/>
                  <a:gd name="connsiteY20" fmla="*/ 162560 h 1002812"/>
                  <a:gd name="connsiteX21" fmla="*/ 31511 w 953610"/>
                  <a:gd name="connsiteY21" fmla="*/ 643980 h 1002812"/>
                  <a:gd name="connsiteX22" fmla="*/ 103286 w 953610"/>
                  <a:gd name="connsiteY22" fmla="*/ 715755 h 1002812"/>
                  <a:gd name="connsiteX23" fmla="*/ 365879 w 953610"/>
                  <a:gd name="connsiteY23" fmla="*/ 715755 h 1002812"/>
                  <a:gd name="connsiteX24" fmla="*/ 378965 w 953610"/>
                  <a:gd name="connsiteY24" fmla="*/ 722801 h 1002812"/>
                  <a:gd name="connsiteX25" fmla="*/ 554026 w 953610"/>
                  <a:gd name="connsiteY25" fmla="*/ 985394 h 1002812"/>
                  <a:gd name="connsiteX26" fmla="*/ 527855 w 953610"/>
                  <a:gd name="connsiteY26" fmla="*/ 1002812 h 1002812"/>
                  <a:gd name="connsiteX27" fmla="*/ 903158 w 953610"/>
                  <a:gd name="connsiteY27" fmla="*/ 65559 h 1002812"/>
                  <a:gd name="connsiteX28" fmla="*/ 861383 w 953610"/>
                  <a:gd name="connsiteY28" fmla="*/ 35485 h 1002812"/>
                  <a:gd name="connsiteX29" fmla="*/ 819288 w 953610"/>
                  <a:gd name="connsiteY29" fmla="*/ 60499 h 1002812"/>
                  <a:gd name="connsiteX30" fmla="*/ 891064 w 953610"/>
                  <a:gd name="connsiteY30" fmla="*/ 107809 h 1002812"/>
                  <a:gd name="connsiteX31" fmla="*/ 891064 w 953610"/>
                  <a:gd name="connsiteY31" fmla="*/ 103039 h 1002812"/>
                  <a:gd name="connsiteX32" fmla="*/ 893447 w 953610"/>
                  <a:gd name="connsiteY32" fmla="*/ 114108 h 1002812"/>
                  <a:gd name="connsiteX33" fmla="*/ 897107 w 953610"/>
                  <a:gd name="connsiteY33" fmla="*/ 121827 h 1002812"/>
                  <a:gd name="connsiteX34" fmla="*/ 902924 w 953610"/>
                  <a:gd name="connsiteY34" fmla="*/ 134550 h 1002812"/>
                  <a:gd name="connsiteX35" fmla="*/ 903158 w 953610"/>
                  <a:gd name="connsiteY35" fmla="*/ 65559 h 1002812"/>
                  <a:gd name="connsiteX36" fmla="*/ 749062 w 953610"/>
                  <a:gd name="connsiteY36" fmla="*/ 473154 h 1002812"/>
                  <a:gd name="connsiteX37" fmla="*/ 183039 w 953610"/>
                  <a:gd name="connsiteY37" fmla="*/ 473154 h 1002812"/>
                  <a:gd name="connsiteX38" fmla="*/ 183040 w 953610"/>
                  <a:gd name="connsiteY38" fmla="*/ 451169 h 1002812"/>
                  <a:gd name="connsiteX39" fmla="*/ 750892 w 953610"/>
                  <a:gd name="connsiteY39" fmla="*/ 451652 h 1002812"/>
                  <a:gd name="connsiteX40" fmla="*/ 749062 w 953610"/>
                  <a:gd name="connsiteY40" fmla="*/ 473154 h 1002812"/>
                  <a:gd name="connsiteX41" fmla="*/ 752237 w 953610"/>
                  <a:gd name="connsiteY41" fmla="*/ 595858 h 1002812"/>
                  <a:gd name="connsiteX42" fmla="*/ 176689 w 953610"/>
                  <a:gd name="connsiteY42" fmla="*/ 595858 h 1002812"/>
                  <a:gd name="connsiteX43" fmla="*/ 176689 w 953610"/>
                  <a:gd name="connsiteY43" fmla="*/ 570697 h 1002812"/>
                  <a:gd name="connsiteX44" fmla="*/ 752237 w 953610"/>
                  <a:gd name="connsiteY44" fmla="*/ 570697 h 1002812"/>
                  <a:gd name="connsiteX45" fmla="*/ 752237 w 953610"/>
                  <a:gd name="connsiteY45" fmla="*/ 595858 h 1002812"/>
                  <a:gd name="connsiteX0" fmla="*/ 527855 w 928803"/>
                  <a:gd name="connsiteY0" fmla="*/ 1000164 h 1000164"/>
                  <a:gd name="connsiteX1" fmla="*/ 357432 w 928803"/>
                  <a:gd name="connsiteY1" fmla="*/ 744618 h 1000164"/>
                  <a:gd name="connsiteX2" fmla="*/ 103286 w 928803"/>
                  <a:gd name="connsiteY2" fmla="*/ 744618 h 1000164"/>
                  <a:gd name="connsiteX3" fmla="*/ 0 w 928803"/>
                  <a:gd name="connsiteY3" fmla="*/ 641332 h 1000164"/>
                  <a:gd name="connsiteX4" fmla="*/ 0 w 928803"/>
                  <a:gd name="connsiteY4" fmla="*/ 159912 h 1000164"/>
                  <a:gd name="connsiteX5" fmla="*/ 103286 w 928803"/>
                  <a:gd name="connsiteY5" fmla="*/ 56626 h 1000164"/>
                  <a:gd name="connsiteX6" fmla="*/ 787777 w 928803"/>
                  <a:gd name="connsiteY6" fmla="*/ 56626 h 1000164"/>
                  <a:gd name="connsiteX7" fmla="*/ 869165 w 928803"/>
                  <a:gd name="connsiteY7" fmla="*/ 6 h 1000164"/>
                  <a:gd name="connsiteX8" fmla="*/ 928803 w 928803"/>
                  <a:gd name="connsiteY8" fmla="*/ 53883 h 1000164"/>
                  <a:gd name="connsiteX9" fmla="*/ 906820 w 928803"/>
                  <a:gd name="connsiteY9" fmla="*/ 158717 h 1000164"/>
                  <a:gd name="connsiteX10" fmla="*/ 906819 w 928803"/>
                  <a:gd name="connsiteY10" fmla="*/ 641332 h 1000164"/>
                  <a:gd name="connsiteX11" fmla="*/ 803533 w 928803"/>
                  <a:gd name="connsiteY11" fmla="*/ 744618 h 1000164"/>
                  <a:gd name="connsiteX12" fmla="*/ 540940 w 928803"/>
                  <a:gd name="connsiteY12" fmla="*/ 744618 h 1000164"/>
                  <a:gd name="connsiteX13" fmla="*/ 540940 w 928803"/>
                  <a:gd name="connsiteY13" fmla="*/ 713107 h 1000164"/>
                  <a:gd name="connsiteX14" fmla="*/ 803533 w 928803"/>
                  <a:gd name="connsiteY14" fmla="*/ 713107 h 1000164"/>
                  <a:gd name="connsiteX15" fmla="*/ 875308 w 928803"/>
                  <a:gd name="connsiteY15" fmla="*/ 641332 h 1000164"/>
                  <a:gd name="connsiteX16" fmla="*/ 875308 w 928803"/>
                  <a:gd name="connsiteY16" fmla="*/ 159912 h 1000164"/>
                  <a:gd name="connsiteX17" fmla="*/ 803533 w 928803"/>
                  <a:gd name="connsiteY17" fmla="*/ 88137 h 1000164"/>
                  <a:gd name="connsiteX18" fmla="*/ 103286 w 928803"/>
                  <a:gd name="connsiteY18" fmla="*/ 88137 h 1000164"/>
                  <a:gd name="connsiteX19" fmla="*/ 31511 w 928803"/>
                  <a:gd name="connsiteY19" fmla="*/ 159912 h 1000164"/>
                  <a:gd name="connsiteX20" fmla="*/ 31511 w 928803"/>
                  <a:gd name="connsiteY20" fmla="*/ 641332 h 1000164"/>
                  <a:gd name="connsiteX21" fmla="*/ 103286 w 928803"/>
                  <a:gd name="connsiteY21" fmla="*/ 713107 h 1000164"/>
                  <a:gd name="connsiteX22" fmla="*/ 365879 w 928803"/>
                  <a:gd name="connsiteY22" fmla="*/ 713107 h 1000164"/>
                  <a:gd name="connsiteX23" fmla="*/ 378965 w 928803"/>
                  <a:gd name="connsiteY23" fmla="*/ 720153 h 1000164"/>
                  <a:gd name="connsiteX24" fmla="*/ 554026 w 928803"/>
                  <a:gd name="connsiteY24" fmla="*/ 982746 h 1000164"/>
                  <a:gd name="connsiteX25" fmla="*/ 527855 w 928803"/>
                  <a:gd name="connsiteY25" fmla="*/ 1000164 h 1000164"/>
                  <a:gd name="connsiteX26" fmla="*/ 903158 w 928803"/>
                  <a:gd name="connsiteY26" fmla="*/ 62911 h 1000164"/>
                  <a:gd name="connsiteX27" fmla="*/ 861383 w 928803"/>
                  <a:gd name="connsiteY27" fmla="*/ 32837 h 1000164"/>
                  <a:gd name="connsiteX28" fmla="*/ 819288 w 928803"/>
                  <a:gd name="connsiteY28" fmla="*/ 57851 h 1000164"/>
                  <a:gd name="connsiteX29" fmla="*/ 891064 w 928803"/>
                  <a:gd name="connsiteY29" fmla="*/ 105161 h 1000164"/>
                  <a:gd name="connsiteX30" fmla="*/ 891064 w 928803"/>
                  <a:gd name="connsiteY30" fmla="*/ 100391 h 1000164"/>
                  <a:gd name="connsiteX31" fmla="*/ 893447 w 928803"/>
                  <a:gd name="connsiteY31" fmla="*/ 111460 h 1000164"/>
                  <a:gd name="connsiteX32" fmla="*/ 897107 w 928803"/>
                  <a:gd name="connsiteY32" fmla="*/ 119179 h 1000164"/>
                  <a:gd name="connsiteX33" fmla="*/ 902924 w 928803"/>
                  <a:gd name="connsiteY33" fmla="*/ 131902 h 1000164"/>
                  <a:gd name="connsiteX34" fmla="*/ 903158 w 928803"/>
                  <a:gd name="connsiteY34" fmla="*/ 62911 h 1000164"/>
                  <a:gd name="connsiteX35" fmla="*/ 749062 w 928803"/>
                  <a:gd name="connsiteY35" fmla="*/ 470506 h 1000164"/>
                  <a:gd name="connsiteX36" fmla="*/ 183039 w 928803"/>
                  <a:gd name="connsiteY36" fmla="*/ 470506 h 1000164"/>
                  <a:gd name="connsiteX37" fmla="*/ 183040 w 928803"/>
                  <a:gd name="connsiteY37" fmla="*/ 448521 h 1000164"/>
                  <a:gd name="connsiteX38" fmla="*/ 750892 w 928803"/>
                  <a:gd name="connsiteY38" fmla="*/ 449004 h 1000164"/>
                  <a:gd name="connsiteX39" fmla="*/ 749062 w 928803"/>
                  <a:gd name="connsiteY39" fmla="*/ 470506 h 1000164"/>
                  <a:gd name="connsiteX40" fmla="*/ 752237 w 928803"/>
                  <a:gd name="connsiteY40" fmla="*/ 593210 h 1000164"/>
                  <a:gd name="connsiteX41" fmla="*/ 176689 w 928803"/>
                  <a:gd name="connsiteY41" fmla="*/ 593210 h 1000164"/>
                  <a:gd name="connsiteX42" fmla="*/ 176689 w 928803"/>
                  <a:gd name="connsiteY42" fmla="*/ 568049 h 1000164"/>
                  <a:gd name="connsiteX43" fmla="*/ 752237 w 928803"/>
                  <a:gd name="connsiteY43" fmla="*/ 568049 h 1000164"/>
                  <a:gd name="connsiteX44" fmla="*/ 752237 w 928803"/>
                  <a:gd name="connsiteY44" fmla="*/ 593210 h 1000164"/>
                  <a:gd name="connsiteX0" fmla="*/ 527855 w 928803"/>
                  <a:gd name="connsiteY0" fmla="*/ 1000164 h 1000164"/>
                  <a:gd name="connsiteX1" fmla="*/ 357432 w 928803"/>
                  <a:gd name="connsiteY1" fmla="*/ 744618 h 1000164"/>
                  <a:gd name="connsiteX2" fmla="*/ 103286 w 928803"/>
                  <a:gd name="connsiteY2" fmla="*/ 744618 h 1000164"/>
                  <a:gd name="connsiteX3" fmla="*/ 0 w 928803"/>
                  <a:gd name="connsiteY3" fmla="*/ 641332 h 1000164"/>
                  <a:gd name="connsiteX4" fmla="*/ 0 w 928803"/>
                  <a:gd name="connsiteY4" fmla="*/ 159912 h 1000164"/>
                  <a:gd name="connsiteX5" fmla="*/ 103286 w 928803"/>
                  <a:gd name="connsiteY5" fmla="*/ 56626 h 1000164"/>
                  <a:gd name="connsiteX6" fmla="*/ 787777 w 928803"/>
                  <a:gd name="connsiteY6" fmla="*/ 56626 h 1000164"/>
                  <a:gd name="connsiteX7" fmla="*/ 869165 w 928803"/>
                  <a:gd name="connsiteY7" fmla="*/ 6 h 1000164"/>
                  <a:gd name="connsiteX8" fmla="*/ 928803 w 928803"/>
                  <a:gd name="connsiteY8" fmla="*/ 53883 h 1000164"/>
                  <a:gd name="connsiteX9" fmla="*/ 906820 w 928803"/>
                  <a:gd name="connsiteY9" fmla="*/ 158717 h 1000164"/>
                  <a:gd name="connsiteX10" fmla="*/ 906819 w 928803"/>
                  <a:gd name="connsiteY10" fmla="*/ 641332 h 1000164"/>
                  <a:gd name="connsiteX11" fmla="*/ 803533 w 928803"/>
                  <a:gd name="connsiteY11" fmla="*/ 744618 h 1000164"/>
                  <a:gd name="connsiteX12" fmla="*/ 540940 w 928803"/>
                  <a:gd name="connsiteY12" fmla="*/ 744618 h 1000164"/>
                  <a:gd name="connsiteX13" fmla="*/ 540940 w 928803"/>
                  <a:gd name="connsiteY13" fmla="*/ 713107 h 1000164"/>
                  <a:gd name="connsiteX14" fmla="*/ 803533 w 928803"/>
                  <a:gd name="connsiteY14" fmla="*/ 713107 h 1000164"/>
                  <a:gd name="connsiteX15" fmla="*/ 875308 w 928803"/>
                  <a:gd name="connsiteY15" fmla="*/ 641332 h 1000164"/>
                  <a:gd name="connsiteX16" fmla="*/ 875308 w 928803"/>
                  <a:gd name="connsiteY16" fmla="*/ 159912 h 1000164"/>
                  <a:gd name="connsiteX17" fmla="*/ 803533 w 928803"/>
                  <a:gd name="connsiteY17" fmla="*/ 88137 h 1000164"/>
                  <a:gd name="connsiteX18" fmla="*/ 103286 w 928803"/>
                  <a:gd name="connsiteY18" fmla="*/ 88137 h 1000164"/>
                  <a:gd name="connsiteX19" fmla="*/ 31511 w 928803"/>
                  <a:gd name="connsiteY19" fmla="*/ 159912 h 1000164"/>
                  <a:gd name="connsiteX20" fmla="*/ 31511 w 928803"/>
                  <a:gd name="connsiteY20" fmla="*/ 641332 h 1000164"/>
                  <a:gd name="connsiteX21" fmla="*/ 103286 w 928803"/>
                  <a:gd name="connsiteY21" fmla="*/ 713107 h 1000164"/>
                  <a:gd name="connsiteX22" fmla="*/ 365879 w 928803"/>
                  <a:gd name="connsiteY22" fmla="*/ 713107 h 1000164"/>
                  <a:gd name="connsiteX23" fmla="*/ 378965 w 928803"/>
                  <a:gd name="connsiteY23" fmla="*/ 720153 h 1000164"/>
                  <a:gd name="connsiteX24" fmla="*/ 554026 w 928803"/>
                  <a:gd name="connsiteY24" fmla="*/ 982746 h 1000164"/>
                  <a:gd name="connsiteX25" fmla="*/ 527855 w 928803"/>
                  <a:gd name="connsiteY25" fmla="*/ 1000164 h 1000164"/>
                  <a:gd name="connsiteX26" fmla="*/ 894632 w 928803"/>
                  <a:gd name="connsiteY26" fmla="*/ 48701 h 1000164"/>
                  <a:gd name="connsiteX27" fmla="*/ 861383 w 928803"/>
                  <a:gd name="connsiteY27" fmla="*/ 32837 h 1000164"/>
                  <a:gd name="connsiteX28" fmla="*/ 819288 w 928803"/>
                  <a:gd name="connsiteY28" fmla="*/ 57851 h 1000164"/>
                  <a:gd name="connsiteX29" fmla="*/ 891064 w 928803"/>
                  <a:gd name="connsiteY29" fmla="*/ 105161 h 1000164"/>
                  <a:gd name="connsiteX30" fmla="*/ 891064 w 928803"/>
                  <a:gd name="connsiteY30" fmla="*/ 100391 h 1000164"/>
                  <a:gd name="connsiteX31" fmla="*/ 893447 w 928803"/>
                  <a:gd name="connsiteY31" fmla="*/ 111460 h 1000164"/>
                  <a:gd name="connsiteX32" fmla="*/ 897107 w 928803"/>
                  <a:gd name="connsiteY32" fmla="*/ 119179 h 1000164"/>
                  <a:gd name="connsiteX33" fmla="*/ 902924 w 928803"/>
                  <a:gd name="connsiteY33" fmla="*/ 131902 h 1000164"/>
                  <a:gd name="connsiteX34" fmla="*/ 894632 w 928803"/>
                  <a:gd name="connsiteY34" fmla="*/ 48701 h 1000164"/>
                  <a:gd name="connsiteX35" fmla="*/ 749062 w 928803"/>
                  <a:gd name="connsiteY35" fmla="*/ 470506 h 1000164"/>
                  <a:gd name="connsiteX36" fmla="*/ 183039 w 928803"/>
                  <a:gd name="connsiteY36" fmla="*/ 470506 h 1000164"/>
                  <a:gd name="connsiteX37" fmla="*/ 183040 w 928803"/>
                  <a:gd name="connsiteY37" fmla="*/ 448521 h 1000164"/>
                  <a:gd name="connsiteX38" fmla="*/ 750892 w 928803"/>
                  <a:gd name="connsiteY38" fmla="*/ 449004 h 1000164"/>
                  <a:gd name="connsiteX39" fmla="*/ 749062 w 928803"/>
                  <a:gd name="connsiteY39" fmla="*/ 470506 h 1000164"/>
                  <a:gd name="connsiteX40" fmla="*/ 752237 w 928803"/>
                  <a:gd name="connsiteY40" fmla="*/ 593210 h 1000164"/>
                  <a:gd name="connsiteX41" fmla="*/ 176689 w 928803"/>
                  <a:gd name="connsiteY41" fmla="*/ 593210 h 1000164"/>
                  <a:gd name="connsiteX42" fmla="*/ 176689 w 928803"/>
                  <a:gd name="connsiteY42" fmla="*/ 568049 h 1000164"/>
                  <a:gd name="connsiteX43" fmla="*/ 752237 w 928803"/>
                  <a:gd name="connsiteY43" fmla="*/ 568049 h 1000164"/>
                  <a:gd name="connsiteX44" fmla="*/ 752237 w 928803"/>
                  <a:gd name="connsiteY44" fmla="*/ 593210 h 1000164"/>
                  <a:gd name="connsiteX0" fmla="*/ 527855 w 928803"/>
                  <a:gd name="connsiteY0" fmla="*/ 1000164 h 1000164"/>
                  <a:gd name="connsiteX1" fmla="*/ 357432 w 928803"/>
                  <a:gd name="connsiteY1" fmla="*/ 744618 h 1000164"/>
                  <a:gd name="connsiteX2" fmla="*/ 103286 w 928803"/>
                  <a:gd name="connsiteY2" fmla="*/ 744618 h 1000164"/>
                  <a:gd name="connsiteX3" fmla="*/ 0 w 928803"/>
                  <a:gd name="connsiteY3" fmla="*/ 641332 h 1000164"/>
                  <a:gd name="connsiteX4" fmla="*/ 0 w 928803"/>
                  <a:gd name="connsiteY4" fmla="*/ 159912 h 1000164"/>
                  <a:gd name="connsiteX5" fmla="*/ 103286 w 928803"/>
                  <a:gd name="connsiteY5" fmla="*/ 56626 h 1000164"/>
                  <a:gd name="connsiteX6" fmla="*/ 787777 w 928803"/>
                  <a:gd name="connsiteY6" fmla="*/ 56626 h 1000164"/>
                  <a:gd name="connsiteX7" fmla="*/ 869165 w 928803"/>
                  <a:gd name="connsiteY7" fmla="*/ 6 h 1000164"/>
                  <a:gd name="connsiteX8" fmla="*/ 928803 w 928803"/>
                  <a:gd name="connsiteY8" fmla="*/ 53883 h 1000164"/>
                  <a:gd name="connsiteX9" fmla="*/ 906820 w 928803"/>
                  <a:gd name="connsiteY9" fmla="*/ 158717 h 1000164"/>
                  <a:gd name="connsiteX10" fmla="*/ 906819 w 928803"/>
                  <a:gd name="connsiteY10" fmla="*/ 641332 h 1000164"/>
                  <a:gd name="connsiteX11" fmla="*/ 803533 w 928803"/>
                  <a:gd name="connsiteY11" fmla="*/ 744618 h 1000164"/>
                  <a:gd name="connsiteX12" fmla="*/ 540940 w 928803"/>
                  <a:gd name="connsiteY12" fmla="*/ 744618 h 1000164"/>
                  <a:gd name="connsiteX13" fmla="*/ 540940 w 928803"/>
                  <a:gd name="connsiteY13" fmla="*/ 713107 h 1000164"/>
                  <a:gd name="connsiteX14" fmla="*/ 803533 w 928803"/>
                  <a:gd name="connsiteY14" fmla="*/ 713107 h 1000164"/>
                  <a:gd name="connsiteX15" fmla="*/ 875308 w 928803"/>
                  <a:gd name="connsiteY15" fmla="*/ 641332 h 1000164"/>
                  <a:gd name="connsiteX16" fmla="*/ 875308 w 928803"/>
                  <a:gd name="connsiteY16" fmla="*/ 159912 h 1000164"/>
                  <a:gd name="connsiteX17" fmla="*/ 803533 w 928803"/>
                  <a:gd name="connsiteY17" fmla="*/ 88137 h 1000164"/>
                  <a:gd name="connsiteX18" fmla="*/ 103286 w 928803"/>
                  <a:gd name="connsiteY18" fmla="*/ 88137 h 1000164"/>
                  <a:gd name="connsiteX19" fmla="*/ 31511 w 928803"/>
                  <a:gd name="connsiteY19" fmla="*/ 159912 h 1000164"/>
                  <a:gd name="connsiteX20" fmla="*/ 31511 w 928803"/>
                  <a:gd name="connsiteY20" fmla="*/ 641332 h 1000164"/>
                  <a:gd name="connsiteX21" fmla="*/ 103286 w 928803"/>
                  <a:gd name="connsiteY21" fmla="*/ 713107 h 1000164"/>
                  <a:gd name="connsiteX22" fmla="*/ 365879 w 928803"/>
                  <a:gd name="connsiteY22" fmla="*/ 713107 h 1000164"/>
                  <a:gd name="connsiteX23" fmla="*/ 378965 w 928803"/>
                  <a:gd name="connsiteY23" fmla="*/ 720153 h 1000164"/>
                  <a:gd name="connsiteX24" fmla="*/ 554026 w 928803"/>
                  <a:gd name="connsiteY24" fmla="*/ 982746 h 1000164"/>
                  <a:gd name="connsiteX25" fmla="*/ 527855 w 928803"/>
                  <a:gd name="connsiteY25" fmla="*/ 1000164 h 1000164"/>
                  <a:gd name="connsiteX26" fmla="*/ 894632 w 928803"/>
                  <a:gd name="connsiteY26" fmla="*/ 48701 h 1000164"/>
                  <a:gd name="connsiteX27" fmla="*/ 819288 w 928803"/>
                  <a:gd name="connsiteY27" fmla="*/ 57851 h 1000164"/>
                  <a:gd name="connsiteX28" fmla="*/ 891064 w 928803"/>
                  <a:gd name="connsiteY28" fmla="*/ 105161 h 1000164"/>
                  <a:gd name="connsiteX29" fmla="*/ 891064 w 928803"/>
                  <a:gd name="connsiteY29" fmla="*/ 100391 h 1000164"/>
                  <a:gd name="connsiteX30" fmla="*/ 893447 w 928803"/>
                  <a:gd name="connsiteY30" fmla="*/ 111460 h 1000164"/>
                  <a:gd name="connsiteX31" fmla="*/ 897107 w 928803"/>
                  <a:gd name="connsiteY31" fmla="*/ 119179 h 1000164"/>
                  <a:gd name="connsiteX32" fmla="*/ 902924 w 928803"/>
                  <a:gd name="connsiteY32" fmla="*/ 131902 h 1000164"/>
                  <a:gd name="connsiteX33" fmla="*/ 894632 w 928803"/>
                  <a:gd name="connsiteY33" fmla="*/ 48701 h 1000164"/>
                  <a:gd name="connsiteX34" fmla="*/ 749062 w 928803"/>
                  <a:gd name="connsiteY34" fmla="*/ 470506 h 1000164"/>
                  <a:gd name="connsiteX35" fmla="*/ 183039 w 928803"/>
                  <a:gd name="connsiteY35" fmla="*/ 470506 h 1000164"/>
                  <a:gd name="connsiteX36" fmla="*/ 183040 w 928803"/>
                  <a:gd name="connsiteY36" fmla="*/ 448521 h 1000164"/>
                  <a:gd name="connsiteX37" fmla="*/ 750892 w 928803"/>
                  <a:gd name="connsiteY37" fmla="*/ 449004 h 1000164"/>
                  <a:gd name="connsiteX38" fmla="*/ 749062 w 928803"/>
                  <a:gd name="connsiteY38" fmla="*/ 470506 h 1000164"/>
                  <a:gd name="connsiteX39" fmla="*/ 752237 w 928803"/>
                  <a:gd name="connsiteY39" fmla="*/ 593210 h 1000164"/>
                  <a:gd name="connsiteX40" fmla="*/ 176689 w 928803"/>
                  <a:gd name="connsiteY40" fmla="*/ 593210 h 1000164"/>
                  <a:gd name="connsiteX41" fmla="*/ 176689 w 928803"/>
                  <a:gd name="connsiteY41" fmla="*/ 568049 h 1000164"/>
                  <a:gd name="connsiteX42" fmla="*/ 752237 w 928803"/>
                  <a:gd name="connsiteY42" fmla="*/ 568049 h 1000164"/>
                  <a:gd name="connsiteX43" fmla="*/ 752237 w 928803"/>
                  <a:gd name="connsiteY43" fmla="*/ 593210 h 1000164"/>
                  <a:gd name="connsiteX0" fmla="*/ 527855 w 928803"/>
                  <a:gd name="connsiteY0" fmla="*/ 1000164 h 1000164"/>
                  <a:gd name="connsiteX1" fmla="*/ 357432 w 928803"/>
                  <a:gd name="connsiteY1" fmla="*/ 744618 h 1000164"/>
                  <a:gd name="connsiteX2" fmla="*/ 103286 w 928803"/>
                  <a:gd name="connsiteY2" fmla="*/ 744618 h 1000164"/>
                  <a:gd name="connsiteX3" fmla="*/ 0 w 928803"/>
                  <a:gd name="connsiteY3" fmla="*/ 641332 h 1000164"/>
                  <a:gd name="connsiteX4" fmla="*/ 0 w 928803"/>
                  <a:gd name="connsiteY4" fmla="*/ 159912 h 1000164"/>
                  <a:gd name="connsiteX5" fmla="*/ 103286 w 928803"/>
                  <a:gd name="connsiteY5" fmla="*/ 56626 h 1000164"/>
                  <a:gd name="connsiteX6" fmla="*/ 787777 w 928803"/>
                  <a:gd name="connsiteY6" fmla="*/ 56626 h 1000164"/>
                  <a:gd name="connsiteX7" fmla="*/ 869165 w 928803"/>
                  <a:gd name="connsiteY7" fmla="*/ 6 h 1000164"/>
                  <a:gd name="connsiteX8" fmla="*/ 928803 w 928803"/>
                  <a:gd name="connsiteY8" fmla="*/ 53883 h 1000164"/>
                  <a:gd name="connsiteX9" fmla="*/ 906820 w 928803"/>
                  <a:gd name="connsiteY9" fmla="*/ 158717 h 1000164"/>
                  <a:gd name="connsiteX10" fmla="*/ 906819 w 928803"/>
                  <a:gd name="connsiteY10" fmla="*/ 641332 h 1000164"/>
                  <a:gd name="connsiteX11" fmla="*/ 803533 w 928803"/>
                  <a:gd name="connsiteY11" fmla="*/ 744618 h 1000164"/>
                  <a:gd name="connsiteX12" fmla="*/ 540940 w 928803"/>
                  <a:gd name="connsiteY12" fmla="*/ 744618 h 1000164"/>
                  <a:gd name="connsiteX13" fmla="*/ 540940 w 928803"/>
                  <a:gd name="connsiteY13" fmla="*/ 713107 h 1000164"/>
                  <a:gd name="connsiteX14" fmla="*/ 803533 w 928803"/>
                  <a:gd name="connsiteY14" fmla="*/ 713107 h 1000164"/>
                  <a:gd name="connsiteX15" fmla="*/ 875308 w 928803"/>
                  <a:gd name="connsiteY15" fmla="*/ 641332 h 1000164"/>
                  <a:gd name="connsiteX16" fmla="*/ 875308 w 928803"/>
                  <a:gd name="connsiteY16" fmla="*/ 159912 h 1000164"/>
                  <a:gd name="connsiteX17" fmla="*/ 803533 w 928803"/>
                  <a:gd name="connsiteY17" fmla="*/ 88137 h 1000164"/>
                  <a:gd name="connsiteX18" fmla="*/ 103286 w 928803"/>
                  <a:gd name="connsiteY18" fmla="*/ 88137 h 1000164"/>
                  <a:gd name="connsiteX19" fmla="*/ 31511 w 928803"/>
                  <a:gd name="connsiteY19" fmla="*/ 159912 h 1000164"/>
                  <a:gd name="connsiteX20" fmla="*/ 31511 w 928803"/>
                  <a:gd name="connsiteY20" fmla="*/ 641332 h 1000164"/>
                  <a:gd name="connsiteX21" fmla="*/ 103286 w 928803"/>
                  <a:gd name="connsiteY21" fmla="*/ 713107 h 1000164"/>
                  <a:gd name="connsiteX22" fmla="*/ 365879 w 928803"/>
                  <a:gd name="connsiteY22" fmla="*/ 713107 h 1000164"/>
                  <a:gd name="connsiteX23" fmla="*/ 378965 w 928803"/>
                  <a:gd name="connsiteY23" fmla="*/ 720153 h 1000164"/>
                  <a:gd name="connsiteX24" fmla="*/ 554026 w 928803"/>
                  <a:gd name="connsiteY24" fmla="*/ 982746 h 1000164"/>
                  <a:gd name="connsiteX25" fmla="*/ 527855 w 928803"/>
                  <a:gd name="connsiteY25" fmla="*/ 1000164 h 1000164"/>
                  <a:gd name="connsiteX26" fmla="*/ 894632 w 928803"/>
                  <a:gd name="connsiteY26" fmla="*/ 48701 h 1000164"/>
                  <a:gd name="connsiteX27" fmla="*/ 891064 w 928803"/>
                  <a:gd name="connsiteY27" fmla="*/ 105161 h 1000164"/>
                  <a:gd name="connsiteX28" fmla="*/ 891064 w 928803"/>
                  <a:gd name="connsiteY28" fmla="*/ 100391 h 1000164"/>
                  <a:gd name="connsiteX29" fmla="*/ 893447 w 928803"/>
                  <a:gd name="connsiteY29" fmla="*/ 111460 h 1000164"/>
                  <a:gd name="connsiteX30" fmla="*/ 897107 w 928803"/>
                  <a:gd name="connsiteY30" fmla="*/ 119179 h 1000164"/>
                  <a:gd name="connsiteX31" fmla="*/ 902924 w 928803"/>
                  <a:gd name="connsiteY31" fmla="*/ 131902 h 1000164"/>
                  <a:gd name="connsiteX32" fmla="*/ 894632 w 928803"/>
                  <a:gd name="connsiteY32" fmla="*/ 48701 h 1000164"/>
                  <a:gd name="connsiteX33" fmla="*/ 749062 w 928803"/>
                  <a:gd name="connsiteY33" fmla="*/ 470506 h 1000164"/>
                  <a:gd name="connsiteX34" fmla="*/ 183039 w 928803"/>
                  <a:gd name="connsiteY34" fmla="*/ 470506 h 1000164"/>
                  <a:gd name="connsiteX35" fmla="*/ 183040 w 928803"/>
                  <a:gd name="connsiteY35" fmla="*/ 448521 h 1000164"/>
                  <a:gd name="connsiteX36" fmla="*/ 750892 w 928803"/>
                  <a:gd name="connsiteY36" fmla="*/ 449004 h 1000164"/>
                  <a:gd name="connsiteX37" fmla="*/ 749062 w 928803"/>
                  <a:gd name="connsiteY37" fmla="*/ 470506 h 1000164"/>
                  <a:gd name="connsiteX38" fmla="*/ 752237 w 928803"/>
                  <a:gd name="connsiteY38" fmla="*/ 593210 h 1000164"/>
                  <a:gd name="connsiteX39" fmla="*/ 176689 w 928803"/>
                  <a:gd name="connsiteY39" fmla="*/ 593210 h 1000164"/>
                  <a:gd name="connsiteX40" fmla="*/ 176689 w 928803"/>
                  <a:gd name="connsiteY40" fmla="*/ 568049 h 1000164"/>
                  <a:gd name="connsiteX41" fmla="*/ 752237 w 928803"/>
                  <a:gd name="connsiteY41" fmla="*/ 568049 h 1000164"/>
                  <a:gd name="connsiteX42" fmla="*/ 752237 w 928803"/>
                  <a:gd name="connsiteY42" fmla="*/ 593210 h 1000164"/>
                  <a:gd name="connsiteX0" fmla="*/ 527855 w 928803"/>
                  <a:gd name="connsiteY0" fmla="*/ 957582 h 957582"/>
                  <a:gd name="connsiteX1" fmla="*/ 357432 w 928803"/>
                  <a:gd name="connsiteY1" fmla="*/ 702036 h 957582"/>
                  <a:gd name="connsiteX2" fmla="*/ 103286 w 928803"/>
                  <a:gd name="connsiteY2" fmla="*/ 702036 h 957582"/>
                  <a:gd name="connsiteX3" fmla="*/ 0 w 928803"/>
                  <a:gd name="connsiteY3" fmla="*/ 598750 h 957582"/>
                  <a:gd name="connsiteX4" fmla="*/ 0 w 928803"/>
                  <a:gd name="connsiteY4" fmla="*/ 117330 h 957582"/>
                  <a:gd name="connsiteX5" fmla="*/ 103286 w 928803"/>
                  <a:gd name="connsiteY5" fmla="*/ 14044 h 957582"/>
                  <a:gd name="connsiteX6" fmla="*/ 787777 w 928803"/>
                  <a:gd name="connsiteY6" fmla="*/ 14044 h 957582"/>
                  <a:gd name="connsiteX7" fmla="*/ 823263 w 928803"/>
                  <a:gd name="connsiteY7" fmla="*/ 13526 h 957582"/>
                  <a:gd name="connsiteX8" fmla="*/ 928803 w 928803"/>
                  <a:gd name="connsiteY8" fmla="*/ 11301 h 957582"/>
                  <a:gd name="connsiteX9" fmla="*/ 906820 w 928803"/>
                  <a:gd name="connsiteY9" fmla="*/ 116135 h 957582"/>
                  <a:gd name="connsiteX10" fmla="*/ 906819 w 928803"/>
                  <a:gd name="connsiteY10" fmla="*/ 598750 h 957582"/>
                  <a:gd name="connsiteX11" fmla="*/ 803533 w 928803"/>
                  <a:gd name="connsiteY11" fmla="*/ 702036 h 957582"/>
                  <a:gd name="connsiteX12" fmla="*/ 540940 w 928803"/>
                  <a:gd name="connsiteY12" fmla="*/ 702036 h 957582"/>
                  <a:gd name="connsiteX13" fmla="*/ 540940 w 928803"/>
                  <a:gd name="connsiteY13" fmla="*/ 670525 h 957582"/>
                  <a:gd name="connsiteX14" fmla="*/ 803533 w 928803"/>
                  <a:gd name="connsiteY14" fmla="*/ 670525 h 957582"/>
                  <a:gd name="connsiteX15" fmla="*/ 875308 w 928803"/>
                  <a:gd name="connsiteY15" fmla="*/ 598750 h 957582"/>
                  <a:gd name="connsiteX16" fmla="*/ 875308 w 928803"/>
                  <a:gd name="connsiteY16" fmla="*/ 117330 h 957582"/>
                  <a:gd name="connsiteX17" fmla="*/ 803533 w 928803"/>
                  <a:gd name="connsiteY17" fmla="*/ 45555 h 957582"/>
                  <a:gd name="connsiteX18" fmla="*/ 103286 w 928803"/>
                  <a:gd name="connsiteY18" fmla="*/ 45555 h 957582"/>
                  <a:gd name="connsiteX19" fmla="*/ 31511 w 928803"/>
                  <a:gd name="connsiteY19" fmla="*/ 117330 h 957582"/>
                  <a:gd name="connsiteX20" fmla="*/ 31511 w 928803"/>
                  <a:gd name="connsiteY20" fmla="*/ 598750 h 957582"/>
                  <a:gd name="connsiteX21" fmla="*/ 103286 w 928803"/>
                  <a:gd name="connsiteY21" fmla="*/ 670525 h 957582"/>
                  <a:gd name="connsiteX22" fmla="*/ 365879 w 928803"/>
                  <a:gd name="connsiteY22" fmla="*/ 670525 h 957582"/>
                  <a:gd name="connsiteX23" fmla="*/ 378965 w 928803"/>
                  <a:gd name="connsiteY23" fmla="*/ 677571 h 957582"/>
                  <a:gd name="connsiteX24" fmla="*/ 554026 w 928803"/>
                  <a:gd name="connsiteY24" fmla="*/ 940164 h 957582"/>
                  <a:gd name="connsiteX25" fmla="*/ 527855 w 928803"/>
                  <a:gd name="connsiteY25" fmla="*/ 957582 h 957582"/>
                  <a:gd name="connsiteX26" fmla="*/ 894632 w 928803"/>
                  <a:gd name="connsiteY26" fmla="*/ 6119 h 957582"/>
                  <a:gd name="connsiteX27" fmla="*/ 891064 w 928803"/>
                  <a:gd name="connsiteY27" fmla="*/ 62579 h 957582"/>
                  <a:gd name="connsiteX28" fmla="*/ 891064 w 928803"/>
                  <a:gd name="connsiteY28" fmla="*/ 57809 h 957582"/>
                  <a:gd name="connsiteX29" fmla="*/ 893447 w 928803"/>
                  <a:gd name="connsiteY29" fmla="*/ 68878 h 957582"/>
                  <a:gd name="connsiteX30" fmla="*/ 897107 w 928803"/>
                  <a:gd name="connsiteY30" fmla="*/ 76597 h 957582"/>
                  <a:gd name="connsiteX31" fmla="*/ 902924 w 928803"/>
                  <a:gd name="connsiteY31" fmla="*/ 89320 h 957582"/>
                  <a:gd name="connsiteX32" fmla="*/ 894632 w 928803"/>
                  <a:gd name="connsiteY32" fmla="*/ 6119 h 957582"/>
                  <a:gd name="connsiteX33" fmla="*/ 749062 w 928803"/>
                  <a:gd name="connsiteY33" fmla="*/ 427924 h 957582"/>
                  <a:gd name="connsiteX34" fmla="*/ 183039 w 928803"/>
                  <a:gd name="connsiteY34" fmla="*/ 427924 h 957582"/>
                  <a:gd name="connsiteX35" fmla="*/ 183040 w 928803"/>
                  <a:gd name="connsiteY35" fmla="*/ 405939 h 957582"/>
                  <a:gd name="connsiteX36" fmla="*/ 750892 w 928803"/>
                  <a:gd name="connsiteY36" fmla="*/ 406422 h 957582"/>
                  <a:gd name="connsiteX37" fmla="*/ 749062 w 928803"/>
                  <a:gd name="connsiteY37" fmla="*/ 427924 h 957582"/>
                  <a:gd name="connsiteX38" fmla="*/ 752237 w 928803"/>
                  <a:gd name="connsiteY38" fmla="*/ 550628 h 957582"/>
                  <a:gd name="connsiteX39" fmla="*/ 176689 w 928803"/>
                  <a:gd name="connsiteY39" fmla="*/ 550628 h 957582"/>
                  <a:gd name="connsiteX40" fmla="*/ 176689 w 928803"/>
                  <a:gd name="connsiteY40" fmla="*/ 525467 h 957582"/>
                  <a:gd name="connsiteX41" fmla="*/ 752237 w 928803"/>
                  <a:gd name="connsiteY41" fmla="*/ 525467 h 957582"/>
                  <a:gd name="connsiteX42" fmla="*/ 752237 w 928803"/>
                  <a:gd name="connsiteY42" fmla="*/ 550628 h 957582"/>
                  <a:gd name="connsiteX0" fmla="*/ 527855 w 928803"/>
                  <a:gd name="connsiteY0" fmla="*/ 955325 h 955325"/>
                  <a:gd name="connsiteX1" fmla="*/ 357432 w 928803"/>
                  <a:gd name="connsiteY1" fmla="*/ 699779 h 955325"/>
                  <a:gd name="connsiteX2" fmla="*/ 103286 w 928803"/>
                  <a:gd name="connsiteY2" fmla="*/ 699779 h 955325"/>
                  <a:gd name="connsiteX3" fmla="*/ 0 w 928803"/>
                  <a:gd name="connsiteY3" fmla="*/ 596493 h 955325"/>
                  <a:gd name="connsiteX4" fmla="*/ 0 w 928803"/>
                  <a:gd name="connsiteY4" fmla="*/ 115073 h 955325"/>
                  <a:gd name="connsiteX5" fmla="*/ 103286 w 928803"/>
                  <a:gd name="connsiteY5" fmla="*/ 11787 h 955325"/>
                  <a:gd name="connsiteX6" fmla="*/ 787777 w 928803"/>
                  <a:gd name="connsiteY6" fmla="*/ 11787 h 955325"/>
                  <a:gd name="connsiteX7" fmla="*/ 823263 w 928803"/>
                  <a:gd name="connsiteY7" fmla="*/ 11269 h 955325"/>
                  <a:gd name="connsiteX8" fmla="*/ 928803 w 928803"/>
                  <a:gd name="connsiteY8" fmla="*/ 9044 h 955325"/>
                  <a:gd name="connsiteX9" fmla="*/ 906820 w 928803"/>
                  <a:gd name="connsiteY9" fmla="*/ 113878 h 955325"/>
                  <a:gd name="connsiteX10" fmla="*/ 906819 w 928803"/>
                  <a:gd name="connsiteY10" fmla="*/ 596493 h 955325"/>
                  <a:gd name="connsiteX11" fmla="*/ 803533 w 928803"/>
                  <a:gd name="connsiteY11" fmla="*/ 699779 h 955325"/>
                  <a:gd name="connsiteX12" fmla="*/ 540940 w 928803"/>
                  <a:gd name="connsiteY12" fmla="*/ 699779 h 955325"/>
                  <a:gd name="connsiteX13" fmla="*/ 540940 w 928803"/>
                  <a:gd name="connsiteY13" fmla="*/ 668268 h 955325"/>
                  <a:gd name="connsiteX14" fmla="*/ 803533 w 928803"/>
                  <a:gd name="connsiteY14" fmla="*/ 668268 h 955325"/>
                  <a:gd name="connsiteX15" fmla="*/ 875308 w 928803"/>
                  <a:gd name="connsiteY15" fmla="*/ 596493 h 955325"/>
                  <a:gd name="connsiteX16" fmla="*/ 875308 w 928803"/>
                  <a:gd name="connsiteY16" fmla="*/ 115073 h 955325"/>
                  <a:gd name="connsiteX17" fmla="*/ 803533 w 928803"/>
                  <a:gd name="connsiteY17" fmla="*/ 43298 h 955325"/>
                  <a:gd name="connsiteX18" fmla="*/ 103286 w 928803"/>
                  <a:gd name="connsiteY18" fmla="*/ 43298 h 955325"/>
                  <a:gd name="connsiteX19" fmla="*/ 31511 w 928803"/>
                  <a:gd name="connsiteY19" fmla="*/ 115073 h 955325"/>
                  <a:gd name="connsiteX20" fmla="*/ 31511 w 928803"/>
                  <a:gd name="connsiteY20" fmla="*/ 596493 h 955325"/>
                  <a:gd name="connsiteX21" fmla="*/ 103286 w 928803"/>
                  <a:gd name="connsiteY21" fmla="*/ 668268 h 955325"/>
                  <a:gd name="connsiteX22" fmla="*/ 365879 w 928803"/>
                  <a:gd name="connsiteY22" fmla="*/ 668268 h 955325"/>
                  <a:gd name="connsiteX23" fmla="*/ 378965 w 928803"/>
                  <a:gd name="connsiteY23" fmla="*/ 675314 h 955325"/>
                  <a:gd name="connsiteX24" fmla="*/ 554026 w 928803"/>
                  <a:gd name="connsiteY24" fmla="*/ 937907 h 955325"/>
                  <a:gd name="connsiteX25" fmla="*/ 527855 w 928803"/>
                  <a:gd name="connsiteY25" fmla="*/ 955325 h 955325"/>
                  <a:gd name="connsiteX26" fmla="*/ 894632 w 928803"/>
                  <a:gd name="connsiteY26" fmla="*/ 3862 h 955325"/>
                  <a:gd name="connsiteX27" fmla="*/ 891064 w 928803"/>
                  <a:gd name="connsiteY27" fmla="*/ 60322 h 955325"/>
                  <a:gd name="connsiteX28" fmla="*/ 891064 w 928803"/>
                  <a:gd name="connsiteY28" fmla="*/ 55552 h 955325"/>
                  <a:gd name="connsiteX29" fmla="*/ 893447 w 928803"/>
                  <a:gd name="connsiteY29" fmla="*/ 66621 h 955325"/>
                  <a:gd name="connsiteX30" fmla="*/ 897107 w 928803"/>
                  <a:gd name="connsiteY30" fmla="*/ 74340 h 955325"/>
                  <a:gd name="connsiteX31" fmla="*/ 902924 w 928803"/>
                  <a:gd name="connsiteY31" fmla="*/ 87063 h 955325"/>
                  <a:gd name="connsiteX32" fmla="*/ 894632 w 928803"/>
                  <a:gd name="connsiteY32" fmla="*/ 3862 h 955325"/>
                  <a:gd name="connsiteX33" fmla="*/ 749062 w 928803"/>
                  <a:gd name="connsiteY33" fmla="*/ 425667 h 955325"/>
                  <a:gd name="connsiteX34" fmla="*/ 183039 w 928803"/>
                  <a:gd name="connsiteY34" fmla="*/ 425667 h 955325"/>
                  <a:gd name="connsiteX35" fmla="*/ 183040 w 928803"/>
                  <a:gd name="connsiteY35" fmla="*/ 403682 h 955325"/>
                  <a:gd name="connsiteX36" fmla="*/ 750892 w 928803"/>
                  <a:gd name="connsiteY36" fmla="*/ 404165 h 955325"/>
                  <a:gd name="connsiteX37" fmla="*/ 749062 w 928803"/>
                  <a:gd name="connsiteY37" fmla="*/ 425667 h 955325"/>
                  <a:gd name="connsiteX38" fmla="*/ 752237 w 928803"/>
                  <a:gd name="connsiteY38" fmla="*/ 548371 h 955325"/>
                  <a:gd name="connsiteX39" fmla="*/ 176689 w 928803"/>
                  <a:gd name="connsiteY39" fmla="*/ 548371 h 955325"/>
                  <a:gd name="connsiteX40" fmla="*/ 176689 w 928803"/>
                  <a:gd name="connsiteY40" fmla="*/ 523210 h 955325"/>
                  <a:gd name="connsiteX41" fmla="*/ 752237 w 928803"/>
                  <a:gd name="connsiteY41" fmla="*/ 523210 h 955325"/>
                  <a:gd name="connsiteX42" fmla="*/ 752237 w 928803"/>
                  <a:gd name="connsiteY42" fmla="*/ 548371 h 955325"/>
                  <a:gd name="connsiteX0" fmla="*/ 527855 w 928803"/>
                  <a:gd name="connsiteY0" fmla="*/ 955325 h 955325"/>
                  <a:gd name="connsiteX1" fmla="*/ 357432 w 928803"/>
                  <a:gd name="connsiteY1" fmla="*/ 699779 h 955325"/>
                  <a:gd name="connsiteX2" fmla="*/ 103286 w 928803"/>
                  <a:gd name="connsiteY2" fmla="*/ 699779 h 955325"/>
                  <a:gd name="connsiteX3" fmla="*/ 0 w 928803"/>
                  <a:gd name="connsiteY3" fmla="*/ 596493 h 955325"/>
                  <a:gd name="connsiteX4" fmla="*/ 0 w 928803"/>
                  <a:gd name="connsiteY4" fmla="*/ 115073 h 955325"/>
                  <a:gd name="connsiteX5" fmla="*/ 103286 w 928803"/>
                  <a:gd name="connsiteY5" fmla="*/ 11787 h 955325"/>
                  <a:gd name="connsiteX6" fmla="*/ 787777 w 928803"/>
                  <a:gd name="connsiteY6" fmla="*/ 11787 h 955325"/>
                  <a:gd name="connsiteX7" fmla="*/ 823263 w 928803"/>
                  <a:gd name="connsiteY7" fmla="*/ 11269 h 955325"/>
                  <a:gd name="connsiteX8" fmla="*/ 928803 w 928803"/>
                  <a:gd name="connsiteY8" fmla="*/ 9044 h 955325"/>
                  <a:gd name="connsiteX9" fmla="*/ 906820 w 928803"/>
                  <a:gd name="connsiteY9" fmla="*/ 113878 h 955325"/>
                  <a:gd name="connsiteX10" fmla="*/ 906819 w 928803"/>
                  <a:gd name="connsiteY10" fmla="*/ 596493 h 955325"/>
                  <a:gd name="connsiteX11" fmla="*/ 803533 w 928803"/>
                  <a:gd name="connsiteY11" fmla="*/ 699779 h 955325"/>
                  <a:gd name="connsiteX12" fmla="*/ 540940 w 928803"/>
                  <a:gd name="connsiteY12" fmla="*/ 699779 h 955325"/>
                  <a:gd name="connsiteX13" fmla="*/ 540940 w 928803"/>
                  <a:gd name="connsiteY13" fmla="*/ 668268 h 955325"/>
                  <a:gd name="connsiteX14" fmla="*/ 803533 w 928803"/>
                  <a:gd name="connsiteY14" fmla="*/ 668268 h 955325"/>
                  <a:gd name="connsiteX15" fmla="*/ 875308 w 928803"/>
                  <a:gd name="connsiteY15" fmla="*/ 596493 h 955325"/>
                  <a:gd name="connsiteX16" fmla="*/ 875308 w 928803"/>
                  <a:gd name="connsiteY16" fmla="*/ 115073 h 955325"/>
                  <a:gd name="connsiteX17" fmla="*/ 803533 w 928803"/>
                  <a:gd name="connsiteY17" fmla="*/ 43298 h 955325"/>
                  <a:gd name="connsiteX18" fmla="*/ 103286 w 928803"/>
                  <a:gd name="connsiteY18" fmla="*/ 43298 h 955325"/>
                  <a:gd name="connsiteX19" fmla="*/ 31511 w 928803"/>
                  <a:gd name="connsiteY19" fmla="*/ 115073 h 955325"/>
                  <a:gd name="connsiteX20" fmla="*/ 31511 w 928803"/>
                  <a:gd name="connsiteY20" fmla="*/ 596493 h 955325"/>
                  <a:gd name="connsiteX21" fmla="*/ 103286 w 928803"/>
                  <a:gd name="connsiteY21" fmla="*/ 668268 h 955325"/>
                  <a:gd name="connsiteX22" fmla="*/ 365879 w 928803"/>
                  <a:gd name="connsiteY22" fmla="*/ 668268 h 955325"/>
                  <a:gd name="connsiteX23" fmla="*/ 378965 w 928803"/>
                  <a:gd name="connsiteY23" fmla="*/ 675314 h 955325"/>
                  <a:gd name="connsiteX24" fmla="*/ 554026 w 928803"/>
                  <a:gd name="connsiteY24" fmla="*/ 937907 h 955325"/>
                  <a:gd name="connsiteX25" fmla="*/ 527855 w 928803"/>
                  <a:gd name="connsiteY25" fmla="*/ 955325 h 955325"/>
                  <a:gd name="connsiteX26" fmla="*/ 894632 w 928803"/>
                  <a:gd name="connsiteY26" fmla="*/ 3862 h 955325"/>
                  <a:gd name="connsiteX27" fmla="*/ 891064 w 928803"/>
                  <a:gd name="connsiteY27" fmla="*/ 60322 h 955325"/>
                  <a:gd name="connsiteX28" fmla="*/ 893447 w 928803"/>
                  <a:gd name="connsiteY28" fmla="*/ 66621 h 955325"/>
                  <a:gd name="connsiteX29" fmla="*/ 897107 w 928803"/>
                  <a:gd name="connsiteY29" fmla="*/ 74340 h 955325"/>
                  <a:gd name="connsiteX30" fmla="*/ 902924 w 928803"/>
                  <a:gd name="connsiteY30" fmla="*/ 87063 h 955325"/>
                  <a:gd name="connsiteX31" fmla="*/ 894632 w 928803"/>
                  <a:gd name="connsiteY31" fmla="*/ 3862 h 955325"/>
                  <a:gd name="connsiteX32" fmla="*/ 749062 w 928803"/>
                  <a:gd name="connsiteY32" fmla="*/ 425667 h 955325"/>
                  <a:gd name="connsiteX33" fmla="*/ 183039 w 928803"/>
                  <a:gd name="connsiteY33" fmla="*/ 425667 h 955325"/>
                  <a:gd name="connsiteX34" fmla="*/ 183040 w 928803"/>
                  <a:gd name="connsiteY34" fmla="*/ 403682 h 955325"/>
                  <a:gd name="connsiteX35" fmla="*/ 750892 w 928803"/>
                  <a:gd name="connsiteY35" fmla="*/ 404165 h 955325"/>
                  <a:gd name="connsiteX36" fmla="*/ 749062 w 928803"/>
                  <a:gd name="connsiteY36" fmla="*/ 425667 h 955325"/>
                  <a:gd name="connsiteX37" fmla="*/ 752237 w 928803"/>
                  <a:gd name="connsiteY37" fmla="*/ 548371 h 955325"/>
                  <a:gd name="connsiteX38" fmla="*/ 176689 w 928803"/>
                  <a:gd name="connsiteY38" fmla="*/ 548371 h 955325"/>
                  <a:gd name="connsiteX39" fmla="*/ 176689 w 928803"/>
                  <a:gd name="connsiteY39" fmla="*/ 523210 h 955325"/>
                  <a:gd name="connsiteX40" fmla="*/ 752237 w 928803"/>
                  <a:gd name="connsiteY40" fmla="*/ 523210 h 955325"/>
                  <a:gd name="connsiteX41" fmla="*/ 752237 w 928803"/>
                  <a:gd name="connsiteY41" fmla="*/ 548371 h 955325"/>
                  <a:gd name="connsiteX0" fmla="*/ 527855 w 928803"/>
                  <a:gd name="connsiteY0" fmla="*/ 955325 h 955325"/>
                  <a:gd name="connsiteX1" fmla="*/ 357432 w 928803"/>
                  <a:gd name="connsiteY1" fmla="*/ 699779 h 955325"/>
                  <a:gd name="connsiteX2" fmla="*/ 103286 w 928803"/>
                  <a:gd name="connsiteY2" fmla="*/ 699779 h 955325"/>
                  <a:gd name="connsiteX3" fmla="*/ 0 w 928803"/>
                  <a:gd name="connsiteY3" fmla="*/ 596493 h 955325"/>
                  <a:gd name="connsiteX4" fmla="*/ 0 w 928803"/>
                  <a:gd name="connsiteY4" fmla="*/ 115073 h 955325"/>
                  <a:gd name="connsiteX5" fmla="*/ 103286 w 928803"/>
                  <a:gd name="connsiteY5" fmla="*/ 11787 h 955325"/>
                  <a:gd name="connsiteX6" fmla="*/ 787777 w 928803"/>
                  <a:gd name="connsiteY6" fmla="*/ 11787 h 955325"/>
                  <a:gd name="connsiteX7" fmla="*/ 823263 w 928803"/>
                  <a:gd name="connsiteY7" fmla="*/ 11269 h 955325"/>
                  <a:gd name="connsiteX8" fmla="*/ 928803 w 928803"/>
                  <a:gd name="connsiteY8" fmla="*/ 9044 h 955325"/>
                  <a:gd name="connsiteX9" fmla="*/ 906820 w 928803"/>
                  <a:gd name="connsiteY9" fmla="*/ 113878 h 955325"/>
                  <a:gd name="connsiteX10" fmla="*/ 906819 w 928803"/>
                  <a:gd name="connsiteY10" fmla="*/ 596493 h 955325"/>
                  <a:gd name="connsiteX11" fmla="*/ 803533 w 928803"/>
                  <a:gd name="connsiteY11" fmla="*/ 699779 h 955325"/>
                  <a:gd name="connsiteX12" fmla="*/ 540940 w 928803"/>
                  <a:gd name="connsiteY12" fmla="*/ 699779 h 955325"/>
                  <a:gd name="connsiteX13" fmla="*/ 540940 w 928803"/>
                  <a:gd name="connsiteY13" fmla="*/ 668268 h 955325"/>
                  <a:gd name="connsiteX14" fmla="*/ 803533 w 928803"/>
                  <a:gd name="connsiteY14" fmla="*/ 668268 h 955325"/>
                  <a:gd name="connsiteX15" fmla="*/ 875308 w 928803"/>
                  <a:gd name="connsiteY15" fmla="*/ 596493 h 955325"/>
                  <a:gd name="connsiteX16" fmla="*/ 875308 w 928803"/>
                  <a:gd name="connsiteY16" fmla="*/ 115073 h 955325"/>
                  <a:gd name="connsiteX17" fmla="*/ 803533 w 928803"/>
                  <a:gd name="connsiteY17" fmla="*/ 43298 h 955325"/>
                  <a:gd name="connsiteX18" fmla="*/ 103286 w 928803"/>
                  <a:gd name="connsiteY18" fmla="*/ 43298 h 955325"/>
                  <a:gd name="connsiteX19" fmla="*/ 31511 w 928803"/>
                  <a:gd name="connsiteY19" fmla="*/ 115073 h 955325"/>
                  <a:gd name="connsiteX20" fmla="*/ 31511 w 928803"/>
                  <a:gd name="connsiteY20" fmla="*/ 596493 h 955325"/>
                  <a:gd name="connsiteX21" fmla="*/ 103286 w 928803"/>
                  <a:gd name="connsiteY21" fmla="*/ 668268 h 955325"/>
                  <a:gd name="connsiteX22" fmla="*/ 365879 w 928803"/>
                  <a:gd name="connsiteY22" fmla="*/ 668268 h 955325"/>
                  <a:gd name="connsiteX23" fmla="*/ 378965 w 928803"/>
                  <a:gd name="connsiteY23" fmla="*/ 675314 h 955325"/>
                  <a:gd name="connsiteX24" fmla="*/ 554026 w 928803"/>
                  <a:gd name="connsiteY24" fmla="*/ 937907 h 955325"/>
                  <a:gd name="connsiteX25" fmla="*/ 527855 w 928803"/>
                  <a:gd name="connsiteY25" fmla="*/ 955325 h 955325"/>
                  <a:gd name="connsiteX26" fmla="*/ 894632 w 928803"/>
                  <a:gd name="connsiteY26" fmla="*/ 3862 h 955325"/>
                  <a:gd name="connsiteX27" fmla="*/ 893447 w 928803"/>
                  <a:gd name="connsiteY27" fmla="*/ 66621 h 955325"/>
                  <a:gd name="connsiteX28" fmla="*/ 897107 w 928803"/>
                  <a:gd name="connsiteY28" fmla="*/ 74340 h 955325"/>
                  <a:gd name="connsiteX29" fmla="*/ 902924 w 928803"/>
                  <a:gd name="connsiteY29" fmla="*/ 87063 h 955325"/>
                  <a:gd name="connsiteX30" fmla="*/ 894632 w 928803"/>
                  <a:gd name="connsiteY30" fmla="*/ 3862 h 955325"/>
                  <a:gd name="connsiteX31" fmla="*/ 749062 w 928803"/>
                  <a:gd name="connsiteY31" fmla="*/ 425667 h 955325"/>
                  <a:gd name="connsiteX32" fmla="*/ 183039 w 928803"/>
                  <a:gd name="connsiteY32" fmla="*/ 425667 h 955325"/>
                  <a:gd name="connsiteX33" fmla="*/ 183040 w 928803"/>
                  <a:gd name="connsiteY33" fmla="*/ 403682 h 955325"/>
                  <a:gd name="connsiteX34" fmla="*/ 750892 w 928803"/>
                  <a:gd name="connsiteY34" fmla="*/ 404165 h 955325"/>
                  <a:gd name="connsiteX35" fmla="*/ 749062 w 928803"/>
                  <a:gd name="connsiteY35" fmla="*/ 425667 h 955325"/>
                  <a:gd name="connsiteX36" fmla="*/ 752237 w 928803"/>
                  <a:gd name="connsiteY36" fmla="*/ 548371 h 955325"/>
                  <a:gd name="connsiteX37" fmla="*/ 176689 w 928803"/>
                  <a:gd name="connsiteY37" fmla="*/ 548371 h 955325"/>
                  <a:gd name="connsiteX38" fmla="*/ 176689 w 928803"/>
                  <a:gd name="connsiteY38" fmla="*/ 523210 h 955325"/>
                  <a:gd name="connsiteX39" fmla="*/ 752237 w 928803"/>
                  <a:gd name="connsiteY39" fmla="*/ 523210 h 955325"/>
                  <a:gd name="connsiteX40" fmla="*/ 752237 w 928803"/>
                  <a:gd name="connsiteY40" fmla="*/ 548371 h 955325"/>
                  <a:gd name="connsiteX0" fmla="*/ 527855 w 928803"/>
                  <a:gd name="connsiteY0" fmla="*/ 955325 h 955325"/>
                  <a:gd name="connsiteX1" fmla="*/ 357432 w 928803"/>
                  <a:gd name="connsiteY1" fmla="*/ 699779 h 955325"/>
                  <a:gd name="connsiteX2" fmla="*/ 103286 w 928803"/>
                  <a:gd name="connsiteY2" fmla="*/ 699779 h 955325"/>
                  <a:gd name="connsiteX3" fmla="*/ 0 w 928803"/>
                  <a:gd name="connsiteY3" fmla="*/ 596493 h 955325"/>
                  <a:gd name="connsiteX4" fmla="*/ 0 w 928803"/>
                  <a:gd name="connsiteY4" fmla="*/ 115073 h 955325"/>
                  <a:gd name="connsiteX5" fmla="*/ 103286 w 928803"/>
                  <a:gd name="connsiteY5" fmla="*/ 11787 h 955325"/>
                  <a:gd name="connsiteX6" fmla="*/ 787777 w 928803"/>
                  <a:gd name="connsiteY6" fmla="*/ 11787 h 955325"/>
                  <a:gd name="connsiteX7" fmla="*/ 823263 w 928803"/>
                  <a:gd name="connsiteY7" fmla="*/ 11269 h 955325"/>
                  <a:gd name="connsiteX8" fmla="*/ 928803 w 928803"/>
                  <a:gd name="connsiteY8" fmla="*/ 9044 h 955325"/>
                  <a:gd name="connsiteX9" fmla="*/ 906820 w 928803"/>
                  <a:gd name="connsiteY9" fmla="*/ 113878 h 955325"/>
                  <a:gd name="connsiteX10" fmla="*/ 906819 w 928803"/>
                  <a:gd name="connsiteY10" fmla="*/ 596493 h 955325"/>
                  <a:gd name="connsiteX11" fmla="*/ 803533 w 928803"/>
                  <a:gd name="connsiteY11" fmla="*/ 699779 h 955325"/>
                  <a:gd name="connsiteX12" fmla="*/ 540940 w 928803"/>
                  <a:gd name="connsiteY12" fmla="*/ 699779 h 955325"/>
                  <a:gd name="connsiteX13" fmla="*/ 540940 w 928803"/>
                  <a:gd name="connsiteY13" fmla="*/ 668268 h 955325"/>
                  <a:gd name="connsiteX14" fmla="*/ 803533 w 928803"/>
                  <a:gd name="connsiteY14" fmla="*/ 668268 h 955325"/>
                  <a:gd name="connsiteX15" fmla="*/ 875308 w 928803"/>
                  <a:gd name="connsiteY15" fmla="*/ 596493 h 955325"/>
                  <a:gd name="connsiteX16" fmla="*/ 875308 w 928803"/>
                  <a:gd name="connsiteY16" fmla="*/ 115073 h 955325"/>
                  <a:gd name="connsiteX17" fmla="*/ 803533 w 928803"/>
                  <a:gd name="connsiteY17" fmla="*/ 43298 h 955325"/>
                  <a:gd name="connsiteX18" fmla="*/ 103286 w 928803"/>
                  <a:gd name="connsiteY18" fmla="*/ 43298 h 955325"/>
                  <a:gd name="connsiteX19" fmla="*/ 31511 w 928803"/>
                  <a:gd name="connsiteY19" fmla="*/ 115073 h 955325"/>
                  <a:gd name="connsiteX20" fmla="*/ 31511 w 928803"/>
                  <a:gd name="connsiteY20" fmla="*/ 596493 h 955325"/>
                  <a:gd name="connsiteX21" fmla="*/ 103286 w 928803"/>
                  <a:gd name="connsiteY21" fmla="*/ 668268 h 955325"/>
                  <a:gd name="connsiteX22" fmla="*/ 365879 w 928803"/>
                  <a:gd name="connsiteY22" fmla="*/ 668268 h 955325"/>
                  <a:gd name="connsiteX23" fmla="*/ 378965 w 928803"/>
                  <a:gd name="connsiteY23" fmla="*/ 675314 h 955325"/>
                  <a:gd name="connsiteX24" fmla="*/ 554026 w 928803"/>
                  <a:gd name="connsiteY24" fmla="*/ 937907 h 955325"/>
                  <a:gd name="connsiteX25" fmla="*/ 527855 w 928803"/>
                  <a:gd name="connsiteY25" fmla="*/ 955325 h 955325"/>
                  <a:gd name="connsiteX26" fmla="*/ 894632 w 928803"/>
                  <a:gd name="connsiteY26" fmla="*/ 3862 h 955325"/>
                  <a:gd name="connsiteX27" fmla="*/ 897107 w 928803"/>
                  <a:gd name="connsiteY27" fmla="*/ 74340 h 955325"/>
                  <a:gd name="connsiteX28" fmla="*/ 902924 w 928803"/>
                  <a:gd name="connsiteY28" fmla="*/ 87063 h 955325"/>
                  <a:gd name="connsiteX29" fmla="*/ 894632 w 928803"/>
                  <a:gd name="connsiteY29" fmla="*/ 3862 h 955325"/>
                  <a:gd name="connsiteX30" fmla="*/ 749062 w 928803"/>
                  <a:gd name="connsiteY30" fmla="*/ 425667 h 955325"/>
                  <a:gd name="connsiteX31" fmla="*/ 183039 w 928803"/>
                  <a:gd name="connsiteY31" fmla="*/ 425667 h 955325"/>
                  <a:gd name="connsiteX32" fmla="*/ 183040 w 928803"/>
                  <a:gd name="connsiteY32" fmla="*/ 403682 h 955325"/>
                  <a:gd name="connsiteX33" fmla="*/ 750892 w 928803"/>
                  <a:gd name="connsiteY33" fmla="*/ 404165 h 955325"/>
                  <a:gd name="connsiteX34" fmla="*/ 749062 w 928803"/>
                  <a:gd name="connsiteY34" fmla="*/ 425667 h 955325"/>
                  <a:gd name="connsiteX35" fmla="*/ 752237 w 928803"/>
                  <a:gd name="connsiteY35" fmla="*/ 548371 h 955325"/>
                  <a:gd name="connsiteX36" fmla="*/ 176689 w 928803"/>
                  <a:gd name="connsiteY36" fmla="*/ 548371 h 955325"/>
                  <a:gd name="connsiteX37" fmla="*/ 176689 w 928803"/>
                  <a:gd name="connsiteY37" fmla="*/ 523210 h 955325"/>
                  <a:gd name="connsiteX38" fmla="*/ 752237 w 928803"/>
                  <a:gd name="connsiteY38" fmla="*/ 523210 h 955325"/>
                  <a:gd name="connsiteX39" fmla="*/ 752237 w 928803"/>
                  <a:gd name="connsiteY39" fmla="*/ 548371 h 955325"/>
                  <a:gd name="connsiteX0" fmla="*/ 527855 w 928803"/>
                  <a:gd name="connsiteY0" fmla="*/ 955325 h 955325"/>
                  <a:gd name="connsiteX1" fmla="*/ 357432 w 928803"/>
                  <a:gd name="connsiteY1" fmla="*/ 699779 h 955325"/>
                  <a:gd name="connsiteX2" fmla="*/ 103286 w 928803"/>
                  <a:gd name="connsiteY2" fmla="*/ 699779 h 955325"/>
                  <a:gd name="connsiteX3" fmla="*/ 0 w 928803"/>
                  <a:gd name="connsiteY3" fmla="*/ 596493 h 955325"/>
                  <a:gd name="connsiteX4" fmla="*/ 0 w 928803"/>
                  <a:gd name="connsiteY4" fmla="*/ 115073 h 955325"/>
                  <a:gd name="connsiteX5" fmla="*/ 103286 w 928803"/>
                  <a:gd name="connsiteY5" fmla="*/ 11787 h 955325"/>
                  <a:gd name="connsiteX6" fmla="*/ 787777 w 928803"/>
                  <a:gd name="connsiteY6" fmla="*/ 11787 h 955325"/>
                  <a:gd name="connsiteX7" fmla="*/ 823263 w 928803"/>
                  <a:gd name="connsiteY7" fmla="*/ 11269 h 955325"/>
                  <a:gd name="connsiteX8" fmla="*/ 928803 w 928803"/>
                  <a:gd name="connsiteY8" fmla="*/ 9044 h 955325"/>
                  <a:gd name="connsiteX9" fmla="*/ 906820 w 928803"/>
                  <a:gd name="connsiteY9" fmla="*/ 113878 h 955325"/>
                  <a:gd name="connsiteX10" fmla="*/ 906819 w 928803"/>
                  <a:gd name="connsiteY10" fmla="*/ 596493 h 955325"/>
                  <a:gd name="connsiteX11" fmla="*/ 803533 w 928803"/>
                  <a:gd name="connsiteY11" fmla="*/ 699779 h 955325"/>
                  <a:gd name="connsiteX12" fmla="*/ 540940 w 928803"/>
                  <a:gd name="connsiteY12" fmla="*/ 699779 h 955325"/>
                  <a:gd name="connsiteX13" fmla="*/ 540940 w 928803"/>
                  <a:gd name="connsiteY13" fmla="*/ 668268 h 955325"/>
                  <a:gd name="connsiteX14" fmla="*/ 803533 w 928803"/>
                  <a:gd name="connsiteY14" fmla="*/ 668268 h 955325"/>
                  <a:gd name="connsiteX15" fmla="*/ 875308 w 928803"/>
                  <a:gd name="connsiteY15" fmla="*/ 596493 h 955325"/>
                  <a:gd name="connsiteX16" fmla="*/ 875308 w 928803"/>
                  <a:gd name="connsiteY16" fmla="*/ 115073 h 955325"/>
                  <a:gd name="connsiteX17" fmla="*/ 803533 w 928803"/>
                  <a:gd name="connsiteY17" fmla="*/ 43298 h 955325"/>
                  <a:gd name="connsiteX18" fmla="*/ 103286 w 928803"/>
                  <a:gd name="connsiteY18" fmla="*/ 43298 h 955325"/>
                  <a:gd name="connsiteX19" fmla="*/ 31511 w 928803"/>
                  <a:gd name="connsiteY19" fmla="*/ 115073 h 955325"/>
                  <a:gd name="connsiteX20" fmla="*/ 31511 w 928803"/>
                  <a:gd name="connsiteY20" fmla="*/ 596493 h 955325"/>
                  <a:gd name="connsiteX21" fmla="*/ 103286 w 928803"/>
                  <a:gd name="connsiteY21" fmla="*/ 668268 h 955325"/>
                  <a:gd name="connsiteX22" fmla="*/ 365879 w 928803"/>
                  <a:gd name="connsiteY22" fmla="*/ 668268 h 955325"/>
                  <a:gd name="connsiteX23" fmla="*/ 378965 w 928803"/>
                  <a:gd name="connsiteY23" fmla="*/ 675314 h 955325"/>
                  <a:gd name="connsiteX24" fmla="*/ 554026 w 928803"/>
                  <a:gd name="connsiteY24" fmla="*/ 937907 h 955325"/>
                  <a:gd name="connsiteX25" fmla="*/ 527855 w 928803"/>
                  <a:gd name="connsiteY25" fmla="*/ 955325 h 955325"/>
                  <a:gd name="connsiteX26" fmla="*/ 894632 w 928803"/>
                  <a:gd name="connsiteY26" fmla="*/ 3862 h 955325"/>
                  <a:gd name="connsiteX27" fmla="*/ 902924 w 928803"/>
                  <a:gd name="connsiteY27" fmla="*/ 87063 h 955325"/>
                  <a:gd name="connsiteX28" fmla="*/ 894632 w 928803"/>
                  <a:gd name="connsiteY28" fmla="*/ 3862 h 955325"/>
                  <a:gd name="connsiteX29" fmla="*/ 749062 w 928803"/>
                  <a:gd name="connsiteY29" fmla="*/ 425667 h 955325"/>
                  <a:gd name="connsiteX30" fmla="*/ 183039 w 928803"/>
                  <a:gd name="connsiteY30" fmla="*/ 425667 h 955325"/>
                  <a:gd name="connsiteX31" fmla="*/ 183040 w 928803"/>
                  <a:gd name="connsiteY31" fmla="*/ 403682 h 955325"/>
                  <a:gd name="connsiteX32" fmla="*/ 750892 w 928803"/>
                  <a:gd name="connsiteY32" fmla="*/ 404165 h 955325"/>
                  <a:gd name="connsiteX33" fmla="*/ 749062 w 928803"/>
                  <a:gd name="connsiteY33" fmla="*/ 425667 h 955325"/>
                  <a:gd name="connsiteX34" fmla="*/ 752237 w 928803"/>
                  <a:gd name="connsiteY34" fmla="*/ 548371 h 955325"/>
                  <a:gd name="connsiteX35" fmla="*/ 176689 w 928803"/>
                  <a:gd name="connsiteY35" fmla="*/ 548371 h 955325"/>
                  <a:gd name="connsiteX36" fmla="*/ 176689 w 928803"/>
                  <a:gd name="connsiteY36" fmla="*/ 523210 h 955325"/>
                  <a:gd name="connsiteX37" fmla="*/ 752237 w 928803"/>
                  <a:gd name="connsiteY37" fmla="*/ 523210 h 955325"/>
                  <a:gd name="connsiteX38" fmla="*/ 752237 w 928803"/>
                  <a:gd name="connsiteY38" fmla="*/ 548371 h 955325"/>
                  <a:gd name="connsiteX0" fmla="*/ 527855 w 928803"/>
                  <a:gd name="connsiteY0" fmla="*/ 955325 h 955325"/>
                  <a:gd name="connsiteX1" fmla="*/ 357432 w 928803"/>
                  <a:gd name="connsiteY1" fmla="*/ 699779 h 955325"/>
                  <a:gd name="connsiteX2" fmla="*/ 103286 w 928803"/>
                  <a:gd name="connsiteY2" fmla="*/ 699779 h 955325"/>
                  <a:gd name="connsiteX3" fmla="*/ 0 w 928803"/>
                  <a:gd name="connsiteY3" fmla="*/ 596493 h 955325"/>
                  <a:gd name="connsiteX4" fmla="*/ 0 w 928803"/>
                  <a:gd name="connsiteY4" fmla="*/ 115073 h 955325"/>
                  <a:gd name="connsiteX5" fmla="*/ 103286 w 928803"/>
                  <a:gd name="connsiteY5" fmla="*/ 11787 h 955325"/>
                  <a:gd name="connsiteX6" fmla="*/ 787777 w 928803"/>
                  <a:gd name="connsiteY6" fmla="*/ 11787 h 955325"/>
                  <a:gd name="connsiteX7" fmla="*/ 823263 w 928803"/>
                  <a:gd name="connsiteY7" fmla="*/ 11269 h 955325"/>
                  <a:gd name="connsiteX8" fmla="*/ 928803 w 928803"/>
                  <a:gd name="connsiteY8" fmla="*/ 9044 h 955325"/>
                  <a:gd name="connsiteX9" fmla="*/ 906820 w 928803"/>
                  <a:gd name="connsiteY9" fmla="*/ 113878 h 955325"/>
                  <a:gd name="connsiteX10" fmla="*/ 906819 w 928803"/>
                  <a:gd name="connsiteY10" fmla="*/ 596493 h 955325"/>
                  <a:gd name="connsiteX11" fmla="*/ 803533 w 928803"/>
                  <a:gd name="connsiteY11" fmla="*/ 699779 h 955325"/>
                  <a:gd name="connsiteX12" fmla="*/ 540940 w 928803"/>
                  <a:gd name="connsiteY12" fmla="*/ 699779 h 955325"/>
                  <a:gd name="connsiteX13" fmla="*/ 540940 w 928803"/>
                  <a:gd name="connsiteY13" fmla="*/ 668268 h 955325"/>
                  <a:gd name="connsiteX14" fmla="*/ 803533 w 928803"/>
                  <a:gd name="connsiteY14" fmla="*/ 668268 h 955325"/>
                  <a:gd name="connsiteX15" fmla="*/ 875308 w 928803"/>
                  <a:gd name="connsiteY15" fmla="*/ 596493 h 955325"/>
                  <a:gd name="connsiteX16" fmla="*/ 875308 w 928803"/>
                  <a:gd name="connsiteY16" fmla="*/ 115073 h 955325"/>
                  <a:gd name="connsiteX17" fmla="*/ 803533 w 928803"/>
                  <a:gd name="connsiteY17" fmla="*/ 43298 h 955325"/>
                  <a:gd name="connsiteX18" fmla="*/ 103286 w 928803"/>
                  <a:gd name="connsiteY18" fmla="*/ 43298 h 955325"/>
                  <a:gd name="connsiteX19" fmla="*/ 31511 w 928803"/>
                  <a:gd name="connsiteY19" fmla="*/ 115073 h 955325"/>
                  <a:gd name="connsiteX20" fmla="*/ 31511 w 928803"/>
                  <a:gd name="connsiteY20" fmla="*/ 596493 h 955325"/>
                  <a:gd name="connsiteX21" fmla="*/ 103286 w 928803"/>
                  <a:gd name="connsiteY21" fmla="*/ 668268 h 955325"/>
                  <a:gd name="connsiteX22" fmla="*/ 365879 w 928803"/>
                  <a:gd name="connsiteY22" fmla="*/ 668268 h 955325"/>
                  <a:gd name="connsiteX23" fmla="*/ 378965 w 928803"/>
                  <a:gd name="connsiteY23" fmla="*/ 675314 h 955325"/>
                  <a:gd name="connsiteX24" fmla="*/ 554026 w 928803"/>
                  <a:gd name="connsiteY24" fmla="*/ 937907 h 955325"/>
                  <a:gd name="connsiteX25" fmla="*/ 527855 w 928803"/>
                  <a:gd name="connsiteY25" fmla="*/ 955325 h 955325"/>
                  <a:gd name="connsiteX26" fmla="*/ 749062 w 928803"/>
                  <a:gd name="connsiteY26" fmla="*/ 425667 h 955325"/>
                  <a:gd name="connsiteX27" fmla="*/ 183039 w 928803"/>
                  <a:gd name="connsiteY27" fmla="*/ 425667 h 955325"/>
                  <a:gd name="connsiteX28" fmla="*/ 183040 w 928803"/>
                  <a:gd name="connsiteY28" fmla="*/ 403682 h 955325"/>
                  <a:gd name="connsiteX29" fmla="*/ 750892 w 928803"/>
                  <a:gd name="connsiteY29" fmla="*/ 404165 h 955325"/>
                  <a:gd name="connsiteX30" fmla="*/ 749062 w 928803"/>
                  <a:gd name="connsiteY30" fmla="*/ 425667 h 955325"/>
                  <a:gd name="connsiteX31" fmla="*/ 752237 w 928803"/>
                  <a:gd name="connsiteY31" fmla="*/ 548371 h 955325"/>
                  <a:gd name="connsiteX32" fmla="*/ 176689 w 928803"/>
                  <a:gd name="connsiteY32" fmla="*/ 548371 h 955325"/>
                  <a:gd name="connsiteX33" fmla="*/ 176689 w 928803"/>
                  <a:gd name="connsiteY33" fmla="*/ 523210 h 955325"/>
                  <a:gd name="connsiteX34" fmla="*/ 752237 w 928803"/>
                  <a:gd name="connsiteY34" fmla="*/ 523210 h 955325"/>
                  <a:gd name="connsiteX35" fmla="*/ 752237 w 928803"/>
                  <a:gd name="connsiteY35" fmla="*/ 548371 h 955325"/>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79501 w 906820"/>
                  <a:gd name="connsiteY8" fmla="*/ 368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79501 w 906820"/>
                  <a:gd name="connsiteY8" fmla="*/ 368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79501 w 906820"/>
                  <a:gd name="connsiteY8" fmla="*/ 368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79501 w 906820"/>
                  <a:gd name="connsiteY8" fmla="*/ 368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79501 w 906820"/>
                  <a:gd name="connsiteY8" fmla="*/ 368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901 w 906820"/>
                  <a:gd name="connsiteY8" fmla="*/ 35744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901 w 906820"/>
                  <a:gd name="connsiteY8" fmla="*/ 35744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901 w 906820"/>
                  <a:gd name="connsiteY8" fmla="*/ 35744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5735 w 906820"/>
                  <a:gd name="connsiteY8" fmla="*/ 35744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51329 w 906820"/>
                  <a:gd name="connsiteY26" fmla="*/ 414965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51329 w 906820"/>
                  <a:gd name="connsiteY30" fmla="*/ 414965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51329 w 906820"/>
                  <a:gd name="connsiteY26" fmla="*/ 414965 h 944056"/>
                  <a:gd name="connsiteX27" fmla="*/ 176239 w 906820"/>
                  <a:gd name="connsiteY27" fmla="*/ 414398 h 944056"/>
                  <a:gd name="connsiteX28" fmla="*/ 183040 w 906820"/>
                  <a:gd name="connsiteY28" fmla="*/ 392413 h 944056"/>
                  <a:gd name="connsiteX29" fmla="*/ 750892 w 906820"/>
                  <a:gd name="connsiteY29" fmla="*/ 392896 h 944056"/>
                  <a:gd name="connsiteX30" fmla="*/ 751329 w 906820"/>
                  <a:gd name="connsiteY30" fmla="*/ 414965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51329 w 906820"/>
                  <a:gd name="connsiteY26" fmla="*/ 414965 h 944056"/>
                  <a:gd name="connsiteX27" fmla="*/ 176239 w 906820"/>
                  <a:gd name="connsiteY27" fmla="*/ 414398 h 944056"/>
                  <a:gd name="connsiteX28" fmla="*/ 176806 w 906820"/>
                  <a:gd name="connsiteY28" fmla="*/ 389580 h 944056"/>
                  <a:gd name="connsiteX29" fmla="*/ 750892 w 906820"/>
                  <a:gd name="connsiteY29" fmla="*/ 392896 h 944056"/>
                  <a:gd name="connsiteX30" fmla="*/ 751329 w 906820"/>
                  <a:gd name="connsiteY30" fmla="*/ 414965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51329 w 906820"/>
                  <a:gd name="connsiteY26" fmla="*/ 414965 h 944056"/>
                  <a:gd name="connsiteX27" fmla="*/ 176239 w 906820"/>
                  <a:gd name="connsiteY27" fmla="*/ 414398 h 944056"/>
                  <a:gd name="connsiteX28" fmla="*/ 176806 w 906820"/>
                  <a:gd name="connsiteY28" fmla="*/ 389580 h 944056"/>
                  <a:gd name="connsiteX29" fmla="*/ 750325 w 906820"/>
                  <a:gd name="connsiteY29" fmla="*/ 389496 h 944056"/>
                  <a:gd name="connsiteX30" fmla="*/ 751329 w 906820"/>
                  <a:gd name="connsiteY30" fmla="*/ 414965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51329 w 906820"/>
                  <a:gd name="connsiteY26" fmla="*/ 414965 h 944056"/>
                  <a:gd name="connsiteX27" fmla="*/ 176239 w 906820"/>
                  <a:gd name="connsiteY27" fmla="*/ 414398 h 944056"/>
                  <a:gd name="connsiteX28" fmla="*/ 175106 w 906820"/>
                  <a:gd name="connsiteY28" fmla="*/ 389013 h 944056"/>
                  <a:gd name="connsiteX29" fmla="*/ 750325 w 906820"/>
                  <a:gd name="connsiteY29" fmla="*/ 389496 h 944056"/>
                  <a:gd name="connsiteX30" fmla="*/ 751329 w 906820"/>
                  <a:gd name="connsiteY30" fmla="*/ 414965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51329 w 906820"/>
                  <a:gd name="connsiteY26" fmla="*/ 414965 h 944056"/>
                  <a:gd name="connsiteX27" fmla="*/ 176239 w 906820"/>
                  <a:gd name="connsiteY27" fmla="*/ 414398 h 944056"/>
                  <a:gd name="connsiteX28" fmla="*/ 176806 w 906820"/>
                  <a:gd name="connsiteY28" fmla="*/ 389580 h 944056"/>
                  <a:gd name="connsiteX29" fmla="*/ 750325 w 906820"/>
                  <a:gd name="connsiteY29" fmla="*/ 389496 h 944056"/>
                  <a:gd name="connsiteX30" fmla="*/ 751329 w 906820"/>
                  <a:gd name="connsiteY30" fmla="*/ 414965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06820" h="944056">
                    <a:moveTo>
                      <a:pt x="527855" y="944056"/>
                    </a:moveTo>
                    <a:lnTo>
                      <a:pt x="357432" y="688510"/>
                    </a:lnTo>
                    <a:lnTo>
                      <a:pt x="103286" y="688510"/>
                    </a:lnTo>
                    <a:cubicBezTo>
                      <a:pt x="46348" y="688510"/>
                      <a:pt x="0" y="642162"/>
                      <a:pt x="0" y="585224"/>
                    </a:cubicBezTo>
                    <a:lnTo>
                      <a:pt x="0" y="103804"/>
                    </a:lnTo>
                    <a:cubicBezTo>
                      <a:pt x="0" y="46865"/>
                      <a:pt x="46348" y="518"/>
                      <a:pt x="103286" y="518"/>
                    </a:cubicBezTo>
                    <a:lnTo>
                      <a:pt x="787777" y="518"/>
                    </a:lnTo>
                    <a:lnTo>
                      <a:pt x="823263" y="0"/>
                    </a:lnTo>
                    <a:cubicBezTo>
                      <a:pt x="862068" y="8610"/>
                      <a:pt x="852826" y="7025"/>
                      <a:pt x="882335" y="35177"/>
                    </a:cubicBezTo>
                    <a:cubicBezTo>
                      <a:pt x="903341" y="65021"/>
                      <a:pt x="903381" y="69931"/>
                      <a:pt x="906820" y="102609"/>
                    </a:cubicBezTo>
                    <a:cubicBezTo>
                      <a:pt x="906820" y="263481"/>
                      <a:pt x="906819" y="424352"/>
                      <a:pt x="906819" y="585224"/>
                    </a:cubicBezTo>
                    <a:cubicBezTo>
                      <a:pt x="906819" y="642206"/>
                      <a:pt x="860472" y="688510"/>
                      <a:pt x="803533" y="688510"/>
                    </a:cubicBezTo>
                    <a:lnTo>
                      <a:pt x="540940" y="688510"/>
                    </a:lnTo>
                    <a:lnTo>
                      <a:pt x="540940" y="656999"/>
                    </a:lnTo>
                    <a:lnTo>
                      <a:pt x="803533" y="656999"/>
                    </a:lnTo>
                    <a:cubicBezTo>
                      <a:pt x="843097" y="656999"/>
                      <a:pt x="875308" y="624831"/>
                      <a:pt x="875308" y="585224"/>
                    </a:cubicBezTo>
                    <a:lnTo>
                      <a:pt x="875308" y="103804"/>
                    </a:lnTo>
                    <a:cubicBezTo>
                      <a:pt x="875308" y="64240"/>
                      <a:pt x="843141" y="32029"/>
                      <a:pt x="803533" y="32029"/>
                    </a:cubicBezTo>
                    <a:lnTo>
                      <a:pt x="103286" y="32029"/>
                    </a:lnTo>
                    <a:cubicBezTo>
                      <a:pt x="63722" y="32029"/>
                      <a:pt x="31511" y="64240"/>
                      <a:pt x="31511" y="103804"/>
                    </a:cubicBezTo>
                    <a:lnTo>
                      <a:pt x="31511" y="585224"/>
                    </a:lnTo>
                    <a:cubicBezTo>
                      <a:pt x="31511" y="624787"/>
                      <a:pt x="63722" y="656999"/>
                      <a:pt x="103286" y="656999"/>
                    </a:cubicBezTo>
                    <a:lnTo>
                      <a:pt x="365879" y="656999"/>
                    </a:lnTo>
                    <a:cubicBezTo>
                      <a:pt x="371174" y="656999"/>
                      <a:pt x="376076" y="659669"/>
                      <a:pt x="378965" y="664045"/>
                    </a:cubicBezTo>
                    <a:lnTo>
                      <a:pt x="554026" y="926638"/>
                    </a:lnTo>
                    <a:lnTo>
                      <a:pt x="527855" y="944056"/>
                    </a:lnTo>
                    <a:close/>
                    <a:moveTo>
                      <a:pt x="751329" y="414965"/>
                    </a:moveTo>
                    <a:lnTo>
                      <a:pt x="176239" y="414398"/>
                    </a:lnTo>
                    <a:cubicBezTo>
                      <a:pt x="176239" y="407680"/>
                      <a:pt x="176806" y="396298"/>
                      <a:pt x="176806" y="389580"/>
                    </a:cubicBezTo>
                    <a:lnTo>
                      <a:pt x="750325" y="389496"/>
                    </a:lnTo>
                    <a:cubicBezTo>
                      <a:pt x="750471" y="396852"/>
                      <a:pt x="751183" y="407609"/>
                      <a:pt x="751329" y="414965"/>
                    </a:cubicBezTo>
                    <a:close/>
                    <a:moveTo>
                      <a:pt x="752237" y="537102"/>
                    </a:moveTo>
                    <a:lnTo>
                      <a:pt x="176689" y="537102"/>
                    </a:lnTo>
                    <a:lnTo>
                      <a:pt x="176689" y="511941"/>
                    </a:lnTo>
                    <a:lnTo>
                      <a:pt x="752237" y="511941"/>
                    </a:lnTo>
                    <a:lnTo>
                      <a:pt x="752237" y="537102"/>
                    </a:lnTo>
                    <a:close/>
                  </a:path>
                </a:pathLst>
              </a:custGeom>
              <a:solidFill>
                <a:srgbClr val="0F62FE"/>
              </a:solidFill>
              <a:ln w="43755" cap="flat">
                <a:noFill/>
                <a:prstDash val="solid"/>
                <a:miter/>
              </a:ln>
            </p:spPr>
            <p:txBody>
              <a:bodyPr rtlCol="0" anchor="ctr"/>
              <a:lstStyle/>
              <a:p>
                <a:endParaRPr lang="en-US" dirty="0"/>
              </a:p>
            </p:txBody>
          </p:sp>
        </p:grpSp>
        <p:sp>
          <p:nvSpPr>
            <p:cNvPr id="29" name="Freeform 28">
              <a:extLst>
                <a:ext uri="{FF2B5EF4-FFF2-40B4-BE49-F238E27FC236}">
                  <a16:creationId xmlns:a16="http://schemas.microsoft.com/office/drawing/2014/main" id="{91BDDF74-B0E6-AE11-CAA6-9F4390BD5991}"/>
                </a:ext>
              </a:extLst>
            </p:cNvPr>
            <p:cNvSpPr>
              <a:spLocks noChangeAspect="1"/>
            </p:cNvSpPr>
            <p:nvPr/>
          </p:nvSpPr>
          <p:spPr>
            <a:xfrm>
              <a:off x="17692824" y="10123379"/>
              <a:ext cx="2032224" cy="520780"/>
            </a:xfrm>
            <a:custGeom>
              <a:avLst/>
              <a:gdLst>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153700 w 1344473"/>
                <a:gd name="connsiteY63" fmla="*/ 1050370 h 1337427"/>
                <a:gd name="connsiteX64" fmla="*/ 1225431 w 1344473"/>
                <a:gd name="connsiteY64" fmla="*/ 978595 h 1337427"/>
                <a:gd name="connsiteX65" fmla="*/ 1225431 w 1344473"/>
                <a:gd name="connsiteY65" fmla="*/ 803533 h 1337427"/>
                <a:gd name="connsiteX66" fmla="*/ 1256986 w 1344473"/>
                <a:gd name="connsiteY66" fmla="*/ 803533 h 1337427"/>
                <a:gd name="connsiteX67" fmla="*/ 1256986 w 1344473"/>
                <a:gd name="connsiteY67" fmla="*/ 978595 h 1337427"/>
                <a:gd name="connsiteX68" fmla="*/ 1153744 w 1344473"/>
                <a:gd name="connsiteY68" fmla="*/ 1081881 h 1337427"/>
                <a:gd name="connsiteX69" fmla="*/ 1016670 w 1344473"/>
                <a:gd name="connsiteY69" fmla="*/ 1081881 h 1337427"/>
                <a:gd name="connsiteX70" fmla="*/ 1113567 w 1344473"/>
                <a:gd name="connsiteY70" fmla="*/ 1178734 h 1337427"/>
                <a:gd name="connsiteX71" fmla="*/ 1091203 w 1344473"/>
                <a:gd name="connsiteY71" fmla="*/ 1201054 h 1337427"/>
                <a:gd name="connsiteX72" fmla="*/ 1241187 w 1344473"/>
                <a:gd name="connsiteY72" fmla="*/ 337869 h 1337427"/>
                <a:gd name="connsiteX73" fmla="*/ 891064 w 1344473"/>
                <a:gd name="connsiteY73" fmla="*/ 337869 h 1337427"/>
                <a:gd name="connsiteX74" fmla="*/ 891064 w 1344473"/>
                <a:gd name="connsiteY74" fmla="*/ 306358 h 1337427"/>
                <a:gd name="connsiteX75" fmla="*/ 1241187 w 1344473"/>
                <a:gd name="connsiteY75" fmla="*/ 306358 h 1337427"/>
                <a:gd name="connsiteX76" fmla="*/ 1241187 w 1344473"/>
                <a:gd name="connsiteY76" fmla="*/ 337869 h 1337427"/>
                <a:gd name="connsiteX77" fmla="*/ 1241187 w 1344473"/>
                <a:gd name="connsiteY77" fmla="*/ 206573 h 1337427"/>
                <a:gd name="connsiteX78" fmla="*/ 891064 w 1344473"/>
                <a:gd name="connsiteY78" fmla="*/ 206573 h 1337427"/>
                <a:gd name="connsiteX79" fmla="*/ 891064 w 1344473"/>
                <a:gd name="connsiteY79" fmla="*/ 175062 h 1337427"/>
                <a:gd name="connsiteX80" fmla="*/ 1241187 w 1344473"/>
                <a:gd name="connsiteY80" fmla="*/ 175062 h 1337427"/>
                <a:gd name="connsiteX81" fmla="*/ 1241187 w 1344473"/>
                <a:gd name="connsiteY81"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153700 w 1344473"/>
                <a:gd name="connsiteY63" fmla="*/ 1050370 h 1337427"/>
                <a:gd name="connsiteX64" fmla="*/ 1225431 w 1344473"/>
                <a:gd name="connsiteY64" fmla="*/ 978595 h 1337427"/>
                <a:gd name="connsiteX65" fmla="*/ 1225431 w 1344473"/>
                <a:gd name="connsiteY65" fmla="*/ 803533 h 1337427"/>
                <a:gd name="connsiteX66" fmla="*/ 1256986 w 1344473"/>
                <a:gd name="connsiteY66" fmla="*/ 803533 h 1337427"/>
                <a:gd name="connsiteX67" fmla="*/ 1256986 w 1344473"/>
                <a:gd name="connsiteY67" fmla="*/ 978595 h 1337427"/>
                <a:gd name="connsiteX68" fmla="*/ 1016670 w 1344473"/>
                <a:gd name="connsiteY68" fmla="*/ 1081881 h 1337427"/>
                <a:gd name="connsiteX69" fmla="*/ 1113567 w 1344473"/>
                <a:gd name="connsiteY69" fmla="*/ 1178734 h 1337427"/>
                <a:gd name="connsiteX70" fmla="*/ 1091203 w 1344473"/>
                <a:gd name="connsiteY70" fmla="*/ 1201054 h 1337427"/>
                <a:gd name="connsiteX71" fmla="*/ 1241187 w 1344473"/>
                <a:gd name="connsiteY71" fmla="*/ 337869 h 1337427"/>
                <a:gd name="connsiteX72" fmla="*/ 891064 w 1344473"/>
                <a:gd name="connsiteY72" fmla="*/ 337869 h 1337427"/>
                <a:gd name="connsiteX73" fmla="*/ 891064 w 1344473"/>
                <a:gd name="connsiteY73" fmla="*/ 306358 h 1337427"/>
                <a:gd name="connsiteX74" fmla="*/ 1241187 w 1344473"/>
                <a:gd name="connsiteY74" fmla="*/ 306358 h 1337427"/>
                <a:gd name="connsiteX75" fmla="*/ 1241187 w 1344473"/>
                <a:gd name="connsiteY75" fmla="*/ 337869 h 1337427"/>
                <a:gd name="connsiteX76" fmla="*/ 1241187 w 1344473"/>
                <a:gd name="connsiteY76" fmla="*/ 206573 h 1337427"/>
                <a:gd name="connsiteX77" fmla="*/ 891064 w 1344473"/>
                <a:gd name="connsiteY77" fmla="*/ 206573 h 1337427"/>
                <a:gd name="connsiteX78" fmla="*/ 891064 w 1344473"/>
                <a:gd name="connsiteY78" fmla="*/ 175062 h 1337427"/>
                <a:gd name="connsiteX79" fmla="*/ 1241187 w 1344473"/>
                <a:gd name="connsiteY79" fmla="*/ 175062 h 1337427"/>
                <a:gd name="connsiteX80" fmla="*/ 1241187 w 1344473"/>
                <a:gd name="connsiteY80"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225431 w 1344473"/>
                <a:gd name="connsiteY63" fmla="*/ 978595 h 1337427"/>
                <a:gd name="connsiteX64" fmla="*/ 1225431 w 1344473"/>
                <a:gd name="connsiteY64" fmla="*/ 803533 h 1337427"/>
                <a:gd name="connsiteX65" fmla="*/ 1256986 w 1344473"/>
                <a:gd name="connsiteY65" fmla="*/ 803533 h 1337427"/>
                <a:gd name="connsiteX66" fmla="*/ 1256986 w 1344473"/>
                <a:gd name="connsiteY66" fmla="*/ 978595 h 1337427"/>
                <a:gd name="connsiteX67" fmla="*/ 1016670 w 1344473"/>
                <a:gd name="connsiteY67" fmla="*/ 1081881 h 1337427"/>
                <a:gd name="connsiteX68" fmla="*/ 1113567 w 1344473"/>
                <a:gd name="connsiteY68" fmla="*/ 1178734 h 1337427"/>
                <a:gd name="connsiteX69" fmla="*/ 1091203 w 1344473"/>
                <a:gd name="connsiteY69" fmla="*/ 1201054 h 1337427"/>
                <a:gd name="connsiteX70" fmla="*/ 1241187 w 1344473"/>
                <a:gd name="connsiteY70" fmla="*/ 337869 h 1337427"/>
                <a:gd name="connsiteX71" fmla="*/ 891064 w 1344473"/>
                <a:gd name="connsiteY71" fmla="*/ 337869 h 1337427"/>
                <a:gd name="connsiteX72" fmla="*/ 891064 w 1344473"/>
                <a:gd name="connsiteY72" fmla="*/ 306358 h 1337427"/>
                <a:gd name="connsiteX73" fmla="*/ 1241187 w 1344473"/>
                <a:gd name="connsiteY73" fmla="*/ 306358 h 1337427"/>
                <a:gd name="connsiteX74" fmla="*/ 1241187 w 1344473"/>
                <a:gd name="connsiteY74" fmla="*/ 337869 h 1337427"/>
                <a:gd name="connsiteX75" fmla="*/ 1241187 w 1344473"/>
                <a:gd name="connsiteY75" fmla="*/ 206573 h 1337427"/>
                <a:gd name="connsiteX76" fmla="*/ 891064 w 1344473"/>
                <a:gd name="connsiteY76" fmla="*/ 206573 h 1337427"/>
                <a:gd name="connsiteX77" fmla="*/ 891064 w 1344473"/>
                <a:gd name="connsiteY77" fmla="*/ 175062 h 1337427"/>
                <a:gd name="connsiteX78" fmla="*/ 1241187 w 1344473"/>
                <a:gd name="connsiteY78" fmla="*/ 175062 h 1337427"/>
                <a:gd name="connsiteX79" fmla="*/ 1241187 w 1344473"/>
                <a:gd name="connsiteY79"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225431 w 1344473"/>
                <a:gd name="connsiteY63" fmla="*/ 978595 h 1337427"/>
                <a:gd name="connsiteX64" fmla="*/ 1225431 w 1344473"/>
                <a:gd name="connsiteY64" fmla="*/ 803533 h 1337427"/>
                <a:gd name="connsiteX65" fmla="*/ 1256986 w 1344473"/>
                <a:gd name="connsiteY65" fmla="*/ 803533 h 1337427"/>
                <a:gd name="connsiteX66" fmla="*/ 1016670 w 1344473"/>
                <a:gd name="connsiteY66" fmla="*/ 1081881 h 1337427"/>
                <a:gd name="connsiteX67" fmla="*/ 1113567 w 1344473"/>
                <a:gd name="connsiteY67" fmla="*/ 1178734 h 1337427"/>
                <a:gd name="connsiteX68" fmla="*/ 1091203 w 1344473"/>
                <a:gd name="connsiteY68" fmla="*/ 1201054 h 1337427"/>
                <a:gd name="connsiteX69" fmla="*/ 1241187 w 1344473"/>
                <a:gd name="connsiteY69" fmla="*/ 337869 h 1337427"/>
                <a:gd name="connsiteX70" fmla="*/ 891064 w 1344473"/>
                <a:gd name="connsiteY70" fmla="*/ 337869 h 1337427"/>
                <a:gd name="connsiteX71" fmla="*/ 891064 w 1344473"/>
                <a:gd name="connsiteY71" fmla="*/ 306358 h 1337427"/>
                <a:gd name="connsiteX72" fmla="*/ 1241187 w 1344473"/>
                <a:gd name="connsiteY72" fmla="*/ 306358 h 1337427"/>
                <a:gd name="connsiteX73" fmla="*/ 1241187 w 1344473"/>
                <a:gd name="connsiteY73" fmla="*/ 337869 h 1337427"/>
                <a:gd name="connsiteX74" fmla="*/ 1241187 w 1344473"/>
                <a:gd name="connsiteY74" fmla="*/ 206573 h 1337427"/>
                <a:gd name="connsiteX75" fmla="*/ 891064 w 1344473"/>
                <a:gd name="connsiteY75" fmla="*/ 206573 h 1337427"/>
                <a:gd name="connsiteX76" fmla="*/ 891064 w 1344473"/>
                <a:gd name="connsiteY76" fmla="*/ 175062 h 1337427"/>
                <a:gd name="connsiteX77" fmla="*/ 1241187 w 1344473"/>
                <a:gd name="connsiteY77" fmla="*/ 175062 h 1337427"/>
                <a:gd name="connsiteX78" fmla="*/ 1241187 w 1344473"/>
                <a:gd name="connsiteY78"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225431 w 1344473"/>
                <a:gd name="connsiteY63" fmla="*/ 803533 h 1337427"/>
                <a:gd name="connsiteX64" fmla="*/ 1256986 w 1344473"/>
                <a:gd name="connsiteY64" fmla="*/ 803533 h 1337427"/>
                <a:gd name="connsiteX65" fmla="*/ 1016670 w 1344473"/>
                <a:gd name="connsiteY65" fmla="*/ 1081881 h 1337427"/>
                <a:gd name="connsiteX66" fmla="*/ 1113567 w 1344473"/>
                <a:gd name="connsiteY66" fmla="*/ 1178734 h 1337427"/>
                <a:gd name="connsiteX67" fmla="*/ 1091203 w 1344473"/>
                <a:gd name="connsiteY67" fmla="*/ 1201054 h 1337427"/>
                <a:gd name="connsiteX68" fmla="*/ 1241187 w 1344473"/>
                <a:gd name="connsiteY68" fmla="*/ 337869 h 1337427"/>
                <a:gd name="connsiteX69" fmla="*/ 891064 w 1344473"/>
                <a:gd name="connsiteY69" fmla="*/ 337869 h 1337427"/>
                <a:gd name="connsiteX70" fmla="*/ 891064 w 1344473"/>
                <a:gd name="connsiteY70" fmla="*/ 306358 h 1337427"/>
                <a:gd name="connsiteX71" fmla="*/ 1241187 w 1344473"/>
                <a:gd name="connsiteY71" fmla="*/ 306358 h 1337427"/>
                <a:gd name="connsiteX72" fmla="*/ 1241187 w 1344473"/>
                <a:gd name="connsiteY72" fmla="*/ 337869 h 1337427"/>
                <a:gd name="connsiteX73" fmla="*/ 1241187 w 1344473"/>
                <a:gd name="connsiteY73" fmla="*/ 206573 h 1337427"/>
                <a:gd name="connsiteX74" fmla="*/ 891064 w 1344473"/>
                <a:gd name="connsiteY74" fmla="*/ 206573 h 1337427"/>
                <a:gd name="connsiteX75" fmla="*/ 891064 w 1344473"/>
                <a:gd name="connsiteY75" fmla="*/ 175062 h 1337427"/>
                <a:gd name="connsiteX76" fmla="*/ 1241187 w 1344473"/>
                <a:gd name="connsiteY76" fmla="*/ 175062 h 1337427"/>
                <a:gd name="connsiteX77" fmla="*/ 1241187 w 1344473"/>
                <a:gd name="connsiteY77"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225431 w 1344473"/>
                <a:gd name="connsiteY63" fmla="*/ 803533 h 1337427"/>
                <a:gd name="connsiteX64" fmla="*/ 1016670 w 1344473"/>
                <a:gd name="connsiteY64" fmla="*/ 1081881 h 1337427"/>
                <a:gd name="connsiteX65" fmla="*/ 1113567 w 1344473"/>
                <a:gd name="connsiteY65" fmla="*/ 1178734 h 1337427"/>
                <a:gd name="connsiteX66" fmla="*/ 1091203 w 1344473"/>
                <a:gd name="connsiteY66" fmla="*/ 1201054 h 1337427"/>
                <a:gd name="connsiteX67" fmla="*/ 1241187 w 1344473"/>
                <a:gd name="connsiteY67" fmla="*/ 337869 h 1337427"/>
                <a:gd name="connsiteX68" fmla="*/ 891064 w 1344473"/>
                <a:gd name="connsiteY68" fmla="*/ 337869 h 1337427"/>
                <a:gd name="connsiteX69" fmla="*/ 891064 w 1344473"/>
                <a:gd name="connsiteY69" fmla="*/ 306358 h 1337427"/>
                <a:gd name="connsiteX70" fmla="*/ 1241187 w 1344473"/>
                <a:gd name="connsiteY70" fmla="*/ 306358 h 1337427"/>
                <a:gd name="connsiteX71" fmla="*/ 1241187 w 1344473"/>
                <a:gd name="connsiteY71" fmla="*/ 337869 h 1337427"/>
                <a:gd name="connsiteX72" fmla="*/ 1241187 w 1344473"/>
                <a:gd name="connsiteY72" fmla="*/ 206573 h 1337427"/>
                <a:gd name="connsiteX73" fmla="*/ 891064 w 1344473"/>
                <a:gd name="connsiteY73" fmla="*/ 206573 h 1337427"/>
                <a:gd name="connsiteX74" fmla="*/ 891064 w 1344473"/>
                <a:gd name="connsiteY74" fmla="*/ 175062 h 1337427"/>
                <a:gd name="connsiteX75" fmla="*/ 1241187 w 1344473"/>
                <a:gd name="connsiteY75" fmla="*/ 175062 h 1337427"/>
                <a:gd name="connsiteX76" fmla="*/ 1241187 w 1344473"/>
                <a:gd name="connsiteY76"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113523 w 1344473"/>
                <a:gd name="connsiteY61" fmla="*/ 953473 h 1337427"/>
                <a:gd name="connsiteX62" fmla="*/ 1016627 w 1344473"/>
                <a:gd name="connsiteY62" fmla="*/ 1050370 h 1337427"/>
                <a:gd name="connsiteX63" fmla="*/ 1016670 w 1344473"/>
                <a:gd name="connsiteY63" fmla="*/ 1081881 h 1337427"/>
                <a:gd name="connsiteX64" fmla="*/ 1113567 w 1344473"/>
                <a:gd name="connsiteY64" fmla="*/ 1178734 h 1337427"/>
                <a:gd name="connsiteX65" fmla="*/ 1091203 w 1344473"/>
                <a:gd name="connsiteY65" fmla="*/ 1201054 h 1337427"/>
                <a:gd name="connsiteX66" fmla="*/ 1241187 w 1344473"/>
                <a:gd name="connsiteY66" fmla="*/ 337869 h 1337427"/>
                <a:gd name="connsiteX67" fmla="*/ 891064 w 1344473"/>
                <a:gd name="connsiteY67" fmla="*/ 337869 h 1337427"/>
                <a:gd name="connsiteX68" fmla="*/ 891064 w 1344473"/>
                <a:gd name="connsiteY68" fmla="*/ 306358 h 1337427"/>
                <a:gd name="connsiteX69" fmla="*/ 1241187 w 1344473"/>
                <a:gd name="connsiteY69" fmla="*/ 306358 h 1337427"/>
                <a:gd name="connsiteX70" fmla="*/ 1241187 w 1344473"/>
                <a:gd name="connsiteY70" fmla="*/ 337869 h 1337427"/>
                <a:gd name="connsiteX71" fmla="*/ 1241187 w 1344473"/>
                <a:gd name="connsiteY71" fmla="*/ 206573 h 1337427"/>
                <a:gd name="connsiteX72" fmla="*/ 891064 w 1344473"/>
                <a:gd name="connsiteY72" fmla="*/ 206573 h 1337427"/>
                <a:gd name="connsiteX73" fmla="*/ 891064 w 1344473"/>
                <a:gd name="connsiteY73" fmla="*/ 175062 h 1337427"/>
                <a:gd name="connsiteX74" fmla="*/ 1241187 w 1344473"/>
                <a:gd name="connsiteY74" fmla="*/ 175062 h 1337427"/>
                <a:gd name="connsiteX75" fmla="*/ 1241187 w 1344473"/>
                <a:gd name="connsiteY75"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931153 h 1337427"/>
                <a:gd name="connsiteX61" fmla="*/ 1016627 w 1344473"/>
                <a:gd name="connsiteY61" fmla="*/ 1050370 h 1337427"/>
                <a:gd name="connsiteX62" fmla="*/ 1016670 w 1344473"/>
                <a:gd name="connsiteY62" fmla="*/ 1081881 h 1337427"/>
                <a:gd name="connsiteX63" fmla="*/ 1113567 w 1344473"/>
                <a:gd name="connsiteY63" fmla="*/ 1178734 h 1337427"/>
                <a:gd name="connsiteX64" fmla="*/ 1091203 w 1344473"/>
                <a:gd name="connsiteY64" fmla="*/ 1201054 h 1337427"/>
                <a:gd name="connsiteX65" fmla="*/ 1241187 w 1344473"/>
                <a:gd name="connsiteY65" fmla="*/ 337869 h 1337427"/>
                <a:gd name="connsiteX66" fmla="*/ 891064 w 1344473"/>
                <a:gd name="connsiteY66" fmla="*/ 337869 h 1337427"/>
                <a:gd name="connsiteX67" fmla="*/ 891064 w 1344473"/>
                <a:gd name="connsiteY67" fmla="*/ 306358 h 1337427"/>
                <a:gd name="connsiteX68" fmla="*/ 1241187 w 1344473"/>
                <a:gd name="connsiteY68" fmla="*/ 306358 h 1337427"/>
                <a:gd name="connsiteX69" fmla="*/ 1241187 w 1344473"/>
                <a:gd name="connsiteY69" fmla="*/ 337869 h 1337427"/>
                <a:gd name="connsiteX70" fmla="*/ 1241187 w 1344473"/>
                <a:gd name="connsiteY70" fmla="*/ 206573 h 1337427"/>
                <a:gd name="connsiteX71" fmla="*/ 891064 w 1344473"/>
                <a:gd name="connsiteY71" fmla="*/ 206573 h 1337427"/>
                <a:gd name="connsiteX72" fmla="*/ 891064 w 1344473"/>
                <a:gd name="connsiteY72" fmla="*/ 175062 h 1337427"/>
                <a:gd name="connsiteX73" fmla="*/ 1241187 w 1344473"/>
                <a:gd name="connsiteY73" fmla="*/ 175062 h 1337427"/>
                <a:gd name="connsiteX74" fmla="*/ 1241187 w 1344473"/>
                <a:gd name="connsiteY74"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16627 w 1344473"/>
                <a:gd name="connsiteY60" fmla="*/ 1050370 h 1337427"/>
                <a:gd name="connsiteX61" fmla="*/ 1016670 w 1344473"/>
                <a:gd name="connsiteY61" fmla="*/ 1081881 h 1337427"/>
                <a:gd name="connsiteX62" fmla="*/ 1113567 w 1344473"/>
                <a:gd name="connsiteY62" fmla="*/ 1178734 h 1337427"/>
                <a:gd name="connsiteX63" fmla="*/ 1091203 w 1344473"/>
                <a:gd name="connsiteY63" fmla="*/ 1201054 h 1337427"/>
                <a:gd name="connsiteX64" fmla="*/ 1241187 w 1344473"/>
                <a:gd name="connsiteY64" fmla="*/ 337869 h 1337427"/>
                <a:gd name="connsiteX65" fmla="*/ 891064 w 1344473"/>
                <a:gd name="connsiteY65" fmla="*/ 337869 h 1337427"/>
                <a:gd name="connsiteX66" fmla="*/ 891064 w 1344473"/>
                <a:gd name="connsiteY66" fmla="*/ 306358 h 1337427"/>
                <a:gd name="connsiteX67" fmla="*/ 1241187 w 1344473"/>
                <a:gd name="connsiteY67" fmla="*/ 306358 h 1337427"/>
                <a:gd name="connsiteX68" fmla="*/ 1241187 w 1344473"/>
                <a:gd name="connsiteY68" fmla="*/ 337869 h 1337427"/>
                <a:gd name="connsiteX69" fmla="*/ 1241187 w 1344473"/>
                <a:gd name="connsiteY69" fmla="*/ 206573 h 1337427"/>
                <a:gd name="connsiteX70" fmla="*/ 891064 w 1344473"/>
                <a:gd name="connsiteY70" fmla="*/ 206573 h 1337427"/>
                <a:gd name="connsiteX71" fmla="*/ 891064 w 1344473"/>
                <a:gd name="connsiteY71" fmla="*/ 175062 h 1337427"/>
                <a:gd name="connsiteX72" fmla="*/ 1241187 w 1344473"/>
                <a:gd name="connsiteY72" fmla="*/ 175062 h 1337427"/>
                <a:gd name="connsiteX73" fmla="*/ 1241187 w 1344473"/>
                <a:gd name="connsiteY73"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16670 w 1344473"/>
                <a:gd name="connsiteY60" fmla="*/ 1081881 h 1337427"/>
                <a:gd name="connsiteX61" fmla="*/ 1113567 w 1344473"/>
                <a:gd name="connsiteY61" fmla="*/ 1178734 h 1337427"/>
                <a:gd name="connsiteX62" fmla="*/ 1091203 w 1344473"/>
                <a:gd name="connsiteY62" fmla="*/ 1201054 h 1337427"/>
                <a:gd name="connsiteX63" fmla="*/ 1241187 w 1344473"/>
                <a:gd name="connsiteY63" fmla="*/ 337869 h 1337427"/>
                <a:gd name="connsiteX64" fmla="*/ 891064 w 1344473"/>
                <a:gd name="connsiteY64" fmla="*/ 337869 h 1337427"/>
                <a:gd name="connsiteX65" fmla="*/ 891064 w 1344473"/>
                <a:gd name="connsiteY65" fmla="*/ 306358 h 1337427"/>
                <a:gd name="connsiteX66" fmla="*/ 1241187 w 1344473"/>
                <a:gd name="connsiteY66" fmla="*/ 306358 h 1337427"/>
                <a:gd name="connsiteX67" fmla="*/ 1241187 w 1344473"/>
                <a:gd name="connsiteY67" fmla="*/ 337869 h 1337427"/>
                <a:gd name="connsiteX68" fmla="*/ 1241187 w 1344473"/>
                <a:gd name="connsiteY68" fmla="*/ 206573 h 1337427"/>
                <a:gd name="connsiteX69" fmla="*/ 891064 w 1344473"/>
                <a:gd name="connsiteY69" fmla="*/ 206573 h 1337427"/>
                <a:gd name="connsiteX70" fmla="*/ 891064 w 1344473"/>
                <a:gd name="connsiteY70" fmla="*/ 175062 h 1337427"/>
                <a:gd name="connsiteX71" fmla="*/ 1241187 w 1344473"/>
                <a:gd name="connsiteY71" fmla="*/ 175062 h 1337427"/>
                <a:gd name="connsiteX72" fmla="*/ 1241187 w 1344473"/>
                <a:gd name="connsiteY72"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113567 w 1344473"/>
                <a:gd name="connsiteY60" fmla="*/ 1178734 h 1337427"/>
                <a:gd name="connsiteX61" fmla="*/ 1091203 w 1344473"/>
                <a:gd name="connsiteY61" fmla="*/ 1201054 h 1337427"/>
                <a:gd name="connsiteX62" fmla="*/ 1241187 w 1344473"/>
                <a:gd name="connsiteY62" fmla="*/ 337869 h 1337427"/>
                <a:gd name="connsiteX63" fmla="*/ 891064 w 1344473"/>
                <a:gd name="connsiteY63" fmla="*/ 337869 h 1337427"/>
                <a:gd name="connsiteX64" fmla="*/ 891064 w 1344473"/>
                <a:gd name="connsiteY64" fmla="*/ 306358 h 1337427"/>
                <a:gd name="connsiteX65" fmla="*/ 1241187 w 1344473"/>
                <a:gd name="connsiteY65" fmla="*/ 306358 h 1337427"/>
                <a:gd name="connsiteX66" fmla="*/ 1241187 w 1344473"/>
                <a:gd name="connsiteY66" fmla="*/ 337869 h 1337427"/>
                <a:gd name="connsiteX67" fmla="*/ 1241187 w 1344473"/>
                <a:gd name="connsiteY67" fmla="*/ 206573 h 1337427"/>
                <a:gd name="connsiteX68" fmla="*/ 891064 w 1344473"/>
                <a:gd name="connsiteY68" fmla="*/ 206573 h 1337427"/>
                <a:gd name="connsiteX69" fmla="*/ 891064 w 1344473"/>
                <a:gd name="connsiteY69" fmla="*/ 175062 h 1337427"/>
                <a:gd name="connsiteX70" fmla="*/ 1241187 w 1344473"/>
                <a:gd name="connsiteY70" fmla="*/ 175062 h 1337427"/>
                <a:gd name="connsiteX71" fmla="*/ 1241187 w 1344473"/>
                <a:gd name="connsiteY71"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091203 w 1344473"/>
                <a:gd name="connsiteY57" fmla="*/ 1201054 h 1337427"/>
                <a:gd name="connsiteX58" fmla="*/ 967434 w 1344473"/>
                <a:gd name="connsiteY58" fmla="*/ 1077286 h 1337427"/>
                <a:gd name="connsiteX59" fmla="*/ 967434 w 1344473"/>
                <a:gd name="connsiteY59" fmla="*/ 1054965 h 1337427"/>
                <a:gd name="connsiteX60" fmla="*/ 1091203 w 1344473"/>
                <a:gd name="connsiteY60" fmla="*/ 1201054 h 1337427"/>
                <a:gd name="connsiteX61" fmla="*/ 1241187 w 1344473"/>
                <a:gd name="connsiteY61" fmla="*/ 337869 h 1337427"/>
                <a:gd name="connsiteX62" fmla="*/ 891064 w 1344473"/>
                <a:gd name="connsiteY62" fmla="*/ 337869 h 1337427"/>
                <a:gd name="connsiteX63" fmla="*/ 891064 w 1344473"/>
                <a:gd name="connsiteY63" fmla="*/ 306358 h 1337427"/>
                <a:gd name="connsiteX64" fmla="*/ 1241187 w 1344473"/>
                <a:gd name="connsiteY64" fmla="*/ 306358 h 1337427"/>
                <a:gd name="connsiteX65" fmla="*/ 1241187 w 1344473"/>
                <a:gd name="connsiteY65" fmla="*/ 337869 h 1337427"/>
                <a:gd name="connsiteX66" fmla="*/ 1241187 w 1344473"/>
                <a:gd name="connsiteY66" fmla="*/ 206573 h 1337427"/>
                <a:gd name="connsiteX67" fmla="*/ 891064 w 1344473"/>
                <a:gd name="connsiteY67" fmla="*/ 206573 h 1337427"/>
                <a:gd name="connsiteX68" fmla="*/ 891064 w 1344473"/>
                <a:gd name="connsiteY68" fmla="*/ 175062 h 1337427"/>
                <a:gd name="connsiteX69" fmla="*/ 1241187 w 1344473"/>
                <a:gd name="connsiteY69" fmla="*/ 175062 h 1337427"/>
                <a:gd name="connsiteX70" fmla="*/ 1241187 w 1344473"/>
                <a:gd name="connsiteY70"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967434 w 1344473"/>
                <a:gd name="connsiteY57" fmla="*/ 1054965 h 1337427"/>
                <a:gd name="connsiteX58" fmla="*/ 967434 w 1344473"/>
                <a:gd name="connsiteY58" fmla="*/ 1077286 h 1337427"/>
                <a:gd name="connsiteX59" fmla="*/ 967434 w 1344473"/>
                <a:gd name="connsiteY59" fmla="*/ 1054965 h 1337427"/>
                <a:gd name="connsiteX60" fmla="*/ 1241187 w 1344473"/>
                <a:gd name="connsiteY60" fmla="*/ 337869 h 1337427"/>
                <a:gd name="connsiteX61" fmla="*/ 891064 w 1344473"/>
                <a:gd name="connsiteY61" fmla="*/ 337869 h 1337427"/>
                <a:gd name="connsiteX62" fmla="*/ 891064 w 1344473"/>
                <a:gd name="connsiteY62" fmla="*/ 306358 h 1337427"/>
                <a:gd name="connsiteX63" fmla="*/ 1241187 w 1344473"/>
                <a:gd name="connsiteY63" fmla="*/ 306358 h 1337427"/>
                <a:gd name="connsiteX64" fmla="*/ 1241187 w 1344473"/>
                <a:gd name="connsiteY64" fmla="*/ 337869 h 1337427"/>
                <a:gd name="connsiteX65" fmla="*/ 1241187 w 1344473"/>
                <a:gd name="connsiteY65" fmla="*/ 206573 h 1337427"/>
                <a:gd name="connsiteX66" fmla="*/ 891064 w 1344473"/>
                <a:gd name="connsiteY66" fmla="*/ 206573 h 1337427"/>
                <a:gd name="connsiteX67" fmla="*/ 891064 w 1344473"/>
                <a:gd name="connsiteY67" fmla="*/ 175062 h 1337427"/>
                <a:gd name="connsiteX68" fmla="*/ 1241187 w 1344473"/>
                <a:gd name="connsiteY68" fmla="*/ 175062 h 1337427"/>
                <a:gd name="connsiteX69" fmla="*/ 1241187 w 1344473"/>
                <a:gd name="connsiteY69"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781650 h 1337427"/>
                <a:gd name="connsiteX13" fmla="*/ 322113 w 1344473"/>
                <a:gd name="connsiteY13" fmla="*/ 737885 h 1337427"/>
                <a:gd name="connsiteX14" fmla="*/ 278348 w 1344473"/>
                <a:gd name="connsiteY14" fmla="*/ 694119 h 1337427"/>
                <a:gd name="connsiteX15" fmla="*/ 527855 w 1344473"/>
                <a:gd name="connsiteY15" fmla="*/ 1337427 h 1337427"/>
                <a:gd name="connsiteX16" fmla="*/ 357432 w 1344473"/>
                <a:gd name="connsiteY16" fmla="*/ 1081881 h 1337427"/>
                <a:gd name="connsiteX17" fmla="*/ 103286 w 1344473"/>
                <a:gd name="connsiteY17" fmla="*/ 1081881 h 1337427"/>
                <a:gd name="connsiteX18" fmla="*/ 0 w 1344473"/>
                <a:gd name="connsiteY18" fmla="*/ 978595 h 1337427"/>
                <a:gd name="connsiteX19" fmla="*/ 0 w 1344473"/>
                <a:gd name="connsiteY19" fmla="*/ 497175 h 1337427"/>
                <a:gd name="connsiteX20" fmla="*/ 103286 w 1344473"/>
                <a:gd name="connsiteY20" fmla="*/ 393889 h 1337427"/>
                <a:gd name="connsiteX21" fmla="*/ 787777 w 1344473"/>
                <a:gd name="connsiteY21" fmla="*/ 393889 h 1337427"/>
                <a:gd name="connsiteX22" fmla="*/ 787777 w 1344473"/>
                <a:gd name="connsiteY22" fmla="*/ 15756 h 1337427"/>
                <a:gd name="connsiteX23" fmla="*/ 803533 w 1344473"/>
                <a:gd name="connsiteY23" fmla="*/ 0 h 1337427"/>
                <a:gd name="connsiteX24" fmla="*/ 1328718 w 1344473"/>
                <a:gd name="connsiteY24" fmla="*/ 0 h 1337427"/>
                <a:gd name="connsiteX25" fmla="*/ 1344473 w 1344473"/>
                <a:gd name="connsiteY25" fmla="*/ 15756 h 1337427"/>
                <a:gd name="connsiteX26" fmla="*/ 1344473 w 1344473"/>
                <a:gd name="connsiteY26" fmla="*/ 628471 h 1337427"/>
                <a:gd name="connsiteX27" fmla="*/ 1328718 w 1344473"/>
                <a:gd name="connsiteY27" fmla="*/ 644227 h 1337427"/>
                <a:gd name="connsiteX28" fmla="*/ 906819 w 1344473"/>
                <a:gd name="connsiteY28" fmla="*/ 644227 h 1337427"/>
                <a:gd name="connsiteX29" fmla="*/ 906819 w 1344473"/>
                <a:gd name="connsiteY29" fmla="*/ 978595 h 1337427"/>
                <a:gd name="connsiteX30" fmla="*/ 803533 w 1344473"/>
                <a:gd name="connsiteY30" fmla="*/ 1081881 h 1337427"/>
                <a:gd name="connsiteX31" fmla="*/ 540940 w 1344473"/>
                <a:gd name="connsiteY31" fmla="*/ 1081881 h 1337427"/>
                <a:gd name="connsiteX32" fmla="*/ 540940 w 1344473"/>
                <a:gd name="connsiteY32" fmla="*/ 1050370 h 1337427"/>
                <a:gd name="connsiteX33" fmla="*/ 803533 w 1344473"/>
                <a:gd name="connsiteY33" fmla="*/ 1050370 h 1337427"/>
                <a:gd name="connsiteX34" fmla="*/ 875308 w 1344473"/>
                <a:gd name="connsiteY34" fmla="*/ 978595 h 1337427"/>
                <a:gd name="connsiteX35" fmla="*/ 875308 w 1344473"/>
                <a:gd name="connsiteY35" fmla="*/ 497175 h 1337427"/>
                <a:gd name="connsiteX36" fmla="*/ 803533 w 1344473"/>
                <a:gd name="connsiteY36" fmla="*/ 425400 h 1337427"/>
                <a:gd name="connsiteX37" fmla="*/ 103286 w 1344473"/>
                <a:gd name="connsiteY37" fmla="*/ 425400 h 1337427"/>
                <a:gd name="connsiteX38" fmla="*/ 31511 w 1344473"/>
                <a:gd name="connsiteY38" fmla="*/ 497175 h 1337427"/>
                <a:gd name="connsiteX39" fmla="*/ 31511 w 1344473"/>
                <a:gd name="connsiteY39" fmla="*/ 978595 h 1337427"/>
                <a:gd name="connsiteX40" fmla="*/ 103286 w 1344473"/>
                <a:gd name="connsiteY40" fmla="*/ 1050370 h 1337427"/>
                <a:gd name="connsiteX41" fmla="*/ 365879 w 1344473"/>
                <a:gd name="connsiteY41" fmla="*/ 1050370 h 1337427"/>
                <a:gd name="connsiteX42" fmla="*/ 378965 w 1344473"/>
                <a:gd name="connsiteY42" fmla="*/ 1057416 h 1337427"/>
                <a:gd name="connsiteX43" fmla="*/ 554026 w 1344473"/>
                <a:gd name="connsiteY43" fmla="*/ 1320009 h 1337427"/>
                <a:gd name="connsiteX44" fmla="*/ 527855 w 1344473"/>
                <a:gd name="connsiteY44" fmla="*/ 1337427 h 1337427"/>
                <a:gd name="connsiteX45" fmla="*/ 906819 w 1344473"/>
                <a:gd name="connsiteY45" fmla="*/ 612716 h 1337427"/>
                <a:gd name="connsiteX46" fmla="*/ 1312918 w 1344473"/>
                <a:gd name="connsiteY46" fmla="*/ 612716 h 1337427"/>
                <a:gd name="connsiteX47" fmla="*/ 1312918 w 1344473"/>
                <a:gd name="connsiteY47" fmla="*/ 31511 h 1337427"/>
                <a:gd name="connsiteX48" fmla="*/ 819288 w 1344473"/>
                <a:gd name="connsiteY48" fmla="*/ 31511 h 1337427"/>
                <a:gd name="connsiteX49" fmla="*/ 819288 w 1344473"/>
                <a:gd name="connsiteY49" fmla="*/ 395114 h 1337427"/>
                <a:gd name="connsiteX50" fmla="*/ 891064 w 1344473"/>
                <a:gd name="connsiteY50" fmla="*/ 442424 h 1337427"/>
                <a:gd name="connsiteX51" fmla="*/ 891064 w 1344473"/>
                <a:gd name="connsiteY51" fmla="*/ 437654 h 1337427"/>
                <a:gd name="connsiteX52" fmla="*/ 1241187 w 1344473"/>
                <a:gd name="connsiteY52" fmla="*/ 437742 h 1337427"/>
                <a:gd name="connsiteX53" fmla="*/ 1241187 w 1344473"/>
                <a:gd name="connsiteY53" fmla="*/ 469253 h 1337427"/>
                <a:gd name="connsiteX54" fmla="*/ 902924 w 1344473"/>
                <a:gd name="connsiteY54" fmla="*/ 469165 h 1337427"/>
                <a:gd name="connsiteX55" fmla="*/ 906819 w 1344473"/>
                <a:gd name="connsiteY55" fmla="*/ 497175 h 1337427"/>
                <a:gd name="connsiteX56" fmla="*/ 906819 w 1344473"/>
                <a:gd name="connsiteY56" fmla="*/ 612716 h 1337427"/>
                <a:gd name="connsiteX57" fmla="*/ 1241187 w 1344473"/>
                <a:gd name="connsiteY57" fmla="*/ 337869 h 1337427"/>
                <a:gd name="connsiteX58" fmla="*/ 891064 w 1344473"/>
                <a:gd name="connsiteY58" fmla="*/ 337869 h 1337427"/>
                <a:gd name="connsiteX59" fmla="*/ 891064 w 1344473"/>
                <a:gd name="connsiteY59" fmla="*/ 306358 h 1337427"/>
                <a:gd name="connsiteX60" fmla="*/ 1241187 w 1344473"/>
                <a:gd name="connsiteY60" fmla="*/ 306358 h 1337427"/>
                <a:gd name="connsiteX61" fmla="*/ 1241187 w 1344473"/>
                <a:gd name="connsiteY61" fmla="*/ 337869 h 1337427"/>
                <a:gd name="connsiteX62" fmla="*/ 1241187 w 1344473"/>
                <a:gd name="connsiteY62" fmla="*/ 206573 h 1337427"/>
                <a:gd name="connsiteX63" fmla="*/ 891064 w 1344473"/>
                <a:gd name="connsiteY63" fmla="*/ 206573 h 1337427"/>
                <a:gd name="connsiteX64" fmla="*/ 891064 w 1344473"/>
                <a:gd name="connsiteY64" fmla="*/ 175062 h 1337427"/>
                <a:gd name="connsiteX65" fmla="*/ 1241187 w 1344473"/>
                <a:gd name="connsiteY65" fmla="*/ 175062 h 1337427"/>
                <a:gd name="connsiteX66" fmla="*/ 1241187 w 1344473"/>
                <a:gd name="connsiteY66"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322113 w 1344473"/>
                <a:gd name="connsiteY12" fmla="*/ 737885 h 1337427"/>
                <a:gd name="connsiteX13" fmla="*/ 278348 w 1344473"/>
                <a:gd name="connsiteY13" fmla="*/ 694119 h 1337427"/>
                <a:gd name="connsiteX14" fmla="*/ 527855 w 1344473"/>
                <a:gd name="connsiteY14" fmla="*/ 1337427 h 1337427"/>
                <a:gd name="connsiteX15" fmla="*/ 357432 w 1344473"/>
                <a:gd name="connsiteY15" fmla="*/ 1081881 h 1337427"/>
                <a:gd name="connsiteX16" fmla="*/ 103286 w 1344473"/>
                <a:gd name="connsiteY16" fmla="*/ 1081881 h 1337427"/>
                <a:gd name="connsiteX17" fmla="*/ 0 w 1344473"/>
                <a:gd name="connsiteY17" fmla="*/ 978595 h 1337427"/>
                <a:gd name="connsiteX18" fmla="*/ 0 w 1344473"/>
                <a:gd name="connsiteY18" fmla="*/ 497175 h 1337427"/>
                <a:gd name="connsiteX19" fmla="*/ 103286 w 1344473"/>
                <a:gd name="connsiteY19" fmla="*/ 393889 h 1337427"/>
                <a:gd name="connsiteX20" fmla="*/ 787777 w 1344473"/>
                <a:gd name="connsiteY20" fmla="*/ 393889 h 1337427"/>
                <a:gd name="connsiteX21" fmla="*/ 787777 w 1344473"/>
                <a:gd name="connsiteY21" fmla="*/ 15756 h 1337427"/>
                <a:gd name="connsiteX22" fmla="*/ 803533 w 1344473"/>
                <a:gd name="connsiteY22" fmla="*/ 0 h 1337427"/>
                <a:gd name="connsiteX23" fmla="*/ 1328718 w 1344473"/>
                <a:gd name="connsiteY23" fmla="*/ 0 h 1337427"/>
                <a:gd name="connsiteX24" fmla="*/ 1344473 w 1344473"/>
                <a:gd name="connsiteY24" fmla="*/ 15756 h 1337427"/>
                <a:gd name="connsiteX25" fmla="*/ 1344473 w 1344473"/>
                <a:gd name="connsiteY25" fmla="*/ 628471 h 1337427"/>
                <a:gd name="connsiteX26" fmla="*/ 1328718 w 1344473"/>
                <a:gd name="connsiteY26" fmla="*/ 644227 h 1337427"/>
                <a:gd name="connsiteX27" fmla="*/ 906819 w 1344473"/>
                <a:gd name="connsiteY27" fmla="*/ 644227 h 1337427"/>
                <a:gd name="connsiteX28" fmla="*/ 906819 w 1344473"/>
                <a:gd name="connsiteY28" fmla="*/ 978595 h 1337427"/>
                <a:gd name="connsiteX29" fmla="*/ 803533 w 1344473"/>
                <a:gd name="connsiteY29" fmla="*/ 1081881 h 1337427"/>
                <a:gd name="connsiteX30" fmla="*/ 540940 w 1344473"/>
                <a:gd name="connsiteY30" fmla="*/ 1081881 h 1337427"/>
                <a:gd name="connsiteX31" fmla="*/ 540940 w 1344473"/>
                <a:gd name="connsiteY31" fmla="*/ 1050370 h 1337427"/>
                <a:gd name="connsiteX32" fmla="*/ 803533 w 1344473"/>
                <a:gd name="connsiteY32" fmla="*/ 1050370 h 1337427"/>
                <a:gd name="connsiteX33" fmla="*/ 875308 w 1344473"/>
                <a:gd name="connsiteY33" fmla="*/ 978595 h 1337427"/>
                <a:gd name="connsiteX34" fmla="*/ 875308 w 1344473"/>
                <a:gd name="connsiteY34" fmla="*/ 497175 h 1337427"/>
                <a:gd name="connsiteX35" fmla="*/ 803533 w 1344473"/>
                <a:gd name="connsiteY35" fmla="*/ 425400 h 1337427"/>
                <a:gd name="connsiteX36" fmla="*/ 103286 w 1344473"/>
                <a:gd name="connsiteY36" fmla="*/ 425400 h 1337427"/>
                <a:gd name="connsiteX37" fmla="*/ 31511 w 1344473"/>
                <a:gd name="connsiteY37" fmla="*/ 497175 h 1337427"/>
                <a:gd name="connsiteX38" fmla="*/ 31511 w 1344473"/>
                <a:gd name="connsiteY38" fmla="*/ 978595 h 1337427"/>
                <a:gd name="connsiteX39" fmla="*/ 103286 w 1344473"/>
                <a:gd name="connsiteY39" fmla="*/ 1050370 h 1337427"/>
                <a:gd name="connsiteX40" fmla="*/ 365879 w 1344473"/>
                <a:gd name="connsiteY40" fmla="*/ 1050370 h 1337427"/>
                <a:gd name="connsiteX41" fmla="*/ 378965 w 1344473"/>
                <a:gd name="connsiteY41" fmla="*/ 1057416 h 1337427"/>
                <a:gd name="connsiteX42" fmla="*/ 554026 w 1344473"/>
                <a:gd name="connsiteY42" fmla="*/ 1320009 h 1337427"/>
                <a:gd name="connsiteX43" fmla="*/ 527855 w 1344473"/>
                <a:gd name="connsiteY43" fmla="*/ 1337427 h 1337427"/>
                <a:gd name="connsiteX44" fmla="*/ 906819 w 1344473"/>
                <a:gd name="connsiteY44" fmla="*/ 612716 h 1337427"/>
                <a:gd name="connsiteX45" fmla="*/ 1312918 w 1344473"/>
                <a:gd name="connsiteY45" fmla="*/ 612716 h 1337427"/>
                <a:gd name="connsiteX46" fmla="*/ 1312918 w 1344473"/>
                <a:gd name="connsiteY46" fmla="*/ 31511 h 1337427"/>
                <a:gd name="connsiteX47" fmla="*/ 819288 w 1344473"/>
                <a:gd name="connsiteY47" fmla="*/ 31511 h 1337427"/>
                <a:gd name="connsiteX48" fmla="*/ 819288 w 1344473"/>
                <a:gd name="connsiteY48" fmla="*/ 395114 h 1337427"/>
                <a:gd name="connsiteX49" fmla="*/ 891064 w 1344473"/>
                <a:gd name="connsiteY49" fmla="*/ 442424 h 1337427"/>
                <a:gd name="connsiteX50" fmla="*/ 891064 w 1344473"/>
                <a:gd name="connsiteY50" fmla="*/ 437654 h 1337427"/>
                <a:gd name="connsiteX51" fmla="*/ 1241187 w 1344473"/>
                <a:gd name="connsiteY51" fmla="*/ 437742 h 1337427"/>
                <a:gd name="connsiteX52" fmla="*/ 1241187 w 1344473"/>
                <a:gd name="connsiteY52" fmla="*/ 469253 h 1337427"/>
                <a:gd name="connsiteX53" fmla="*/ 902924 w 1344473"/>
                <a:gd name="connsiteY53" fmla="*/ 469165 h 1337427"/>
                <a:gd name="connsiteX54" fmla="*/ 906819 w 1344473"/>
                <a:gd name="connsiteY54" fmla="*/ 497175 h 1337427"/>
                <a:gd name="connsiteX55" fmla="*/ 906819 w 1344473"/>
                <a:gd name="connsiteY55" fmla="*/ 612716 h 1337427"/>
                <a:gd name="connsiteX56" fmla="*/ 1241187 w 1344473"/>
                <a:gd name="connsiteY56" fmla="*/ 337869 h 1337427"/>
                <a:gd name="connsiteX57" fmla="*/ 891064 w 1344473"/>
                <a:gd name="connsiteY57" fmla="*/ 337869 h 1337427"/>
                <a:gd name="connsiteX58" fmla="*/ 891064 w 1344473"/>
                <a:gd name="connsiteY58" fmla="*/ 306358 h 1337427"/>
                <a:gd name="connsiteX59" fmla="*/ 1241187 w 1344473"/>
                <a:gd name="connsiteY59" fmla="*/ 306358 h 1337427"/>
                <a:gd name="connsiteX60" fmla="*/ 1241187 w 1344473"/>
                <a:gd name="connsiteY60" fmla="*/ 337869 h 1337427"/>
                <a:gd name="connsiteX61" fmla="*/ 1241187 w 1344473"/>
                <a:gd name="connsiteY61" fmla="*/ 206573 h 1337427"/>
                <a:gd name="connsiteX62" fmla="*/ 891064 w 1344473"/>
                <a:gd name="connsiteY62" fmla="*/ 206573 h 1337427"/>
                <a:gd name="connsiteX63" fmla="*/ 891064 w 1344473"/>
                <a:gd name="connsiteY63" fmla="*/ 175062 h 1337427"/>
                <a:gd name="connsiteX64" fmla="*/ 1241187 w 1344473"/>
                <a:gd name="connsiteY64" fmla="*/ 175062 h 1337427"/>
                <a:gd name="connsiteX65" fmla="*/ 1241187 w 1344473"/>
                <a:gd name="connsiteY65"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278348 w 1344473"/>
                <a:gd name="connsiteY10" fmla="*/ 694119 h 1337427"/>
                <a:gd name="connsiteX11" fmla="*/ 234583 w 1344473"/>
                <a:gd name="connsiteY11" fmla="*/ 737885 h 1337427"/>
                <a:gd name="connsiteX12" fmla="*/ 278348 w 1344473"/>
                <a:gd name="connsiteY12" fmla="*/ 694119 h 1337427"/>
                <a:gd name="connsiteX13" fmla="*/ 527855 w 1344473"/>
                <a:gd name="connsiteY13" fmla="*/ 1337427 h 1337427"/>
                <a:gd name="connsiteX14" fmla="*/ 357432 w 1344473"/>
                <a:gd name="connsiteY14" fmla="*/ 1081881 h 1337427"/>
                <a:gd name="connsiteX15" fmla="*/ 103286 w 1344473"/>
                <a:gd name="connsiteY15" fmla="*/ 1081881 h 1337427"/>
                <a:gd name="connsiteX16" fmla="*/ 0 w 1344473"/>
                <a:gd name="connsiteY16" fmla="*/ 978595 h 1337427"/>
                <a:gd name="connsiteX17" fmla="*/ 0 w 1344473"/>
                <a:gd name="connsiteY17" fmla="*/ 497175 h 1337427"/>
                <a:gd name="connsiteX18" fmla="*/ 103286 w 1344473"/>
                <a:gd name="connsiteY18" fmla="*/ 393889 h 1337427"/>
                <a:gd name="connsiteX19" fmla="*/ 787777 w 1344473"/>
                <a:gd name="connsiteY19" fmla="*/ 393889 h 1337427"/>
                <a:gd name="connsiteX20" fmla="*/ 787777 w 1344473"/>
                <a:gd name="connsiteY20" fmla="*/ 15756 h 1337427"/>
                <a:gd name="connsiteX21" fmla="*/ 803533 w 1344473"/>
                <a:gd name="connsiteY21" fmla="*/ 0 h 1337427"/>
                <a:gd name="connsiteX22" fmla="*/ 1328718 w 1344473"/>
                <a:gd name="connsiteY22" fmla="*/ 0 h 1337427"/>
                <a:gd name="connsiteX23" fmla="*/ 1344473 w 1344473"/>
                <a:gd name="connsiteY23" fmla="*/ 15756 h 1337427"/>
                <a:gd name="connsiteX24" fmla="*/ 1344473 w 1344473"/>
                <a:gd name="connsiteY24" fmla="*/ 628471 h 1337427"/>
                <a:gd name="connsiteX25" fmla="*/ 1328718 w 1344473"/>
                <a:gd name="connsiteY25" fmla="*/ 644227 h 1337427"/>
                <a:gd name="connsiteX26" fmla="*/ 906819 w 1344473"/>
                <a:gd name="connsiteY26" fmla="*/ 644227 h 1337427"/>
                <a:gd name="connsiteX27" fmla="*/ 906819 w 1344473"/>
                <a:gd name="connsiteY27" fmla="*/ 978595 h 1337427"/>
                <a:gd name="connsiteX28" fmla="*/ 803533 w 1344473"/>
                <a:gd name="connsiteY28" fmla="*/ 1081881 h 1337427"/>
                <a:gd name="connsiteX29" fmla="*/ 540940 w 1344473"/>
                <a:gd name="connsiteY29" fmla="*/ 1081881 h 1337427"/>
                <a:gd name="connsiteX30" fmla="*/ 540940 w 1344473"/>
                <a:gd name="connsiteY30" fmla="*/ 1050370 h 1337427"/>
                <a:gd name="connsiteX31" fmla="*/ 803533 w 1344473"/>
                <a:gd name="connsiteY31" fmla="*/ 1050370 h 1337427"/>
                <a:gd name="connsiteX32" fmla="*/ 875308 w 1344473"/>
                <a:gd name="connsiteY32" fmla="*/ 978595 h 1337427"/>
                <a:gd name="connsiteX33" fmla="*/ 875308 w 1344473"/>
                <a:gd name="connsiteY33" fmla="*/ 497175 h 1337427"/>
                <a:gd name="connsiteX34" fmla="*/ 803533 w 1344473"/>
                <a:gd name="connsiteY34" fmla="*/ 425400 h 1337427"/>
                <a:gd name="connsiteX35" fmla="*/ 103286 w 1344473"/>
                <a:gd name="connsiteY35" fmla="*/ 425400 h 1337427"/>
                <a:gd name="connsiteX36" fmla="*/ 31511 w 1344473"/>
                <a:gd name="connsiteY36" fmla="*/ 497175 h 1337427"/>
                <a:gd name="connsiteX37" fmla="*/ 31511 w 1344473"/>
                <a:gd name="connsiteY37" fmla="*/ 978595 h 1337427"/>
                <a:gd name="connsiteX38" fmla="*/ 103286 w 1344473"/>
                <a:gd name="connsiteY38" fmla="*/ 1050370 h 1337427"/>
                <a:gd name="connsiteX39" fmla="*/ 365879 w 1344473"/>
                <a:gd name="connsiteY39" fmla="*/ 1050370 h 1337427"/>
                <a:gd name="connsiteX40" fmla="*/ 378965 w 1344473"/>
                <a:gd name="connsiteY40" fmla="*/ 1057416 h 1337427"/>
                <a:gd name="connsiteX41" fmla="*/ 554026 w 1344473"/>
                <a:gd name="connsiteY41" fmla="*/ 1320009 h 1337427"/>
                <a:gd name="connsiteX42" fmla="*/ 527855 w 1344473"/>
                <a:gd name="connsiteY42" fmla="*/ 1337427 h 1337427"/>
                <a:gd name="connsiteX43" fmla="*/ 906819 w 1344473"/>
                <a:gd name="connsiteY43" fmla="*/ 612716 h 1337427"/>
                <a:gd name="connsiteX44" fmla="*/ 1312918 w 1344473"/>
                <a:gd name="connsiteY44" fmla="*/ 612716 h 1337427"/>
                <a:gd name="connsiteX45" fmla="*/ 1312918 w 1344473"/>
                <a:gd name="connsiteY45" fmla="*/ 31511 h 1337427"/>
                <a:gd name="connsiteX46" fmla="*/ 819288 w 1344473"/>
                <a:gd name="connsiteY46" fmla="*/ 31511 h 1337427"/>
                <a:gd name="connsiteX47" fmla="*/ 819288 w 1344473"/>
                <a:gd name="connsiteY47" fmla="*/ 395114 h 1337427"/>
                <a:gd name="connsiteX48" fmla="*/ 891064 w 1344473"/>
                <a:gd name="connsiteY48" fmla="*/ 442424 h 1337427"/>
                <a:gd name="connsiteX49" fmla="*/ 891064 w 1344473"/>
                <a:gd name="connsiteY49" fmla="*/ 437654 h 1337427"/>
                <a:gd name="connsiteX50" fmla="*/ 1241187 w 1344473"/>
                <a:gd name="connsiteY50" fmla="*/ 437742 h 1337427"/>
                <a:gd name="connsiteX51" fmla="*/ 1241187 w 1344473"/>
                <a:gd name="connsiteY51" fmla="*/ 469253 h 1337427"/>
                <a:gd name="connsiteX52" fmla="*/ 902924 w 1344473"/>
                <a:gd name="connsiteY52" fmla="*/ 469165 h 1337427"/>
                <a:gd name="connsiteX53" fmla="*/ 906819 w 1344473"/>
                <a:gd name="connsiteY53" fmla="*/ 497175 h 1337427"/>
                <a:gd name="connsiteX54" fmla="*/ 906819 w 1344473"/>
                <a:gd name="connsiteY54" fmla="*/ 612716 h 1337427"/>
                <a:gd name="connsiteX55" fmla="*/ 1241187 w 1344473"/>
                <a:gd name="connsiteY55" fmla="*/ 337869 h 1337427"/>
                <a:gd name="connsiteX56" fmla="*/ 891064 w 1344473"/>
                <a:gd name="connsiteY56" fmla="*/ 337869 h 1337427"/>
                <a:gd name="connsiteX57" fmla="*/ 891064 w 1344473"/>
                <a:gd name="connsiteY57" fmla="*/ 306358 h 1337427"/>
                <a:gd name="connsiteX58" fmla="*/ 1241187 w 1344473"/>
                <a:gd name="connsiteY58" fmla="*/ 306358 h 1337427"/>
                <a:gd name="connsiteX59" fmla="*/ 1241187 w 1344473"/>
                <a:gd name="connsiteY59" fmla="*/ 337869 h 1337427"/>
                <a:gd name="connsiteX60" fmla="*/ 1241187 w 1344473"/>
                <a:gd name="connsiteY60" fmla="*/ 206573 h 1337427"/>
                <a:gd name="connsiteX61" fmla="*/ 891064 w 1344473"/>
                <a:gd name="connsiteY61" fmla="*/ 206573 h 1337427"/>
                <a:gd name="connsiteX62" fmla="*/ 891064 w 1344473"/>
                <a:gd name="connsiteY62" fmla="*/ 175062 h 1337427"/>
                <a:gd name="connsiteX63" fmla="*/ 1241187 w 1344473"/>
                <a:gd name="connsiteY63" fmla="*/ 175062 h 1337427"/>
                <a:gd name="connsiteX64" fmla="*/ 1241187 w 1344473"/>
                <a:gd name="connsiteY64" fmla="*/ 206573 h 1337427"/>
                <a:gd name="connsiteX0" fmla="*/ 497175 w 1344473"/>
                <a:gd name="connsiteY0" fmla="*/ 737885 h 1337427"/>
                <a:gd name="connsiteX1" fmla="*/ 453410 w 1344473"/>
                <a:gd name="connsiteY1" fmla="*/ 781650 h 1337427"/>
                <a:gd name="connsiteX2" fmla="*/ 409644 w 1344473"/>
                <a:gd name="connsiteY2" fmla="*/ 737885 h 1337427"/>
                <a:gd name="connsiteX3" fmla="*/ 453410 w 1344473"/>
                <a:gd name="connsiteY3" fmla="*/ 694119 h 1337427"/>
                <a:gd name="connsiteX4" fmla="*/ 497175 w 1344473"/>
                <a:gd name="connsiteY4" fmla="*/ 737885 h 1337427"/>
                <a:gd name="connsiteX5" fmla="*/ 628471 w 1344473"/>
                <a:gd name="connsiteY5" fmla="*/ 694119 h 1337427"/>
                <a:gd name="connsiteX6" fmla="*/ 584706 w 1344473"/>
                <a:gd name="connsiteY6" fmla="*/ 737885 h 1337427"/>
                <a:gd name="connsiteX7" fmla="*/ 628471 w 1344473"/>
                <a:gd name="connsiteY7" fmla="*/ 781650 h 1337427"/>
                <a:gd name="connsiteX8" fmla="*/ 672237 w 1344473"/>
                <a:gd name="connsiteY8" fmla="*/ 737885 h 1337427"/>
                <a:gd name="connsiteX9" fmla="*/ 628471 w 1344473"/>
                <a:gd name="connsiteY9" fmla="*/ 694119 h 1337427"/>
                <a:gd name="connsiteX10" fmla="*/ 527855 w 1344473"/>
                <a:gd name="connsiteY10" fmla="*/ 1337427 h 1337427"/>
                <a:gd name="connsiteX11" fmla="*/ 357432 w 1344473"/>
                <a:gd name="connsiteY11" fmla="*/ 1081881 h 1337427"/>
                <a:gd name="connsiteX12" fmla="*/ 103286 w 1344473"/>
                <a:gd name="connsiteY12" fmla="*/ 1081881 h 1337427"/>
                <a:gd name="connsiteX13" fmla="*/ 0 w 1344473"/>
                <a:gd name="connsiteY13" fmla="*/ 978595 h 1337427"/>
                <a:gd name="connsiteX14" fmla="*/ 0 w 1344473"/>
                <a:gd name="connsiteY14" fmla="*/ 497175 h 1337427"/>
                <a:gd name="connsiteX15" fmla="*/ 103286 w 1344473"/>
                <a:gd name="connsiteY15" fmla="*/ 393889 h 1337427"/>
                <a:gd name="connsiteX16" fmla="*/ 787777 w 1344473"/>
                <a:gd name="connsiteY16" fmla="*/ 393889 h 1337427"/>
                <a:gd name="connsiteX17" fmla="*/ 787777 w 1344473"/>
                <a:gd name="connsiteY17" fmla="*/ 15756 h 1337427"/>
                <a:gd name="connsiteX18" fmla="*/ 803533 w 1344473"/>
                <a:gd name="connsiteY18" fmla="*/ 0 h 1337427"/>
                <a:gd name="connsiteX19" fmla="*/ 1328718 w 1344473"/>
                <a:gd name="connsiteY19" fmla="*/ 0 h 1337427"/>
                <a:gd name="connsiteX20" fmla="*/ 1344473 w 1344473"/>
                <a:gd name="connsiteY20" fmla="*/ 15756 h 1337427"/>
                <a:gd name="connsiteX21" fmla="*/ 1344473 w 1344473"/>
                <a:gd name="connsiteY21" fmla="*/ 628471 h 1337427"/>
                <a:gd name="connsiteX22" fmla="*/ 1328718 w 1344473"/>
                <a:gd name="connsiteY22" fmla="*/ 644227 h 1337427"/>
                <a:gd name="connsiteX23" fmla="*/ 906819 w 1344473"/>
                <a:gd name="connsiteY23" fmla="*/ 644227 h 1337427"/>
                <a:gd name="connsiteX24" fmla="*/ 906819 w 1344473"/>
                <a:gd name="connsiteY24" fmla="*/ 978595 h 1337427"/>
                <a:gd name="connsiteX25" fmla="*/ 803533 w 1344473"/>
                <a:gd name="connsiteY25" fmla="*/ 1081881 h 1337427"/>
                <a:gd name="connsiteX26" fmla="*/ 540940 w 1344473"/>
                <a:gd name="connsiteY26" fmla="*/ 1081881 h 1337427"/>
                <a:gd name="connsiteX27" fmla="*/ 540940 w 1344473"/>
                <a:gd name="connsiteY27" fmla="*/ 1050370 h 1337427"/>
                <a:gd name="connsiteX28" fmla="*/ 803533 w 1344473"/>
                <a:gd name="connsiteY28" fmla="*/ 1050370 h 1337427"/>
                <a:gd name="connsiteX29" fmla="*/ 875308 w 1344473"/>
                <a:gd name="connsiteY29" fmla="*/ 978595 h 1337427"/>
                <a:gd name="connsiteX30" fmla="*/ 875308 w 1344473"/>
                <a:gd name="connsiteY30" fmla="*/ 497175 h 1337427"/>
                <a:gd name="connsiteX31" fmla="*/ 803533 w 1344473"/>
                <a:gd name="connsiteY31" fmla="*/ 425400 h 1337427"/>
                <a:gd name="connsiteX32" fmla="*/ 103286 w 1344473"/>
                <a:gd name="connsiteY32" fmla="*/ 425400 h 1337427"/>
                <a:gd name="connsiteX33" fmla="*/ 31511 w 1344473"/>
                <a:gd name="connsiteY33" fmla="*/ 497175 h 1337427"/>
                <a:gd name="connsiteX34" fmla="*/ 31511 w 1344473"/>
                <a:gd name="connsiteY34" fmla="*/ 978595 h 1337427"/>
                <a:gd name="connsiteX35" fmla="*/ 103286 w 1344473"/>
                <a:gd name="connsiteY35" fmla="*/ 1050370 h 1337427"/>
                <a:gd name="connsiteX36" fmla="*/ 365879 w 1344473"/>
                <a:gd name="connsiteY36" fmla="*/ 1050370 h 1337427"/>
                <a:gd name="connsiteX37" fmla="*/ 378965 w 1344473"/>
                <a:gd name="connsiteY37" fmla="*/ 1057416 h 1337427"/>
                <a:gd name="connsiteX38" fmla="*/ 554026 w 1344473"/>
                <a:gd name="connsiteY38" fmla="*/ 1320009 h 1337427"/>
                <a:gd name="connsiteX39" fmla="*/ 527855 w 1344473"/>
                <a:gd name="connsiteY39" fmla="*/ 1337427 h 1337427"/>
                <a:gd name="connsiteX40" fmla="*/ 906819 w 1344473"/>
                <a:gd name="connsiteY40" fmla="*/ 612716 h 1337427"/>
                <a:gd name="connsiteX41" fmla="*/ 1312918 w 1344473"/>
                <a:gd name="connsiteY41" fmla="*/ 612716 h 1337427"/>
                <a:gd name="connsiteX42" fmla="*/ 1312918 w 1344473"/>
                <a:gd name="connsiteY42" fmla="*/ 31511 h 1337427"/>
                <a:gd name="connsiteX43" fmla="*/ 819288 w 1344473"/>
                <a:gd name="connsiteY43" fmla="*/ 31511 h 1337427"/>
                <a:gd name="connsiteX44" fmla="*/ 819288 w 1344473"/>
                <a:gd name="connsiteY44" fmla="*/ 395114 h 1337427"/>
                <a:gd name="connsiteX45" fmla="*/ 891064 w 1344473"/>
                <a:gd name="connsiteY45" fmla="*/ 442424 h 1337427"/>
                <a:gd name="connsiteX46" fmla="*/ 891064 w 1344473"/>
                <a:gd name="connsiteY46" fmla="*/ 437654 h 1337427"/>
                <a:gd name="connsiteX47" fmla="*/ 1241187 w 1344473"/>
                <a:gd name="connsiteY47" fmla="*/ 437742 h 1337427"/>
                <a:gd name="connsiteX48" fmla="*/ 1241187 w 1344473"/>
                <a:gd name="connsiteY48" fmla="*/ 469253 h 1337427"/>
                <a:gd name="connsiteX49" fmla="*/ 902924 w 1344473"/>
                <a:gd name="connsiteY49" fmla="*/ 469165 h 1337427"/>
                <a:gd name="connsiteX50" fmla="*/ 906819 w 1344473"/>
                <a:gd name="connsiteY50" fmla="*/ 497175 h 1337427"/>
                <a:gd name="connsiteX51" fmla="*/ 906819 w 1344473"/>
                <a:gd name="connsiteY51" fmla="*/ 612716 h 1337427"/>
                <a:gd name="connsiteX52" fmla="*/ 1241187 w 1344473"/>
                <a:gd name="connsiteY52" fmla="*/ 337869 h 1337427"/>
                <a:gd name="connsiteX53" fmla="*/ 891064 w 1344473"/>
                <a:gd name="connsiteY53" fmla="*/ 337869 h 1337427"/>
                <a:gd name="connsiteX54" fmla="*/ 891064 w 1344473"/>
                <a:gd name="connsiteY54" fmla="*/ 306358 h 1337427"/>
                <a:gd name="connsiteX55" fmla="*/ 1241187 w 1344473"/>
                <a:gd name="connsiteY55" fmla="*/ 306358 h 1337427"/>
                <a:gd name="connsiteX56" fmla="*/ 1241187 w 1344473"/>
                <a:gd name="connsiteY56" fmla="*/ 337869 h 1337427"/>
                <a:gd name="connsiteX57" fmla="*/ 1241187 w 1344473"/>
                <a:gd name="connsiteY57" fmla="*/ 206573 h 1337427"/>
                <a:gd name="connsiteX58" fmla="*/ 891064 w 1344473"/>
                <a:gd name="connsiteY58" fmla="*/ 206573 h 1337427"/>
                <a:gd name="connsiteX59" fmla="*/ 891064 w 1344473"/>
                <a:gd name="connsiteY59" fmla="*/ 175062 h 1337427"/>
                <a:gd name="connsiteX60" fmla="*/ 1241187 w 1344473"/>
                <a:gd name="connsiteY60" fmla="*/ 175062 h 1337427"/>
                <a:gd name="connsiteX61" fmla="*/ 1241187 w 1344473"/>
                <a:gd name="connsiteY61" fmla="*/ 206573 h 1337427"/>
                <a:gd name="connsiteX0" fmla="*/ 497175 w 1344473"/>
                <a:gd name="connsiteY0" fmla="*/ 737885 h 1337427"/>
                <a:gd name="connsiteX1" fmla="*/ 453410 w 1344473"/>
                <a:gd name="connsiteY1" fmla="*/ 781650 h 1337427"/>
                <a:gd name="connsiteX2" fmla="*/ 453410 w 1344473"/>
                <a:gd name="connsiteY2" fmla="*/ 694119 h 1337427"/>
                <a:gd name="connsiteX3" fmla="*/ 497175 w 1344473"/>
                <a:gd name="connsiteY3" fmla="*/ 737885 h 1337427"/>
                <a:gd name="connsiteX4" fmla="*/ 628471 w 1344473"/>
                <a:gd name="connsiteY4" fmla="*/ 694119 h 1337427"/>
                <a:gd name="connsiteX5" fmla="*/ 584706 w 1344473"/>
                <a:gd name="connsiteY5" fmla="*/ 737885 h 1337427"/>
                <a:gd name="connsiteX6" fmla="*/ 628471 w 1344473"/>
                <a:gd name="connsiteY6" fmla="*/ 781650 h 1337427"/>
                <a:gd name="connsiteX7" fmla="*/ 672237 w 1344473"/>
                <a:gd name="connsiteY7" fmla="*/ 737885 h 1337427"/>
                <a:gd name="connsiteX8" fmla="*/ 628471 w 1344473"/>
                <a:gd name="connsiteY8" fmla="*/ 694119 h 1337427"/>
                <a:gd name="connsiteX9" fmla="*/ 527855 w 1344473"/>
                <a:gd name="connsiteY9" fmla="*/ 1337427 h 1337427"/>
                <a:gd name="connsiteX10" fmla="*/ 357432 w 1344473"/>
                <a:gd name="connsiteY10" fmla="*/ 1081881 h 1337427"/>
                <a:gd name="connsiteX11" fmla="*/ 103286 w 1344473"/>
                <a:gd name="connsiteY11" fmla="*/ 1081881 h 1337427"/>
                <a:gd name="connsiteX12" fmla="*/ 0 w 1344473"/>
                <a:gd name="connsiteY12" fmla="*/ 978595 h 1337427"/>
                <a:gd name="connsiteX13" fmla="*/ 0 w 1344473"/>
                <a:gd name="connsiteY13" fmla="*/ 497175 h 1337427"/>
                <a:gd name="connsiteX14" fmla="*/ 103286 w 1344473"/>
                <a:gd name="connsiteY14" fmla="*/ 393889 h 1337427"/>
                <a:gd name="connsiteX15" fmla="*/ 787777 w 1344473"/>
                <a:gd name="connsiteY15" fmla="*/ 393889 h 1337427"/>
                <a:gd name="connsiteX16" fmla="*/ 787777 w 1344473"/>
                <a:gd name="connsiteY16" fmla="*/ 15756 h 1337427"/>
                <a:gd name="connsiteX17" fmla="*/ 803533 w 1344473"/>
                <a:gd name="connsiteY17" fmla="*/ 0 h 1337427"/>
                <a:gd name="connsiteX18" fmla="*/ 1328718 w 1344473"/>
                <a:gd name="connsiteY18" fmla="*/ 0 h 1337427"/>
                <a:gd name="connsiteX19" fmla="*/ 1344473 w 1344473"/>
                <a:gd name="connsiteY19" fmla="*/ 15756 h 1337427"/>
                <a:gd name="connsiteX20" fmla="*/ 1344473 w 1344473"/>
                <a:gd name="connsiteY20" fmla="*/ 628471 h 1337427"/>
                <a:gd name="connsiteX21" fmla="*/ 1328718 w 1344473"/>
                <a:gd name="connsiteY21" fmla="*/ 644227 h 1337427"/>
                <a:gd name="connsiteX22" fmla="*/ 906819 w 1344473"/>
                <a:gd name="connsiteY22" fmla="*/ 644227 h 1337427"/>
                <a:gd name="connsiteX23" fmla="*/ 906819 w 1344473"/>
                <a:gd name="connsiteY23" fmla="*/ 978595 h 1337427"/>
                <a:gd name="connsiteX24" fmla="*/ 803533 w 1344473"/>
                <a:gd name="connsiteY24" fmla="*/ 1081881 h 1337427"/>
                <a:gd name="connsiteX25" fmla="*/ 540940 w 1344473"/>
                <a:gd name="connsiteY25" fmla="*/ 1081881 h 1337427"/>
                <a:gd name="connsiteX26" fmla="*/ 540940 w 1344473"/>
                <a:gd name="connsiteY26" fmla="*/ 1050370 h 1337427"/>
                <a:gd name="connsiteX27" fmla="*/ 803533 w 1344473"/>
                <a:gd name="connsiteY27" fmla="*/ 1050370 h 1337427"/>
                <a:gd name="connsiteX28" fmla="*/ 875308 w 1344473"/>
                <a:gd name="connsiteY28" fmla="*/ 978595 h 1337427"/>
                <a:gd name="connsiteX29" fmla="*/ 875308 w 1344473"/>
                <a:gd name="connsiteY29" fmla="*/ 497175 h 1337427"/>
                <a:gd name="connsiteX30" fmla="*/ 803533 w 1344473"/>
                <a:gd name="connsiteY30" fmla="*/ 425400 h 1337427"/>
                <a:gd name="connsiteX31" fmla="*/ 103286 w 1344473"/>
                <a:gd name="connsiteY31" fmla="*/ 425400 h 1337427"/>
                <a:gd name="connsiteX32" fmla="*/ 31511 w 1344473"/>
                <a:gd name="connsiteY32" fmla="*/ 497175 h 1337427"/>
                <a:gd name="connsiteX33" fmla="*/ 31511 w 1344473"/>
                <a:gd name="connsiteY33" fmla="*/ 978595 h 1337427"/>
                <a:gd name="connsiteX34" fmla="*/ 103286 w 1344473"/>
                <a:gd name="connsiteY34" fmla="*/ 1050370 h 1337427"/>
                <a:gd name="connsiteX35" fmla="*/ 365879 w 1344473"/>
                <a:gd name="connsiteY35" fmla="*/ 1050370 h 1337427"/>
                <a:gd name="connsiteX36" fmla="*/ 378965 w 1344473"/>
                <a:gd name="connsiteY36" fmla="*/ 1057416 h 1337427"/>
                <a:gd name="connsiteX37" fmla="*/ 554026 w 1344473"/>
                <a:gd name="connsiteY37" fmla="*/ 1320009 h 1337427"/>
                <a:gd name="connsiteX38" fmla="*/ 527855 w 1344473"/>
                <a:gd name="connsiteY38" fmla="*/ 1337427 h 1337427"/>
                <a:gd name="connsiteX39" fmla="*/ 906819 w 1344473"/>
                <a:gd name="connsiteY39" fmla="*/ 612716 h 1337427"/>
                <a:gd name="connsiteX40" fmla="*/ 1312918 w 1344473"/>
                <a:gd name="connsiteY40" fmla="*/ 612716 h 1337427"/>
                <a:gd name="connsiteX41" fmla="*/ 1312918 w 1344473"/>
                <a:gd name="connsiteY41" fmla="*/ 31511 h 1337427"/>
                <a:gd name="connsiteX42" fmla="*/ 819288 w 1344473"/>
                <a:gd name="connsiteY42" fmla="*/ 31511 h 1337427"/>
                <a:gd name="connsiteX43" fmla="*/ 819288 w 1344473"/>
                <a:gd name="connsiteY43" fmla="*/ 395114 h 1337427"/>
                <a:gd name="connsiteX44" fmla="*/ 891064 w 1344473"/>
                <a:gd name="connsiteY44" fmla="*/ 442424 h 1337427"/>
                <a:gd name="connsiteX45" fmla="*/ 891064 w 1344473"/>
                <a:gd name="connsiteY45" fmla="*/ 437654 h 1337427"/>
                <a:gd name="connsiteX46" fmla="*/ 1241187 w 1344473"/>
                <a:gd name="connsiteY46" fmla="*/ 437742 h 1337427"/>
                <a:gd name="connsiteX47" fmla="*/ 1241187 w 1344473"/>
                <a:gd name="connsiteY47" fmla="*/ 469253 h 1337427"/>
                <a:gd name="connsiteX48" fmla="*/ 902924 w 1344473"/>
                <a:gd name="connsiteY48" fmla="*/ 469165 h 1337427"/>
                <a:gd name="connsiteX49" fmla="*/ 906819 w 1344473"/>
                <a:gd name="connsiteY49" fmla="*/ 497175 h 1337427"/>
                <a:gd name="connsiteX50" fmla="*/ 906819 w 1344473"/>
                <a:gd name="connsiteY50" fmla="*/ 612716 h 1337427"/>
                <a:gd name="connsiteX51" fmla="*/ 1241187 w 1344473"/>
                <a:gd name="connsiteY51" fmla="*/ 337869 h 1337427"/>
                <a:gd name="connsiteX52" fmla="*/ 891064 w 1344473"/>
                <a:gd name="connsiteY52" fmla="*/ 337869 h 1337427"/>
                <a:gd name="connsiteX53" fmla="*/ 891064 w 1344473"/>
                <a:gd name="connsiteY53" fmla="*/ 306358 h 1337427"/>
                <a:gd name="connsiteX54" fmla="*/ 1241187 w 1344473"/>
                <a:gd name="connsiteY54" fmla="*/ 306358 h 1337427"/>
                <a:gd name="connsiteX55" fmla="*/ 1241187 w 1344473"/>
                <a:gd name="connsiteY55" fmla="*/ 337869 h 1337427"/>
                <a:gd name="connsiteX56" fmla="*/ 1241187 w 1344473"/>
                <a:gd name="connsiteY56" fmla="*/ 206573 h 1337427"/>
                <a:gd name="connsiteX57" fmla="*/ 891064 w 1344473"/>
                <a:gd name="connsiteY57" fmla="*/ 206573 h 1337427"/>
                <a:gd name="connsiteX58" fmla="*/ 891064 w 1344473"/>
                <a:gd name="connsiteY58" fmla="*/ 175062 h 1337427"/>
                <a:gd name="connsiteX59" fmla="*/ 1241187 w 1344473"/>
                <a:gd name="connsiteY59" fmla="*/ 175062 h 1337427"/>
                <a:gd name="connsiteX60" fmla="*/ 1241187 w 1344473"/>
                <a:gd name="connsiteY60" fmla="*/ 206573 h 1337427"/>
                <a:gd name="connsiteX0" fmla="*/ 497175 w 1344473"/>
                <a:gd name="connsiteY0" fmla="*/ 737885 h 1337427"/>
                <a:gd name="connsiteX1" fmla="*/ 453410 w 1344473"/>
                <a:gd name="connsiteY1" fmla="*/ 781650 h 1337427"/>
                <a:gd name="connsiteX2" fmla="*/ 497175 w 1344473"/>
                <a:gd name="connsiteY2" fmla="*/ 737885 h 1337427"/>
                <a:gd name="connsiteX3" fmla="*/ 628471 w 1344473"/>
                <a:gd name="connsiteY3" fmla="*/ 694119 h 1337427"/>
                <a:gd name="connsiteX4" fmla="*/ 584706 w 1344473"/>
                <a:gd name="connsiteY4" fmla="*/ 737885 h 1337427"/>
                <a:gd name="connsiteX5" fmla="*/ 628471 w 1344473"/>
                <a:gd name="connsiteY5" fmla="*/ 781650 h 1337427"/>
                <a:gd name="connsiteX6" fmla="*/ 672237 w 1344473"/>
                <a:gd name="connsiteY6" fmla="*/ 737885 h 1337427"/>
                <a:gd name="connsiteX7" fmla="*/ 628471 w 1344473"/>
                <a:gd name="connsiteY7" fmla="*/ 694119 h 1337427"/>
                <a:gd name="connsiteX8" fmla="*/ 527855 w 1344473"/>
                <a:gd name="connsiteY8" fmla="*/ 1337427 h 1337427"/>
                <a:gd name="connsiteX9" fmla="*/ 357432 w 1344473"/>
                <a:gd name="connsiteY9" fmla="*/ 1081881 h 1337427"/>
                <a:gd name="connsiteX10" fmla="*/ 103286 w 1344473"/>
                <a:gd name="connsiteY10" fmla="*/ 1081881 h 1337427"/>
                <a:gd name="connsiteX11" fmla="*/ 0 w 1344473"/>
                <a:gd name="connsiteY11" fmla="*/ 978595 h 1337427"/>
                <a:gd name="connsiteX12" fmla="*/ 0 w 1344473"/>
                <a:gd name="connsiteY12" fmla="*/ 497175 h 1337427"/>
                <a:gd name="connsiteX13" fmla="*/ 103286 w 1344473"/>
                <a:gd name="connsiteY13" fmla="*/ 393889 h 1337427"/>
                <a:gd name="connsiteX14" fmla="*/ 787777 w 1344473"/>
                <a:gd name="connsiteY14" fmla="*/ 393889 h 1337427"/>
                <a:gd name="connsiteX15" fmla="*/ 787777 w 1344473"/>
                <a:gd name="connsiteY15" fmla="*/ 15756 h 1337427"/>
                <a:gd name="connsiteX16" fmla="*/ 803533 w 1344473"/>
                <a:gd name="connsiteY16" fmla="*/ 0 h 1337427"/>
                <a:gd name="connsiteX17" fmla="*/ 1328718 w 1344473"/>
                <a:gd name="connsiteY17" fmla="*/ 0 h 1337427"/>
                <a:gd name="connsiteX18" fmla="*/ 1344473 w 1344473"/>
                <a:gd name="connsiteY18" fmla="*/ 15756 h 1337427"/>
                <a:gd name="connsiteX19" fmla="*/ 1344473 w 1344473"/>
                <a:gd name="connsiteY19" fmla="*/ 628471 h 1337427"/>
                <a:gd name="connsiteX20" fmla="*/ 1328718 w 1344473"/>
                <a:gd name="connsiteY20" fmla="*/ 644227 h 1337427"/>
                <a:gd name="connsiteX21" fmla="*/ 906819 w 1344473"/>
                <a:gd name="connsiteY21" fmla="*/ 644227 h 1337427"/>
                <a:gd name="connsiteX22" fmla="*/ 906819 w 1344473"/>
                <a:gd name="connsiteY22" fmla="*/ 978595 h 1337427"/>
                <a:gd name="connsiteX23" fmla="*/ 803533 w 1344473"/>
                <a:gd name="connsiteY23" fmla="*/ 1081881 h 1337427"/>
                <a:gd name="connsiteX24" fmla="*/ 540940 w 1344473"/>
                <a:gd name="connsiteY24" fmla="*/ 1081881 h 1337427"/>
                <a:gd name="connsiteX25" fmla="*/ 540940 w 1344473"/>
                <a:gd name="connsiteY25" fmla="*/ 1050370 h 1337427"/>
                <a:gd name="connsiteX26" fmla="*/ 803533 w 1344473"/>
                <a:gd name="connsiteY26" fmla="*/ 1050370 h 1337427"/>
                <a:gd name="connsiteX27" fmla="*/ 875308 w 1344473"/>
                <a:gd name="connsiteY27" fmla="*/ 978595 h 1337427"/>
                <a:gd name="connsiteX28" fmla="*/ 875308 w 1344473"/>
                <a:gd name="connsiteY28" fmla="*/ 497175 h 1337427"/>
                <a:gd name="connsiteX29" fmla="*/ 803533 w 1344473"/>
                <a:gd name="connsiteY29" fmla="*/ 425400 h 1337427"/>
                <a:gd name="connsiteX30" fmla="*/ 103286 w 1344473"/>
                <a:gd name="connsiteY30" fmla="*/ 425400 h 1337427"/>
                <a:gd name="connsiteX31" fmla="*/ 31511 w 1344473"/>
                <a:gd name="connsiteY31" fmla="*/ 497175 h 1337427"/>
                <a:gd name="connsiteX32" fmla="*/ 31511 w 1344473"/>
                <a:gd name="connsiteY32" fmla="*/ 978595 h 1337427"/>
                <a:gd name="connsiteX33" fmla="*/ 103286 w 1344473"/>
                <a:gd name="connsiteY33" fmla="*/ 1050370 h 1337427"/>
                <a:gd name="connsiteX34" fmla="*/ 365879 w 1344473"/>
                <a:gd name="connsiteY34" fmla="*/ 1050370 h 1337427"/>
                <a:gd name="connsiteX35" fmla="*/ 378965 w 1344473"/>
                <a:gd name="connsiteY35" fmla="*/ 1057416 h 1337427"/>
                <a:gd name="connsiteX36" fmla="*/ 554026 w 1344473"/>
                <a:gd name="connsiteY36" fmla="*/ 1320009 h 1337427"/>
                <a:gd name="connsiteX37" fmla="*/ 527855 w 1344473"/>
                <a:gd name="connsiteY37" fmla="*/ 1337427 h 1337427"/>
                <a:gd name="connsiteX38" fmla="*/ 906819 w 1344473"/>
                <a:gd name="connsiteY38" fmla="*/ 612716 h 1337427"/>
                <a:gd name="connsiteX39" fmla="*/ 1312918 w 1344473"/>
                <a:gd name="connsiteY39" fmla="*/ 612716 h 1337427"/>
                <a:gd name="connsiteX40" fmla="*/ 1312918 w 1344473"/>
                <a:gd name="connsiteY40" fmla="*/ 31511 h 1337427"/>
                <a:gd name="connsiteX41" fmla="*/ 819288 w 1344473"/>
                <a:gd name="connsiteY41" fmla="*/ 31511 h 1337427"/>
                <a:gd name="connsiteX42" fmla="*/ 819288 w 1344473"/>
                <a:gd name="connsiteY42" fmla="*/ 395114 h 1337427"/>
                <a:gd name="connsiteX43" fmla="*/ 891064 w 1344473"/>
                <a:gd name="connsiteY43" fmla="*/ 442424 h 1337427"/>
                <a:gd name="connsiteX44" fmla="*/ 891064 w 1344473"/>
                <a:gd name="connsiteY44" fmla="*/ 437654 h 1337427"/>
                <a:gd name="connsiteX45" fmla="*/ 1241187 w 1344473"/>
                <a:gd name="connsiteY45" fmla="*/ 437742 h 1337427"/>
                <a:gd name="connsiteX46" fmla="*/ 1241187 w 1344473"/>
                <a:gd name="connsiteY46" fmla="*/ 469253 h 1337427"/>
                <a:gd name="connsiteX47" fmla="*/ 902924 w 1344473"/>
                <a:gd name="connsiteY47" fmla="*/ 469165 h 1337427"/>
                <a:gd name="connsiteX48" fmla="*/ 906819 w 1344473"/>
                <a:gd name="connsiteY48" fmla="*/ 497175 h 1337427"/>
                <a:gd name="connsiteX49" fmla="*/ 906819 w 1344473"/>
                <a:gd name="connsiteY49" fmla="*/ 612716 h 1337427"/>
                <a:gd name="connsiteX50" fmla="*/ 1241187 w 1344473"/>
                <a:gd name="connsiteY50" fmla="*/ 337869 h 1337427"/>
                <a:gd name="connsiteX51" fmla="*/ 891064 w 1344473"/>
                <a:gd name="connsiteY51" fmla="*/ 337869 h 1337427"/>
                <a:gd name="connsiteX52" fmla="*/ 891064 w 1344473"/>
                <a:gd name="connsiteY52" fmla="*/ 306358 h 1337427"/>
                <a:gd name="connsiteX53" fmla="*/ 1241187 w 1344473"/>
                <a:gd name="connsiteY53" fmla="*/ 306358 h 1337427"/>
                <a:gd name="connsiteX54" fmla="*/ 1241187 w 1344473"/>
                <a:gd name="connsiteY54" fmla="*/ 337869 h 1337427"/>
                <a:gd name="connsiteX55" fmla="*/ 1241187 w 1344473"/>
                <a:gd name="connsiteY55" fmla="*/ 206573 h 1337427"/>
                <a:gd name="connsiteX56" fmla="*/ 891064 w 1344473"/>
                <a:gd name="connsiteY56" fmla="*/ 206573 h 1337427"/>
                <a:gd name="connsiteX57" fmla="*/ 891064 w 1344473"/>
                <a:gd name="connsiteY57" fmla="*/ 175062 h 1337427"/>
                <a:gd name="connsiteX58" fmla="*/ 1241187 w 1344473"/>
                <a:gd name="connsiteY58" fmla="*/ 175062 h 1337427"/>
                <a:gd name="connsiteX59" fmla="*/ 1241187 w 1344473"/>
                <a:gd name="connsiteY59" fmla="*/ 206573 h 1337427"/>
                <a:gd name="connsiteX0" fmla="*/ 628471 w 1344473"/>
                <a:gd name="connsiteY0" fmla="*/ 694119 h 1337427"/>
                <a:gd name="connsiteX1" fmla="*/ 584706 w 1344473"/>
                <a:gd name="connsiteY1" fmla="*/ 737885 h 1337427"/>
                <a:gd name="connsiteX2" fmla="*/ 628471 w 1344473"/>
                <a:gd name="connsiteY2" fmla="*/ 781650 h 1337427"/>
                <a:gd name="connsiteX3" fmla="*/ 672237 w 1344473"/>
                <a:gd name="connsiteY3" fmla="*/ 737885 h 1337427"/>
                <a:gd name="connsiteX4" fmla="*/ 628471 w 1344473"/>
                <a:gd name="connsiteY4" fmla="*/ 694119 h 1337427"/>
                <a:gd name="connsiteX5" fmla="*/ 527855 w 1344473"/>
                <a:gd name="connsiteY5" fmla="*/ 1337427 h 1337427"/>
                <a:gd name="connsiteX6" fmla="*/ 357432 w 1344473"/>
                <a:gd name="connsiteY6" fmla="*/ 1081881 h 1337427"/>
                <a:gd name="connsiteX7" fmla="*/ 103286 w 1344473"/>
                <a:gd name="connsiteY7" fmla="*/ 1081881 h 1337427"/>
                <a:gd name="connsiteX8" fmla="*/ 0 w 1344473"/>
                <a:gd name="connsiteY8" fmla="*/ 978595 h 1337427"/>
                <a:gd name="connsiteX9" fmla="*/ 0 w 1344473"/>
                <a:gd name="connsiteY9" fmla="*/ 497175 h 1337427"/>
                <a:gd name="connsiteX10" fmla="*/ 103286 w 1344473"/>
                <a:gd name="connsiteY10" fmla="*/ 393889 h 1337427"/>
                <a:gd name="connsiteX11" fmla="*/ 787777 w 1344473"/>
                <a:gd name="connsiteY11" fmla="*/ 393889 h 1337427"/>
                <a:gd name="connsiteX12" fmla="*/ 787777 w 1344473"/>
                <a:gd name="connsiteY12" fmla="*/ 15756 h 1337427"/>
                <a:gd name="connsiteX13" fmla="*/ 803533 w 1344473"/>
                <a:gd name="connsiteY13" fmla="*/ 0 h 1337427"/>
                <a:gd name="connsiteX14" fmla="*/ 1328718 w 1344473"/>
                <a:gd name="connsiteY14" fmla="*/ 0 h 1337427"/>
                <a:gd name="connsiteX15" fmla="*/ 1344473 w 1344473"/>
                <a:gd name="connsiteY15" fmla="*/ 15756 h 1337427"/>
                <a:gd name="connsiteX16" fmla="*/ 1344473 w 1344473"/>
                <a:gd name="connsiteY16" fmla="*/ 628471 h 1337427"/>
                <a:gd name="connsiteX17" fmla="*/ 1328718 w 1344473"/>
                <a:gd name="connsiteY17" fmla="*/ 644227 h 1337427"/>
                <a:gd name="connsiteX18" fmla="*/ 906819 w 1344473"/>
                <a:gd name="connsiteY18" fmla="*/ 644227 h 1337427"/>
                <a:gd name="connsiteX19" fmla="*/ 906819 w 1344473"/>
                <a:gd name="connsiteY19" fmla="*/ 978595 h 1337427"/>
                <a:gd name="connsiteX20" fmla="*/ 803533 w 1344473"/>
                <a:gd name="connsiteY20" fmla="*/ 1081881 h 1337427"/>
                <a:gd name="connsiteX21" fmla="*/ 540940 w 1344473"/>
                <a:gd name="connsiteY21" fmla="*/ 1081881 h 1337427"/>
                <a:gd name="connsiteX22" fmla="*/ 540940 w 1344473"/>
                <a:gd name="connsiteY22" fmla="*/ 1050370 h 1337427"/>
                <a:gd name="connsiteX23" fmla="*/ 803533 w 1344473"/>
                <a:gd name="connsiteY23" fmla="*/ 1050370 h 1337427"/>
                <a:gd name="connsiteX24" fmla="*/ 875308 w 1344473"/>
                <a:gd name="connsiteY24" fmla="*/ 978595 h 1337427"/>
                <a:gd name="connsiteX25" fmla="*/ 875308 w 1344473"/>
                <a:gd name="connsiteY25" fmla="*/ 497175 h 1337427"/>
                <a:gd name="connsiteX26" fmla="*/ 803533 w 1344473"/>
                <a:gd name="connsiteY26" fmla="*/ 425400 h 1337427"/>
                <a:gd name="connsiteX27" fmla="*/ 103286 w 1344473"/>
                <a:gd name="connsiteY27" fmla="*/ 425400 h 1337427"/>
                <a:gd name="connsiteX28" fmla="*/ 31511 w 1344473"/>
                <a:gd name="connsiteY28" fmla="*/ 497175 h 1337427"/>
                <a:gd name="connsiteX29" fmla="*/ 31511 w 1344473"/>
                <a:gd name="connsiteY29" fmla="*/ 978595 h 1337427"/>
                <a:gd name="connsiteX30" fmla="*/ 103286 w 1344473"/>
                <a:gd name="connsiteY30" fmla="*/ 1050370 h 1337427"/>
                <a:gd name="connsiteX31" fmla="*/ 365879 w 1344473"/>
                <a:gd name="connsiteY31" fmla="*/ 1050370 h 1337427"/>
                <a:gd name="connsiteX32" fmla="*/ 378965 w 1344473"/>
                <a:gd name="connsiteY32" fmla="*/ 1057416 h 1337427"/>
                <a:gd name="connsiteX33" fmla="*/ 554026 w 1344473"/>
                <a:gd name="connsiteY33" fmla="*/ 1320009 h 1337427"/>
                <a:gd name="connsiteX34" fmla="*/ 527855 w 1344473"/>
                <a:gd name="connsiteY34" fmla="*/ 1337427 h 1337427"/>
                <a:gd name="connsiteX35" fmla="*/ 906819 w 1344473"/>
                <a:gd name="connsiteY35" fmla="*/ 612716 h 1337427"/>
                <a:gd name="connsiteX36" fmla="*/ 1312918 w 1344473"/>
                <a:gd name="connsiteY36" fmla="*/ 612716 h 1337427"/>
                <a:gd name="connsiteX37" fmla="*/ 1312918 w 1344473"/>
                <a:gd name="connsiteY37" fmla="*/ 31511 h 1337427"/>
                <a:gd name="connsiteX38" fmla="*/ 819288 w 1344473"/>
                <a:gd name="connsiteY38" fmla="*/ 31511 h 1337427"/>
                <a:gd name="connsiteX39" fmla="*/ 819288 w 1344473"/>
                <a:gd name="connsiteY39" fmla="*/ 395114 h 1337427"/>
                <a:gd name="connsiteX40" fmla="*/ 891064 w 1344473"/>
                <a:gd name="connsiteY40" fmla="*/ 442424 h 1337427"/>
                <a:gd name="connsiteX41" fmla="*/ 891064 w 1344473"/>
                <a:gd name="connsiteY41" fmla="*/ 437654 h 1337427"/>
                <a:gd name="connsiteX42" fmla="*/ 1241187 w 1344473"/>
                <a:gd name="connsiteY42" fmla="*/ 437742 h 1337427"/>
                <a:gd name="connsiteX43" fmla="*/ 1241187 w 1344473"/>
                <a:gd name="connsiteY43" fmla="*/ 469253 h 1337427"/>
                <a:gd name="connsiteX44" fmla="*/ 902924 w 1344473"/>
                <a:gd name="connsiteY44" fmla="*/ 469165 h 1337427"/>
                <a:gd name="connsiteX45" fmla="*/ 906819 w 1344473"/>
                <a:gd name="connsiteY45" fmla="*/ 497175 h 1337427"/>
                <a:gd name="connsiteX46" fmla="*/ 906819 w 1344473"/>
                <a:gd name="connsiteY46" fmla="*/ 612716 h 1337427"/>
                <a:gd name="connsiteX47" fmla="*/ 1241187 w 1344473"/>
                <a:gd name="connsiteY47" fmla="*/ 337869 h 1337427"/>
                <a:gd name="connsiteX48" fmla="*/ 891064 w 1344473"/>
                <a:gd name="connsiteY48" fmla="*/ 337869 h 1337427"/>
                <a:gd name="connsiteX49" fmla="*/ 891064 w 1344473"/>
                <a:gd name="connsiteY49" fmla="*/ 306358 h 1337427"/>
                <a:gd name="connsiteX50" fmla="*/ 1241187 w 1344473"/>
                <a:gd name="connsiteY50" fmla="*/ 306358 h 1337427"/>
                <a:gd name="connsiteX51" fmla="*/ 1241187 w 1344473"/>
                <a:gd name="connsiteY51" fmla="*/ 337869 h 1337427"/>
                <a:gd name="connsiteX52" fmla="*/ 1241187 w 1344473"/>
                <a:gd name="connsiteY52" fmla="*/ 206573 h 1337427"/>
                <a:gd name="connsiteX53" fmla="*/ 891064 w 1344473"/>
                <a:gd name="connsiteY53" fmla="*/ 206573 h 1337427"/>
                <a:gd name="connsiteX54" fmla="*/ 891064 w 1344473"/>
                <a:gd name="connsiteY54" fmla="*/ 175062 h 1337427"/>
                <a:gd name="connsiteX55" fmla="*/ 1241187 w 1344473"/>
                <a:gd name="connsiteY55" fmla="*/ 175062 h 1337427"/>
                <a:gd name="connsiteX56" fmla="*/ 1241187 w 1344473"/>
                <a:gd name="connsiteY56" fmla="*/ 206573 h 1337427"/>
                <a:gd name="connsiteX0" fmla="*/ 628471 w 1344473"/>
                <a:gd name="connsiteY0" fmla="*/ 694119 h 1337427"/>
                <a:gd name="connsiteX1" fmla="*/ 628471 w 1344473"/>
                <a:gd name="connsiteY1" fmla="*/ 781650 h 1337427"/>
                <a:gd name="connsiteX2" fmla="*/ 672237 w 1344473"/>
                <a:gd name="connsiteY2" fmla="*/ 737885 h 1337427"/>
                <a:gd name="connsiteX3" fmla="*/ 628471 w 1344473"/>
                <a:gd name="connsiteY3" fmla="*/ 694119 h 1337427"/>
                <a:gd name="connsiteX4" fmla="*/ 527855 w 1344473"/>
                <a:gd name="connsiteY4" fmla="*/ 1337427 h 1337427"/>
                <a:gd name="connsiteX5" fmla="*/ 357432 w 1344473"/>
                <a:gd name="connsiteY5" fmla="*/ 1081881 h 1337427"/>
                <a:gd name="connsiteX6" fmla="*/ 103286 w 1344473"/>
                <a:gd name="connsiteY6" fmla="*/ 1081881 h 1337427"/>
                <a:gd name="connsiteX7" fmla="*/ 0 w 1344473"/>
                <a:gd name="connsiteY7" fmla="*/ 978595 h 1337427"/>
                <a:gd name="connsiteX8" fmla="*/ 0 w 1344473"/>
                <a:gd name="connsiteY8" fmla="*/ 497175 h 1337427"/>
                <a:gd name="connsiteX9" fmla="*/ 103286 w 1344473"/>
                <a:gd name="connsiteY9" fmla="*/ 393889 h 1337427"/>
                <a:gd name="connsiteX10" fmla="*/ 787777 w 1344473"/>
                <a:gd name="connsiteY10" fmla="*/ 393889 h 1337427"/>
                <a:gd name="connsiteX11" fmla="*/ 787777 w 1344473"/>
                <a:gd name="connsiteY11" fmla="*/ 15756 h 1337427"/>
                <a:gd name="connsiteX12" fmla="*/ 803533 w 1344473"/>
                <a:gd name="connsiteY12" fmla="*/ 0 h 1337427"/>
                <a:gd name="connsiteX13" fmla="*/ 1328718 w 1344473"/>
                <a:gd name="connsiteY13" fmla="*/ 0 h 1337427"/>
                <a:gd name="connsiteX14" fmla="*/ 1344473 w 1344473"/>
                <a:gd name="connsiteY14" fmla="*/ 15756 h 1337427"/>
                <a:gd name="connsiteX15" fmla="*/ 1344473 w 1344473"/>
                <a:gd name="connsiteY15" fmla="*/ 628471 h 1337427"/>
                <a:gd name="connsiteX16" fmla="*/ 1328718 w 1344473"/>
                <a:gd name="connsiteY16" fmla="*/ 644227 h 1337427"/>
                <a:gd name="connsiteX17" fmla="*/ 906819 w 1344473"/>
                <a:gd name="connsiteY17" fmla="*/ 644227 h 1337427"/>
                <a:gd name="connsiteX18" fmla="*/ 906819 w 1344473"/>
                <a:gd name="connsiteY18" fmla="*/ 978595 h 1337427"/>
                <a:gd name="connsiteX19" fmla="*/ 803533 w 1344473"/>
                <a:gd name="connsiteY19" fmla="*/ 1081881 h 1337427"/>
                <a:gd name="connsiteX20" fmla="*/ 540940 w 1344473"/>
                <a:gd name="connsiteY20" fmla="*/ 1081881 h 1337427"/>
                <a:gd name="connsiteX21" fmla="*/ 540940 w 1344473"/>
                <a:gd name="connsiteY21" fmla="*/ 1050370 h 1337427"/>
                <a:gd name="connsiteX22" fmla="*/ 803533 w 1344473"/>
                <a:gd name="connsiteY22" fmla="*/ 1050370 h 1337427"/>
                <a:gd name="connsiteX23" fmla="*/ 875308 w 1344473"/>
                <a:gd name="connsiteY23" fmla="*/ 978595 h 1337427"/>
                <a:gd name="connsiteX24" fmla="*/ 875308 w 1344473"/>
                <a:gd name="connsiteY24" fmla="*/ 497175 h 1337427"/>
                <a:gd name="connsiteX25" fmla="*/ 803533 w 1344473"/>
                <a:gd name="connsiteY25" fmla="*/ 425400 h 1337427"/>
                <a:gd name="connsiteX26" fmla="*/ 103286 w 1344473"/>
                <a:gd name="connsiteY26" fmla="*/ 425400 h 1337427"/>
                <a:gd name="connsiteX27" fmla="*/ 31511 w 1344473"/>
                <a:gd name="connsiteY27" fmla="*/ 497175 h 1337427"/>
                <a:gd name="connsiteX28" fmla="*/ 31511 w 1344473"/>
                <a:gd name="connsiteY28" fmla="*/ 978595 h 1337427"/>
                <a:gd name="connsiteX29" fmla="*/ 103286 w 1344473"/>
                <a:gd name="connsiteY29" fmla="*/ 1050370 h 1337427"/>
                <a:gd name="connsiteX30" fmla="*/ 365879 w 1344473"/>
                <a:gd name="connsiteY30" fmla="*/ 1050370 h 1337427"/>
                <a:gd name="connsiteX31" fmla="*/ 378965 w 1344473"/>
                <a:gd name="connsiteY31" fmla="*/ 1057416 h 1337427"/>
                <a:gd name="connsiteX32" fmla="*/ 554026 w 1344473"/>
                <a:gd name="connsiteY32" fmla="*/ 1320009 h 1337427"/>
                <a:gd name="connsiteX33" fmla="*/ 527855 w 1344473"/>
                <a:gd name="connsiteY33" fmla="*/ 1337427 h 1337427"/>
                <a:gd name="connsiteX34" fmla="*/ 906819 w 1344473"/>
                <a:gd name="connsiteY34" fmla="*/ 612716 h 1337427"/>
                <a:gd name="connsiteX35" fmla="*/ 1312918 w 1344473"/>
                <a:gd name="connsiteY35" fmla="*/ 612716 h 1337427"/>
                <a:gd name="connsiteX36" fmla="*/ 1312918 w 1344473"/>
                <a:gd name="connsiteY36" fmla="*/ 31511 h 1337427"/>
                <a:gd name="connsiteX37" fmla="*/ 819288 w 1344473"/>
                <a:gd name="connsiteY37" fmla="*/ 31511 h 1337427"/>
                <a:gd name="connsiteX38" fmla="*/ 819288 w 1344473"/>
                <a:gd name="connsiteY38" fmla="*/ 395114 h 1337427"/>
                <a:gd name="connsiteX39" fmla="*/ 891064 w 1344473"/>
                <a:gd name="connsiteY39" fmla="*/ 442424 h 1337427"/>
                <a:gd name="connsiteX40" fmla="*/ 891064 w 1344473"/>
                <a:gd name="connsiteY40" fmla="*/ 437654 h 1337427"/>
                <a:gd name="connsiteX41" fmla="*/ 1241187 w 1344473"/>
                <a:gd name="connsiteY41" fmla="*/ 437742 h 1337427"/>
                <a:gd name="connsiteX42" fmla="*/ 1241187 w 1344473"/>
                <a:gd name="connsiteY42" fmla="*/ 469253 h 1337427"/>
                <a:gd name="connsiteX43" fmla="*/ 902924 w 1344473"/>
                <a:gd name="connsiteY43" fmla="*/ 469165 h 1337427"/>
                <a:gd name="connsiteX44" fmla="*/ 906819 w 1344473"/>
                <a:gd name="connsiteY44" fmla="*/ 497175 h 1337427"/>
                <a:gd name="connsiteX45" fmla="*/ 906819 w 1344473"/>
                <a:gd name="connsiteY45" fmla="*/ 612716 h 1337427"/>
                <a:gd name="connsiteX46" fmla="*/ 1241187 w 1344473"/>
                <a:gd name="connsiteY46" fmla="*/ 337869 h 1337427"/>
                <a:gd name="connsiteX47" fmla="*/ 891064 w 1344473"/>
                <a:gd name="connsiteY47" fmla="*/ 337869 h 1337427"/>
                <a:gd name="connsiteX48" fmla="*/ 891064 w 1344473"/>
                <a:gd name="connsiteY48" fmla="*/ 306358 h 1337427"/>
                <a:gd name="connsiteX49" fmla="*/ 1241187 w 1344473"/>
                <a:gd name="connsiteY49" fmla="*/ 306358 h 1337427"/>
                <a:gd name="connsiteX50" fmla="*/ 1241187 w 1344473"/>
                <a:gd name="connsiteY50" fmla="*/ 337869 h 1337427"/>
                <a:gd name="connsiteX51" fmla="*/ 1241187 w 1344473"/>
                <a:gd name="connsiteY51" fmla="*/ 206573 h 1337427"/>
                <a:gd name="connsiteX52" fmla="*/ 891064 w 1344473"/>
                <a:gd name="connsiteY52" fmla="*/ 206573 h 1337427"/>
                <a:gd name="connsiteX53" fmla="*/ 891064 w 1344473"/>
                <a:gd name="connsiteY53" fmla="*/ 175062 h 1337427"/>
                <a:gd name="connsiteX54" fmla="*/ 1241187 w 1344473"/>
                <a:gd name="connsiteY54" fmla="*/ 175062 h 1337427"/>
                <a:gd name="connsiteX55" fmla="*/ 1241187 w 1344473"/>
                <a:gd name="connsiteY55" fmla="*/ 206573 h 1337427"/>
                <a:gd name="connsiteX0" fmla="*/ 672237 w 1344473"/>
                <a:gd name="connsiteY0" fmla="*/ 737885 h 1337427"/>
                <a:gd name="connsiteX1" fmla="*/ 628471 w 1344473"/>
                <a:gd name="connsiteY1" fmla="*/ 781650 h 1337427"/>
                <a:gd name="connsiteX2" fmla="*/ 672237 w 1344473"/>
                <a:gd name="connsiteY2" fmla="*/ 737885 h 1337427"/>
                <a:gd name="connsiteX3" fmla="*/ 527855 w 1344473"/>
                <a:gd name="connsiteY3" fmla="*/ 1337427 h 1337427"/>
                <a:gd name="connsiteX4" fmla="*/ 357432 w 1344473"/>
                <a:gd name="connsiteY4" fmla="*/ 1081881 h 1337427"/>
                <a:gd name="connsiteX5" fmla="*/ 103286 w 1344473"/>
                <a:gd name="connsiteY5" fmla="*/ 1081881 h 1337427"/>
                <a:gd name="connsiteX6" fmla="*/ 0 w 1344473"/>
                <a:gd name="connsiteY6" fmla="*/ 978595 h 1337427"/>
                <a:gd name="connsiteX7" fmla="*/ 0 w 1344473"/>
                <a:gd name="connsiteY7" fmla="*/ 497175 h 1337427"/>
                <a:gd name="connsiteX8" fmla="*/ 103286 w 1344473"/>
                <a:gd name="connsiteY8" fmla="*/ 393889 h 1337427"/>
                <a:gd name="connsiteX9" fmla="*/ 787777 w 1344473"/>
                <a:gd name="connsiteY9" fmla="*/ 393889 h 1337427"/>
                <a:gd name="connsiteX10" fmla="*/ 787777 w 1344473"/>
                <a:gd name="connsiteY10" fmla="*/ 15756 h 1337427"/>
                <a:gd name="connsiteX11" fmla="*/ 803533 w 1344473"/>
                <a:gd name="connsiteY11" fmla="*/ 0 h 1337427"/>
                <a:gd name="connsiteX12" fmla="*/ 1328718 w 1344473"/>
                <a:gd name="connsiteY12" fmla="*/ 0 h 1337427"/>
                <a:gd name="connsiteX13" fmla="*/ 1344473 w 1344473"/>
                <a:gd name="connsiteY13" fmla="*/ 15756 h 1337427"/>
                <a:gd name="connsiteX14" fmla="*/ 1344473 w 1344473"/>
                <a:gd name="connsiteY14" fmla="*/ 628471 h 1337427"/>
                <a:gd name="connsiteX15" fmla="*/ 1328718 w 1344473"/>
                <a:gd name="connsiteY15" fmla="*/ 644227 h 1337427"/>
                <a:gd name="connsiteX16" fmla="*/ 906819 w 1344473"/>
                <a:gd name="connsiteY16" fmla="*/ 644227 h 1337427"/>
                <a:gd name="connsiteX17" fmla="*/ 906819 w 1344473"/>
                <a:gd name="connsiteY17" fmla="*/ 978595 h 1337427"/>
                <a:gd name="connsiteX18" fmla="*/ 803533 w 1344473"/>
                <a:gd name="connsiteY18" fmla="*/ 1081881 h 1337427"/>
                <a:gd name="connsiteX19" fmla="*/ 540940 w 1344473"/>
                <a:gd name="connsiteY19" fmla="*/ 1081881 h 1337427"/>
                <a:gd name="connsiteX20" fmla="*/ 540940 w 1344473"/>
                <a:gd name="connsiteY20" fmla="*/ 1050370 h 1337427"/>
                <a:gd name="connsiteX21" fmla="*/ 803533 w 1344473"/>
                <a:gd name="connsiteY21" fmla="*/ 1050370 h 1337427"/>
                <a:gd name="connsiteX22" fmla="*/ 875308 w 1344473"/>
                <a:gd name="connsiteY22" fmla="*/ 978595 h 1337427"/>
                <a:gd name="connsiteX23" fmla="*/ 875308 w 1344473"/>
                <a:gd name="connsiteY23" fmla="*/ 497175 h 1337427"/>
                <a:gd name="connsiteX24" fmla="*/ 803533 w 1344473"/>
                <a:gd name="connsiteY24" fmla="*/ 425400 h 1337427"/>
                <a:gd name="connsiteX25" fmla="*/ 103286 w 1344473"/>
                <a:gd name="connsiteY25" fmla="*/ 425400 h 1337427"/>
                <a:gd name="connsiteX26" fmla="*/ 31511 w 1344473"/>
                <a:gd name="connsiteY26" fmla="*/ 497175 h 1337427"/>
                <a:gd name="connsiteX27" fmla="*/ 31511 w 1344473"/>
                <a:gd name="connsiteY27" fmla="*/ 978595 h 1337427"/>
                <a:gd name="connsiteX28" fmla="*/ 103286 w 1344473"/>
                <a:gd name="connsiteY28" fmla="*/ 1050370 h 1337427"/>
                <a:gd name="connsiteX29" fmla="*/ 365879 w 1344473"/>
                <a:gd name="connsiteY29" fmla="*/ 1050370 h 1337427"/>
                <a:gd name="connsiteX30" fmla="*/ 378965 w 1344473"/>
                <a:gd name="connsiteY30" fmla="*/ 1057416 h 1337427"/>
                <a:gd name="connsiteX31" fmla="*/ 554026 w 1344473"/>
                <a:gd name="connsiteY31" fmla="*/ 1320009 h 1337427"/>
                <a:gd name="connsiteX32" fmla="*/ 527855 w 1344473"/>
                <a:gd name="connsiteY32" fmla="*/ 1337427 h 1337427"/>
                <a:gd name="connsiteX33" fmla="*/ 906819 w 1344473"/>
                <a:gd name="connsiteY33" fmla="*/ 612716 h 1337427"/>
                <a:gd name="connsiteX34" fmla="*/ 1312918 w 1344473"/>
                <a:gd name="connsiteY34" fmla="*/ 612716 h 1337427"/>
                <a:gd name="connsiteX35" fmla="*/ 1312918 w 1344473"/>
                <a:gd name="connsiteY35" fmla="*/ 31511 h 1337427"/>
                <a:gd name="connsiteX36" fmla="*/ 819288 w 1344473"/>
                <a:gd name="connsiteY36" fmla="*/ 31511 h 1337427"/>
                <a:gd name="connsiteX37" fmla="*/ 819288 w 1344473"/>
                <a:gd name="connsiteY37" fmla="*/ 395114 h 1337427"/>
                <a:gd name="connsiteX38" fmla="*/ 891064 w 1344473"/>
                <a:gd name="connsiteY38" fmla="*/ 442424 h 1337427"/>
                <a:gd name="connsiteX39" fmla="*/ 891064 w 1344473"/>
                <a:gd name="connsiteY39" fmla="*/ 437654 h 1337427"/>
                <a:gd name="connsiteX40" fmla="*/ 1241187 w 1344473"/>
                <a:gd name="connsiteY40" fmla="*/ 437742 h 1337427"/>
                <a:gd name="connsiteX41" fmla="*/ 1241187 w 1344473"/>
                <a:gd name="connsiteY41" fmla="*/ 469253 h 1337427"/>
                <a:gd name="connsiteX42" fmla="*/ 902924 w 1344473"/>
                <a:gd name="connsiteY42" fmla="*/ 469165 h 1337427"/>
                <a:gd name="connsiteX43" fmla="*/ 906819 w 1344473"/>
                <a:gd name="connsiteY43" fmla="*/ 497175 h 1337427"/>
                <a:gd name="connsiteX44" fmla="*/ 906819 w 1344473"/>
                <a:gd name="connsiteY44" fmla="*/ 612716 h 1337427"/>
                <a:gd name="connsiteX45" fmla="*/ 1241187 w 1344473"/>
                <a:gd name="connsiteY45" fmla="*/ 337869 h 1337427"/>
                <a:gd name="connsiteX46" fmla="*/ 891064 w 1344473"/>
                <a:gd name="connsiteY46" fmla="*/ 337869 h 1337427"/>
                <a:gd name="connsiteX47" fmla="*/ 891064 w 1344473"/>
                <a:gd name="connsiteY47" fmla="*/ 306358 h 1337427"/>
                <a:gd name="connsiteX48" fmla="*/ 1241187 w 1344473"/>
                <a:gd name="connsiteY48" fmla="*/ 306358 h 1337427"/>
                <a:gd name="connsiteX49" fmla="*/ 1241187 w 1344473"/>
                <a:gd name="connsiteY49" fmla="*/ 337869 h 1337427"/>
                <a:gd name="connsiteX50" fmla="*/ 1241187 w 1344473"/>
                <a:gd name="connsiteY50" fmla="*/ 206573 h 1337427"/>
                <a:gd name="connsiteX51" fmla="*/ 891064 w 1344473"/>
                <a:gd name="connsiteY51" fmla="*/ 206573 h 1337427"/>
                <a:gd name="connsiteX52" fmla="*/ 891064 w 1344473"/>
                <a:gd name="connsiteY52" fmla="*/ 175062 h 1337427"/>
                <a:gd name="connsiteX53" fmla="*/ 1241187 w 1344473"/>
                <a:gd name="connsiteY53" fmla="*/ 175062 h 1337427"/>
                <a:gd name="connsiteX54" fmla="*/ 1241187 w 1344473"/>
                <a:gd name="connsiteY54" fmla="*/ 2065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1241187 w 1344473"/>
                <a:gd name="connsiteY47" fmla="*/ 206573 h 1337427"/>
                <a:gd name="connsiteX48" fmla="*/ 891064 w 1344473"/>
                <a:gd name="connsiteY48" fmla="*/ 206573 h 1337427"/>
                <a:gd name="connsiteX49" fmla="*/ 891064 w 1344473"/>
                <a:gd name="connsiteY49" fmla="*/ 175062 h 1337427"/>
                <a:gd name="connsiteX50" fmla="*/ 1241187 w 1344473"/>
                <a:gd name="connsiteY50" fmla="*/ 175062 h 1337427"/>
                <a:gd name="connsiteX51" fmla="*/ 1241187 w 1344473"/>
                <a:gd name="connsiteY51" fmla="*/ 2065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1241187 w 1344473"/>
                <a:gd name="connsiteY47" fmla="*/ 206573 h 1337427"/>
                <a:gd name="connsiteX48" fmla="*/ 176689 w 1344473"/>
                <a:gd name="connsiteY48" fmla="*/ 930473 h 1337427"/>
                <a:gd name="connsiteX49" fmla="*/ 891064 w 1344473"/>
                <a:gd name="connsiteY49" fmla="*/ 175062 h 1337427"/>
                <a:gd name="connsiteX50" fmla="*/ 1241187 w 1344473"/>
                <a:gd name="connsiteY50" fmla="*/ 175062 h 1337427"/>
                <a:gd name="connsiteX51" fmla="*/ 1241187 w 1344473"/>
                <a:gd name="connsiteY51" fmla="*/ 2065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42712 w 1344473"/>
                <a:gd name="connsiteY47" fmla="*/ 927298 h 1337427"/>
                <a:gd name="connsiteX48" fmla="*/ 176689 w 1344473"/>
                <a:gd name="connsiteY48" fmla="*/ 930473 h 1337427"/>
                <a:gd name="connsiteX49" fmla="*/ 891064 w 1344473"/>
                <a:gd name="connsiteY49" fmla="*/ 175062 h 1337427"/>
                <a:gd name="connsiteX50" fmla="*/ 1241187 w 1344473"/>
                <a:gd name="connsiteY50" fmla="*/ 175062 h 1337427"/>
                <a:gd name="connsiteX51" fmla="*/ 742712 w 1344473"/>
                <a:gd name="connsiteY51" fmla="*/ 927298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42712 w 1344473"/>
                <a:gd name="connsiteY47" fmla="*/ 927298 h 1337427"/>
                <a:gd name="connsiteX48" fmla="*/ 176689 w 1344473"/>
                <a:gd name="connsiteY48" fmla="*/ 930473 h 1337427"/>
                <a:gd name="connsiteX49" fmla="*/ 891064 w 1344473"/>
                <a:gd name="connsiteY49" fmla="*/ 175062 h 1337427"/>
                <a:gd name="connsiteX50" fmla="*/ 745887 w 1344473"/>
                <a:gd name="connsiteY50" fmla="*/ 898962 h 1337427"/>
                <a:gd name="connsiteX51" fmla="*/ 742712 w 1344473"/>
                <a:gd name="connsiteY51" fmla="*/ 927298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42712 w 1344473"/>
                <a:gd name="connsiteY47" fmla="*/ 927298 h 1337427"/>
                <a:gd name="connsiteX48" fmla="*/ 176689 w 1344473"/>
                <a:gd name="connsiteY48" fmla="*/ 930473 h 1337427"/>
                <a:gd name="connsiteX49" fmla="*/ 176689 w 1344473"/>
                <a:gd name="connsiteY49" fmla="*/ 911662 h 1337427"/>
                <a:gd name="connsiteX50" fmla="*/ 745887 w 1344473"/>
                <a:gd name="connsiteY50" fmla="*/ 898962 h 1337427"/>
                <a:gd name="connsiteX51" fmla="*/ 742712 w 1344473"/>
                <a:gd name="connsiteY51" fmla="*/ 927298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42712 w 1344473"/>
                <a:gd name="connsiteY47" fmla="*/ 927298 h 1337427"/>
                <a:gd name="connsiteX48" fmla="*/ 176689 w 1344473"/>
                <a:gd name="connsiteY48" fmla="*/ 930473 h 1337427"/>
                <a:gd name="connsiteX49" fmla="*/ 176689 w 1344473"/>
                <a:gd name="connsiteY49" fmla="*/ 911662 h 1337427"/>
                <a:gd name="connsiteX50" fmla="*/ 745887 w 1344473"/>
                <a:gd name="connsiteY50" fmla="*/ 911662 h 1337427"/>
                <a:gd name="connsiteX51" fmla="*/ 742712 w 1344473"/>
                <a:gd name="connsiteY51" fmla="*/ 927298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4588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5412 w 1344473"/>
                <a:gd name="connsiteY50" fmla="*/ 914837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1241187 w 1344473"/>
                <a:gd name="connsiteY42" fmla="*/ 3378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1241187 w 1344473"/>
                <a:gd name="connsiteY46" fmla="*/ 3378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891064 w 1344473"/>
                <a:gd name="connsiteY43" fmla="*/ 337869 h 1337427"/>
                <a:gd name="connsiteX44" fmla="*/ 891064 w 1344473"/>
                <a:gd name="connsiteY44" fmla="*/ 306358 h 1337427"/>
                <a:gd name="connsiteX45" fmla="*/ 1241187 w 1344473"/>
                <a:gd name="connsiteY45" fmla="*/ 30635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891064 w 1344473"/>
                <a:gd name="connsiteY43" fmla="*/ 337869 h 1337427"/>
                <a:gd name="connsiteX44" fmla="*/ 891064 w 1344473"/>
                <a:gd name="connsiteY44" fmla="*/ 306358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6214 w 1344473"/>
                <a:gd name="connsiteY43" fmla="*/ 817294 h 1337427"/>
                <a:gd name="connsiteX44" fmla="*/ 891064 w 1344473"/>
                <a:gd name="connsiteY44" fmla="*/ 306358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6214 w 1344473"/>
                <a:gd name="connsiteY43" fmla="*/ 817294 h 1337427"/>
                <a:gd name="connsiteX44" fmla="*/ 186214 w 1344473"/>
                <a:gd name="connsiteY44" fmla="*/ 79213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6214 w 1344473"/>
                <a:gd name="connsiteY43" fmla="*/ 817294 h 1337427"/>
                <a:gd name="connsiteX44" fmla="*/ 186214 w 1344473"/>
                <a:gd name="connsiteY44" fmla="*/ 78578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6214 w 1344473"/>
                <a:gd name="connsiteY44" fmla="*/ 78578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79864 w 1344473"/>
                <a:gd name="connsiteY44" fmla="*/ 78578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39 w 1344473"/>
                <a:gd name="connsiteY44" fmla="*/ 78578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1166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39 w 1344473"/>
                <a:gd name="connsiteY44" fmla="*/ 78578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1166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39 w 1344473"/>
                <a:gd name="connsiteY44" fmla="*/ 785783 h 1337427"/>
                <a:gd name="connsiteX45" fmla="*/ 749062 w 1344473"/>
                <a:gd name="connsiteY45" fmla="*/ 78260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39 w 1344473"/>
                <a:gd name="connsiteY44" fmla="*/ 785783 h 1337427"/>
                <a:gd name="connsiteX45" fmla="*/ 747232 w 1344473"/>
                <a:gd name="connsiteY45" fmla="*/ 788099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39 w 1344473"/>
                <a:gd name="connsiteY44" fmla="*/ 785783 h 1337427"/>
                <a:gd name="connsiteX45" fmla="*/ 749062 w 1344473"/>
                <a:gd name="connsiteY45" fmla="*/ 78443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39 w 1344473"/>
                <a:gd name="connsiteY44" fmla="*/ 785783 h 1337427"/>
                <a:gd name="connsiteX45" fmla="*/ 749062 w 1344473"/>
                <a:gd name="connsiteY45" fmla="*/ 78992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1209 w 1344473"/>
                <a:gd name="connsiteY44" fmla="*/ 791274 h 1337427"/>
                <a:gd name="connsiteX45" fmla="*/ 749062 w 1344473"/>
                <a:gd name="connsiteY45" fmla="*/ 78992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4870 w 1344473"/>
                <a:gd name="connsiteY44" fmla="*/ 791274 h 1337427"/>
                <a:gd name="connsiteX45" fmla="*/ 749062 w 1344473"/>
                <a:gd name="connsiteY45" fmla="*/ 78992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4870 w 1344473"/>
                <a:gd name="connsiteY44" fmla="*/ 789444 h 1337427"/>
                <a:gd name="connsiteX45" fmla="*/ 749062 w 1344473"/>
                <a:gd name="connsiteY45" fmla="*/ 789928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4870 w 1344473"/>
                <a:gd name="connsiteY44" fmla="*/ 78944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761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1241187 w 1344473"/>
                <a:gd name="connsiteY38" fmla="*/ 469253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578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1241187 w 1344473"/>
                <a:gd name="connsiteY37" fmla="*/ 437742 h 1337427"/>
                <a:gd name="connsiteX38" fmla="*/ 897107 w 1344473"/>
                <a:gd name="connsiteY38" fmla="*/ 456442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578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312918 w 1344473"/>
                <a:gd name="connsiteY32" fmla="*/ 31511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893447 w 1344473"/>
                <a:gd name="connsiteY37" fmla="*/ 448723 h 1337427"/>
                <a:gd name="connsiteX38" fmla="*/ 897107 w 1344473"/>
                <a:gd name="connsiteY38" fmla="*/ 456442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578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344473 w 1344473"/>
                <a:gd name="connsiteY10" fmla="*/ 15756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223238 w 1344473"/>
                <a:gd name="connsiteY32" fmla="*/ 139493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893447 w 1344473"/>
                <a:gd name="connsiteY37" fmla="*/ 448723 h 1337427"/>
                <a:gd name="connsiteX38" fmla="*/ 897107 w 1344473"/>
                <a:gd name="connsiteY38" fmla="*/ 456442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578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328718 w 1344473"/>
                <a:gd name="connsiteY9" fmla="*/ 0 h 1337427"/>
                <a:gd name="connsiteX10" fmla="*/ 1291397 w 1344473"/>
                <a:gd name="connsiteY10" fmla="*/ 147531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223238 w 1344473"/>
                <a:gd name="connsiteY32" fmla="*/ 139493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893447 w 1344473"/>
                <a:gd name="connsiteY37" fmla="*/ 448723 h 1337427"/>
                <a:gd name="connsiteX38" fmla="*/ 897107 w 1344473"/>
                <a:gd name="connsiteY38" fmla="*/ 456442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578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44473"/>
                <a:gd name="connsiteY0" fmla="*/ 1337427 h 1337427"/>
                <a:gd name="connsiteX1" fmla="*/ 357432 w 1344473"/>
                <a:gd name="connsiteY1" fmla="*/ 1081881 h 1337427"/>
                <a:gd name="connsiteX2" fmla="*/ 103286 w 1344473"/>
                <a:gd name="connsiteY2" fmla="*/ 1081881 h 1337427"/>
                <a:gd name="connsiteX3" fmla="*/ 0 w 1344473"/>
                <a:gd name="connsiteY3" fmla="*/ 978595 h 1337427"/>
                <a:gd name="connsiteX4" fmla="*/ 0 w 1344473"/>
                <a:gd name="connsiteY4" fmla="*/ 497175 h 1337427"/>
                <a:gd name="connsiteX5" fmla="*/ 103286 w 1344473"/>
                <a:gd name="connsiteY5" fmla="*/ 393889 h 1337427"/>
                <a:gd name="connsiteX6" fmla="*/ 787777 w 1344473"/>
                <a:gd name="connsiteY6" fmla="*/ 393889 h 1337427"/>
                <a:gd name="connsiteX7" fmla="*/ 787777 w 1344473"/>
                <a:gd name="connsiteY7" fmla="*/ 15756 h 1337427"/>
                <a:gd name="connsiteX8" fmla="*/ 803533 w 1344473"/>
                <a:gd name="connsiteY8" fmla="*/ 0 h 1337427"/>
                <a:gd name="connsiteX9" fmla="*/ 1206094 w 1344473"/>
                <a:gd name="connsiteY9" fmla="*/ 86020 h 1337427"/>
                <a:gd name="connsiteX10" fmla="*/ 1291397 w 1344473"/>
                <a:gd name="connsiteY10" fmla="*/ 147531 h 1337427"/>
                <a:gd name="connsiteX11" fmla="*/ 1344473 w 1344473"/>
                <a:gd name="connsiteY11" fmla="*/ 628471 h 1337427"/>
                <a:gd name="connsiteX12" fmla="*/ 1328718 w 1344473"/>
                <a:gd name="connsiteY12" fmla="*/ 644227 h 1337427"/>
                <a:gd name="connsiteX13" fmla="*/ 906819 w 1344473"/>
                <a:gd name="connsiteY13" fmla="*/ 644227 h 1337427"/>
                <a:gd name="connsiteX14" fmla="*/ 906819 w 1344473"/>
                <a:gd name="connsiteY14" fmla="*/ 978595 h 1337427"/>
                <a:gd name="connsiteX15" fmla="*/ 803533 w 1344473"/>
                <a:gd name="connsiteY15" fmla="*/ 1081881 h 1337427"/>
                <a:gd name="connsiteX16" fmla="*/ 540940 w 1344473"/>
                <a:gd name="connsiteY16" fmla="*/ 1081881 h 1337427"/>
                <a:gd name="connsiteX17" fmla="*/ 540940 w 1344473"/>
                <a:gd name="connsiteY17" fmla="*/ 1050370 h 1337427"/>
                <a:gd name="connsiteX18" fmla="*/ 803533 w 1344473"/>
                <a:gd name="connsiteY18" fmla="*/ 1050370 h 1337427"/>
                <a:gd name="connsiteX19" fmla="*/ 875308 w 1344473"/>
                <a:gd name="connsiteY19" fmla="*/ 978595 h 1337427"/>
                <a:gd name="connsiteX20" fmla="*/ 875308 w 1344473"/>
                <a:gd name="connsiteY20" fmla="*/ 497175 h 1337427"/>
                <a:gd name="connsiteX21" fmla="*/ 803533 w 1344473"/>
                <a:gd name="connsiteY21" fmla="*/ 425400 h 1337427"/>
                <a:gd name="connsiteX22" fmla="*/ 103286 w 1344473"/>
                <a:gd name="connsiteY22" fmla="*/ 425400 h 1337427"/>
                <a:gd name="connsiteX23" fmla="*/ 31511 w 1344473"/>
                <a:gd name="connsiteY23" fmla="*/ 497175 h 1337427"/>
                <a:gd name="connsiteX24" fmla="*/ 31511 w 1344473"/>
                <a:gd name="connsiteY24" fmla="*/ 978595 h 1337427"/>
                <a:gd name="connsiteX25" fmla="*/ 103286 w 1344473"/>
                <a:gd name="connsiteY25" fmla="*/ 1050370 h 1337427"/>
                <a:gd name="connsiteX26" fmla="*/ 365879 w 1344473"/>
                <a:gd name="connsiteY26" fmla="*/ 1050370 h 1337427"/>
                <a:gd name="connsiteX27" fmla="*/ 378965 w 1344473"/>
                <a:gd name="connsiteY27" fmla="*/ 1057416 h 1337427"/>
                <a:gd name="connsiteX28" fmla="*/ 554026 w 1344473"/>
                <a:gd name="connsiteY28" fmla="*/ 1320009 h 1337427"/>
                <a:gd name="connsiteX29" fmla="*/ 527855 w 1344473"/>
                <a:gd name="connsiteY29" fmla="*/ 1337427 h 1337427"/>
                <a:gd name="connsiteX30" fmla="*/ 906819 w 1344473"/>
                <a:gd name="connsiteY30" fmla="*/ 612716 h 1337427"/>
                <a:gd name="connsiteX31" fmla="*/ 1312918 w 1344473"/>
                <a:gd name="connsiteY31" fmla="*/ 612716 h 1337427"/>
                <a:gd name="connsiteX32" fmla="*/ 1223238 w 1344473"/>
                <a:gd name="connsiteY32" fmla="*/ 139493 h 1337427"/>
                <a:gd name="connsiteX33" fmla="*/ 819288 w 1344473"/>
                <a:gd name="connsiteY33" fmla="*/ 31511 h 1337427"/>
                <a:gd name="connsiteX34" fmla="*/ 819288 w 1344473"/>
                <a:gd name="connsiteY34" fmla="*/ 395114 h 1337427"/>
                <a:gd name="connsiteX35" fmla="*/ 891064 w 1344473"/>
                <a:gd name="connsiteY35" fmla="*/ 442424 h 1337427"/>
                <a:gd name="connsiteX36" fmla="*/ 891064 w 1344473"/>
                <a:gd name="connsiteY36" fmla="*/ 437654 h 1337427"/>
                <a:gd name="connsiteX37" fmla="*/ 893447 w 1344473"/>
                <a:gd name="connsiteY37" fmla="*/ 448723 h 1337427"/>
                <a:gd name="connsiteX38" fmla="*/ 897107 w 1344473"/>
                <a:gd name="connsiteY38" fmla="*/ 456442 h 1337427"/>
                <a:gd name="connsiteX39" fmla="*/ 902924 w 1344473"/>
                <a:gd name="connsiteY39" fmla="*/ 469165 h 1337427"/>
                <a:gd name="connsiteX40" fmla="*/ 906819 w 1344473"/>
                <a:gd name="connsiteY40" fmla="*/ 497175 h 1337427"/>
                <a:gd name="connsiteX41" fmla="*/ 906819 w 1344473"/>
                <a:gd name="connsiteY41" fmla="*/ 612716 h 1337427"/>
                <a:gd name="connsiteX42" fmla="*/ 749062 w 1344473"/>
                <a:gd name="connsiteY42" fmla="*/ 807769 h 1337427"/>
                <a:gd name="connsiteX43" fmla="*/ 183039 w 1344473"/>
                <a:gd name="connsiteY43" fmla="*/ 807769 h 1337427"/>
                <a:gd name="connsiteX44" fmla="*/ 183040 w 1344473"/>
                <a:gd name="connsiteY44" fmla="*/ 785784 h 1337427"/>
                <a:gd name="connsiteX45" fmla="*/ 750892 w 1344473"/>
                <a:gd name="connsiteY45" fmla="*/ 786267 h 1337427"/>
                <a:gd name="connsiteX46" fmla="*/ 749062 w 1344473"/>
                <a:gd name="connsiteY46" fmla="*/ 807769 h 1337427"/>
                <a:gd name="connsiteX47" fmla="*/ 752237 w 1344473"/>
                <a:gd name="connsiteY47" fmla="*/ 930473 h 1337427"/>
                <a:gd name="connsiteX48" fmla="*/ 176689 w 1344473"/>
                <a:gd name="connsiteY48" fmla="*/ 930473 h 1337427"/>
                <a:gd name="connsiteX49" fmla="*/ 176689 w 1344473"/>
                <a:gd name="connsiteY49" fmla="*/ 905312 h 1337427"/>
                <a:gd name="connsiteX50" fmla="*/ 752237 w 1344473"/>
                <a:gd name="connsiteY50" fmla="*/ 905312 h 1337427"/>
                <a:gd name="connsiteX51" fmla="*/ 752237 w 1344473"/>
                <a:gd name="connsiteY51" fmla="*/ 930473 h 1337427"/>
                <a:gd name="connsiteX0" fmla="*/ 527855 w 1328718"/>
                <a:gd name="connsiteY0" fmla="*/ 1337427 h 1337427"/>
                <a:gd name="connsiteX1" fmla="*/ 357432 w 1328718"/>
                <a:gd name="connsiteY1" fmla="*/ 1081881 h 1337427"/>
                <a:gd name="connsiteX2" fmla="*/ 103286 w 1328718"/>
                <a:gd name="connsiteY2" fmla="*/ 1081881 h 1337427"/>
                <a:gd name="connsiteX3" fmla="*/ 0 w 1328718"/>
                <a:gd name="connsiteY3" fmla="*/ 978595 h 1337427"/>
                <a:gd name="connsiteX4" fmla="*/ 0 w 1328718"/>
                <a:gd name="connsiteY4" fmla="*/ 497175 h 1337427"/>
                <a:gd name="connsiteX5" fmla="*/ 103286 w 1328718"/>
                <a:gd name="connsiteY5" fmla="*/ 393889 h 1337427"/>
                <a:gd name="connsiteX6" fmla="*/ 787777 w 1328718"/>
                <a:gd name="connsiteY6" fmla="*/ 393889 h 1337427"/>
                <a:gd name="connsiteX7" fmla="*/ 787777 w 1328718"/>
                <a:gd name="connsiteY7" fmla="*/ 15756 h 1337427"/>
                <a:gd name="connsiteX8" fmla="*/ 803533 w 1328718"/>
                <a:gd name="connsiteY8" fmla="*/ 0 h 1337427"/>
                <a:gd name="connsiteX9" fmla="*/ 1206094 w 1328718"/>
                <a:gd name="connsiteY9" fmla="*/ 86020 h 1337427"/>
                <a:gd name="connsiteX10" fmla="*/ 1291397 w 1328718"/>
                <a:gd name="connsiteY10" fmla="*/ 147531 h 1337427"/>
                <a:gd name="connsiteX11" fmla="*/ 1328718 w 1328718"/>
                <a:gd name="connsiteY11" fmla="*/ 644227 h 1337427"/>
                <a:gd name="connsiteX12" fmla="*/ 906819 w 1328718"/>
                <a:gd name="connsiteY12" fmla="*/ 644227 h 1337427"/>
                <a:gd name="connsiteX13" fmla="*/ 906819 w 1328718"/>
                <a:gd name="connsiteY13" fmla="*/ 978595 h 1337427"/>
                <a:gd name="connsiteX14" fmla="*/ 803533 w 1328718"/>
                <a:gd name="connsiteY14" fmla="*/ 1081881 h 1337427"/>
                <a:gd name="connsiteX15" fmla="*/ 540940 w 1328718"/>
                <a:gd name="connsiteY15" fmla="*/ 1081881 h 1337427"/>
                <a:gd name="connsiteX16" fmla="*/ 540940 w 1328718"/>
                <a:gd name="connsiteY16" fmla="*/ 1050370 h 1337427"/>
                <a:gd name="connsiteX17" fmla="*/ 803533 w 1328718"/>
                <a:gd name="connsiteY17" fmla="*/ 1050370 h 1337427"/>
                <a:gd name="connsiteX18" fmla="*/ 875308 w 1328718"/>
                <a:gd name="connsiteY18" fmla="*/ 978595 h 1337427"/>
                <a:gd name="connsiteX19" fmla="*/ 875308 w 1328718"/>
                <a:gd name="connsiteY19" fmla="*/ 497175 h 1337427"/>
                <a:gd name="connsiteX20" fmla="*/ 803533 w 1328718"/>
                <a:gd name="connsiteY20" fmla="*/ 425400 h 1337427"/>
                <a:gd name="connsiteX21" fmla="*/ 103286 w 1328718"/>
                <a:gd name="connsiteY21" fmla="*/ 425400 h 1337427"/>
                <a:gd name="connsiteX22" fmla="*/ 31511 w 1328718"/>
                <a:gd name="connsiteY22" fmla="*/ 497175 h 1337427"/>
                <a:gd name="connsiteX23" fmla="*/ 31511 w 1328718"/>
                <a:gd name="connsiteY23" fmla="*/ 978595 h 1337427"/>
                <a:gd name="connsiteX24" fmla="*/ 103286 w 1328718"/>
                <a:gd name="connsiteY24" fmla="*/ 1050370 h 1337427"/>
                <a:gd name="connsiteX25" fmla="*/ 365879 w 1328718"/>
                <a:gd name="connsiteY25" fmla="*/ 1050370 h 1337427"/>
                <a:gd name="connsiteX26" fmla="*/ 378965 w 1328718"/>
                <a:gd name="connsiteY26" fmla="*/ 1057416 h 1337427"/>
                <a:gd name="connsiteX27" fmla="*/ 554026 w 1328718"/>
                <a:gd name="connsiteY27" fmla="*/ 1320009 h 1337427"/>
                <a:gd name="connsiteX28" fmla="*/ 527855 w 1328718"/>
                <a:gd name="connsiteY28" fmla="*/ 1337427 h 1337427"/>
                <a:gd name="connsiteX29" fmla="*/ 906819 w 1328718"/>
                <a:gd name="connsiteY29" fmla="*/ 612716 h 1337427"/>
                <a:gd name="connsiteX30" fmla="*/ 1312918 w 1328718"/>
                <a:gd name="connsiteY30" fmla="*/ 612716 h 1337427"/>
                <a:gd name="connsiteX31" fmla="*/ 1223238 w 1328718"/>
                <a:gd name="connsiteY31" fmla="*/ 139493 h 1337427"/>
                <a:gd name="connsiteX32" fmla="*/ 819288 w 1328718"/>
                <a:gd name="connsiteY32" fmla="*/ 31511 h 1337427"/>
                <a:gd name="connsiteX33" fmla="*/ 819288 w 1328718"/>
                <a:gd name="connsiteY33" fmla="*/ 395114 h 1337427"/>
                <a:gd name="connsiteX34" fmla="*/ 891064 w 1328718"/>
                <a:gd name="connsiteY34" fmla="*/ 442424 h 1337427"/>
                <a:gd name="connsiteX35" fmla="*/ 891064 w 1328718"/>
                <a:gd name="connsiteY35" fmla="*/ 437654 h 1337427"/>
                <a:gd name="connsiteX36" fmla="*/ 893447 w 1328718"/>
                <a:gd name="connsiteY36" fmla="*/ 448723 h 1337427"/>
                <a:gd name="connsiteX37" fmla="*/ 897107 w 1328718"/>
                <a:gd name="connsiteY37" fmla="*/ 456442 h 1337427"/>
                <a:gd name="connsiteX38" fmla="*/ 902924 w 1328718"/>
                <a:gd name="connsiteY38" fmla="*/ 469165 h 1337427"/>
                <a:gd name="connsiteX39" fmla="*/ 906819 w 1328718"/>
                <a:gd name="connsiteY39" fmla="*/ 497175 h 1337427"/>
                <a:gd name="connsiteX40" fmla="*/ 906819 w 1328718"/>
                <a:gd name="connsiteY40" fmla="*/ 612716 h 1337427"/>
                <a:gd name="connsiteX41" fmla="*/ 749062 w 1328718"/>
                <a:gd name="connsiteY41" fmla="*/ 807769 h 1337427"/>
                <a:gd name="connsiteX42" fmla="*/ 183039 w 1328718"/>
                <a:gd name="connsiteY42" fmla="*/ 807769 h 1337427"/>
                <a:gd name="connsiteX43" fmla="*/ 183040 w 1328718"/>
                <a:gd name="connsiteY43" fmla="*/ 785784 h 1337427"/>
                <a:gd name="connsiteX44" fmla="*/ 750892 w 1328718"/>
                <a:gd name="connsiteY44" fmla="*/ 786267 h 1337427"/>
                <a:gd name="connsiteX45" fmla="*/ 749062 w 1328718"/>
                <a:gd name="connsiteY45" fmla="*/ 807769 h 1337427"/>
                <a:gd name="connsiteX46" fmla="*/ 752237 w 1328718"/>
                <a:gd name="connsiteY46" fmla="*/ 930473 h 1337427"/>
                <a:gd name="connsiteX47" fmla="*/ 176689 w 1328718"/>
                <a:gd name="connsiteY47" fmla="*/ 930473 h 1337427"/>
                <a:gd name="connsiteX48" fmla="*/ 176689 w 1328718"/>
                <a:gd name="connsiteY48" fmla="*/ 905312 h 1337427"/>
                <a:gd name="connsiteX49" fmla="*/ 752237 w 1328718"/>
                <a:gd name="connsiteY49" fmla="*/ 905312 h 1337427"/>
                <a:gd name="connsiteX50" fmla="*/ 752237 w 1328718"/>
                <a:gd name="connsiteY50" fmla="*/ 930473 h 1337427"/>
                <a:gd name="connsiteX0" fmla="*/ 527855 w 1312918"/>
                <a:gd name="connsiteY0" fmla="*/ 1337427 h 1337427"/>
                <a:gd name="connsiteX1" fmla="*/ 357432 w 1312918"/>
                <a:gd name="connsiteY1" fmla="*/ 1081881 h 1337427"/>
                <a:gd name="connsiteX2" fmla="*/ 103286 w 1312918"/>
                <a:gd name="connsiteY2" fmla="*/ 1081881 h 1337427"/>
                <a:gd name="connsiteX3" fmla="*/ 0 w 1312918"/>
                <a:gd name="connsiteY3" fmla="*/ 978595 h 1337427"/>
                <a:gd name="connsiteX4" fmla="*/ 0 w 1312918"/>
                <a:gd name="connsiteY4" fmla="*/ 497175 h 1337427"/>
                <a:gd name="connsiteX5" fmla="*/ 103286 w 1312918"/>
                <a:gd name="connsiteY5" fmla="*/ 393889 h 1337427"/>
                <a:gd name="connsiteX6" fmla="*/ 787777 w 1312918"/>
                <a:gd name="connsiteY6" fmla="*/ 393889 h 1337427"/>
                <a:gd name="connsiteX7" fmla="*/ 787777 w 1312918"/>
                <a:gd name="connsiteY7" fmla="*/ 15756 h 1337427"/>
                <a:gd name="connsiteX8" fmla="*/ 803533 w 1312918"/>
                <a:gd name="connsiteY8" fmla="*/ 0 h 1337427"/>
                <a:gd name="connsiteX9" fmla="*/ 1206094 w 1312918"/>
                <a:gd name="connsiteY9" fmla="*/ 86020 h 1337427"/>
                <a:gd name="connsiteX10" fmla="*/ 1291397 w 1312918"/>
                <a:gd name="connsiteY10" fmla="*/ 147531 h 1337427"/>
                <a:gd name="connsiteX11" fmla="*/ 906819 w 1312918"/>
                <a:gd name="connsiteY11" fmla="*/ 644227 h 1337427"/>
                <a:gd name="connsiteX12" fmla="*/ 906819 w 1312918"/>
                <a:gd name="connsiteY12" fmla="*/ 978595 h 1337427"/>
                <a:gd name="connsiteX13" fmla="*/ 803533 w 1312918"/>
                <a:gd name="connsiteY13" fmla="*/ 1081881 h 1337427"/>
                <a:gd name="connsiteX14" fmla="*/ 540940 w 1312918"/>
                <a:gd name="connsiteY14" fmla="*/ 1081881 h 1337427"/>
                <a:gd name="connsiteX15" fmla="*/ 540940 w 1312918"/>
                <a:gd name="connsiteY15" fmla="*/ 1050370 h 1337427"/>
                <a:gd name="connsiteX16" fmla="*/ 803533 w 1312918"/>
                <a:gd name="connsiteY16" fmla="*/ 1050370 h 1337427"/>
                <a:gd name="connsiteX17" fmla="*/ 875308 w 1312918"/>
                <a:gd name="connsiteY17" fmla="*/ 978595 h 1337427"/>
                <a:gd name="connsiteX18" fmla="*/ 875308 w 1312918"/>
                <a:gd name="connsiteY18" fmla="*/ 497175 h 1337427"/>
                <a:gd name="connsiteX19" fmla="*/ 803533 w 1312918"/>
                <a:gd name="connsiteY19" fmla="*/ 425400 h 1337427"/>
                <a:gd name="connsiteX20" fmla="*/ 103286 w 1312918"/>
                <a:gd name="connsiteY20" fmla="*/ 425400 h 1337427"/>
                <a:gd name="connsiteX21" fmla="*/ 31511 w 1312918"/>
                <a:gd name="connsiteY21" fmla="*/ 497175 h 1337427"/>
                <a:gd name="connsiteX22" fmla="*/ 31511 w 1312918"/>
                <a:gd name="connsiteY22" fmla="*/ 978595 h 1337427"/>
                <a:gd name="connsiteX23" fmla="*/ 103286 w 1312918"/>
                <a:gd name="connsiteY23" fmla="*/ 1050370 h 1337427"/>
                <a:gd name="connsiteX24" fmla="*/ 365879 w 1312918"/>
                <a:gd name="connsiteY24" fmla="*/ 1050370 h 1337427"/>
                <a:gd name="connsiteX25" fmla="*/ 378965 w 1312918"/>
                <a:gd name="connsiteY25" fmla="*/ 1057416 h 1337427"/>
                <a:gd name="connsiteX26" fmla="*/ 554026 w 1312918"/>
                <a:gd name="connsiteY26" fmla="*/ 1320009 h 1337427"/>
                <a:gd name="connsiteX27" fmla="*/ 527855 w 1312918"/>
                <a:gd name="connsiteY27" fmla="*/ 1337427 h 1337427"/>
                <a:gd name="connsiteX28" fmla="*/ 906819 w 1312918"/>
                <a:gd name="connsiteY28" fmla="*/ 612716 h 1337427"/>
                <a:gd name="connsiteX29" fmla="*/ 1312918 w 1312918"/>
                <a:gd name="connsiteY29" fmla="*/ 612716 h 1337427"/>
                <a:gd name="connsiteX30" fmla="*/ 1223238 w 1312918"/>
                <a:gd name="connsiteY30" fmla="*/ 139493 h 1337427"/>
                <a:gd name="connsiteX31" fmla="*/ 819288 w 1312918"/>
                <a:gd name="connsiteY31" fmla="*/ 31511 h 1337427"/>
                <a:gd name="connsiteX32" fmla="*/ 819288 w 1312918"/>
                <a:gd name="connsiteY32" fmla="*/ 395114 h 1337427"/>
                <a:gd name="connsiteX33" fmla="*/ 891064 w 1312918"/>
                <a:gd name="connsiteY33" fmla="*/ 442424 h 1337427"/>
                <a:gd name="connsiteX34" fmla="*/ 891064 w 1312918"/>
                <a:gd name="connsiteY34" fmla="*/ 437654 h 1337427"/>
                <a:gd name="connsiteX35" fmla="*/ 893447 w 1312918"/>
                <a:gd name="connsiteY35" fmla="*/ 448723 h 1337427"/>
                <a:gd name="connsiteX36" fmla="*/ 897107 w 1312918"/>
                <a:gd name="connsiteY36" fmla="*/ 456442 h 1337427"/>
                <a:gd name="connsiteX37" fmla="*/ 902924 w 1312918"/>
                <a:gd name="connsiteY37" fmla="*/ 469165 h 1337427"/>
                <a:gd name="connsiteX38" fmla="*/ 906819 w 1312918"/>
                <a:gd name="connsiteY38" fmla="*/ 497175 h 1337427"/>
                <a:gd name="connsiteX39" fmla="*/ 906819 w 1312918"/>
                <a:gd name="connsiteY39" fmla="*/ 612716 h 1337427"/>
                <a:gd name="connsiteX40" fmla="*/ 749062 w 1312918"/>
                <a:gd name="connsiteY40" fmla="*/ 807769 h 1337427"/>
                <a:gd name="connsiteX41" fmla="*/ 183039 w 1312918"/>
                <a:gd name="connsiteY41" fmla="*/ 807769 h 1337427"/>
                <a:gd name="connsiteX42" fmla="*/ 183040 w 1312918"/>
                <a:gd name="connsiteY42" fmla="*/ 785784 h 1337427"/>
                <a:gd name="connsiteX43" fmla="*/ 750892 w 1312918"/>
                <a:gd name="connsiteY43" fmla="*/ 786267 h 1337427"/>
                <a:gd name="connsiteX44" fmla="*/ 749062 w 1312918"/>
                <a:gd name="connsiteY44" fmla="*/ 807769 h 1337427"/>
                <a:gd name="connsiteX45" fmla="*/ 752237 w 1312918"/>
                <a:gd name="connsiteY45" fmla="*/ 930473 h 1337427"/>
                <a:gd name="connsiteX46" fmla="*/ 176689 w 1312918"/>
                <a:gd name="connsiteY46" fmla="*/ 930473 h 1337427"/>
                <a:gd name="connsiteX47" fmla="*/ 176689 w 1312918"/>
                <a:gd name="connsiteY47" fmla="*/ 905312 h 1337427"/>
                <a:gd name="connsiteX48" fmla="*/ 752237 w 1312918"/>
                <a:gd name="connsiteY48" fmla="*/ 905312 h 1337427"/>
                <a:gd name="connsiteX49" fmla="*/ 752237 w 1312918"/>
                <a:gd name="connsiteY49" fmla="*/ 930473 h 1337427"/>
                <a:gd name="connsiteX0" fmla="*/ 527855 w 1291397"/>
                <a:gd name="connsiteY0" fmla="*/ 1337427 h 1337427"/>
                <a:gd name="connsiteX1" fmla="*/ 357432 w 1291397"/>
                <a:gd name="connsiteY1" fmla="*/ 1081881 h 1337427"/>
                <a:gd name="connsiteX2" fmla="*/ 103286 w 1291397"/>
                <a:gd name="connsiteY2" fmla="*/ 1081881 h 1337427"/>
                <a:gd name="connsiteX3" fmla="*/ 0 w 1291397"/>
                <a:gd name="connsiteY3" fmla="*/ 978595 h 1337427"/>
                <a:gd name="connsiteX4" fmla="*/ 0 w 1291397"/>
                <a:gd name="connsiteY4" fmla="*/ 497175 h 1337427"/>
                <a:gd name="connsiteX5" fmla="*/ 103286 w 1291397"/>
                <a:gd name="connsiteY5" fmla="*/ 393889 h 1337427"/>
                <a:gd name="connsiteX6" fmla="*/ 787777 w 1291397"/>
                <a:gd name="connsiteY6" fmla="*/ 393889 h 1337427"/>
                <a:gd name="connsiteX7" fmla="*/ 787777 w 1291397"/>
                <a:gd name="connsiteY7" fmla="*/ 15756 h 1337427"/>
                <a:gd name="connsiteX8" fmla="*/ 803533 w 1291397"/>
                <a:gd name="connsiteY8" fmla="*/ 0 h 1337427"/>
                <a:gd name="connsiteX9" fmla="*/ 1206094 w 1291397"/>
                <a:gd name="connsiteY9" fmla="*/ 86020 h 1337427"/>
                <a:gd name="connsiteX10" fmla="*/ 1291397 w 1291397"/>
                <a:gd name="connsiteY10" fmla="*/ 147531 h 1337427"/>
                <a:gd name="connsiteX11" fmla="*/ 906819 w 1291397"/>
                <a:gd name="connsiteY11" fmla="*/ 644227 h 1337427"/>
                <a:gd name="connsiteX12" fmla="*/ 906819 w 1291397"/>
                <a:gd name="connsiteY12" fmla="*/ 978595 h 1337427"/>
                <a:gd name="connsiteX13" fmla="*/ 803533 w 1291397"/>
                <a:gd name="connsiteY13" fmla="*/ 1081881 h 1337427"/>
                <a:gd name="connsiteX14" fmla="*/ 540940 w 1291397"/>
                <a:gd name="connsiteY14" fmla="*/ 1081881 h 1337427"/>
                <a:gd name="connsiteX15" fmla="*/ 540940 w 1291397"/>
                <a:gd name="connsiteY15" fmla="*/ 1050370 h 1337427"/>
                <a:gd name="connsiteX16" fmla="*/ 803533 w 1291397"/>
                <a:gd name="connsiteY16" fmla="*/ 1050370 h 1337427"/>
                <a:gd name="connsiteX17" fmla="*/ 875308 w 1291397"/>
                <a:gd name="connsiteY17" fmla="*/ 978595 h 1337427"/>
                <a:gd name="connsiteX18" fmla="*/ 875308 w 1291397"/>
                <a:gd name="connsiteY18" fmla="*/ 497175 h 1337427"/>
                <a:gd name="connsiteX19" fmla="*/ 803533 w 1291397"/>
                <a:gd name="connsiteY19" fmla="*/ 425400 h 1337427"/>
                <a:gd name="connsiteX20" fmla="*/ 103286 w 1291397"/>
                <a:gd name="connsiteY20" fmla="*/ 425400 h 1337427"/>
                <a:gd name="connsiteX21" fmla="*/ 31511 w 1291397"/>
                <a:gd name="connsiteY21" fmla="*/ 497175 h 1337427"/>
                <a:gd name="connsiteX22" fmla="*/ 31511 w 1291397"/>
                <a:gd name="connsiteY22" fmla="*/ 978595 h 1337427"/>
                <a:gd name="connsiteX23" fmla="*/ 103286 w 1291397"/>
                <a:gd name="connsiteY23" fmla="*/ 1050370 h 1337427"/>
                <a:gd name="connsiteX24" fmla="*/ 365879 w 1291397"/>
                <a:gd name="connsiteY24" fmla="*/ 1050370 h 1337427"/>
                <a:gd name="connsiteX25" fmla="*/ 378965 w 1291397"/>
                <a:gd name="connsiteY25" fmla="*/ 1057416 h 1337427"/>
                <a:gd name="connsiteX26" fmla="*/ 554026 w 1291397"/>
                <a:gd name="connsiteY26" fmla="*/ 1320009 h 1337427"/>
                <a:gd name="connsiteX27" fmla="*/ 527855 w 1291397"/>
                <a:gd name="connsiteY27" fmla="*/ 1337427 h 1337427"/>
                <a:gd name="connsiteX28" fmla="*/ 906819 w 1291397"/>
                <a:gd name="connsiteY28" fmla="*/ 612716 h 1337427"/>
                <a:gd name="connsiteX29" fmla="*/ 1223238 w 1291397"/>
                <a:gd name="connsiteY29" fmla="*/ 139493 h 1337427"/>
                <a:gd name="connsiteX30" fmla="*/ 819288 w 1291397"/>
                <a:gd name="connsiteY30" fmla="*/ 31511 h 1337427"/>
                <a:gd name="connsiteX31" fmla="*/ 819288 w 1291397"/>
                <a:gd name="connsiteY31" fmla="*/ 395114 h 1337427"/>
                <a:gd name="connsiteX32" fmla="*/ 891064 w 1291397"/>
                <a:gd name="connsiteY32" fmla="*/ 442424 h 1337427"/>
                <a:gd name="connsiteX33" fmla="*/ 891064 w 1291397"/>
                <a:gd name="connsiteY33" fmla="*/ 437654 h 1337427"/>
                <a:gd name="connsiteX34" fmla="*/ 893447 w 1291397"/>
                <a:gd name="connsiteY34" fmla="*/ 448723 h 1337427"/>
                <a:gd name="connsiteX35" fmla="*/ 897107 w 1291397"/>
                <a:gd name="connsiteY35" fmla="*/ 456442 h 1337427"/>
                <a:gd name="connsiteX36" fmla="*/ 902924 w 1291397"/>
                <a:gd name="connsiteY36" fmla="*/ 469165 h 1337427"/>
                <a:gd name="connsiteX37" fmla="*/ 906819 w 1291397"/>
                <a:gd name="connsiteY37" fmla="*/ 497175 h 1337427"/>
                <a:gd name="connsiteX38" fmla="*/ 906819 w 1291397"/>
                <a:gd name="connsiteY38" fmla="*/ 612716 h 1337427"/>
                <a:gd name="connsiteX39" fmla="*/ 749062 w 1291397"/>
                <a:gd name="connsiteY39" fmla="*/ 807769 h 1337427"/>
                <a:gd name="connsiteX40" fmla="*/ 183039 w 1291397"/>
                <a:gd name="connsiteY40" fmla="*/ 807769 h 1337427"/>
                <a:gd name="connsiteX41" fmla="*/ 183040 w 1291397"/>
                <a:gd name="connsiteY41" fmla="*/ 785784 h 1337427"/>
                <a:gd name="connsiteX42" fmla="*/ 750892 w 1291397"/>
                <a:gd name="connsiteY42" fmla="*/ 786267 h 1337427"/>
                <a:gd name="connsiteX43" fmla="*/ 749062 w 1291397"/>
                <a:gd name="connsiteY43" fmla="*/ 807769 h 1337427"/>
                <a:gd name="connsiteX44" fmla="*/ 752237 w 1291397"/>
                <a:gd name="connsiteY44" fmla="*/ 930473 h 1337427"/>
                <a:gd name="connsiteX45" fmla="*/ 176689 w 1291397"/>
                <a:gd name="connsiteY45" fmla="*/ 930473 h 1337427"/>
                <a:gd name="connsiteX46" fmla="*/ 176689 w 1291397"/>
                <a:gd name="connsiteY46" fmla="*/ 905312 h 1337427"/>
                <a:gd name="connsiteX47" fmla="*/ 752237 w 1291397"/>
                <a:gd name="connsiteY47" fmla="*/ 905312 h 1337427"/>
                <a:gd name="connsiteX48" fmla="*/ 752237 w 1291397"/>
                <a:gd name="connsiteY48" fmla="*/ 930473 h 1337427"/>
                <a:gd name="connsiteX0" fmla="*/ 527855 w 1291397"/>
                <a:gd name="connsiteY0" fmla="*/ 1337427 h 1337427"/>
                <a:gd name="connsiteX1" fmla="*/ 357432 w 1291397"/>
                <a:gd name="connsiteY1" fmla="*/ 1081881 h 1337427"/>
                <a:gd name="connsiteX2" fmla="*/ 103286 w 1291397"/>
                <a:gd name="connsiteY2" fmla="*/ 1081881 h 1337427"/>
                <a:gd name="connsiteX3" fmla="*/ 0 w 1291397"/>
                <a:gd name="connsiteY3" fmla="*/ 978595 h 1337427"/>
                <a:gd name="connsiteX4" fmla="*/ 0 w 1291397"/>
                <a:gd name="connsiteY4" fmla="*/ 497175 h 1337427"/>
                <a:gd name="connsiteX5" fmla="*/ 103286 w 1291397"/>
                <a:gd name="connsiteY5" fmla="*/ 393889 h 1337427"/>
                <a:gd name="connsiteX6" fmla="*/ 787777 w 1291397"/>
                <a:gd name="connsiteY6" fmla="*/ 393889 h 1337427"/>
                <a:gd name="connsiteX7" fmla="*/ 787777 w 1291397"/>
                <a:gd name="connsiteY7" fmla="*/ 15756 h 1337427"/>
                <a:gd name="connsiteX8" fmla="*/ 803533 w 1291397"/>
                <a:gd name="connsiteY8" fmla="*/ 0 h 1337427"/>
                <a:gd name="connsiteX9" fmla="*/ 1206094 w 1291397"/>
                <a:gd name="connsiteY9" fmla="*/ 86020 h 1337427"/>
                <a:gd name="connsiteX10" fmla="*/ 1291397 w 1291397"/>
                <a:gd name="connsiteY10" fmla="*/ 147531 h 1337427"/>
                <a:gd name="connsiteX11" fmla="*/ 906819 w 1291397"/>
                <a:gd name="connsiteY11" fmla="*/ 644227 h 1337427"/>
                <a:gd name="connsiteX12" fmla="*/ 906819 w 1291397"/>
                <a:gd name="connsiteY12" fmla="*/ 978595 h 1337427"/>
                <a:gd name="connsiteX13" fmla="*/ 803533 w 1291397"/>
                <a:gd name="connsiteY13" fmla="*/ 1081881 h 1337427"/>
                <a:gd name="connsiteX14" fmla="*/ 540940 w 1291397"/>
                <a:gd name="connsiteY14" fmla="*/ 1081881 h 1337427"/>
                <a:gd name="connsiteX15" fmla="*/ 540940 w 1291397"/>
                <a:gd name="connsiteY15" fmla="*/ 1050370 h 1337427"/>
                <a:gd name="connsiteX16" fmla="*/ 803533 w 1291397"/>
                <a:gd name="connsiteY16" fmla="*/ 1050370 h 1337427"/>
                <a:gd name="connsiteX17" fmla="*/ 875308 w 1291397"/>
                <a:gd name="connsiteY17" fmla="*/ 978595 h 1337427"/>
                <a:gd name="connsiteX18" fmla="*/ 875308 w 1291397"/>
                <a:gd name="connsiteY18" fmla="*/ 497175 h 1337427"/>
                <a:gd name="connsiteX19" fmla="*/ 803533 w 1291397"/>
                <a:gd name="connsiteY19" fmla="*/ 425400 h 1337427"/>
                <a:gd name="connsiteX20" fmla="*/ 103286 w 1291397"/>
                <a:gd name="connsiteY20" fmla="*/ 425400 h 1337427"/>
                <a:gd name="connsiteX21" fmla="*/ 31511 w 1291397"/>
                <a:gd name="connsiteY21" fmla="*/ 497175 h 1337427"/>
                <a:gd name="connsiteX22" fmla="*/ 31511 w 1291397"/>
                <a:gd name="connsiteY22" fmla="*/ 978595 h 1337427"/>
                <a:gd name="connsiteX23" fmla="*/ 103286 w 1291397"/>
                <a:gd name="connsiteY23" fmla="*/ 1050370 h 1337427"/>
                <a:gd name="connsiteX24" fmla="*/ 365879 w 1291397"/>
                <a:gd name="connsiteY24" fmla="*/ 1050370 h 1337427"/>
                <a:gd name="connsiteX25" fmla="*/ 378965 w 1291397"/>
                <a:gd name="connsiteY25" fmla="*/ 1057416 h 1337427"/>
                <a:gd name="connsiteX26" fmla="*/ 554026 w 1291397"/>
                <a:gd name="connsiteY26" fmla="*/ 1320009 h 1337427"/>
                <a:gd name="connsiteX27" fmla="*/ 527855 w 1291397"/>
                <a:gd name="connsiteY27" fmla="*/ 1337427 h 1337427"/>
                <a:gd name="connsiteX28" fmla="*/ 906819 w 1291397"/>
                <a:gd name="connsiteY28" fmla="*/ 612716 h 1337427"/>
                <a:gd name="connsiteX29" fmla="*/ 1223238 w 1291397"/>
                <a:gd name="connsiteY29" fmla="*/ 139493 h 1337427"/>
                <a:gd name="connsiteX30" fmla="*/ 859553 w 1291397"/>
                <a:gd name="connsiteY30" fmla="*/ 329835 h 1337427"/>
                <a:gd name="connsiteX31" fmla="*/ 819288 w 1291397"/>
                <a:gd name="connsiteY31" fmla="*/ 395114 h 1337427"/>
                <a:gd name="connsiteX32" fmla="*/ 891064 w 1291397"/>
                <a:gd name="connsiteY32" fmla="*/ 442424 h 1337427"/>
                <a:gd name="connsiteX33" fmla="*/ 891064 w 1291397"/>
                <a:gd name="connsiteY33" fmla="*/ 437654 h 1337427"/>
                <a:gd name="connsiteX34" fmla="*/ 893447 w 1291397"/>
                <a:gd name="connsiteY34" fmla="*/ 448723 h 1337427"/>
                <a:gd name="connsiteX35" fmla="*/ 897107 w 1291397"/>
                <a:gd name="connsiteY35" fmla="*/ 456442 h 1337427"/>
                <a:gd name="connsiteX36" fmla="*/ 902924 w 1291397"/>
                <a:gd name="connsiteY36" fmla="*/ 469165 h 1337427"/>
                <a:gd name="connsiteX37" fmla="*/ 906819 w 1291397"/>
                <a:gd name="connsiteY37" fmla="*/ 497175 h 1337427"/>
                <a:gd name="connsiteX38" fmla="*/ 906819 w 1291397"/>
                <a:gd name="connsiteY38" fmla="*/ 612716 h 1337427"/>
                <a:gd name="connsiteX39" fmla="*/ 749062 w 1291397"/>
                <a:gd name="connsiteY39" fmla="*/ 807769 h 1337427"/>
                <a:gd name="connsiteX40" fmla="*/ 183039 w 1291397"/>
                <a:gd name="connsiteY40" fmla="*/ 807769 h 1337427"/>
                <a:gd name="connsiteX41" fmla="*/ 183040 w 1291397"/>
                <a:gd name="connsiteY41" fmla="*/ 785784 h 1337427"/>
                <a:gd name="connsiteX42" fmla="*/ 750892 w 1291397"/>
                <a:gd name="connsiteY42" fmla="*/ 786267 h 1337427"/>
                <a:gd name="connsiteX43" fmla="*/ 749062 w 1291397"/>
                <a:gd name="connsiteY43" fmla="*/ 807769 h 1337427"/>
                <a:gd name="connsiteX44" fmla="*/ 752237 w 1291397"/>
                <a:gd name="connsiteY44" fmla="*/ 930473 h 1337427"/>
                <a:gd name="connsiteX45" fmla="*/ 176689 w 1291397"/>
                <a:gd name="connsiteY45" fmla="*/ 930473 h 1337427"/>
                <a:gd name="connsiteX46" fmla="*/ 176689 w 1291397"/>
                <a:gd name="connsiteY46" fmla="*/ 905312 h 1337427"/>
                <a:gd name="connsiteX47" fmla="*/ 752237 w 1291397"/>
                <a:gd name="connsiteY47" fmla="*/ 905312 h 1337427"/>
                <a:gd name="connsiteX48" fmla="*/ 752237 w 1291397"/>
                <a:gd name="connsiteY48" fmla="*/ 930473 h 1337427"/>
                <a:gd name="connsiteX0" fmla="*/ 527855 w 1291397"/>
                <a:gd name="connsiteY0" fmla="*/ 1337427 h 1337427"/>
                <a:gd name="connsiteX1" fmla="*/ 357432 w 1291397"/>
                <a:gd name="connsiteY1" fmla="*/ 1081881 h 1337427"/>
                <a:gd name="connsiteX2" fmla="*/ 103286 w 1291397"/>
                <a:gd name="connsiteY2" fmla="*/ 1081881 h 1337427"/>
                <a:gd name="connsiteX3" fmla="*/ 0 w 1291397"/>
                <a:gd name="connsiteY3" fmla="*/ 978595 h 1337427"/>
                <a:gd name="connsiteX4" fmla="*/ 0 w 1291397"/>
                <a:gd name="connsiteY4" fmla="*/ 497175 h 1337427"/>
                <a:gd name="connsiteX5" fmla="*/ 103286 w 1291397"/>
                <a:gd name="connsiteY5" fmla="*/ 393889 h 1337427"/>
                <a:gd name="connsiteX6" fmla="*/ 787777 w 1291397"/>
                <a:gd name="connsiteY6" fmla="*/ 393889 h 1337427"/>
                <a:gd name="connsiteX7" fmla="*/ 815230 w 1291397"/>
                <a:gd name="connsiteY7" fmla="*/ 235381 h 1337427"/>
                <a:gd name="connsiteX8" fmla="*/ 803533 w 1291397"/>
                <a:gd name="connsiteY8" fmla="*/ 0 h 1337427"/>
                <a:gd name="connsiteX9" fmla="*/ 1206094 w 1291397"/>
                <a:gd name="connsiteY9" fmla="*/ 86020 h 1337427"/>
                <a:gd name="connsiteX10" fmla="*/ 1291397 w 1291397"/>
                <a:gd name="connsiteY10" fmla="*/ 147531 h 1337427"/>
                <a:gd name="connsiteX11" fmla="*/ 906819 w 1291397"/>
                <a:gd name="connsiteY11" fmla="*/ 644227 h 1337427"/>
                <a:gd name="connsiteX12" fmla="*/ 906819 w 1291397"/>
                <a:gd name="connsiteY12" fmla="*/ 978595 h 1337427"/>
                <a:gd name="connsiteX13" fmla="*/ 803533 w 1291397"/>
                <a:gd name="connsiteY13" fmla="*/ 1081881 h 1337427"/>
                <a:gd name="connsiteX14" fmla="*/ 540940 w 1291397"/>
                <a:gd name="connsiteY14" fmla="*/ 1081881 h 1337427"/>
                <a:gd name="connsiteX15" fmla="*/ 540940 w 1291397"/>
                <a:gd name="connsiteY15" fmla="*/ 1050370 h 1337427"/>
                <a:gd name="connsiteX16" fmla="*/ 803533 w 1291397"/>
                <a:gd name="connsiteY16" fmla="*/ 1050370 h 1337427"/>
                <a:gd name="connsiteX17" fmla="*/ 875308 w 1291397"/>
                <a:gd name="connsiteY17" fmla="*/ 978595 h 1337427"/>
                <a:gd name="connsiteX18" fmla="*/ 875308 w 1291397"/>
                <a:gd name="connsiteY18" fmla="*/ 497175 h 1337427"/>
                <a:gd name="connsiteX19" fmla="*/ 803533 w 1291397"/>
                <a:gd name="connsiteY19" fmla="*/ 425400 h 1337427"/>
                <a:gd name="connsiteX20" fmla="*/ 103286 w 1291397"/>
                <a:gd name="connsiteY20" fmla="*/ 425400 h 1337427"/>
                <a:gd name="connsiteX21" fmla="*/ 31511 w 1291397"/>
                <a:gd name="connsiteY21" fmla="*/ 497175 h 1337427"/>
                <a:gd name="connsiteX22" fmla="*/ 31511 w 1291397"/>
                <a:gd name="connsiteY22" fmla="*/ 978595 h 1337427"/>
                <a:gd name="connsiteX23" fmla="*/ 103286 w 1291397"/>
                <a:gd name="connsiteY23" fmla="*/ 1050370 h 1337427"/>
                <a:gd name="connsiteX24" fmla="*/ 365879 w 1291397"/>
                <a:gd name="connsiteY24" fmla="*/ 1050370 h 1337427"/>
                <a:gd name="connsiteX25" fmla="*/ 378965 w 1291397"/>
                <a:gd name="connsiteY25" fmla="*/ 1057416 h 1337427"/>
                <a:gd name="connsiteX26" fmla="*/ 554026 w 1291397"/>
                <a:gd name="connsiteY26" fmla="*/ 1320009 h 1337427"/>
                <a:gd name="connsiteX27" fmla="*/ 527855 w 1291397"/>
                <a:gd name="connsiteY27" fmla="*/ 1337427 h 1337427"/>
                <a:gd name="connsiteX28" fmla="*/ 906819 w 1291397"/>
                <a:gd name="connsiteY28" fmla="*/ 612716 h 1337427"/>
                <a:gd name="connsiteX29" fmla="*/ 1223238 w 1291397"/>
                <a:gd name="connsiteY29" fmla="*/ 139493 h 1337427"/>
                <a:gd name="connsiteX30" fmla="*/ 859553 w 1291397"/>
                <a:gd name="connsiteY30" fmla="*/ 329835 h 1337427"/>
                <a:gd name="connsiteX31" fmla="*/ 819288 w 1291397"/>
                <a:gd name="connsiteY31" fmla="*/ 395114 h 1337427"/>
                <a:gd name="connsiteX32" fmla="*/ 891064 w 1291397"/>
                <a:gd name="connsiteY32" fmla="*/ 442424 h 1337427"/>
                <a:gd name="connsiteX33" fmla="*/ 891064 w 1291397"/>
                <a:gd name="connsiteY33" fmla="*/ 437654 h 1337427"/>
                <a:gd name="connsiteX34" fmla="*/ 893447 w 1291397"/>
                <a:gd name="connsiteY34" fmla="*/ 448723 h 1337427"/>
                <a:gd name="connsiteX35" fmla="*/ 897107 w 1291397"/>
                <a:gd name="connsiteY35" fmla="*/ 456442 h 1337427"/>
                <a:gd name="connsiteX36" fmla="*/ 902924 w 1291397"/>
                <a:gd name="connsiteY36" fmla="*/ 469165 h 1337427"/>
                <a:gd name="connsiteX37" fmla="*/ 906819 w 1291397"/>
                <a:gd name="connsiteY37" fmla="*/ 497175 h 1337427"/>
                <a:gd name="connsiteX38" fmla="*/ 906819 w 1291397"/>
                <a:gd name="connsiteY38" fmla="*/ 612716 h 1337427"/>
                <a:gd name="connsiteX39" fmla="*/ 749062 w 1291397"/>
                <a:gd name="connsiteY39" fmla="*/ 807769 h 1337427"/>
                <a:gd name="connsiteX40" fmla="*/ 183039 w 1291397"/>
                <a:gd name="connsiteY40" fmla="*/ 807769 h 1337427"/>
                <a:gd name="connsiteX41" fmla="*/ 183040 w 1291397"/>
                <a:gd name="connsiteY41" fmla="*/ 785784 h 1337427"/>
                <a:gd name="connsiteX42" fmla="*/ 750892 w 1291397"/>
                <a:gd name="connsiteY42" fmla="*/ 786267 h 1337427"/>
                <a:gd name="connsiteX43" fmla="*/ 749062 w 1291397"/>
                <a:gd name="connsiteY43" fmla="*/ 807769 h 1337427"/>
                <a:gd name="connsiteX44" fmla="*/ 752237 w 1291397"/>
                <a:gd name="connsiteY44" fmla="*/ 930473 h 1337427"/>
                <a:gd name="connsiteX45" fmla="*/ 176689 w 1291397"/>
                <a:gd name="connsiteY45" fmla="*/ 930473 h 1337427"/>
                <a:gd name="connsiteX46" fmla="*/ 176689 w 1291397"/>
                <a:gd name="connsiteY46" fmla="*/ 905312 h 1337427"/>
                <a:gd name="connsiteX47" fmla="*/ 752237 w 1291397"/>
                <a:gd name="connsiteY47" fmla="*/ 905312 h 1337427"/>
                <a:gd name="connsiteX48" fmla="*/ 752237 w 1291397"/>
                <a:gd name="connsiteY48" fmla="*/ 930473 h 1337427"/>
                <a:gd name="connsiteX0" fmla="*/ 527855 w 1291397"/>
                <a:gd name="connsiteY0" fmla="*/ 1251407 h 1251407"/>
                <a:gd name="connsiteX1" fmla="*/ 357432 w 1291397"/>
                <a:gd name="connsiteY1" fmla="*/ 995861 h 1251407"/>
                <a:gd name="connsiteX2" fmla="*/ 103286 w 1291397"/>
                <a:gd name="connsiteY2" fmla="*/ 995861 h 1251407"/>
                <a:gd name="connsiteX3" fmla="*/ 0 w 1291397"/>
                <a:gd name="connsiteY3" fmla="*/ 892575 h 1251407"/>
                <a:gd name="connsiteX4" fmla="*/ 0 w 1291397"/>
                <a:gd name="connsiteY4" fmla="*/ 411155 h 1251407"/>
                <a:gd name="connsiteX5" fmla="*/ 103286 w 1291397"/>
                <a:gd name="connsiteY5" fmla="*/ 307869 h 1251407"/>
                <a:gd name="connsiteX6" fmla="*/ 787777 w 1291397"/>
                <a:gd name="connsiteY6" fmla="*/ 307869 h 1251407"/>
                <a:gd name="connsiteX7" fmla="*/ 815230 w 1291397"/>
                <a:gd name="connsiteY7" fmla="*/ 149361 h 1251407"/>
                <a:gd name="connsiteX8" fmla="*/ 895043 w 1291397"/>
                <a:gd name="connsiteY8" fmla="*/ 98831 h 1251407"/>
                <a:gd name="connsiteX9" fmla="*/ 1206094 w 1291397"/>
                <a:gd name="connsiteY9" fmla="*/ 0 h 1251407"/>
                <a:gd name="connsiteX10" fmla="*/ 1291397 w 1291397"/>
                <a:gd name="connsiteY10" fmla="*/ 61511 h 1251407"/>
                <a:gd name="connsiteX11" fmla="*/ 906819 w 1291397"/>
                <a:gd name="connsiteY11" fmla="*/ 558207 h 1251407"/>
                <a:gd name="connsiteX12" fmla="*/ 906819 w 1291397"/>
                <a:gd name="connsiteY12" fmla="*/ 892575 h 1251407"/>
                <a:gd name="connsiteX13" fmla="*/ 803533 w 1291397"/>
                <a:gd name="connsiteY13" fmla="*/ 995861 h 1251407"/>
                <a:gd name="connsiteX14" fmla="*/ 540940 w 1291397"/>
                <a:gd name="connsiteY14" fmla="*/ 995861 h 1251407"/>
                <a:gd name="connsiteX15" fmla="*/ 540940 w 1291397"/>
                <a:gd name="connsiteY15" fmla="*/ 964350 h 1251407"/>
                <a:gd name="connsiteX16" fmla="*/ 803533 w 1291397"/>
                <a:gd name="connsiteY16" fmla="*/ 964350 h 1251407"/>
                <a:gd name="connsiteX17" fmla="*/ 875308 w 1291397"/>
                <a:gd name="connsiteY17" fmla="*/ 892575 h 1251407"/>
                <a:gd name="connsiteX18" fmla="*/ 875308 w 1291397"/>
                <a:gd name="connsiteY18" fmla="*/ 411155 h 1251407"/>
                <a:gd name="connsiteX19" fmla="*/ 803533 w 1291397"/>
                <a:gd name="connsiteY19" fmla="*/ 339380 h 1251407"/>
                <a:gd name="connsiteX20" fmla="*/ 103286 w 1291397"/>
                <a:gd name="connsiteY20" fmla="*/ 339380 h 1251407"/>
                <a:gd name="connsiteX21" fmla="*/ 31511 w 1291397"/>
                <a:gd name="connsiteY21" fmla="*/ 411155 h 1251407"/>
                <a:gd name="connsiteX22" fmla="*/ 31511 w 1291397"/>
                <a:gd name="connsiteY22" fmla="*/ 892575 h 1251407"/>
                <a:gd name="connsiteX23" fmla="*/ 103286 w 1291397"/>
                <a:gd name="connsiteY23" fmla="*/ 964350 h 1251407"/>
                <a:gd name="connsiteX24" fmla="*/ 365879 w 1291397"/>
                <a:gd name="connsiteY24" fmla="*/ 964350 h 1251407"/>
                <a:gd name="connsiteX25" fmla="*/ 378965 w 1291397"/>
                <a:gd name="connsiteY25" fmla="*/ 971396 h 1251407"/>
                <a:gd name="connsiteX26" fmla="*/ 554026 w 1291397"/>
                <a:gd name="connsiteY26" fmla="*/ 1233989 h 1251407"/>
                <a:gd name="connsiteX27" fmla="*/ 527855 w 1291397"/>
                <a:gd name="connsiteY27" fmla="*/ 1251407 h 1251407"/>
                <a:gd name="connsiteX28" fmla="*/ 906819 w 1291397"/>
                <a:gd name="connsiteY28" fmla="*/ 526696 h 1251407"/>
                <a:gd name="connsiteX29" fmla="*/ 1223238 w 1291397"/>
                <a:gd name="connsiteY29" fmla="*/ 53473 h 1251407"/>
                <a:gd name="connsiteX30" fmla="*/ 859553 w 1291397"/>
                <a:gd name="connsiteY30" fmla="*/ 243815 h 1251407"/>
                <a:gd name="connsiteX31" fmla="*/ 819288 w 1291397"/>
                <a:gd name="connsiteY31" fmla="*/ 309094 h 1251407"/>
                <a:gd name="connsiteX32" fmla="*/ 891064 w 1291397"/>
                <a:gd name="connsiteY32" fmla="*/ 356404 h 1251407"/>
                <a:gd name="connsiteX33" fmla="*/ 891064 w 1291397"/>
                <a:gd name="connsiteY33" fmla="*/ 351634 h 1251407"/>
                <a:gd name="connsiteX34" fmla="*/ 893447 w 1291397"/>
                <a:gd name="connsiteY34" fmla="*/ 362703 h 1251407"/>
                <a:gd name="connsiteX35" fmla="*/ 897107 w 1291397"/>
                <a:gd name="connsiteY35" fmla="*/ 370422 h 1251407"/>
                <a:gd name="connsiteX36" fmla="*/ 902924 w 1291397"/>
                <a:gd name="connsiteY36" fmla="*/ 383145 h 1251407"/>
                <a:gd name="connsiteX37" fmla="*/ 906819 w 1291397"/>
                <a:gd name="connsiteY37" fmla="*/ 411155 h 1251407"/>
                <a:gd name="connsiteX38" fmla="*/ 906819 w 1291397"/>
                <a:gd name="connsiteY38" fmla="*/ 526696 h 1251407"/>
                <a:gd name="connsiteX39" fmla="*/ 749062 w 1291397"/>
                <a:gd name="connsiteY39" fmla="*/ 721749 h 1251407"/>
                <a:gd name="connsiteX40" fmla="*/ 183039 w 1291397"/>
                <a:gd name="connsiteY40" fmla="*/ 721749 h 1251407"/>
                <a:gd name="connsiteX41" fmla="*/ 183040 w 1291397"/>
                <a:gd name="connsiteY41" fmla="*/ 699764 h 1251407"/>
                <a:gd name="connsiteX42" fmla="*/ 750892 w 1291397"/>
                <a:gd name="connsiteY42" fmla="*/ 700247 h 1251407"/>
                <a:gd name="connsiteX43" fmla="*/ 749062 w 1291397"/>
                <a:gd name="connsiteY43" fmla="*/ 721749 h 1251407"/>
                <a:gd name="connsiteX44" fmla="*/ 752237 w 1291397"/>
                <a:gd name="connsiteY44" fmla="*/ 844453 h 1251407"/>
                <a:gd name="connsiteX45" fmla="*/ 176689 w 1291397"/>
                <a:gd name="connsiteY45" fmla="*/ 844453 h 1251407"/>
                <a:gd name="connsiteX46" fmla="*/ 176689 w 1291397"/>
                <a:gd name="connsiteY46" fmla="*/ 819292 h 1251407"/>
                <a:gd name="connsiteX47" fmla="*/ 752237 w 1291397"/>
                <a:gd name="connsiteY47" fmla="*/ 819292 h 1251407"/>
                <a:gd name="connsiteX48" fmla="*/ 752237 w 1291397"/>
                <a:gd name="connsiteY48" fmla="*/ 844453 h 1251407"/>
                <a:gd name="connsiteX0" fmla="*/ 527855 w 1291397"/>
                <a:gd name="connsiteY0" fmla="*/ 1251407 h 1251407"/>
                <a:gd name="connsiteX1" fmla="*/ 357432 w 1291397"/>
                <a:gd name="connsiteY1" fmla="*/ 995861 h 1251407"/>
                <a:gd name="connsiteX2" fmla="*/ 103286 w 1291397"/>
                <a:gd name="connsiteY2" fmla="*/ 995861 h 1251407"/>
                <a:gd name="connsiteX3" fmla="*/ 0 w 1291397"/>
                <a:gd name="connsiteY3" fmla="*/ 892575 h 1251407"/>
                <a:gd name="connsiteX4" fmla="*/ 0 w 1291397"/>
                <a:gd name="connsiteY4" fmla="*/ 411155 h 1251407"/>
                <a:gd name="connsiteX5" fmla="*/ 103286 w 1291397"/>
                <a:gd name="connsiteY5" fmla="*/ 307869 h 1251407"/>
                <a:gd name="connsiteX6" fmla="*/ 787777 w 1291397"/>
                <a:gd name="connsiteY6" fmla="*/ 307869 h 1251407"/>
                <a:gd name="connsiteX7" fmla="*/ 815230 w 1291397"/>
                <a:gd name="connsiteY7" fmla="*/ 149361 h 1251407"/>
                <a:gd name="connsiteX8" fmla="*/ 895043 w 1291397"/>
                <a:gd name="connsiteY8" fmla="*/ 98831 h 1251407"/>
                <a:gd name="connsiteX9" fmla="*/ 1206094 w 1291397"/>
                <a:gd name="connsiteY9" fmla="*/ 0 h 1251407"/>
                <a:gd name="connsiteX10" fmla="*/ 1291397 w 1291397"/>
                <a:gd name="connsiteY10" fmla="*/ 61511 h 1251407"/>
                <a:gd name="connsiteX11" fmla="*/ 906819 w 1291397"/>
                <a:gd name="connsiteY11" fmla="*/ 558207 h 1251407"/>
                <a:gd name="connsiteX12" fmla="*/ 906819 w 1291397"/>
                <a:gd name="connsiteY12" fmla="*/ 892575 h 1251407"/>
                <a:gd name="connsiteX13" fmla="*/ 803533 w 1291397"/>
                <a:gd name="connsiteY13" fmla="*/ 995861 h 1251407"/>
                <a:gd name="connsiteX14" fmla="*/ 540940 w 1291397"/>
                <a:gd name="connsiteY14" fmla="*/ 995861 h 1251407"/>
                <a:gd name="connsiteX15" fmla="*/ 540940 w 1291397"/>
                <a:gd name="connsiteY15" fmla="*/ 964350 h 1251407"/>
                <a:gd name="connsiteX16" fmla="*/ 803533 w 1291397"/>
                <a:gd name="connsiteY16" fmla="*/ 964350 h 1251407"/>
                <a:gd name="connsiteX17" fmla="*/ 875308 w 1291397"/>
                <a:gd name="connsiteY17" fmla="*/ 892575 h 1251407"/>
                <a:gd name="connsiteX18" fmla="*/ 875308 w 1291397"/>
                <a:gd name="connsiteY18" fmla="*/ 411155 h 1251407"/>
                <a:gd name="connsiteX19" fmla="*/ 803533 w 1291397"/>
                <a:gd name="connsiteY19" fmla="*/ 339380 h 1251407"/>
                <a:gd name="connsiteX20" fmla="*/ 103286 w 1291397"/>
                <a:gd name="connsiteY20" fmla="*/ 339380 h 1251407"/>
                <a:gd name="connsiteX21" fmla="*/ 31511 w 1291397"/>
                <a:gd name="connsiteY21" fmla="*/ 411155 h 1251407"/>
                <a:gd name="connsiteX22" fmla="*/ 31511 w 1291397"/>
                <a:gd name="connsiteY22" fmla="*/ 892575 h 1251407"/>
                <a:gd name="connsiteX23" fmla="*/ 103286 w 1291397"/>
                <a:gd name="connsiteY23" fmla="*/ 964350 h 1251407"/>
                <a:gd name="connsiteX24" fmla="*/ 365879 w 1291397"/>
                <a:gd name="connsiteY24" fmla="*/ 964350 h 1251407"/>
                <a:gd name="connsiteX25" fmla="*/ 378965 w 1291397"/>
                <a:gd name="connsiteY25" fmla="*/ 971396 h 1251407"/>
                <a:gd name="connsiteX26" fmla="*/ 554026 w 1291397"/>
                <a:gd name="connsiteY26" fmla="*/ 1233989 h 1251407"/>
                <a:gd name="connsiteX27" fmla="*/ 527855 w 1291397"/>
                <a:gd name="connsiteY27" fmla="*/ 1251407 h 1251407"/>
                <a:gd name="connsiteX28" fmla="*/ 906819 w 1291397"/>
                <a:gd name="connsiteY28" fmla="*/ 526696 h 1251407"/>
                <a:gd name="connsiteX29" fmla="*/ 1005443 w 1291397"/>
                <a:gd name="connsiteY29" fmla="*/ 265778 h 1251407"/>
                <a:gd name="connsiteX30" fmla="*/ 859553 w 1291397"/>
                <a:gd name="connsiteY30" fmla="*/ 243815 h 1251407"/>
                <a:gd name="connsiteX31" fmla="*/ 819288 w 1291397"/>
                <a:gd name="connsiteY31" fmla="*/ 309094 h 1251407"/>
                <a:gd name="connsiteX32" fmla="*/ 891064 w 1291397"/>
                <a:gd name="connsiteY32" fmla="*/ 356404 h 1251407"/>
                <a:gd name="connsiteX33" fmla="*/ 891064 w 1291397"/>
                <a:gd name="connsiteY33" fmla="*/ 351634 h 1251407"/>
                <a:gd name="connsiteX34" fmla="*/ 893447 w 1291397"/>
                <a:gd name="connsiteY34" fmla="*/ 362703 h 1251407"/>
                <a:gd name="connsiteX35" fmla="*/ 897107 w 1291397"/>
                <a:gd name="connsiteY35" fmla="*/ 370422 h 1251407"/>
                <a:gd name="connsiteX36" fmla="*/ 902924 w 1291397"/>
                <a:gd name="connsiteY36" fmla="*/ 383145 h 1251407"/>
                <a:gd name="connsiteX37" fmla="*/ 906819 w 1291397"/>
                <a:gd name="connsiteY37" fmla="*/ 411155 h 1251407"/>
                <a:gd name="connsiteX38" fmla="*/ 906819 w 1291397"/>
                <a:gd name="connsiteY38" fmla="*/ 526696 h 1251407"/>
                <a:gd name="connsiteX39" fmla="*/ 749062 w 1291397"/>
                <a:gd name="connsiteY39" fmla="*/ 721749 h 1251407"/>
                <a:gd name="connsiteX40" fmla="*/ 183039 w 1291397"/>
                <a:gd name="connsiteY40" fmla="*/ 721749 h 1251407"/>
                <a:gd name="connsiteX41" fmla="*/ 183040 w 1291397"/>
                <a:gd name="connsiteY41" fmla="*/ 699764 h 1251407"/>
                <a:gd name="connsiteX42" fmla="*/ 750892 w 1291397"/>
                <a:gd name="connsiteY42" fmla="*/ 700247 h 1251407"/>
                <a:gd name="connsiteX43" fmla="*/ 749062 w 1291397"/>
                <a:gd name="connsiteY43" fmla="*/ 721749 h 1251407"/>
                <a:gd name="connsiteX44" fmla="*/ 752237 w 1291397"/>
                <a:gd name="connsiteY44" fmla="*/ 844453 h 1251407"/>
                <a:gd name="connsiteX45" fmla="*/ 176689 w 1291397"/>
                <a:gd name="connsiteY45" fmla="*/ 844453 h 1251407"/>
                <a:gd name="connsiteX46" fmla="*/ 176689 w 1291397"/>
                <a:gd name="connsiteY46" fmla="*/ 819292 h 1251407"/>
                <a:gd name="connsiteX47" fmla="*/ 752237 w 1291397"/>
                <a:gd name="connsiteY47" fmla="*/ 819292 h 1251407"/>
                <a:gd name="connsiteX48" fmla="*/ 752237 w 1291397"/>
                <a:gd name="connsiteY48" fmla="*/ 844453 h 1251407"/>
                <a:gd name="connsiteX0" fmla="*/ 527855 w 1206458"/>
                <a:gd name="connsiteY0" fmla="*/ 1251407 h 1251407"/>
                <a:gd name="connsiteX1" fmla="*/ 357432 w 1206458"/>
                <a:gd name="connsiteY1" fmla="*/ 995861 h 1251407"/>
                <a:gd name="connsiteX2" fmla="*/ 103286 w 1206458"/>
                <a:gd name="connsiteY2" fmla="*/ 995861 h 1251407"/>
                <a:gd name="connsiteX3" fmla="*/ 0 w 1206458"/>
                <a:gd name="connsiteY3" fmla="*/ 892575 h 1251407"/>
                <a:gd name="connsiteX4" fmla="*/ 0 w 1206458"/>
                <a:gd name="connsiteY4" fmla="*/ 411155 h 1251407"/>
                <a:gd name="connsiteX5" fmla="*/ 103286 w 1206458"/>
                <a:gd name="connsiteY5" fmla="*/ 307869 h 1251407"/>
                <a:gd name="connsiteX6" fmla="*/ 787777 w 1206458"/>
                <a:gd name="connsiteY6" fmla="*/ 307869 h 1251407"/>
                <a:gd name="connsiteX7" fmla="*/ 815230 w 1206458"/>
                <a:gd name="connsiteY7" fmla="*/ 149361 h 1251407"/>
                <a:gd name="connsiteX8" fmla="*/ 895043 w 1206458"/>
                <a:gd name="connsiteY8" fmla="*/ 98831 h 1251407"/>
                <a:gd name="connsiteX9" fmla="*/ 1206094 w 1206458"/>
                <a:gd name="connsiteY9" fmla="*/ 0 h 1251407"/>
                <a:gd name="connsiteX10" fmla="*/ 1064451 w 1206458"/>
                <a:gd name="connsiteY10" fmla="*/ 306759 h 1251407"/>
                <a:gd name="connsiteX11" fmla="*/ 906819 w 1206458"/>
                <a:gd name="connsiteY11" fmla="*/ 558207 h 1251407"/>
                <a:gd name="connsiteX12" fmla="*/ 906819 w 1206458"/>
                <a:gd name="connsiteY12" fmla="*/ 892575 h 1251407"/>
                <a:gd name="connsiteX13" fmla="*/ 803533 w 1206458"/>
                <a:gd name="connsiteY13" fmla="*/ 995861 h 1251407"/>
                <a:gd name="connsiteX14" fmla="*/ 540940 w 1206458"/>
                <a:gd name="connsiteY14" fmla="*/ 995861 h 1251407"/>
                <a:gd name="connsiteX15" fmla="*/ 540940 w 1206458"/>
                <a:gd name="connsiteY15" fmla="*/ 964350 h 1251407"/>
                <a:gd name="connsiteX16" fmla="*/ 803533 w 1206458"/>
                <a:gd name="connsiteY16" fmla="*/ 964350 h 1251407"/>
                <a:gd name="connsiteX17" fmla="*/ 875308 w 1206458"/>
                <a:gd name="connsiteY17" fmla="*/ 892575 h 1251407"/>
                <a:gd name="connsiteX18" fmla="*/ 875308 w 1206458"/>
                <a:gd name="connsiteY18" fmla="*/ 411155 h 1251407"/>
                <a:gd name="connsiteX19" fmla="*/ 803533 w 1206458"/>
                <a:gd name="connsiteY19" fmla="*/ 339380 h 1251407"/>
                <a:gd name="connsiteX20" fmla="*/ 103286 w 1206458"/>
                <a:gd name="connsiteY20" fmla="*/ 339380 h 1251407"/>
                <a:gd name="connsiteX21" fmla="*/ 31511 w 1206458"/>
                <a:gd name="connsiteY21" fmla="*/ 411155 h 1251407"/>
                <a:gd name="connsiteX22" fmla="*/ 31511 w 1206458"/>
                <a:gd name="connsiteY22" fmla="*/ 892575 h 1251407"/>
                <a:gd name="connsiteX23" fmla="*/ 103286 w 1206458"/>
                <a:gd name="connsiteY23" fmla="*/ 964350 h 1251407"/>
                <a:gd name="connsiteX24" fmla="*/ 365879 w 1206458"/>
                <a:gd name="connsiteY24" fmla="*/ 964350 h 1251407"/>
                <a:gd name="connsiteX25" fmla="*/ 378965 w 1206458"/>
                <a:gd name="connsiteY25" fmla="*/ 971396 h 1251407"/>
                <a:gd name="connsiteX26" fmla="*/ 554026 w 1206458"/>
                <a:gd name="connsiteY26" fmla="*/ 1233989 h 1251407"/>
                <a:gd name="connsiteX27" fmla="*/ 527855 w 1206458"/>
                <a:gd name="connsiteY27" fmla="*/ 1251407 h 1251407"/>
                <a:gd name="connsiteX28" fmla="*/ 906819 w 1206458"/>
                <a:gd name="connsiteY28" fmla="*/ 526696 h 1251407"/>
                <a:gd name="connsiteX29" fmla="*/ 1005443 w 1206458"/>
                <a:gd name="connsiteY29" fmla="*/ 265778 h 1251407"/>
                <a:gd name="connsiteX30" fmla="*/ 859553 w 1206458"/>
                <a:gd name="connsiteY30" fmla="*/ 243815 h 1251407"/>
                <a:gd name="connsiteX31" fmla="*/ 819288 w 1206458"/>
                <a:gd name="connsiteY31" fmla="*/ 309094 h 1251407"/>
                <a:gd name="connsiteX32" fmla="*/ 891064 w 1206458"/>
                <a:gd name="connsiteY32" fmla="*/ 356404 h 1251407"/>
                <a:gd name="connsiteX33" fmla="*/ 891064 w 1206458"/>
                <a:gd name="connsiteY33" fmla="*/ 351634 h 1251407"/>
                <a:gd name="connsiteX34" fmla="*/ 893447 w 1206458"/>
                <a:gd name="connsiteY34" fmla="*/ 362703 h 1251407"/>
                <a:gd name="connsiteX35" fmla="*/ 897107 w 1206458"/>
                <a:gd name="connsiteY35" fmla="*/ 370422 h 1251407"/>
                <a:gd name="connsiteX36" fmla="*/ 902924 w 1206458"/>
                <a:gd name="connsiteY36" fmla="*/ 383145 h 1251407"/>
                <a:gd name="connsiteX37" fmla="*/ 906819 w 1206458"/>
                <a:gd name="connsiteY37" fmla="*/ 411155 h 1251407"/>
                <a:gd name="connsiteX38" fmla="*/ 906819 w 1206458"/>
                <a:gd name="connsiteY38" fmla="*/ 526696 h 1251407"/>
                <a:gd name="connsiteX39" fmla="*/ 749062 w 1206458"/>
                <a:gd name="connsiteY39" fmla="*/ 721749 h 1251407"/>
                <a:gd name="connsiteX40" fmla="*/ 183039 w 1206458"/>
                <a:gd name="connsiteY40" fmla="*/ 721749 h 1251407"/>
                <a:gd name="connsiteX41" fmla="*/ 183040 w 1206458"/>
                <a:gd name="connsiteY41" fmla="*/ 699764 h 1251407"/>
                <a:gd name="connsiteX42" fmla="*/ 750892 w 1206458"/>
                <a:gd name="connsiteY42" fmla="*/ 700247 h 1251407"/>
                <a:gd name="connsiteX43" fmla="*/ 749062 w 1206458"/>
                <a:gd name="connsiteY43" fmla="*/ 721749 h 1251407"/>
                <a:gd name="connsiteX44" fmla="*/ 752237 w 1206458"/>
                <a:gd name="connsiteY44" fmla="*/ 844453 h 1251407"/>
                <a:gd name="connsiteX45" fmla="*/ 176689 w 1206458"/>
                <a:gd name="connsiteY45" fmla="*/ 844453 h 1251407"/>
                <a:gd name="connsiteX46" fmla="*/ 176689 w 1206458"/>
                <a:gd name="connsiteY46" fmla="*/ 819292 h 1251407"/>
                <a:gd name="connsiteX47" fmla="*/ 752237 w 1206458"/>
                <a:gd name="connsiteY47" fmla="*/ 819292 h 1251407"/>
                <a:gd name="connsiteX48" fmla="*/ 752237 w 1206458"/>
                <a:gd name="connsiteY48" fmla="*/ 844453 h 1251407"/>
                <a:gd name="connsiteX0" fmla="*/ 527855 w 1064451"/>
                <a:gd name="connsiteY0" fmla="*/ 1152576 h 1152576"/>
                <a:gd name="connsiteX1" fmla="*/ 357432 w 1064451"/>
                <a:gd name="connsiteY1" fmla="*/ 897030 h 1152576"/>
                <a:gd name="connsiteX2" fmla="*/ 103286 w 1064451"/>
                <a:gd name="connsiteY2" fmla="*/ 897030 h 1152576"/>
                <a:gd name="connsiteX3" fmla="*/ 0 w 1064451"/>
                <a:gd name="connsiteY3" fmla="*/ 793744 h 1152576"/>
                <a:gd name="connsiteX4" fmla="*/ 0 w 1064451"/>
                <a:gd name="connsiteY4" fmla="*/ 312324 h 1152576"/>
                <a:gd name="connsiteX5" fmla="*/ 103286 w 1064451"/>
                <a:gd name="connsiteY5" fmla="*/ 209038 h 1152576"/>
                <a:gd name="connsiteX6" fmla="*/ 787777 w 1064451"/>
                <a:gd name="connsiteY6" fmla="*/ 209038 h 1152576"/>
                <a:gd name="connsiteX7" fmla="*/ 815230 w 1064451"/>
                <a:gd name="connsiteY7" fmla="*/ 50530 h 1152576"/>
                <a:gd name="connsiteX8" fmla="*/ 895043 w 1064451"/>
                <a:gd name="connsiteY8" fmla="*/ 0 h 1152576"/>
                <a:gd name="connsiteX9" fmla="*/ 1048696 w 1064451"/>
                <a:gd name="connsiteY9" fmla="*/ 53076 h 1152576"/>
                <a:gd name="connsiteX10" fmla="*/ 1064451 w 1064451"/>
                <a:gd name="connsiteY10" fmla="*/ 207928 h 1152576"/>
                <a:gd name="connsiteX11" fmla="*/ 906819 w 1064451"/>
                <a:gd name="connsiteY11" fmla="*/ 459376 h 1152576"/>
                <a:gd name="connsiteX12" fmla="*/ 906819 w 1064451"/>
                <a:gd name="connsiteY12" fmla="*/ 793744 h 1152576"/>
                <a:gd name="connsiteX13" fmla="*/ 803533 w 1064451"/>
                <a:gd name="connsiteY13" fmla="*/ 897030 h 1152576"/>
                <a:gd name="connsiteX14" fmla="*/ 540940 w 1064451"/>
                <a:gd name="connsiteY14" fmla="*/ 897030 h 1152576"/>
                <a:gd name="connsiteX15" fmla="*/ 540940 w 1064451"/>
                <a:gd name="connsiteY15" fmla="*/ 865519 h 1152576"/>
                <a:gd name="connsiteX16" fmla="*/ 803533 w 1064451"/>
                <a:gd name="connsiteY16" fmla="*/ 865519 h 1152576"/>
                <a:gd name="connsiteX17" fmla="*/ 875308 w 1064451"/>
                <a:gd name="connsiteY17" fmla="*/ 793744 h 1152576"/>
                <a:gd name="connsiteX18" fmla="*/ 875308 w 1064451"/>
                <a:gd name="connsiteY18" fmla="*/ 312324 h 1152576"/>
                <a:gd name="connsiteX19" fmla="*/ 803533 w 1064451"/>
                <a:gd name="connsiteY19" fmla="*/ 240549 h 1152576"/>
                <a:gd name="connsiteX20" fmla="*/ 103286 w 1064451"/>
                <a:gd name="connsiteY20" fmla="*/ 240549 h 1152576"/>
                <a:gd name="connsiteX21" fmla="*/ 31511 w 1064451"/>
                <a:gd name="connsiteY21" fmla="*/ 312324 h 1152576"/>
                <a:gd name="connsiteX22" fmla="*/ 31511 w 1064451"/>
                <a:gd name="connsiteY22" fmla="*/ 793744 h 1152576"/>
                <a:gd name="connsiteX23" fmla="*/ 103286 w 1064451"/>
                <a:gd name="connsiteY23" fmla="*/ 865519 h 1152576"/>
                <a:gd name="connsiteX24" fmla="*/ 365879 w 1064451"/>
                <a:gd name="connsiteY24" fmla="*/ 865519 h 1152576"/>
                <a:gd name="connsiteX25" fmla="*/ 378965 w 1064451"/>
                <a:gd name="connsiteY25" fmla="*/ 872565 h 1152576"/>
                <a:gd name="connsiteX26" fmla="*/ 554026 w 1064451"/>
                <a:gd name="connsiteY26" fmla="*/ 1135158 h 1152576"/>
                <a:gd name="connsiteX27" fmla="*/ 527855 w 1064451"/>
                <a:gd name="connsiteY27" fmla="*/ 1152576 h 1152576"/>
                <a:gd name="connsiteX28" fmla="*/ 906819 w 1064451"/>
                <a:gd name="connsiteY28" fmla="*/ 427865 h 1152576"/>
                <a:gd name="connsiteX29" fmla="*/ 1005443 w 1064451"/>
                <a:gd name="connsiteY29" fmla="*/ 166947 h 1152576"/>
                <a:gd name="connsiteX30" fmla="*/ 859553 w 1064451"/>
                <a:gd name="connsiteY30" fmla="*/ 144984 h 1152576"/>
                <a:gd name="connsiteX31" fmla="*/ 819288 w 1064451"/>
                <a:gd name="connsiteY31" fmla="*/ 210263 h 1152576"/>
                <a:gd name="connsiteX32" fmla="*/ 891064 w 1064451"/>
                <a:gd name="connsiteY32" fmla="*/ 257573 h 1152576"/>
                <a:gd name="connsiteX33" fmla="*/ 891064 w 1064451"/>
                <a:gd name="connsiteY33" fmla="*/ 252803 h 1152576"/>
                <a:gd name="connsiteX34" fmla="*/ 893447 w 1064451"/>
                <a:gd name="connsiteY34" fmla="*/ 263872 h 1152576"/>
                <a:gd name="connsiteX35" fmla="*/ 897107 w 1064451"/>
                <a:gd name="connsiteY35" fmla="*/ 271591 h 1152576"/>
                <a:gd name="connsiteX36" fmla="*/ 902924 w 1064451"/>
                <a:gd name="connsiteY36" fmla="*/ 284314 h 1152576"/>
                <a:gd name="connsiteX37" fmla="*/ 906819 w 1064451"/>
                <a:gd name="connsiteY37" fmla="*/ 312324 h 1152576"/>
                <a:gd name="connsiteX38" fmla="*/ 906819 w 1064451"/>
                <a:gd name="connsiteY38" fmla="*/ 427865 h 1152576"/>
                <a:gd name="connsiteX39" fmla="*/ 749062 w 1064451"/>
                <a:gd name="connsiteY39" fmla="*/ 622918 h 1152576"/>
                <a:gd name="connsiteX40" fmla="*/ 183039 w 1064451"/>
                <a:gd name="connsiteY40" fmla="*/ 622918 h 1152576"/>
                <a:gd name="connsiteX41" fmla="*/ 183040 w 1064451"/>
                <a:gd name="connsiteY41" fmla="*/ 600933 h 1152576"/>
                <a:gd name="connsiteX42" fmla="*/ 750892 w 1064451"/>
                <a:gd name="connsiteY42" fmla="*/ 601416 h 1152576"/>
                <a:gd name="connsiteX43" fmla="*/ 749062 w 1064451"/>
                <a:gd name="connsiteY43" fmla="*/ 622918 h 1152576"/>
                <a:gd name="connsiteX44" fmla="*/ 752237 w 1064451"/>
                <a:gd name="connsiteY44" fmla="*/ 745622 h 1152576"/>
                <a:gd name="connsiteX45" fmla="*/ 176689 w 1064451"/>
                <a:gd name="connsiteY45" fmla="*/ 745622 h 1152576"/>
                <a:gd name="connsiteX46" fmla="*/ 176689 w 1064451"/>
                <a:gd name="connsiteY46" fmla="*/ 720461 h 1152576"/>
                <a:gd name="connsiteX47" fmla="*/ 752237 w 1064451"/>
                <a:gd name="connsiteY47" fmla="*/ 720461 h 1152576"/>
                <a:gd name="connsiteX48" fmla="*/ 752237 w 1064451"/>
                <a:gd name="connsiteY48" fmla="*/ 745622 h 1152576"/>
                <a:gd name="connsiteX0" fmla="*/ 527855 w 1064451"/>
                <a:gd name="connsiteY0" fmla="*/ 1152576 h 1152576"/>
                <a:gd name="connsiteX1" fmla="*/ 357432 w 1064451"/>
                <a:gd name="connsiteY1" fmla="*/ 897030 h 1152576"/>
                <a:gd name="connsiteX2" fmla="*/ 103286 w 1064451"/>
                <a:gd name="connsiteY2" fmla="*/ 897030 h 1152576"/>
                <a:gd name="connsiteX3" fmla="*/ 0 w 1064451"/>
                <a:gd name="connsiteY3" fmla="*/ 793744 h 1152576"/>
                <a:gd name="connsiteX4" fmla="*/ 0 w 1064451"/>
                <a:gd name="connsiteY4" fmla="*/ 312324 h 1152576"/>
                <a:gd name="connsiteX5" fmla="*/ 103286 w 1064451"/>
                <a:gd name="connsiteY5" fmla="*/ 209038 h 1152576"/>
                <a:gd name="connsiteX6" fmla="*/ 787777 w 1064451"/>
                <a:gd name="connsiteY6" fmla="*/ 209038 h 1152576"/>
                <a:gd name="connsiteX7" fmla="*/ 815230 w 1064451"/>
                <a:gd name="connsiteY7" fmla="*/ 50530 h 1152576"/>
                <a:gd name="connsiteX8" fmla="*/ 895043 w 1064451"/>
                <a:gd name="connsiteY8" fmla="*/ 0 h 1152576"/>
                <a:gd name="connsiteX9" fmla="*/ 1048696 w 1064451"/>
                <a:gd name="connsiteY9" fmla="*/ 53076 h 1152576"/>
                <a:gd name="connsiteX10" fmla="*/ 1064451 w 1064451"/>
                <a:gd name="connsiteY10" fmla="*/ 207928 h 1152576"/>
                <a:gd name="connsiteX11" fmla="*/ 906819 w 1064451"/>
                <a:gd name="connsiteY11" fmla="*/ 459376 h 1152576"/>
                <a:gd name="connsiteX12" fmla="*/ 906819 w 1064451"/>
                <a:gd name="connsiteY12" fmla="*/ 793744 h 1152576"/>
                <a:gd name="connsiteX13" fmla="*/ 803533 w 1064451"/>
                <a:gd name="connsiteY13" fmla="*/ 897030 h 1152576"/>
                <a:gd name="connsiteX14" fmla="*/ 540940 w 1064451"/>
                <a:gd name="connsiteY14" fmla="*/ 897030 h 1152576"/>
                <a:gd name="connsiteX15" fmla="*/ 540940 w 1064451"/>
                <a:gd name="connsiteY15" fmla="*/ 865519 h 1152576"/>
                <a:gd name="connsiteX16" fmla="*/ 803533 w 1064451"/>
                <a:gd name="connsiteY16" fmla="*/ 865519 h 1152576"/>
                <a:gd name="connsiteX17" fmla="*/ 875308 w 1064451"/>
                <a:gd name="connsiteY17" fmla="*/ 793744 h 1152576"/>
                <a:gd name="connsiteX18" fmla="*/ 875308 w 1064451"/>
                <a:gd name="connsiteY18" fmla="*/ 312324 h 1152576"/>
                <a:gd name="connsiteX19" fmla="*/ 803533 w 1064451"/>
                <a:gd name="connsiteY19" fmla="*/ 240549 h 1152576"/>
                <a:gd name="connsiteX20" fmla="*/ 103286 w 1064451"/>
                <a:gd name="connsiteY20" fmla="*/ 240549 h 1152576"/>
                <a:gd name="connsiteX21" fmla="*/ 31511 w 1064451"/>
                <a:gd name="connsiteY21" fmla="*/ 312324 h 1152576"/>
                <a:gd name="connsiteX22" fmla="*/ 31511 w 1064451"/>
                <a:gd name="connsiteY22" fmla="*/ 793744 h 1152576"/>
                <a:gd name="connsiteX23" fmla="*/ 103286 w 1064451"/>
                <a:gd name="connsiteY23" fmla="*/ 865519 h 1152576"/>
                <a:gd name="connsiteX24" fmla="*/ 365879 w 1064451"/>
                <a:gd name="connsiteY24" fmla="*/ 865519 h 1152576"/>
                <a:gd name="connsiteX25" fmla="*/ 378965 w 1064451"/>
                <a:gd name="connsiteY25" fmla="*/ 872565 h 1152576"/>
                <a:gd name="connsiteX26" fmla="*/ 554026 w 1064451"/>
                <a:gd name="connsiteY26" fmla="*/ 1135158 h 1152576"/>
                <a:gd name="connsiteX27" fmla="*/ 527855 w 1064451"/>
                <a:gd name="connsiteY27" fmla="*/ 1152576 h 1152576"/>
                <a:gd name="connsiteX28" fmla="*/ 906819 w 1064451"/>
                <a:gd name="connsiteY28" fmla="*/ 312324 h 1152576"/>
                <a:gd name="connsiteX29" fmla="*/ 1005443 w 1064451"/>
                <a:gd name="connsiteY29" fmla="*/ 166947 h 1152576"/>
                <a:gd name="connsiteX30" fmla="*/ 859553 w 1064451"/>
                <a:gd name="connsiteY30" fmla="*/ 144984 h 1152576"/>
                <a:gd name="connsiteX31" fmla="*/ 819288 w 1064451"/>
                <a:gd name="connsiteY31" fmla="*/ 210263 h 1152576"/>
                <a:gd name="connsiteX32" fmla="*/ 891064 w 1064451"/>
                <a:gd name="connsiteY32" fmla="*/ 257573 h 1152576"/>
                <a:gd name="connsiteX33" fmla="*/ 891064 w 1064451"/>
                <a:gd name="connsiteY33" fmla="*/ 252803 h 1152576"/>
                <a:gd name="connsiteX34" fmla="*/ 893447 w 1064451"/>
                <a:gd name="connsiteY34" fmla="*/ 263872 h 1152576"/>
                <a:gd name="connsiteX35" fmla="*/ 897107 w 1064451"/>
                <a:gd name="connsiteY35" fmla="*/ 271591 h 1152576"/>
                <a:gd name="connsiteX36" fmla="*/ 902924 w 1064451"/>
                <a:gd name="connsiteY36" fmla="*/ 284314 h 1152576"/>
                <a:gd name="connsiteX37" fmla="*/ 906819 w 1064451"/>
                <a:gd name="connsiteY37" fmla="*/ 312324 h 1152576"/>
                <a:gd name="connsiteX38" fmla="*/ 749062 w 1064451"/>
                <a:gd name="connsiteY38" fmla="*/ 622918 h 1152576"/>
                <a:gd name="connsiteX39" fmla="*/ 183039 w 1064451"/>
                <a:gd name="connsiteY39" fmla="*/ 622918 h 1152576"/>
                <a:gd name="connsiteX40" fmla="*/ 183040 w 1064451"/>
                <a:gd name="connsiteY40" fmla="*/ 600933 h 1152576"/>
                <a:gd name="connsiteX41" fmla="*/ 750892 w 1064451"/>
                <a:gd name="connsiteY41" fmla="*/ 601416 h 1152576"/>
                <a:gd name="connsiteX42" fmla="*/ 749062 w 1064451"/>
                <a:gd name="connsiteY42" fmla="*/ 622918 h 1152576"/>
                <a:gd name="connsiteX43" fmla="*/ 752237 w 1064451"/>
                <a:gd name="connsiteY43" fmla="*/ 745622 h 1152576"/>
                <a:gd name="connsiteX44" fmla="*/ 176689 w 1064451"/>
                <a:gd name="connsiteY44" fmla="*/ 745622 h 1152576"/>
                <a:gd name="connsiteX45" fmla="*/ 176689 w 1064451"/>
                <a:gd name="connsiteY45" fmla="*/ 720461 h 1152576"/>
                <a:gd name="connsiteX46" fmla="*/ 752237 w 1064451"/>
                <a:gd name="connsiteY46" fmla="*/ 720461 h 1152576"/>
                <a:gd name="connsiteX47" fmla="*/ 752237 w 1064451"/>
                <a:gd name="connsiteY47" fmla="*/ 745622 h 1152576"/>
                <a:gd name="connsiteX0" fmla="*/ 527855 w 1064451"/>
                <a:gd name="connsiteY0" fmla="*/ 1152576 h 1152576"/>
                <a:gd name="connsiteX1" fmla="*/ 357432 w 1064451"/>
                <a:gd name="connsiteY1" fmla="*/ 897030 h 1152576"/>
                <a:gd name="connsiteX2" fmla="*/ 103286 w 1064451"/>
                <a:gd name="connsiteY2" fmla="*/ 897030 h 1152576"/>
                <a:gd name="connsiteX3" fmla="*/ 0 w 1064451"/>
                <a:gd name="connsiteY3" fmla="*/ 793744 h 1152576"/>
                <a:gd name="connsiteX4" fmla="*/ 0 w 1064451"/>
                <a:gd name="connsiteY4" fmla="*/ 312324 h 1152576"/>
                <a:gd name="connsiteX5" fmla="*/ 103286 w 1064451"/>
                <a:gd name="connsiteY5" fmla="*/ 209038 h 1152576"/>
                <a:gd name="connsiteX6" fmla="*/ 787777 w 1064451"/>
                <a:gd name="connsiteY6" fmla="*/ 209038 h 1152576"/>
                <a:gd name="connsiteX7" fmla="*/ 815230 w 1064451"/>
                <a:gd name="connsiteY7" fmla="*/ 50530 h 1152576"/>
                <a:gd name="connsiteX8" fmla="*/ 895043 w 1064451"/>
                <a:gd name="connsiteY8" fmla="*/ 0 h 1152576"/>
                <a:gd name="connsiteX9" fmla="*/ 1048696 w 1064451"/>
                <a:gd name="connsiteY9" fmla="*/ 53076 h 1152576"/>
                <a:gd name="connsiteX10" fmla="*/ 1064451 w 1064451"/>
                <a:gd name="connsiteY10" fmla="*/ 207928 h 1152576"/>
                <a:gd name="connsiteX11" fmla="*/ 904989 w 1064451"/>
                <a:gd name="connsiteY11" fmla="*/ 314790 h 1152576"/>
                <a:gd name="connsiteX12" fmla="*/ 906819 w 1064451"/>
                <a:gd name="connsiteY12" fmla="*/ 793744 h 1152576"/>
                <a:gd name="connsiteX13" fmla="*/ 803533 w 1064451"/>
                <a:gd name="connsiteY13" fmla="*/ 897030 h 1152576"/>
                <a:gd name="connsiteX14" fmla="*/ 540940 w 1064451"/>
                <a:gd name="connsiteY14" fmla="*/ 897030 h 1152576"/>
                <a:gd name="connsiteX15" fmla="*/ 540940 w 1064451"/>
                <a:gd name="connsiteY15" fmla="*/ 865519 h 1152576"/>
                <a:gd name="connsiteX16" fmla="*/ 803533 w 1064451"/>
                <a:gd name="connsiteY16" fmla="*/ 865519 h 1152576"/>
                <a:gd name="connsiteX17" fmla="*/ 875308 w 1064451"/>
                <a:gd name="connsiteY17" fmla="*/ 793744 h 1152576"/>
                <a:gd name="connsiteX18" fmla="*/ 875308 w 1064451"/>
                <a:gd name="connsiteY18" fmla="*/ 312324 h 1152576"/>
                <a:gd name="connsiteX19" fmla="*/ 803533 w 1064451"/>
                <a:gd name="connsiteY19" fmla="*/ 240549 h 1152576"/>
                <a:gd name="connsiteX20" fmla="*/ 103286 w 1064451"/>
                <a:gd name="connsiteY20" fmla="*/ 240549 h 1152576"/>
                <a:gd name="connsiteX21" fmla="*/ 31511 w 1064451"/>
                <a:gd name="connsiteY21" fmla="*/ 312324 h 1152576"/>
                <a:gd name="connsiteX22" fmla="*/ 31511 w 1064451"/>
                <a:gd name="connsiteY22" fmla="*/ 793744 h 1152576"/>
                <a:gd name="connsiteX23" fmla="*/ 103286 w 1064451"/>
                <a:gd name="connsiteY23" fmla="*/ 865519 h 1152576"/>
                <a:gd name="connsiteX24" fmla="*/ 365879 w 1064451"/>
                <a:gd name="connsiteY24" fmla="*/ 865519 h 1152576"/>
                <a:gd name="connsiteX25" fmla="*/ 378965 w 1064451"/>
                <a:gd name="connsiteY25" fmla="*/ 872565 h 1152576"/>
                <a:gd name="connsiteX26" fmla="*/ 554026 w 1064451"/>
                <a:gd name="connsiteY26" fmla="*/ 1135158 h 1152576"/>
                <a:gd name="connsiteX27" fmla="*/ 527855 w 1064451"/>
                <a:gd name="connsiteY27" fmla="*/ 1152576 h 1152576"/>
                <a:gd name="connsiteX28" fmla="*/ 906819 w 1064451"/>
                <a:gd name="connsiteY28" fmla="*/ 312324 h 1152576"/>
                <a:gd name="connsiteX29" fmla="*/ 1005443 w 1064451"/>
                <a:gd name="connsiteY29" fmla="*/ 166947 h 1152576"/>
                <a:gd name="connsiteX30" fmla="*/ 859553 w 1064451"/>
                <a:gd name="connsiteY30" fmla="*/ 144984 h 1152576"/>
                <a:gd name="connsiteX31" fmla="*/ 819288 w 1064451"/>
                <a:gd name="connsiteY31" fmla="*/ 210263 h 1152576"/>
                <a:gd name="connsiteX32" fmla="*/ 891064 w 1064451"/>
                <a:gd name="connsiteY32" fmla="*/ 257573 h 1152576"/>
                <a:gd name="connsiteX33" fmla="*/ 891064 w 1064451"/>
                <a:gd name="connsiteY33" fmla="*/ 252803 h 1152576"/>
                <a:gd name="connsiteX34" fmla="*/ 893447 w 1064451"/>
                <a:gd name="connsiteY34" fmla="*/ 263872 h 1152576"/>
                <a:gd name="connsiteX35" fmla="*/ 897107 w 1064451"/>
                <a:gd name="connsiteY35" fmla="*/ 271591 h 1152576"/>
                <a:gd name="connsiteX36" fmla="*/ 902924 w 1064451"/>
                <a:gd name="connsiteY36" fmla="*/ 284314 h 1152576"/>
                <a:gd name="connsiteX37" fmla="*/ 906819 w 1064451"/>
                <a:gd name="connsiteY37" fmla="*/ 312324 h 1152576"/>
                <a:gd name="connsiteX38" fmla="*/ 749062 w 1064451"/>
                <a:gd name="connsiteY38" fmla="*/ 622918 h 1152576"/>
                <a:gd name="connsiteX39" fmla="*/ 183039 w 1064451"/>
                <a:gd name="connsiteY39" fmla="*/ 622918 h 1152576"/>
                <a:gd name="connsiteX40" fmla="*/ 183040 w 1064451"/>
                <a:gd name="connsiteY40" fmla="*/ 600933 h 1152576"/>
                <a:gd name="connsiteX41" fmla="*/ 750892 w 1064451"/>
                <a:gd name="connsiteY41" fmla="*/ 601416 h 1152576"/>
                <a:gd name="connsiteX42" fmla="*/ 749062 w 1064451"/>
                <a:gd name="connsiteY42" fmla="*/ 622918 h 1152576"/>
                <a:gd name="connsiteX43" fmla="*/ 752237 w 1064451"/>
                <a:gd name="connsiteY43" fmla="*/ 745622 h 1152576"/>
                <a:gd name="connsiteX44" fmla="*/ 176689 w 1064451"/>
                <a:gd name="connsiteY44" fmla="*/ 745622 h 1152576"/>
                <a:gd name="connsiteX45" fmla="*/ 176689 w 1064451"/>
                <a:gd name="connsiteY45" fmla="*/ 720461 h 1152576"/>
                <a:gd name="connsiteX46" fmla="*/ 752237 w 1064451"/>
                <a:gd name="connsiteY46" fmla="*/ 720461 h 1152576"/>
                <a:gd name="connsiteX47" fmla="*/ 752237 w 1064451"/>
                <a:gd name="connsiteY47" fmla="*/ 745622 h 1152576"/>
                <a:gd name="connsiteX0" fmla="*/ 527855 w 1064451"/>
                <a:gd name="connsiteY0" fmla="*/ 1103226 h 1103226"/>
                <a:gd name="connsiteX1" fmla="*/ 357432 w 1064451"/>
                <a:gd name="connsiteY1" fmla="*/ 847680 h 1103226"/>
                <a:gd name="connsiteX2" fmla="*/ 103286 w 1064451"/>
                <a:gd name="connsiteY2" fmla="*/ 847680 h 1103226"/>
                <a:gd name="connsiteX3" fmla="*/ 0 w 1064451"/>
                <a:gd name="connsiteY3" fmla="*/ 744394 h 1103226"/>
                <a:gd name="connsiteX4" fmla="*/ 0 w 1064451"/>
                <a:gd name="connsiteY4" fmla="*/ 262974 h 1103226"/>
                <a:gd name="connsiteX5" fmla="*/ 103286 w 1064451"/>
                <a:gd name="connsiteY5" fmla="*/ 159688 h 1103226"/>
                <a:gd name="connsiteX6" fmla="*/ 787777 w 1064451"/>
                <a:gd name="connsiteY6" fmla="*/ 159688 h 1103226"/>
                <a:gd name="connsiteX7" fmla="*/ 815230 w 1064451"/>
                <a:gd name="connsiteY7" fmla="*/ 1180 h 1103226"/>
                <a:gd name="connsiteX8" fmla="*/ 922496 w 1064451"/>
                <a:gd name="connsiteY8" fmla="*/ 34840 h 1103226"/>
                <a:gd name="connsiteX9" fmla="*/ 1048696 w 1064451"/>
                <a:gd name="connsiteY9" fmla="*/ 3726 h 1103226"/>
                <a:gd name="connsiteX10" fmla="*/ 1064451 w 1064451"/>
                <a:gd name="connsiteY10" fmla="*/ 158578 h 1103226"/>
                <a:gd name="connsiteX11" fmla="*/ 904989 w 1064451"/>
                <a:gd name="connsiteY11" fmla="*/ 265440 h 1103226"/>
                <a:gd name="connsiteX12" fmla="*/ 906819 w 1064451"/>
                <a:gd name="connsiteY12" fmla="*/ 744394 h 1103226"/>
                <a:gd name="connsiteX13" fmla="*/ 803533 w 1064451"/>
                <a:gd name="connsiteY13" fmla="*/ 847680 h 1103226"/>
                <a:gd name="connsiteX14" fmla="*/ 540940 w 1064451"/>
                <a:gd name="connsiteY14" fmla="*/ 847680 h 1103226"/>
                <a:gd name="connsiteX15" fmla="*/ 540940 w 1064451"/>
                <a:gd name="connsiteY15" fmla="*/ 816169 h 1103226"/>
                <a:gd name="connsiteX16" fmla="*/ 803533 w 1064451"/>
                <a:gd name="connsiteY16" fmla="*/ 816169 h 1103226"/>
                <a:gd name="connsiteX17" fmla="*/ 875308 w 1064451"/>
                <a:gd name="connsiteY17" fmla="*/ 744394 h 1103226"/>
                <a:gd name="connsiteX18" fmla="*/ 875308 w 1064451"/>
                <a:gd name="connsiteY18" fmla="*/ 262974 h 1103226"/>
                <a:gd name="connsiteX19" fmla="*/ 803533 w 1064451"/>
                <a:gd name="connsiteY19" fmla="*/ 191199 h 1103226"/>
                <a:gd name="connsiteX20" fmla="*/ 103286 w 1064451"/>
                <a:gd name="connsiteY20" fmla="*/ 191199 h 1103226"/>
                <a:gd name="connsiteX21" fmla="*/ 31511 w 1064451"/>
                <a:gd name="connsiteY21" fmla="*/ 262974 h 1103226"/>
                <a:gd name="connsiteX22" fmla="*/ 31511 w 1064451"/>
                <a:gd name="connsiteY22" fmla="*/ 744394 h 1103226"/>
                <a:gd name="connsiteX23" fmla="*/ 103286 w 1064451"/>
                <a:gd name="connsiteY23" fmla="*/ 816169 h 1103226"/>
                <a:gd name="connsiteX24" fmla="*/ 365879 w 1064451"/>
                <a:gd name="connsiteY24" fmla="*/ 816169 h 1103226"/>
                <a:gd name="connsiteX25" fmla="*/ 378965 w 1064451"/>
                <a:gd name="connsiteY25" fmla="*/ 823215 h 1103226"/>
                <a:gd name="connsiteX26" fmla="*/ 554026 w 1064451"/>
                <a:gd name="connsiteY26" fmla="*/ 1085808 h 1103226"/>
                <a:gd name="connsiteX27" fmla="*/ 527855 w 1064451"/>
                <a:gd name="connsiteY27" fmla="*/ 1103226 h 1103226"/>
                <a:gd name="connsiteX28" fmla="*/ 906819 w 1064451"/>
                <a:gd name="connsiteY28" fmla="*/ 262974 h 1103226"/>
                <a:gd name="connsiteX29" fmla="*/ 1005443 w 1064451"/>
                <a:gd name="connsiteY29" fmla="*/ 117597 h 1103226"/>
                <a:gd name="connsiteX30" fmla="*/ 859553 w 1064451"/>
                <a:gd name="connsiteY30" fmla="*/ 95634 h 1103226"/>
                <a:gd name="connsiteX31" fmla="*/ 819288 w 1064451"/>
                <a:gd name="connsiteY31" fmla="*/ 160913 h 1103226"/>
                <a:gd name="connsiteX32" fmla="*/ 891064 w 1064451"/>
                <a:gd name="connsiteY32" fmla="*/ 208223 h 1103226"/>
                <a:gd name="connsiteX33" fmla="*/ 891064 w 1064451"/>
                <a:gd name="connsiteY33" fmla="*/ 203453 h 1103226"/>
                <a:gd name="connsiteX34" fmla="*/ 893447 w 1064451"/>
                <a:gd name="connsiteY34" fmla="*/ 214522 h 1103226"/>
                <a:gd name="connsiteX35" fmla="*/ 897107 w 1064451"/>
                <a:gd name="connsiteY35" fmla="*/ 222241 h 1103226"/>
                <a:gd name="connsiteX36" fmla="*/ 902924 w 1064451"/>
                <a:gd name="connsiteY36" fmla="*/ 234964 h 1103226"/>
                <a:gd name="connsiteX37" fmla="*/ 906819 w 1064451"/>
                <a:gd name="connsiteY37" fmla="*/ 262974 h 1103226"/>
                <a:gd name="connsiteX38" fmla="*/ 749062 w 1064451"/>
                <a:gd name="connsiteY38" fmla="*/ 573568 h 1103226"/>
                <a:gd name="connsiteX39" fmla="*/ 183039 w 1064451"/>
                <a:gd name="connsiteY39" fmla="*/ 573568 h 1103226"/>
                <a:gd name="connsiteX40" fmla="*/ 183040 w 1064451"/>
                <a:gd name="connsiteY40" fmla="*/ 551583 h 1103226"/>
                <a:gd name="connsiteX41" fmla="*/ 750892 w 1064451"/>
                <a:gd name="connsiteY41" fmla="*/ 552066 h 1103226"/>
                <a:gd name="connsiteX42" fmla="*/ 749062 w 1064451"/>
                <a:gd name="connsiteY42" fmla="*/ 573568 h 1103226"/>
                <a:gd name="connsiteX43" fmla="*/ 752237 w 1064451"/>
                <a:gd name="connsiteY43" fmla="*/ 696272 h 1103226"/>
                <a:gd name="connsiteX44" fmla="*/ 176689 w 1064451"/>
                <a:gd name="connsiteY44" fmla="*/ 696272 h 1103226"/>
                <a:gd name="connsiteX45" fmla="*/ 176689 w 1064451"/>
                <a:gd name="connsiteY45" fmla="*/ 671111 h 1103226"/>
                <a:gd name="connsiteX46" fmla="*/ 752237 w 1064451"/>
                <a:gd name="connsiteY46" fmla="*/ 671111 h 1103226"/>
                <a:gd name="connsiteX47" fmla="*/ 752237 w 1064451"/>
                <a:gd name="connsiteY47" fmla="*/ 696272 h 1103226"/>
                <a:gd name="connsiteX0" fmla="*/ 527855 w 1064451"/>
                <a:gd name="connsiteY0" fmla="*/ 1103226 h 1103226"/>
                <a:gd name="connsiteX1" fmla="*/ 357432 w 1064451"/>
                <a:gd name="connsiteY1" fmla="*/ 847680 h 1103226"/>
                <a:gd name="connsiteX2" fmla="*/ 103286 w 1064451"/>
                <a:gd name="connsiteY2" fmla="*/ 847680 h 1103226"/>
                <a:gd name="connsiteX3" fmla="*/ 0 w 1064451"/>
                <a:gd name="connsiteY3" fmla="*/ 744394 h 1103226"/>
                <a:gd name="connsiteX4" fmla="*/ 0 w 1064451"/>
                <a:gd name="connsiteY4" fmla="*/ 262974 h 1103226"/>
                <a:gd name="connsiteX5" fmla="*/ 103286 w 1064451"/>
                <a:gd name="connsiteY5" fmla="*/ 159688 h 1103226"/>
                <a:gd name="connsiteX6" fmla="*/ 787777 w 1064451"/>
                <a:gd name="connsiteY6" fmla="*/ 159688 h 1103226"/>
                <a:gd name="connsiteX7" fmla="*/ 815230 w 1064451"/>
                <a:gd name="connsiteY7" fmla="*/ 1180 h 1103226"/>
                <a:gd name="connsiteX8" fmla="*/ 922496 w 1064451"/>
                <a:gd name="connsiteY8" fmla="*/ 34840 h 1103226"/>
                <a:gd name="connsiteX9" fmla="*/ 1048696 w 1064451"/>
                <a:gd name="connsiteY9" fmla="*/ 3726 h 1103226"/>
                <a:gd name="connsiteX10" fmla="*/ 1064451 w 1064451"/>
                <a:gd name="connsiteY10" fmla="*/ 158578 h 1103226"/>
                <a:gd name="connsiteX11" fmla="*/ 904989 w 1064451"/>
                <a:gd name="connsiteY11" fmla="*/ 265440 h 1103226"/>
                <a:gd name="connsiteX12" fmla="*/ 906819 w 1064451"/>
                <a:gd name="connsiteY12" fmla="*/ 744394 h 1103226"/>
                <a:gd name="connsiteX13" fmla="*/ 803533 w 1064451"/>
                <a:gd name="connsiteY13" fmla="*/ 847680 h 1103226"/>
                <a:gd name="connsiteX14" fmla="*/ 540940 w 1064451"/>
                <a:gd name="connsiteY14" fmla="*/ 847680 h 1103226"/>
                <a:gd name="connsiteX15" fmla="*/ 540940 w 1064451"/>
                <a:gd name="connsiteY15" fmla="*/ 816169 h 1103226"/>
                <a:gd name="connsiteX16" fmla="*/ 803533 w 1064451"/>
                <a:gd name="connsiteY16" fmla="*/ 816169 h 1103226"/>
                <a:gd name="connsiteX17" fmla="*/ 875308 w 1064451"/>
                <a:gd name="connsiteY17" fmla="*/ 744394 h 1103226"/>
                <a:gd name="connsiteX18" fmla="*/ 875308 w 1064451"/>
                <a:gd name="connsiteY18" fmla="*/ 262974 h 1103226"/>
                <a:gd name="connsiteX19" fmla="*/ 803533 w 1064451"/>
                <a:gd name="connsiteY19" fmla="*/ 191199 h 1103226"/>
                <a:gd name="connsiteX20" fmla="*/ 103286 w 1064451"/>
                <a:gd name="connsiteY20" fmla="*/ 191199 h 1103226"/>
                <a:gd name="connsiteX21" fmla="*/ 31511 w 1064451"/>
                <a:gd name="connsiteY21" fmla="*/ 262974 h 1103226"/>
                <a:gd name="connsiteX22" fmla="*/ 31511 w 1064451"/>
                <a:gd name="connsiteY22" fmla="*/ 744394 h 1103226"/>
                <a:gd name="connsiteX23" fmla="*/ 103286 w 1064451"/>
                <a:gd name="connsiteY23" fmla="*/ 816169 h 1103226"/>
                <a:gd name="connsiteX24" fmla="*/ 365879 w 1064451"/>
                <a:gd name="connsiteY24" fmla="*/ 816169 h 1103226"/>
                <a:gd name="connsiteX25" fmla="*/ 378965 w 1064451"/>
                <a:gd name="connsiteY25" fmla="*/ 823215 h 1103226"/>
                <a:gd name="connsiteX26" fmla="*/ 554026 w 1064451"/>
                <a:gd name="connsiteY26" fmla="*/ 1085808 h 1103226"/>
                <a:gd name="connsiteX27" fmla="*/ 527855 w 1064451"/>
                <a:gd name="connsiteY27" fmla="*/ 1103226 h 1103226"/>
                <a:gd name="connsiteX28" fmla="*/ 959895 w 1064451"/>
                <a:gd name="connsiteY28" fmla="*/ 264804 h 1103226"/>
                <a:gd name="connsiteX29" fmla="*/ 1005443 w 1064451"/>
                <a:gd name="connsiteY29" fmla="*/ 117597 h 1103226"/>
                <a:gd name="connsiteX30" fmla="*/ 859553 w 1064451"/>
                <a:gd name="connsiteY30" fmla="*/ 95634 h 1103226"/>
                <a:gd name="connsiteX31" fmla="*/ 819288 w 1064451"/>
                <a:gd name="connsiteY31" fmla="*/ 160913 h 1103226"/>
                <a:gd name="connsiteX32" fmla="*/ 891064 w 1064451"/>
                <a:gd name="connsiteY32" fmla="*/ 208223 h 1103226"/>
                <a:gd name="connsiteX33" fmla="*/ 891064 w 1064451"/>
                <a:gd name="connsiteY33" fmla="*/ 203453 h 1103226"/>
                <a:gd name="connsiteX34" fmla="*/ 893447 w 1064451"/>
                <a:gd name="connsiteY34" fmla="*/ 214522 h 1103226"/>
                <a:gd name="connsiteX35" fmla="*/ 897107 w 1064451"/>
                <a:gd name="connsiteY35" fmla="*/ 222241 h 1103226"/>
                <a:gd name="connsiteX36" fmla="*/ 902924 w 1064451"/>
                <a:gd name="connsiteY36" fmla="*/ 234964 h 1103226"/>
                <a:gd name="connsiteX37" fmla="*/ 959895 w 1064451"/>
                <a:gd name="connsiteY37" fmla="*/ 264804 h 1103226"/>
                <a:gd name="connsiteX38" fmla="*/ 749062 w 1064451"/>
                <a:gd name="connsiteY38" fmla="*/ 573568 h 1103226"/>
                <a:gd name="connsiteX39" fmla="*/ 183039 w 1064451"/>
                <a:gd name="connsiteY39" fmla="*/ 573568 h 1103226"/>
                <a:gd name="connsiteX40" fmla="*/ 183040 w 1064451"/>
                <a:gd name="connsiteY40" fmla="*/ 551583 h 1103226"/>
                <a:gd name="connsiteX41" fmla="*/ 750892 w 1064451"/>
                <a:gd name="connsiteY41" fmla="*/ 552066 h 1103226"/>
                <a:gd name="connsiteX42" fmla="*/ 749062 w 1064451"/>
                <a:gd name="connsiteY42" fmla="*/ 573568 h 1103226"/>
                <a:gd name="connsiteX43" fmla="*/ 752237 w 1064451"/>
                <a:gd name="connsiteY43" fmla="*/ 696272 h 1103226"/>
                <a:gd name="connsiteX44" fmla="*/ 176689 w 1064451"/>
                <a:gd name="connsiteY44" fmla="*/ 696272 h 1103226"/>
                <a:gd name="connsiteX45" fmla="*/ 176689 w 1064451"/>
                <a:gd name="connsiteY45" fmla="*/ 671111 h 1103226"/>
                <a:gd name="connsiteX46" fmla="*/ 752237 w 1064451"/>
                <a:gd name="connsiteY46" fmla="*/ 671111 h 1103226"/>
                <a:gd name="connsiteX47" fmla="*/ 752237 w 1064451"/>
                <a:gd name="connsiteY47" fmla="*/ 696272 h 1103226"/>
                <a:gd name="connsiteX0" fmla="*/ 527855 w 1064451"/>
                <a:gd name="connsiteY0" fmla="*/ 1103226 h 1103226"/>
                <a:gd name="connsiteX1" fmla="*/ 357432 w 1064451"/>
                <a:gd name="connsiteY1" fmla="*/ 847680 h 1103226"/>
                <a:gd name="connsiteX2" fmla="*/ 103286 w 1064451"/>
                <a:gd name="connsiteY2" fmla="*/ 847680 h 1103226"/>
                <a:gd name="connsiteX3" fmla="*/ 0 w 1064451"/>
                <a:gd name="connsiteY3" fmla="*/ 744394 h 1103226"/>
                <a:gd name="connsiteX4" fmla="*/ 0 w 1064451"/>
                <a:gd name="connsiteY4" fmla="*/ 262974 h 1103226"/>
                <a:gd name="connsiteX5" fmla="*/ 103286 w 1064451"/>
                <a:gd name="connsiteY5" fmla="*/ 159688 h 1103226"/>
                <a:gd name="connsiteX6" fmla="*/ 787777 w 1064451"/>
                <a:gd name="connsiteY6" fmla="*/ 159688 h 1103226"/>
                <a:gd name="connsiteX7" fmla="*/ 815230 w 1064451"/>
                <a:gd name="connsiteY7" fmla="*/ 1180 h 1103226"/>
                <a:gd name="connsiteX8" fmla="*/ 922496 w 1064451"/>
                <a:gd name="connsiteY8" fmla="*/ 34840 h 1103226"/>
                <a:gd name="connsiteX9" fmla="*/ 1048696 w 1064451"/>
                <a:gd name="connsiteY9" fmla="*/ 3726 h 1103226"/>
                <a:gd name="connsiteX10" fmla="*/ 1064451 w 1064451"/>
                <a:gd name="connsiteY10" fmla="*/ 158578 h 1103226"/>
                <a:gd name="connsiteX11" fmla="*/ 906820 w 1064451"/>
                <a:gd name="connsiteY11" fmla="*/ 261779 h 1103226"/>
                <a:gd name="connsiteX12" fmla="*/ 906819 w 1064451"/>
                <a:gd name="connsiteY12" fmla="*/ 744394 h 1103226"/>
                <a:gd name="connsiteX13" fmla="*/ 803533 w 1064451"/>
                <a:gd name="connsiteY13" fmla="*/ 847680 h 1103226"/>
                <a:gd name="connsiteX14" fmla="*/ 540940 w 1064451"/>
                <a:gd name="connsiteY14" fmla="*/ 847680 h 1103226"/>
                <a:gd name="connsiteX15" fmla="*/ 540940 w 1064451"/>
                <a:gd name="connsiteY15" fmla="*/ 816169 h 1103226"/>
                <a:gd name="connsiteX16" fmla="*/ 803533 w 1064451"/>
                <a:gd name="connsiteY16" fmla="*/ 816169 h 1103226"/>
                <a:gd name="connsiteX17" fmla="*/ 875308 w 1064451"/>
                <a:gd name="connsiteY17" fmla="*/ 744394 h 1103226"/>
                <a:gd name="connsiteX18" fmla="*/ 875308 w 1064451"/>
                <a:gd name="connsiteY18" fmla="*/ 262974 h 1103226"/>
                <a:gd name="connsiteX19" fmla="*/ 803533 w 1064451"/>
                <a:gd name="connsiteY19" fmla="*/ 191199 h 1103226"/>
                <a:gd name="connsiteX20" fmla="*/ 103286 w 1064451"/>
                <a:gd name="connsiteY20" fmla="*/ 191199 h 1103226"/>
                <a:gd name="connsiteX21" fmla="*/ 31511 w 1064451"/>
                <a:gd name="connsiteY21" fmla="*/ 262974 h 1103226"/>
                <a:gd name="connsiteX22" fmla="*/ 31511 w 1064451"/>
                <a:gd name="connsiteY22" fmla="*/ 744394 h 1103226"/>
                <a:gd name="connsiteX23" fmla="*/ 103286 w 1064451"/>
                <a:gd name="connsiteY23" fmla="*/ 816169 h 1103226"/>
                <a:gd name="connsiteX24" fmla="*/ 365879 w 1064451"/>
                <a:gd name="connsiteY24" fmla="*/ 816169 h 1103226"/>
                <a:gd name="connsiteX25" fmla="*/ 378965 w 1064451"/>
                <a:gd name="connsiteY25" fmla="*/ 823215 h 1103226"/>
                <a:gd name="connsiteX26" fmla="*/ 554026 w 1064451"/>
                <a:gd name="connsiteY26" fmla="*/ 1085808 h 1103226"/>
                <a:gd name="connsiteX27" fmla="*/ 527855 w 1064451"/>
                <a:gd name="connsiteY27" fmla="*/ 1103226 h 1103226"/>
                <a:gd name="connsiteX28" fmla="*/ 959895 w 1064451"/>
                <a:gd name="connsiteY28" fmla="*/ 264804 h 1103226"/>
                <a:gd name="connsiteX29" fmla="*/ 1005443 w 1064451"/>
                <a:gd name="connsiteY29" fmla="*/ 117597 h 1103226"/>
                <a:gd name="connsiteX30" fmla="*/ 859553 w 1064451"/>
                <a:gd name="connsiteY30" fmla="*/ 95634 h 1103226"/>
                <a:gd name="connsiteX31" fmla="*/ 819288 w 1064451"/>
                <a:gd name="connsiteY31" fmla="*/ 160913 h 1103226"/>
                <a:gd name="connsiteX32" fmla="*/ 891064 w 1064451"/>
                <a:gd name="connsiteY32" fmla="*/ 208223 h 1103226"/>
                <a:gd name="connsiteX33" fmla="*/ 891064 w 1064451"/>
                <a:gd name="connsiteY33" fmla="*/ 203453 h 1103226"/>
                <a:gd name="connsiteX34" fmla="*/ 893447 w 1064451"/>
                <a:gd name="connsiteY34" fmla="*/ 214522 h 1103226"/>
                <a:gd name="connsiteX35" fmla="*/ 897107 w 1064451"/>
                <a:gd name="connsiteY35" fmla="*/ 222241 h 1103226"/>
                <a:gd name="connsiteX36" fmla="*/ 902924 w 1064451"/>
                <a:gd name="connsiteY36" fmla="*/ 234964 h 1103226"/>
                <a:gd name="connsiteX37" fmla="*/ 959895 w 1064451"/>
                <a:gd name="connsiteY37" fmla="*/ 264804 h 1103226"/>
                <a:gd name="connsiteX38" fmla="*/ 749062 w 1064451"/>
                <a:gd name="connsiteY38" fmla="*/ 573568 h 1103226"/>
                <a:gd name="connsiteX39" fmla="*/ 183039 w 1064451"/>
                <a:gd name="connsiteY39" fmla="*/ 573568 h 1103226"/>
                <a:gd name="connsiteX40" fmla="*/ 183040 w 1064451"/>
                <a:gd name="connsiteY40" fmla="*/ 551583 h 1103226"/>
                <a:gd name="connsiteX41" fmla="*/ 750892 w 1064451"/>
                <a:gd name="connsiteY41" fmla="*/ 552066 h 1103226"/>
                <a:gd name="connsiteX42" fmla="*/ 749062 w 1064451"/>
                <a:gd name="connsiteY42" fmla="*/ 573568 h 1103226"/>
                <a:gd name="connsiteX43" fmla="*/ 752237 w 1064451"/>
                <a:gd name="connsiteY43" fmla="*/ 696272 h 1103226"/>
                <a:gd name="connsiteX44" fmla="*/ 176689 w 1064451"/>
                <a:gd name="connsiteY44" fmla="*/ 696272 h 1103226"/>
                <a:gd name="connsiteX45" fmla="*/ 176689 w 1064451"/>
                <a:gd name="connsiteY45" fmla="*/ 671111 h 1103226"/>
                <a:gd name="connsiteX46" fmla="*/ 752237 w 1064451"/>
                <a:gd name="connsiteY46" fmla="*/ 671111 h 1103226"/>
                <a:gd name="connsiteX47" fmla="*/ 752237 w 1064451"/>
                <a:gd name="connsiteY47" fmla="*/ 696272 h 1103226"/>
                <a:gd name="connsiteX0" fmla="*/ 527855 w 1064451"/>
                <a:gd name="connsiteY0" fmla="*/ 1103226 h 1103226"/>
                <a:gd name="connsiteX1" fmla="*/ 357432 w 1064451"/>
                <a:gd name="connsiteY1" fmla="*/ 847680 h 1103226"/>
                <a:gd name="connsiteX2" fmla="*/ 103286 w 1064451"/>
                <a:gd name="connsiteY2" fmla="*/ 847680 h 1103226"/>
                <a:gd name="connsiteX3" fmla="*/ 0 w 1064451"/>
                <a:gd name="connsiteY3" fmla="*/ 744394 h 1103226"/>
                <a:gd name="connsiteX4" fmla="*/ 0 w 1064451"/>
                <a:gd name="connsiteY4" fmla="*/ 262974 h 1103226"/>
                <a:gd name="connsiteX5" fmla="*/ 103286 w 1064451"/>
                <a:gd name="connsiteY5" fmla="*/ 159688 h 1103226"/>
                <a:gd name="connsiteX6" fmla="*/ 787777 w 1064451"/>
                <a:gd name="connsiteY6" fmla="*/ 159688 h 1103226"/>
                <a:gd name="connsiteX7" fmla="*/ 815230 w 1064451"/>
                <a:gd name="connsiteY7" fmla="*/ 1180 h 1103226"/>
                <a:gd name="connsiteX8" fmla="*/ 922496 w 1064451"/>
                <a:gd name="connsiteY8" fmla="*/ 34840 h 1103226"/>
                <a:gd name="connsiteX9" fmla="*/ 1048696 w 1064451"/>
                <a:gd name="connsiteY9" fmla="*/ 3726 h 1103226"/>
                <a:gd name="connsiteX10" fmla="*/ 1064451 w 1064451"/>
                <a:gd name="connsiteY10" fmla="*/ 158578 h 1103226"/>
                <a:gd name="connsiteX11" fmla="*/ 906820 w 1064451"/>
                <a:gd name="connsiteY11" fmla="*/ 261779 h 1103226"/>
                <a:gd name="connsiteX12" fmla="*/ 906819 w 1064451"/>
                <a:gd name="connsiteY12" fmla="*/ 744394 h 1103226"/>
                <a:gd name="connsiteX13" fmla="*/ 803533 w 1064451"/>
                <a:gd name="connsiteY13" fmla="*/ 847680 h 1103226"/>
                <a:gd name="connsiteX14" fmla="*/ 540940 w 1064451"/>
                <a:gd name="connsiteY14" fmla="*/ 847680 h 1103226"/>
                <a:gd name="connsiteX15" fmla="*/ 540940 w 1064451"/>
                <a:gd name="connsiteY15" fmla="*/ 816169 h 1103226"/>
                <a:gd name="connsiteX16" fmla="*/ 803533 w 1064451"/>
                <a:gd name="connsiteY16" fmla="*/ 816169 h 1103226"/>
                <a:gd name="connsiteX17" fmla="*/ 875308 w 1064451"/>
                <a:gd name="connsiteY17" fmla="*/ 744394 h 1103226"/>
                <a:gd name="connsiteX18" fmla="*/ 875308 w 1064451"/>
                <a:gd name="connsiteY18" fmla="*/ 262974 h 1103226"/>
                <a:gd name="connsiteX19" fmla="*/ 803533 w 1064451"/>
                <a:gd name="connsiteY19" fmla="*/ 191199 h 1103226"/>
                <a:gd name="connsiteX20" fmla="*/ 103286 w 1064451"/>
                <a:gd name="connsiteY20" fmla="*/ 191199 h 1103226"/>
                <a:gd name="connsiteX21" fmla="*/ 31511 w 1064451"/>
                <a:gd name="connsiteY21" fmla="*/ 262974 h 1103226"/>
                <a:gd name="connsiteX22" fmla="*/ 31511 w 1064451"/>
                <a:gd name="connsiteY22" fmla="*/ 744394 h 1103226"/>
                <a:gd name="connsiteX23" fmla="*/ 103286 w 1064451"/>
                <a:gd name="connsiteY23" fmla="*/ 816169 h 1103226"/>
                <a:gd name="connsiteX24" fmla="*/ 365879 w 1064451"/>
                <a:gd name="connsiteY24" fmla="*/ 816169 h 1103226"/>
                <a:gd name="connsiteX25" fmla="*/ 378965 w 1064451"/>
                <a:gd name="connsiteY25" fmla="*/ 823215 h 1103226"/>
                <a:gd name="connsiteX26" fmla="*/ 554026 w 1064451"/>
                <a:gd name="connsiteY26" fmla="*/ 1085808 h 1103226"/>
                <a:gd name="connsiteX27" fmla="*/ 527855 w 1064451"/>
                <a:gd name="connsiteY27" fmla="*/ 1103226 h 1103226"/>
                <a:gd name="connsiteX28" fmla="*/ 943423 w 1064451"/>
                <a:gd name="connsiteY28" fmla="*/ 228200 h 1103226"/>
                <a:gd name="connsiteX29" fmla="*/ 1005443 w 1064451"/>
                <a:gd name="connsiteY29" fmla="*/ 117597 h 1103226"/>
                <a:gd name="connsiteX30" fmla="*/ 859553 w 1064451"/>
                <a:gd name="connsiteY30" fmla="*/ 95634 h 1103226"/>
                <a:gd name="connsiteX31" fmla="*/ 819288 w 1064451"/>
                <a:gd name="connsiteY31" fmla="*/ 160913 h 1103226"/>
                <a:gd name="connsiteX32" fmla="*/ 891064 w 1064451"/>
                <a:gd name="connsiteY32" fmla="*/ 208223 h 1103226"/>
                <a:gd name="connsiteX33" fmla="*/ 891064 w 1064451"/>
                <a:gd name="connsiteY33" fmla="*/ 203453 h 1103226"/>
                <a:gd name="connsiteX34" fmla="*/ 893447 w 1064451"/>
                <a:gd name="connsiteY34" fmla="*/ 214522 h 1103226"/>
                <a:gd name="connsiteX35" fmla="*/ 897107 w 1064451"/>
                <a:gd name="connsiteY35" fmla="*/ 222241 h 1103226"/>
                <a:gd name="connsiteX36" fmla="*/ 902924 w 1064451"/>
                <a:gd name="connsiteY36" fmla="*/ 234964 h 1103226"/>
                <a:gd name="connsiteX37" fmla="*/ 943423 w 1064451"/>
                <a:gd name="connsiteY37" fmla="*/ 228200 h 1103226"/>
                <a:gd name="connsiteX38" fmla="*/ 749062 w 1064451"/>
                <a:gd name="connsiteY38" fmla="*/ 573568 h 1103226"/>
                <a:gd name="connsiteX39" fmla="*/ 183039 w 1064451"/>
                <a:gd name="connsiteY39" fmla="*/ 573568 h 1103226"/>
                <a:gd name="connsiteX40" fmla="*/ 183040 w 1064451"/>
                <a:gd name="connsiteY40" fmla="*/ 551583 h 1103226"/>
                <a:gd name="connsiteX41" fmla="*/ 750892 w 1064451"/>
                <a:gd name="connsiteY41" fmla="*/ 552066 h 1103226"/>
                <a:gd name="connsiteX42" fmla="*/ 749062 w 1064451"/>
                <a:gd name="connsiteY42" fmla="*/ 573568 h 1103226"/>
                <a:gd name="connsiteX43" fmla="*/ 752237 w 1064451"/>
                <a:gd name="connsiteY43" fmla="*/ 696272 h 1103226"/>
                <a:gd name="connsiteX44" fmla="*/ 176689 w 1064451"/>
                <a:gd name="connsiteY44" fmla="*/ 696272 h 1103226"/>
                <a:gd name="connsiteX45" fmla="*/ 176689 w 1064451"/>
                <a:gd name="connsiteY45" fmla="*/ 671111 h 1103226"/>
                <a:gd name="connsiteX46" fmla="*/ 752237 w 1064451"/>
                <a:gd name="connsiteY46" fmla="*/ 671111 h 1103226"/>
                <a:gd name="connsiteX47" fmla="*/ 752237 w 1064451"/>
                <a:gd name="connsiteY47" fmla="*/ 696272 h 1103226"/>
                <a:gd name="connsiteX0" fmla="*/ 527855 w 1064451"/>
                <a:gd name="connsiteY0" fmla="*/ 1103226 h 1103226"/>
                <a:gd name="connsiteX1" fmla="*/ 357432 w 1064451"/>
                <a:gd name="connsiteY1" fmla="*/ 847680 h 1103226"/>
                <a:gd name="connsiteX2" fmla="*/ 103286 w 1064451"/>
                <a:gd name="connsiteY2" fmla="*/ 847680 h 1103226"/>
                <a:gd name="connsiteX3" fmla="*/ 0 w 1064451"/>
                <a:gd name="connsiteY3" fmla="*/ 744394 h 1103226"/>
                <a:gd name="connsiteX4" fmla="*/ 0 w 1064451"/>
                <a:gd name="connsiteY4" fmla="*/ 262974 h 1103226"/>
                <a:gd name="connsiteX5" fmla="*/ 103286 w 1064451"/>
                <a:gd name="connsiteY5" fmla="*/ 159688 h 1103226"/>
                <a:gd name="connsiteX6" fmla="*/ 787777 w 1064451"/>
                <a:gd name="connsiteY6" fmla="*/ 159688 h 1103226"/>
                <a:gd name="connsiteX7" fmla="*/ 815230 w 1064451"/>
                <a:gd name="connsiteY7" fmla="*/ 1180 h 1103226"/>
                <a:gd name="connsiteX8" fmla="*/ 922496 w 1064451"/>
                <a:gd name="connsiteY8" fmla="*/ 34840 h 1103226"/>
                <a:gd name="connsiteX9" fmla="*/ 1048696 w 1064451"/>
                <a:gd name="connsiteY9" fmla="*/ 3726 h 1103226"/>
                <a:gd name="connsiteX10" fmla="*/ 1064451 w 1064451"/>
                <a:gd name="connsiteY10" fmla="*/ 158578 h 1103226"/>
                <a:gd name="connsiteX11" fmla="*/ 906820 w 1064451"/>
                <a:gd name="connsiteY11" fmla="*/ 261779 h 1103226"/>
                <a:gd name="connsiteX12" fmla="*/ 906819 w 1064451"/>
                <a:gd name="connsiteY12" fmla="*/ 744394 h 1103226"/>
                <a:gd name="connsiteX13" fmla="*/ 803533 w 1064451"/>
                <a:gd name="connsiteY13" fmla="*/ 847680 h 1103226"/>
                <a:gd name="connsiteX14" fmla="*/ 540940 w 1064451"/>
                <a:gd name="connsiteY14" fmla="*/ 847680 h 1103226"/>
                <a:gd name="connsiteX15" fmla="*/ 540940 w 1064451"/>
                <a:gd name="connsiteY15" fmla="*/ 816169 h 1103226"/>
                <a:gd name="connsiteX16" fmla="*/ 803533 w 1064451"/>
                <a:gd name="connsiteY16" fmla="*/ 816169 h 1103226"/>
                <a:gd name="connsiteX17" fmla="*/ 875308 w 1064451"/>
                <a:gd name="connsiteY17" fmla="*/ 744394 h 1103226"/>
                <a:gd name="connsiteX18" fmla="*/ 875308 w 1064451"/>
                <a:gd name="connsiteY18" fmla="*/ 262974 h 1103226"/>
                <a:gd name="connsiteX19" fmla="*/ 803533 w 1064451"/>
                <a:gd name="connsiteY19" fmla="*/ 191199 h 1103226"/>
                <a:gd name="connsiteX20" fmla="*/ 103286 w 1064451"/>
                <a:gd name="connsiteY20" fmla="*/ 191199 h 1103226"/>
                <a:gd name="connsiteX21" fmla="*/ 31511 w 1064451"/>
                <a:gd name="connsiteY21" fmla="*/ 262974 h 1103226"/>
                <a:gd name="connsiteX22" fmla="*/ 31511 w 1064451"/>
                <a:gd name="connsiteY22" fmla="*/ 744394 h 1103226"/>
                <a:gd name="connsiteX23" fmla="*/ 103286 w 1064451"/>
                <a:gd name="connsiteY23" fmla="*/ 816169 h 1103226"/>
                <a:gd name="connsiteX24" fmla="*/ 365879 w 1064451"/>
                <a:gd name="connsiteY24" fmla="*/ 816169 h 1103226"/>
                <a:gd name="connsiteX25" fmla="*/ 378965 w 1064451"/>
                <a:gd name="connsiteY25" fmla="*/ 823215 h 1103226"/>
                <a:gd name="connsiteX26" fmla="*/ 554026 w 1064451"/>
                <a:gd name="connsiteY26" fmla="*/ 1085808 h 1103226"/>
                <a:gd name="connsiteX27" fmla="*/ 527855 w 1064451"/>
                <a:gd name="connsiteY27" fmla="*/ 1103226 h 1103226"/>
                <a:gd name="connsiteX28" fmla="*/ 936102 w 1064451"/>
                <a:gd name="connsiteY28" fmla="*/ 193426 h 1103226"/>
                <a:gd name="connsiteX29" fmla="*/ 1005443 w 1064451"/>
                <a:gd name="connsiteY29" fmla="*/ 117597 h 1103226"/>
                <a:gd name="connsiteX30" fmla="*/ 859553 w 1064451"/>
                <a:gd name="connsiteY30" fmla="*/ 95634 h 1103226"/>
                <a:gd name="connsiteX31" fmla="*/ 819288 w 1064451"/>
                <a:gd name="connsiteY31" fmla="*/ 160913 h 1103226"/>
                <a:gd name="connsiteX32" fmla="*/ 891064 w 1064451"/>
                <a:gd name="connsiteY32" fmla="*/ 208223 h 1103226"/>
                <a:gd name="connsiteX33" fmla="*/ 891064 w 1064451"/>
                <a:gd name="connsiteY33" fmla="*/ 203453 h 1103226"/>
                <a:gd name="connsiteX34" fmla="*/ 893447 w 1064451"/>
                <a:gd name="connsiteY34" fmla="*/ 214522 h 1103226"/>
                <a:gd name="connsiteX35" fmla="*/ 897107 w 1064451"/>
                <a:gd name="connsiteY35" fmla="*/ 222241 h 1103226"/>
                <a:gd name="connsiteX36" fmla="*/ 902924 w 1064451"/>
                <a:gd name="connsiteY36" fmla="*/ 234964 h 1103226"/>
                <a:gd name="connsiteX37" fmla="*/ 936102 w 1064451"/>
                <a:gd name="connsiteY37" fmla="*/ 193426 h 1103226"/>
                <a:gd name="connsiteX38" fmla="*/ 749062 w 1064451"/>
                <a:gd name="connsiteY38" fmla="*/ 573568 h 1103226"/>
                <a:gd name="connsiteX39" fmla="*/ 183039 w 1064451"/>
                <a:gd name="connsiteY39" fmla="*/ 573568 h 1103226"/>
                <a:gd name="connsiteX40" fmla="*/ 183040 w 1064451"/>
                <a:gd name="connsiteY40" fmla="*/ 551583 h 1103226"/>
                <a:gd name="connsiteX41" fmla="*/ 750892 w 1064451"/>
                <a:gd name="connsiteY41" fmla="*/ 552066 h 1103226"/>
                <a:gd name="connsiteX42" fmla="*/ 749062 w 1064451"/>
                <a:gd name="connsiteY42" fmla="*/ 573568 h 1103226"/>
                <a:gd name="connsiteX43" fmla="*/ 752237 w 1064451"/>
                <a:gd name="connsiteY43" fmla="*/ 696272 h 1103226"/>
                <a:gd name="connsiteX44" fmla="*/ 176689 w 1064451"/>
                <a:gd name="connsiteY44" fmla="*/ 696272 h 1103226"/>
                <a:gd name="connsiteX45" fmla="*/ 176689 w 1064451"/>
                <a:gd name="connsiteY45" fmla="*/ 671111 h 1103226"/>
                <a:gd name="connsiteX46" fmla="*/ 752237 w 1064451"/>
                <a:gd name="connsiteY46" fmla="*/ 671111 h 1103226"/>
                <a:gd name="connsiteX47" fmla="*/ 752237 w 1064451"/>
                <a:gd name="connsiteY47" fmla="*/ 696272 h 1103226"/>
                <a:gd name="connsiteX0" fmla="*/ 527855 w 1049194"/>
                <a:gd name="connsiteY0" fmla="*/ 1103226 h 1103226"/>
                <a:gd name="connsiteX1" fmla="*/ 357432 w 1049194"/>
                <a:gd name="connsiteY1" fmla="*/ 847680 h 1103226"/>
                <a:gd name="connsiteX2" fmla="*/ 103286 w 1049194"/>
                <a:gd name="connsiteY2" fmla="*/ 847680 h 1103226"/>
                <a:gd name="connsiteX3" fmla="*/ 0 w 1049194"/>
                <a:gd name="connsiteY3" fmla="*/ 744394 h 1103226"/>
                <a:gd name="connsiteX4" fmla="*/ 0 w 1049194"/>
                <a:gd name="connsiteY4" fmla="*/ 262974 h 1103226"/>
                <a:gd name="connsiteX5" fmla="*/ 103286 w 1049194"/>
                <a:gd name="connsiteY5" fmla="*/ 159688 h 1103226"/>
                <a:gd name="connsiteX6" fmla="*/ 787777 w 1049194"/>
                <a:gd name="connsiteY6" fmla="*/ 159688 h 1103226"/>
                <a:gd name="connsiteX7" fmla="*/ 815230 w 1049194"/>
                <a:gd name="connsiteY7" fmla="*/ 1180 h 1103226"/>
                <a:gd name="connsiteX8" fmla="*/ 922496 w 1049194"/>
                <a:gd name="connsiteY8" fmla="*/ 34840 h 1103226"/>
                <a:gd name="connsiteX9" fmla="*/ 1048696 w 1049194"/>
                <a:gd name="connsiteY9" fmla="*/ 3726 h 1103226"/>
                <a:gd name="connsiteX10" fmla="*/ 949148 w 1049194"/>
                <a:gd name="connsiteY10" fmla="*/ 224466 h 1103226"/>
                <a:gd name="connsiteX11" fmla="*/ 906820 w 1049194"/>
                <a:gd name="connsiteY11" fmla="*/ 261779 h 1103226"/>
                <a:gd name="connsiteX12" fmla="*/ 906819 w 1049194"/>
                <a:gd name="connsiteY12" fmla="*/ 744394 h 1103226"/>
                <a:gd name="connsiteX13" fmla="*/ 803533 w 1049194"/>
                <a:gd name="connsiteY13" fmla="*/ 847680 h 1103226"/>
                <a:gd name="connsiteX14" fmla="*/ 540940 w 1049194"/>
                <a:gd name="connsiteY14" fmla="*/ 847680 h 1103226"/>
                <a:gd name="connsiteX15" fmla="*/ 540940 w 1049194"/>
                <a:gd name="connsiteY15" fmla="*/ 816169 h 1103226"/>
                <a:gd name="connsiteX16" fmla="*/ 803533 w 1049194"/>
                <a:gd name="connsiteY16" fmla="*/ 816169 h 1103226"/>
                <a:gd name="connsiteX17" fmla="*/ 875308 w 1049194"/>
                <a:gd name="connsiteY17" fmla="*/ 744394 h 1103226"/>
                <a:gd name="connsiteX18" fmla="*/ 875308 w 1049194"/>
                <a:gd name="connsiteY18" fmla="*/ 262974 h 1103226"/>
                <a:gd name="connsiteX19" fmla="*/ 803533 w 1049194"/>
                <a:gd name="connsiteY19" fmla="*/ 191199 h 1103226"/>
                <a:gd name="connsiteX20" fmla="*/ 103286 w 1049194"/>
                <a:gd name="connsiteY20" fmla="*/ 191199 h 1103226"/>
                <a:gd name="connsiteX21" fmla="*/ 31511 w 1049194"/>
                <a:gd name="connsiteY21" fmla="*/ 262974 h 1103226"/>
                <a:gd name="connsiteX22" fmla="*/ 31511 w 1049194"/>
                <a:gd name="connsiteY22" fmla="*/ 744394 h 1103226"/>
                <a:gd name="connsiteX23" fmla="*/ 103286 w 1049194"/>
                <a:gd name="connsiteY23" fmla="*/ 816169 h 1103226"/>
                <a:gd name="connsiteX24" fmla="*/ 365879 w 1049194"/>
                <a:gd name="connsiteY24" fmla="*/ 816169 h 1103226"/>
                <a:gd name="connsiteX25" fmla="*/ 378965 w 1049194"/>
                <a:gd name="connsiteY25" fmla="*/ 823215 h 1103226"/>
                <a:gd name="connsiteX26" fmla="*/ 554026 w 1049194"/>
                <a:gd name="connsiteY26" fmla="*/ 1085808 h 1103226"/>
                <a:gd name="connsiteX27" fmla="*/ 527855 w 1049194"/>
                <a:gd name="connsiteY27" fmla="*/ 1103226 h 1103226"/>
                <a:gd name="connsiteX28" fmla="*/ 936102 w 1049194"/>
                <a:gd name="connsiteY28" fmla="*/ 193426 h 1103226"/>
                <a:gd name="connsiteX29" fmla="*/ 1005443 w 1049194"/>
                <a:gd name="connsiteY29" fmla="*/ 117597 h 1103226"/>
                <a:gd name="connsiteX30" fmla="*/ 859553 w 1049194"/>
                <a:gd name="connsiteY30" fmla="*/ 95634 h 1103226"/>
                <a:gd name="connsiteX31" fmla="*/ 819288 w 1049194"/>
                <a:gd name="connsiteY31" fmla="*/ 160913 h 1103226"/>
                <a:gd name="connsiteX32" fmla="*/ 891064 w 1049194"/>
                <a:gd name="connsiteY32" fmla="*/ 208223 h 1103226"/>
                <a:gd name="connsiteX33" fmla="*/ 891064 w 1049194"/>
                <a:gd name="connsiteY33" fmla="*/ 203453 h 1103226"/>
                <a:gd name="connsiteX34" fmla="*/ 893447 w 1049194"/>
                <a:gd name="connsiteY34" fmla="*/ 214522 h 1103226"/>
                <a:gd name="connsiteX35" fmla="*/ 897107 w 1049194"/>
                <a:gd name="connsiteY35" fmla="*/ 222241 h 1103226"/>
                <a:gd name="connsiteX36" fmla="*/ 902924 w 1049194"/>
                <a:gd name="connsiteY36" fmla="*/ 234964 h 1103226"/>
                <a:gd name="connsiteX37" fmla="*/ 936102 w 1049194"/>
                <a:gd name="connsiteY37" fmla="*/ 193426 h 1103226"/>
                <a:gd name="connsiteX38" fmla="*/ 749062 w 1049194"/>
                <a:gd name="connsiteY38" fmla="*/ 573568 h 1103226"/>
                <a:gd name="connsiteX39" fmla="*/ 183039 w 1049194"/>
                <a:gd name="connsiteY39" fmla="*/ 573568 h 1103226"/>
                <a:gd name="connsiteX40" fmla="*/ 183040 w 1049194"/>
                <a:gd name="connsiteY40" fmla="*/ 551583 h 1103226"/>
                <a:gd name="connsiteX41" fmla="*/ 750892 w 1049194"/>
                <a:gd name="connsiteY41" fmla="*/ 552066 h 1103226"/>
                <a:gd name="connsiteX42" fmla="*/ 749062 w 1049194"/>
                <a:gd name="connsiteY42" fmla="*/ 573568 h 1103226"/>
                <a:gd name="connsiteX43" fmla="*/ 752237 w 1049194"/>
                <a:gd name="connsiteY43" fmla="*/ 696272 h 1103226"/>
                <a:gd name="connsiteX44" fmla="*/ 176689 w 1049194"/>
                <a:gd name="connsiteY44" fmla="*/ 696272 h 1103226"/>
                <a:gd name="connsiteX45" fmla="*/ 176689 w 1049194"/>
                <a:gd name="connsiteY45" fmla="*/ 671111 h 1103226"/>
                <a:gd name="connsiteX46" fmla="*/ 752237 w 1049194"/>
                <a:gd name="connsiteY46" fmla="*/ 671111 h 1103226"/>
                <a:gd name="connsiteX47" fmla="*/ 752237 w 1049194"/>
                <a:gd name="connsiteY47" fmla="*/ 696272 h 1103226"/>
                <a:gd name="connsiteX0" fmla="*/ 527855 w 1049194"/>
                <a:gd name="connsiteY0" fmla="*/ 1103226 h 1103226"/>
                <a:gd name="connsiteX1" fmla="*/ 357432 w 1049194"/>
                <a:gd name="connsiteY1" fmla="*/ 847680 h 1103226"/>
                <a:gd name="connsiteX2" fmla="*/ 103286 w 1049194"/>
                <a:gd name="connsiteY2" fmla="*/ 847680 h 1103226"/>
                <a:gd name="connsiteX3" fmla="*/ 0 w 1049194"/>
                <a:gd name="connsiteY3" fmla="*/ 744394 h 1103226"/>
                <a:gd name="connsiteX4" fmla="*/ 0 w 1049194"/>
                <a:gd name="connsiteY4" fmla="*/ 262974 h 1103226"/>
                <a:gd name="connsiteX5" fmla="*/ 103286 w 1049194"/>
                <a:gd name="connsiteY5" fmla="*/ 159688 h 1103226"/>
                <a:gd name="connsiteX6" fmla="*/ 787777 w 1049194"/>
                <a:gd name="connsiteY6" fmla="*/ 159688 h 1103226"/>
                <a:gd name="connsiteX7" fmla="*/ 815230 w 1049194"/>
                <a:gd name="connsiteY7" fmla="*/ 1180 h 1103226"/>
                <a:gd name="connsiteX8" fmla="*/ 922496 w 1049194"/>
                <a:gd name="connsiteY8" fmla="*/ 34840 h 1103226"/>
                <a:gd name="connsiteX9" fmla="*/ 1048696 w 1049194"/>
                <a:gd name="connsiteY9" fmla="*/ 3726 h 1103226"/>
                <a:gd name="connsiteX10" fmla="*/ 949148 w 1049194"/>
                <a:gd name="connsiteY10" fmla="*/ 224466 h 1103226"/>
                <a:gd name="connsiteX11" fmla="*/ 906820 w 1049194"/>
                <a:gd name="connsiteY11" fmla="*/ 261779 h 1103226"/>
                <a:gd name="connsiteX12" fmla="*/ 906819 w 1049194"/>
                <a:gd name="connsiteY12" fmla="*/ 744394 h 1103226"/>
                <a:gd name="connsiteX13" fmla="*/ 803533 w 1049194"/>
                <a:gd name="connsiteY13" fmla="*/ 847680 h 1103226"/>
                <a:gd name="connsiteX14" fmla="*/ 540940 w 1049194"/>
                <a:gd name="connsiteY14" fmla="*/ 847680 h 1103226"/>
                <a:gd name="connsiteX15" fmla="*/ 540940 w 1049194"/>
                <a:gd name="connsiteY15" fmla="*/ 816169 h 1103226"/>
                <a:gd name="connsiteX16" fmla="*/ 803533 w 1049194"/>
                <a:gd name="connsiteY16" fmla="*/ 816169 h 1103226"/>
                <a:gd name="connsiteX17" fmla="*/ 875308 w 1049194"/>
                <a:gd name="connsiteY17" fmla="*/ 744394 h 1103226"/>
                <a:gd name="connsiteX18" fmla="*/ 875308 w 1049194"/>
                <a:gd name="connsiteY18" fmla="*/ 262974 h 1103226"/>
                <a:gd name="connsiteX19" fmla="*/ 803533 w 1049194"/>
                <a:gd name="connsiteY19" fmla="*/ 191199 h 1103226"/>
                <a:gd name="connsiteX20" fmla="*/ 103286 w 1049194"/>
                <a:gd name="connsiteY20" fmla="*/ 191199 h 1103226"/>
                <a:gd name="connsiteX21" fmla="*/ 31511 w 1049194"/>
                <a:gd name="connsiteY21" fmla="*/ 262974 h 1103226"/>
                <a:gd name="connsiteX22" fmla="*/ 31511 w 1049194"/>
                <a:gd name="connsiteY22" fmla="*/ 744394 h 1103226"/>
                <a:gd name="connsiteX23" fmla="*/ 103286 w 1049194"/>
                <a:gd name="connsiteY23" fmla="*/ 816169 h 1103226"/>
                <a:gd name="connsiteX24" fmla="*/ 365879 w 1049194"/>
                <a:gd name="connsiteY24" fmla="*/ 816169 h 1103226"/>
                <a:gd name="connsiteX25" fmla="*/ 378965 w 1049194"/>
                <a:gd name="connsiteY25" fmla="*/ 823215 h 1103226"/>
                <a:gd name="connsiteX26" fmla="*/ 554026 w 1049194"/>
                <a:gd name="connsiteY26" fmla="*/ 1085808 h 1103226"/>
                <a:gd name="connsiteX27" fmla="*/ 527855 w 1049194"/>
                <a:gd name="connsiteY27" fmla="*/ 1103226 h 1103226"/>
                <a:gd name="connsiteX28" fmla="*/ 936102 w 1049194"/>
                <a:gd name="connsiteY28" fmla="*/ 193426 h 1103226"/>
                <a:gd name="connsiteX29" fmla="*/ 961518 w 1049194"/>
                <a:gd name="connsiteY29" fmla="*/ 128578 h 1103226"/>
                <a:gd name="connsiteX30" fmla="*/ 859553 w 1049194"/>
                <a:gd name="connsiteY30" fmla="*/ 95634 h 1103226"/>
                <a:gd name="connsiteX31" fmla="*/ 819288 w 1049194"/>
                <a:gd name="connsiteY31" fmla="*/ 160913 h 1103226"/>
                <a:gd name="connsiteX32" fmla="*/ 891064 w 1049194"/>
                <a:gd name="connsiteY32" fmla="*/ 208223 h 1103226"/>
                <a:gd name="connsiteX33" fmla="*/ 891064 w 1049194"/>
                <a:gd name="connsiteY33" fmla="*/ 203453 h 1103226"/>
                <a:gd name="connsiteX34" fmla="*/ 893447 w 1049194"/>
                <a:gd name="connsiteY34" fmla="*/ 214522 h 1103226"/>
                <a:gd name="connsiteX35" fmla="*/ 897107 w 1049194"/>
                <a:gd name="connsiteY35" fmla="*/ 222241 h 1103226"/>
                <a:gd name="connsiteX36" fmla="*/ 902924 w 1049194"/>
                <a:gd name="connsiteY36" fmla="*/ 234964 h 1103226"/>
                <a:gd name="connsiteX37" fmla="*/ 936102 w 1049194"/>
                <a:gd name="connsiteY37" fmla="*/ 193426 h 1103226"/>
                <a:gd name="connsiteX38" fmla="*/ 749062 w 1049194"/>
                <a:gd name="connsiteY38" fmla="*/ 573568 h 1103226"/>
                <a:gd name="connsiteX39" fmla="*/ 183039 w 1049194"/>
                <a:gd name="connsiteY39" fmla="*/ 573568 h 1103226"/>
                <a:gd name="connsiteX40" fmla="*/ 183040 w 1049194"/>
                <a:gd name="connsiteY40" fmla="*/ 551583 h 1103226"/>
                <a:gd name="connsiteX41" fmla="*/ 750892 w 1049194"/>
                <a:gd name="connsiteY41" fmla="*/ 552066 h 1103226"/>
                <a:gd name="connsiteX42" fmla="*/ 749062 w 1049194"/>
                <a:gd name="connsiteY42" fmla="*/ 573568 h 1103226"/>
                <a:gd name="connsiteX43" fmla="*/ 752237 w 1049194"/>
                <a:gd name="connsiteY43" fmla="*/ 696272 h 1103226"/>
                <a:gd name="connsiteX44" fmla="*/ 176689 w 1049194"/>
                <a:gd name="connsiteY44" fmla="*/ 696272 h 1103226"/>
                <a:gd name="connsiteX45" fmla="*/ 176689 w 1049194"/>
                <a:gd name="connsiteY45" fmla="*/ 671111 h 1103226"/>
                <a:gd name="connsiteX46" fmla="*/ 752237 w 1049194"/>
                <a:gd name="connsiteY46" fmla="*/ 671111 h 1103226"/>
                <a:gd name="connsiteX47" fmla="*/ 752237 w 1049194"/>
                <a:gd name="connsiteY47" fmla="*/ 696272 h 1103226"/>
                <a:gd name="connsiteX0" fmla="*/ 527855 w 994750"/>
                <a:gd name="connsiteY0" fmla="*/ 1103226 h 1103226"/>
                <a:gd name="connsiteX1" fmla="*/ 357432 w 994750"/>
                <a:gd name="connsiteY1" fmla="*/ 847680 h 1103226"/>
                <a:gd name="connsiteX2" fmla="*/ 103286 w 994750"/>
                <a:gd name="connsiteY2" fmla="*/ 847680 h 1103226"/>
                <a:gd name="connsiteX3" fmla="*/ 0 w 994750"/>
                <a:gd name="connsiteY3" fmla="*/ 744394 h 1103226"/>
                <a:gd name="connsiteX4" fmla="*/ 0 w 994750"/>
                <a:gd name="connsiteY4" fmla="*/ 262974 h 1103226"/>
                <a:gd name="connsiteX5" fmla="*/ 103286 w 994750"/>
                <a:gd name="connsiteY5" fmla="*/ 159688 h 1103226"/>
                <a:gd name="connsiteX6" fmla="*/ 787777 w 994750"/>
                <a:gd name="connsiteY6" fmla="*/ 159688 h 1103226"/>
                <a:gd name="connsiteX7" fmla="*/ 815230 w 994750"/>
                <a:gd name="connsiteY7" fmla="*/ 1180 h 1103226"/>
                <a:gd name="connsiteX8" fmla="*/ 922496 w 994750"/>
                <a:gd name="connsiteY8" fmla="*/ 34840 h 1103226"/>
                <a:gd name="connsiteX9" fmla="*/ 993790 w 994750"/>
                <a:gd name="connsiteY9" fmla="*/ 87916 h 1103226"/>
                <a:gd name="connsiteX10" fmla="*/ 949148 w 994750"/>
                <a:gd name="connsiteY10" fmla="*/ 224466 h 1103226"/>
                <a:gd name="connsiteX11" fmla="*/ 906820 w 994750"/>
                <a:gd name="connsiteY11" fmla="*/ 261779 h 1103226"/>
                <a:gd name="connsiteX12" fmla="*/ 906819 w 994750"/>
                <a:gd name="connsiteY12" fmla="*/ 744394 h 1103226"/>
                <a:gd name="connsiteX13" fmla="*/ 803533 w 994750"/>
                <a:gd name="connsiteY13" fmla="*/ 847680 h 1103226"/>
                <a:gd name="connsiteX14" fmla="*/ 540940 w 994750"/>
                <a:gd name="connsiteY14" fmla="*/ 847680 h 1103226"/>
                <a:gd name="connsiteX15" fmla="*/ 540940 w 994750"/>
                <a:gd name="connsiteY15" fmla="*/ 816169 h 1103226"/>
                <a:gd name="connsiteX16" fmla="*/ 803533 w 994750"/>
                <a:gd name="connsiteY16" fmla="*/ 816169 h 1103226"/>
                <a:gd name="connsiteX17" fmla="*/ 875308 w 994750"/>
                <a:gd name="connsiteY17" fmla="*/ 744394 h 1103226"/>
                <a:gd name="connsiteX18" fmla="*/ 875308 w 994750"/>
                <a:gd name="connsiteY18" fmla="*/ 262974 h 1103226"/>
                <a:gd name="connsiteX19" fmla="*/ 803533 w 994750"/>
                <a:gd name="connsiteY19" fmla="*/ 191199 h 1103226"/>
                <a:gd name="connsiteX20" fmla="*/ 103286 w 994750"/>
                <a:gd name="connsiteY20" fmla="*/ 191199 h 1103226"/>
                <a:gd name="connsiteX21" fmla="*/ 31511 w 994750"/>
                <a:gd name="connsiteY21" fmla="*/ 262974 h 1103226"/>
                <a:gd name="connsiteX22" fmla="*/ 31511 w 994750"/>
                <a:gd name="connsiteY22" fmla="*/ 744394 h 1103226"/>
                <a:gd name="connsiteX23" fmla="*/ 103286 w 994750"/>
                <a:gd name="connsiteY23" fmla="*/ 816169 h 1103226"/>
                <a:gd name="connsiteX24" fmla="*/ 365879 w 994750"/>
                <a:gd name="connsiteY24" fmla="*/ 816169 h 1103226"/>
                <a:gd name="connsiteX25" fmla="*/ 378965 w 994750"/>
                <a:gd name="connsiteY25" fmla="*/ 823215 h 1103226"/>
                <a:gd name="connsiteX26" fmla="*/ 554026 w 994750"/>
                <a:gd name="connsiteY26" fmla="*/ 1085808 h 1103226"/>
                <a:gd name="connsiteX27" fmla="*/ 527855 w 994750"/>
                <a:gd name="connsiteY27" fmla="*/ 1103226 h 1103226"/>
                <a:gd name="connsiteX28" fmla="*/ 936102 w 994750"/>
                <a:gd name="connsiteY28" fmla="*/ 193426 h 1103226"/>
                <a:gd name="connsiteX29" fmla="*/ 961518 w 994750"/>
                <a:gd name="connsiteY29" fmla="*/ 128578 h 1103226"/>
                <a:gd name="connsiteX30" fmla="*/ 859553 w 994750"/>
                <a:gd name="connsiteY30" fmla="*/ 95634 h 1103226"/>
                <a:gd name="connsiteX31" fmla="*/ 819288 w 994750"/>
                <a:gd name="connsiteY31" fmla="*/ 160913 h 1103226"/>
                <a:gd name="connsiteX32" fmla="*/ 891064 w 994750"/>
                <a:gd name="connsiteY32" fmla="*/ 208223 h 1103226"/>
                <a:gd name="connsiteX33" fmla="*/ 891064 w 994750"/>
                <a:gd name="connsiteY33" fmla="*/ 203453 h 1103226"/>
                <a:gd name="connsiteX34" fmla="*/ 893447 w 994750"/>
                <a:gd name="connsiteY34" fmla="*/ 214522 h 1103226"/>
                <a:gd name="connsiteX35" fmla="*/ 897107 w 994750"/>
                <a:gd name="connsiteY35" fmla="*/ 222241 h 1103226"/>
                <a:gd name="connsiteX36" fmla="*/ 902924 w 994750"/>
                <a:gd name="connsiteY36" fmla="*/ 234964 h 1103226"/>
                <a:gd name="connsiteX37" fmla="*/ 936102 w 994750"/>
                <a:gd name="connsiteY37" fmla="*/ 193426 h 1103226"/>
                <a:gd name="connsiteX38" fmla="*/ 749062 w 994750"/>
                <a:gd name="connsiteY38" fmla="*/ 573568 h 1103226"/>
                <a:gd name="connsiteX39" fmla="*/ 183039 w 994750"/>
                <a:gd name="connsiteY39" fmla="*/ 573568 h 1103226"/>
                <a:gd name="connsiteX40" fmla="*/ 183040 w 994750"/>
                <a:gd name="connsiteY40" fmla="*/ 551583 h 1103226"/>
                <a:gd name="connsiteX41" fmla="*/ 750892 w 994750"/>
                <a:gd name="connsiteY41" fmla="*/ 552066 h 1103226"/>
                <a:gd name="connsiteX42" fmla="*/ 749062 w 994750"/>
                <a:gd name="connsiteY42" fmla="*/ 573568 h 1103226"/>
                <a:gd name="connsiteX43" fmla="*/ 752237 w 994750"/>
                <a:gd name="connsiteY43" fmla="*/ 696272 h 1103226"/>
                <a:gd name="connsiteX44" fmla="*/ 176689 w 994750"/>
                <a:gd name="connsiteY44" fmla="*/ 696272 h 1103226"/>
                <a:gd name="connsiteX45" fmla="*/ 176689 w 994750"/>
                <a:gd name="connsiteY45" fmla="*/ 671111 h 1103226"/>
                <a:gd name="connsiteX46" fmla="*/ 752237 w 994750"/>
                <a:gd name="connsiteY46" fmla="*/ 671111 h 1103226"/>
                <a:gd name="connsiteX47" fmla="*/ 752237 w 994750"/>
                <a:gd name="connsiteY47" fmla="*/ 696272 h 1103226"/>
                <a:gd name="connsiteX0" fmla="*/ 527855 w 994750"/>
                <a:gd name="connsiteY0" fmla="*/ 1068386 h 1068386"/>
                <a:gd name="connsiteX1" fmla="*/ 357432 w 994750"/>
                <a:gd name="connsiteY1" fmla="*/ 812840 h 1068386"/>
                <a:gd name="connsiteX2" fmla="*/ 103286 w 994750"/>
                <a:gd name="connsiteY2" fmla="*/ 812840 h 1068386"/>
                <a:gd name="connsiteX3" fmla="*/ 0 w 994750"/>
                <a:gd name="connsiteY3" fmla="*/ 709554 h 1068386"/>
                <a:gd name="connsiteX4" fmla="*/ 0 w 994750"/>
                <a:gd name="connsiteY4" fmla="*/ 228134 h 1068386"/>
                <a:gd name="connsiteX5" fmla="*/ 103286 w 994750"/>
                <a:gd name="connsiteY5" fmla="*/ 124848 h 1068386"/>
                <a:gd name="connsiteX6" fmla="*/ 787777 w 994750"/>
                <a:gd name="connsiteY6" fmla="*/ 124848 h 1068386"/>
                <a:gd name="connsiteX7" fmla="*/ 817060 w 994750"/>
                <a:gd name="connsiteY7" fmla="*/ 32228 h 1068386"/>
                <a:gd name="connsiteX8" fmla="*/ 922496 w 994750"/>
                <a:gd name="connsiteY8" fmla="*/ 0 h 1068386"/>
                <a:gd name="connsiteX9" fmla="*/ 993790 w 994750"/>
                <a:gd name="connsiteY9" fmla="*/ 53076 h 1068386"/>
                <a:gd name="connsiteX10" fmla="*/ 949148 w 994750"/>
                <a:gd name="connsiteY10" fmla="*/ 189626 h 1068386"/>
                <a:gd name="connsiteX11" fmla="*/ 906820 w 994750"/>
                <a:gd name="connsiteY11" fmla="*/ 226939 h 1068386"/>
                <a:gd name="connsiteX12" fmla="*/ 906819 w 994750"/>
                <a:gd name="connsiteY12" fmla="*/ 709554 h 1068386"/>
                <a:gd name="connsiteX13" fmla="*/ 803533 w 994750"/>
                <a:gd name="connsiteY13" fmla="*/ 812840 h 1068386"/>
                <a:gd name="connsiteX14" fmla="*/ 540940 w 994750"/>
                <a:gd name="connsiteY14" fmla="*/ 812840 h 1068386"/>
                <a:gd name="connsiteX15" fmla="*/ 540940 w 994750"/>
                <a:gd name="connsiteY15" fmla="*/ 781329 h 1068386"/>
                <a:gd name="connsiteX16" fmla="*/ 803533 w 994750"/>
                <a:gd name="connsiteY16" fmla="*/ 781329 h 1068386"/>
                <a:gd name="connsiteX17" fmla="*/ 875308 w 994750"/>
                <a:gd name="connsiteY17" fmla="*/ 709554 h 1068386"/>
                <a:gd name="connsiteX18" fmla="*/ 875308 w 994750"/>
                <a:gd name="connsiteY18" fmla="*/ 228134 h 1068386"/>
                <a:gd name="connsiteX19" fmla="*/ 803533 w 994750"/>
                <a:gd name="connsiteY19" fmla="*/ 156359 h 1068386"/>
                <a:gd name="connsiteX20" fmla="*/ 103286 w 994750"/>
                <a:gd name="connsiteY20" fmla="*/ 156359 h 1068386"/>
                <a:gd name="connsiteX21" fmla="*/ 31511 w 994750"/>
                <a:gd name="connsiteY21" fmla="*/ 228134 h 1068386"/>
                <a:gd name="connsiteX22" fmla="*/ 31511 w 994750"/>
                <a:gd name="connsiteY22" fmla="*/ 709554 h 1068386"/>
                <a:gd name="connsiteX23" fmla="*/ 103286 w 994750"/>
                <a:gd name="connsiteY23" fmla="*/ 781329 h 1068386"/>
                <a:gd name="connsiteX24" fmla="*/ 365879 w 994750"/>
                <a:gd name="connsiteY24" fmla="*/ 781329 h 1068386"/>
                <a:gd name="connsiteX25" fmla="*/ 378965 w 994750"/>
                <a:gd name="connsiteY25" fmla="*/ 788375 h 1068386"/>
                <a:gd name="connsiteX26" fmla="*/ 554026 w 994750"/>
                <a:gd name="connsiteY26" fmla="*/ 1050968 h 1068386"/>
                <a:gd name="connsiteX27" fmla="*/ 527855 w 994750"/>
                <a:gd name="connsiteY27" fmla="*/ 1068386 h 1068386"/>
                <a:gd name="connsiteX28" fmla="*/ 936102 w 994750"/>
                <a:gd name="connsiteY28" fmla="*/ 158586 h 1068386"/>
                <a:gd name="connsiteX29" fmla="*/ 961518 w 994750"/>
                <a:gd name="connsiteY29" fmla="*/ 93738 h 1068386"/>
                <a:gd name="connsiteX30" fmla="*/ 859553 w 994750"/>
                <a:gd name="connsiteY30" fmla="*/ 60794 h 1068386"/>
                <a:gd name="connsiteX31" fmla="*/ 819288 w 994750"/>
                <a:gd name="connsiteY31" fmla="*/ 126073 h 1068386"/>
                <a:gd name="connsiteX32" fmla="*/ 891064 w 994750"/>
                <a:gd name="connsiteY32" fmla="*/ 173383 h 1068386"/>
                <a:gd name="connsiteX33" fmla="*/ 891064 w 994750"/>
                <a:gd name="connsiteY33" fmla="*/ 168613 h 1068386"/>
                <a:gd name="connsiteX34" fmla="*/ 893447 w 994750"/>
                <a:gd name="connsiteY34" fmla="*/ 179682 h 1068386"/>
                <a:gd name="connsiteX35" fmla="*/ 897107 w 994750"/>
                <a:gd name="connsiteY35" fmla="*/ 187401 h 1068386"/>
                <a:gd name="connsiteX36" fmla="*/ 902924 w 994750"/>
                <a:gd name="connsiteY36" fmla="*/ 200124 h 1068386"/>
                <a:gd name="connsiteX37" fmla="*/ 936102 w 994750"/>
                <a:gd name="connsiteY37" fmla="*/ 158586 h 1068386"/>
                <a:gd name="connsiteX38" fmla="*/ 749062 w 994750"/>
                <a:gd name="connsiteY38" fmla="*/ 538728 h 1068386"/>
                <a:gd name="connsiteX39" fmla="*/ 183039 w 994750"/>
                <a:gd name="connsiteY39" fmla="*/ 538728 h 1068386"/>
                <a:gd name="connsiteX40" fmla="*/ 183040 w 994750"/>
                <a:gd name="connsiteY40" fmla="*/ 516743 h 1068386"/>
                <a:gd name="connsiteX41" fmla="*/ 750892 w 994750"/>
                <a:gd name="connsiteY41" fmla="*/ 517226 h 1068386"/>
                <a:gd name="connsiteX42" fmla="*/ 749062 w 994750"/>
                <a:gd name="connsiteY42" fmla="*/ 538728 h 1068386"/>
                <a:gd name="connsiteX43" fmla="*/ 752237 w 994750"/>
                <a:gd name="connsiteY43" fmla="*/ 661432 h 1068386"/>
                <a:gd name="connsiteX44" fmla="*/ 176689 w 994750"/>
                <a:gd name="connsiteY44" fmla="*/ 661432 h 1068386"/>
                <a:gd name="connsiteX45" fmla="*/ 176689 w 994750"/>
                <a:gd name="connsiteY45" fmla="*/ 636271 h 1068386"/>
                <a:gd name="connsiteX46" fmla="*/ 752237 w 994750"/>
                <a:gd name="connsiteY46" fmla="*/ 636271 h 1068386"/>
                <a:gd name="connsiteX47" fmla="*/ 752237 w 994750"/>
                <a:gd name="connsiteY47" fmla="*/ 661432 h 1068386"/>
                <a:gd name="connsiteX0" fmla="*/ 527855 w 995016"/>
                <a:gd name="connsiteY0" fmla="*/ 1068386 h 1068386"/>
                <a:gd name="connsiteX1" fmla="*/ 357432 w 995016"/>
                <a:gd name="connsiteY1" fmla="*/ 812840 h 1068386"/>
                <a:gd name="connsiteX2" fmla="*/ 103286 w 995016"/>
                <a:gd name="connsiteY2" fmla="*/ 812840 h 1068386"/>
                <a:gd name="connsiteX3" fmla="*/ 0 w 995016"/>
                <a:gd name="connsiteY3" fmla="*/ 709554 h 1068386"/>
                <a:gd name="connsiteX4" fmla="*/ 0 w 995016"/>
                <a:gd name="connsiteY4" fmla="*/ 228134 h 1068386"/>
                <a:gd name="connsiteX5" fmla="*/ 103286 w 995016"/>
                <a:gd name="connsiteY5" fmla="*/ 124848 h 1068386"/>
                <a:gd name="connsiteX6" fmla="*/ 787777 w 995016"/>
                <a:gd name="connsiteY6" fmla="*/ 124848 h 1068386"/>
                <a:gd name="connsiteX7" fmla="*/ 817060 w 995016"/>
                <a:gd name="connsiteY7" fmla="*/ 32228 h 1068386"/>
                <a:gd name="connsiteX8" fmla="*/ 922496 w 995016"/>
                <a:gd name="connsiteY8" fmla="*/ 0 h 1068386"/>
                <a:gd name="connsiteX9" fmla="*/ 993790 w 995016"/>
                <a:gd name="connsiteY9" fmla="*/ 53076 h 1068386"/>
                <a:gd name="connsiteX10" fmla="*/ 961960 w 995016"/>
                <a:gd name="connsiteY10" fmla="*/ 196947 h 1068386"/>
                <a:gd name="connsiteX11" fmla="*/ 906820 w 995016"/>
                <a:gd name="connsiteY11" fmla="*/ 226939 h 1068386"/>
                <a:gd name="connsiteX12" fmla="*/ 906819 w 995016"/>
                <a:gd name="connsiteY12" fmla="*/ 709554 h 1068386"/>
                <a:gd name="connsiteX13" fmla="*/ 803533 w 995016"/>
                <a:gd name="connsiteY13" fmla="*/ 812840 h 1068386"/>
                <a:gd name="connsiteX14" fmla="*/ 540940 w 995016"/>
                <a:gd name="connsiteY14" fmla="*/ 812840 h 1068386"/>
                <a:gd name="connsiteX15" fmla="*/ 540940 w 995016"/>
                <a:gd name="connsiteY15" fmla="*/ 781329 h 1068386"/>
                <a:gd name="connsiteX16" fmla="*/ 803533 w 995016"/>
                <a:gd name="connsiteY16" fmla="*/ 781329 h 1068386"/>
                <a:gd name="connsiteX17" fmla="*/ 875308 w 995016"/>
                <a:gd name="connsiteY17" fmla="*/ 709554 h 1068386"/>
                <a:gd name="connsiteX18" fmla="*/ 875308 w 995016"/>
                <a:gd name="connsiteY18" fmla="*/ 228134 h 1068386"/>
                <a:gd name="connsiteX19" fmla="*/ 803533 w 995016"/>
                <a:gd name="connsiteY19" fmla="*/ 156359 h 1068386"/>
                <a:gd name="connsiteX20" fmla="*/ 103286 w 995016"/>
                <a:gd name="connsiteY20" fmla="*/ 156359 h 1068386"/>
                <a:gd name="connsiteX21" fmla="*/ 31511 w 995016"/>
                <a:gd name="connsiteY21" fmla="*/ 228134 h 1068386"/>
                <a:gd name="connsiteX22" fmla="*/ 31511 w 995016"/>
                <a:gd name="connsiteY22" fmla="*/ 709554 h 1068386"/>
                <a:gd name="connsiteX23" fmla="*/ 103286 w 995016"/>
                <a:gd name="connsiteY23" fmla="*/ 781329 h 1068386"/>
                <a:gd name="connsiteX24" fmla="*/ 365879 w 995016"/>
                <a:gd name="connsiteY24" fmla="*/ 781329 h 1068386"/>
                <a:gd name="connsiteX25" fmla="*/ 378965 w 995016"/>
                <a:gd name="connsiteY25" fmla="*/ 788375 h 1068386"/>
                <a:gd name="connsiteX26" fmla="*/ 554026 w 995016"/>
                <a:gd name="connsiteY26" fmla="*/ 1050968 h 1068386"/>
                <a:gd name="connsiteX27" fmla="*/ 527855 w 995016"/>
                <a:gd name="connsiteY27" fmla="*/ 1068386 h 1068386"/>
                <a:gd name="connsiteX28" fmla="*/ 936102 w 995016"/>
                <a:gd name="connsiteY28" fmla="*/ 158586 h 1068386"/>
                <a:gd name="connsiteX29" fmla="*/ 961518 w 995016"/>
                <a:gd name="connsiteY29" fmla="*/ 93738 h 1068386"/>
                <a:gd name="connsiteX30" fmla="*/ 859553 w 995016"/>
                <a:gd name="connsiteY30" fmla="*/ 60794 h 1068386"/>
                <a:gd name="connsiteX31" fmla="*/ 819288 w 995016"/>
                <a:gd name="connsiteY31" fmla="*/ 126073 h 1068386"/>
                <a:gd name="connsiteX32" fmla="*/ 891064 w 995016"/>
                <a:gd name="connsiteY32" fmla="*/ 173383 h 1068386"/>
                <a:gd name="connsiteX33" fmla="*/ 891064 w 995016"/>
                <a:gd name="connsiteY33" fmla="*/ 168613 h 1068386"/>
                <a:gd name="connsiteX34" fmla="*/ 893447 w 995016"/>
                <a:gd name="connsiteY34" fmla="*/ 179682 h 1068386"/>
                <a:gd name="connsiteX35" fmla="*/ 897107 w 995016"/>
                <a:gd name="connsiteY35" fmla="*/ 187401 h 1068386"/>
                <a:gd name="connsiteX36" fmla="*/ 902924 w 995016"/>
                <a:gd name="connsiteY36" fmla="*/ 200124 h 1068386"/>
                <a:gd name="connsiteX37" fmla="*/ 936102 w 995016"/>
                <a:gd name="connsiteY37" fmla="*/ 158586 h 1068386"/>
                <a:gd name="connsiteX38" fmla="*/ 749062 w 995016"/>
                <a:gd name="connsiteY38" fmla="*/ 538728 h 1068386"/>
                <a:gd name="connsiteX39" fmla="*/ 183039 w 995016"/>
                <a:gd name="connsiteY39" fmla="*/ 538728 h 1068386"/>
                <a:gd name="connsiteX40" fmla="*/ 183040 w 995016"/>
                <a:gd name="connsiteY40" fmla="*/ 516743 h 1068386"/>
                <a:gd name="connsiteX41" fmla="*/ 750892 w 995016"/>
                <a:gd name="connsiteY41" fmla="*/ 517226 h 1068386"/>
                <a:gd name="connsiteX42" fmla="*/ 749062 w 995016"/>
                <a:gd name="connsiteY42" fmla="*/ 538728 h 1068386"/>
                <a:gd name="connsiteX43" fmla="*/ 752237 w 995016"/>
                <a:gd name="connsiteY43" fmla="*/ 661432 h 1068386"/>
                <a:gd name="connsiteX44" fmla="*/ 176689 w 995016"/>
                <a:gd name="connsiteY44" fmla="*/ 661432 h 1068386"/>
                <a:gd name="connsiteX45" fmla="*/ 176689 w 995016"/>
                <a:gd name="connsiteY45" fmla="*/ 636271 h 1068386"/>
                <a:gd name="connsiteX46" fmla="*/ 752237 w 995016"/>
                <a:gd name="connsiteY46" fmla="*/ 636271 h 1068386"/>
                <a:gd name="connsiteX47" fmla="*/ 752237 w 995016"/>
                <a:gd name="connsiteY47" fmla="*/ 661432 h 1068386"/>
                <a:gd name="connsiteX0" fmla="*/ 527855 w 995016"/>
                <a:gd name="connsiteY0" fmla="*/ 1068386 h 1068386"/>
                <a:gd name="connsiteX1" fmla="*/ 357432 w 995016"/>
                <a:gd name="connsiteY1" fmla="*/ 812840 h 1068386"/>
                <a:gd name="connsiteX2" fmla="*/ 103286 w 995016"/>
                <a:gd name="connsiteY2" fmla="*/ 812840 h 1068386"/>
                <a:gd name="connsiteX3" fmla="*/ 0 w 995016"/>
                <a:gd name="connsiteY3" fmla="*/ 709554 h 1068386"/>
                <a:gd name="connsiteX4" fmla="*/ 0 w 995016"/>
                <a:gd name="connsiteY4" fmla="*/ 228134 h 1068386"/>
                <a:gd name="connsiteX5" fmla="*/ 103286 w 995016"/>
                <a:gd name="connsiteY5" fmla="*/ 124848 h 1068386"/>
                <a:gd name="connsiteX6" fmla="*/ 787777 w 995016"/>
                <a:gd name="connsiteY6" fmla="*/ 124848 h 1068386"/>
                <a:gd name="connsiteX7" fmla="*/ 817060 w 995016"/>
                <a:gd name="connsiteY7" fmla="*/ 32228 h 1068386"/>
                <a:gd name="connsiteX8" fmla="*/ 922496 w 995016"/>
                <a:gd name="connsiteY8" fmla="*/ 0 h 1068386"/>
                <a:gd name="connsiteX9" fmla="*/ 993790 w 995016"/>
                <a:gd name="connsiteY9" fmla="*/ 53076 h 1068386"/>
                <a:gd name="connsiteX10" fmla="*/ 961960 w 995016"/>
                <a:gd name="connsiteY10" fmla="*/ 196947 h 1068386"/>
                <a:gd name="connsiteX11" fmla="*/ 906820 w 995016"/>
                <a:gd name="connsiteY11" fmla="*/ 226939 h 1068386"/>
                <a:gd name="connsiteX12" fmla="*/ 906819 w 995016"/>
                <a:gd name="connsiteY12" fmla="*/ 709554 h 1068386"/>
                <a:gd name="connsiteX13" fmla="*/ 803533 w 995016"/>
                <a:gd name="connsiteY13" fmla="*/ 812840 h 1068386"/>
                <a:gd name="connsiteX14" fmla="*/ 540940 w 995016"/>
                <a:gd name="connsiteY14" fmla="*/ 812840 h 1068386"/>
                <a:gd name="connsiteX15" fmla="*/ 540940 w 995016"/>
                <a:gd name="connsiteY15" fmla="*/ 781329 h 1068386"/>
                <a:gd name="connsiteX16" fmla="*/ 803533 w 995016"/>
                <a:gd name="connsiteY16" fmla="*/ 781329 h 1068386"/>
                <a:gd name="connsiteX17" fmla="*/ 875308 w 995016"/>
                <a:gd name="connsiteY17" fmla="*/ 709554 h 1068386"/>
                <a:gd name="connsiteX18" fmla="*/ 875308 w 995016"/>
                <a:gd name="connsiteY18" fmla="*/ 228134 h 1068386"/>
                <a:gd name="connsiteX19" fmla="*/ 803533 w 995016"/>
                <a:gd name="connsiteY19" fmla="*/ 156359 h 1068386"/>
                <a:gd name="connsiteX20" fmla="*/ 103286 w 995016"/>
                <a:gd name="connsiteY20" fmla="*/ 156359 h 1068386"/>
                <a:gd name="connsiteX21" fmla="*/ 31511 w 995016"/>
                <a:gd name="connsiteY21" fmla="*/ 228134 h 1068386"/>
                <a:gd name="connsiteX22" fmla="*/ 31511 w 995016"/>
                <a:gd name="connsiteY22" fmla="*/ 709554 h 1068386"/>
                <a:gd name="connsiteX23" fmla="*/ 103286 w 995016"/>
                <a:gd name="connsiteY23" fmla="*/ 781329 h 1068386"/>
                <a:gd name="connsiteX24" fmla="*/ 365879 w 995016"/>
                <a:gd name="connsiteY24" fmla="*/ 781329 h 1068386"/>
                <a:gd name="connsiteX25" fmla="*/ 378965 w 995016"/>
                <a:gd name="connsiteY25" fmla="*/ 788375 h 1068386"/>
                <a:gd name="connsiteX26" fmla="*/ 554026 w 995016"/>
                <a:gd name="connsiteY26" fmla="*/ 1050968 h 1068386"/>
                <a:gd name="connsiteX27" fmla="*/ 527855 w 995016"/>
                <a:gd name="connsiteY27" fmla="*/ 1068386 h 1068386"/>
                <a:gd name="connsiteX28" fmla="*/ 936102 w 995016"/>
                <a:gd name="connsiteY28" fmla="*/ 158586 h 1068386"/>
                <a:gd name="connsiteX29" fmla="*/ 859553 w 995016"/>
                <a:gd name="connsiteY29" fmla="*/ 60794 h 1068386"/>
                <a:gd name="connsiteX30" fmla="*/ 819288 w 995016"/>
                <a:gd name="connsiteY30" fmla="*/ 126073 h 1068386"/>
                <a:gd name="connsiteX31" fmla="*/ 891064 w 995016"/>
                <a:gd name="connsiteY31" fmla="*/ 173383 h 1068386"/>
                <a:gd name="connsiteX32" fmla="*/ 891064 w 995016"/>
                <a:gd name="connsiteY32" fmla="*/ 168613 h 1068386"/>
                <a:gd name="connsiteX33" fmla="*/ 893447 w 995016"/>
                <a:gd name="connsiteY33" fmla="*/ 179682 h 1068386"/>
                <a:gd name="connsiteX34" fmla="*/ 897107 w 995016"/>
                <a:gd name="connsiteY34" fmla="*/ 187401 h 1068386"/>
                <a:gd name="connsiteX35" fmla="*/ 902924 w 995016"/>
                <a:gd name="connsiteY35" fmla="*/ 200124 h 1068386"/>
                <a:gd name="connsiteX36" fmla="*/ 936102 w 995016"/>
                <a:gd name="connsiteY36" fmla="*/ 158586 h 1068386"/>
                <a:gd name="connsiteX37" fmla="*/ 749062 w 995016"/>
                <a:gd name="connsiteY37" fmla="*/ 538728 h 1068386"/>
                <a:gd name="connsiteX38" fmla="*/ 183039 w 995016"/>
                <a:gd name="connsiteY38" fmla="*/ 538728 h 1068386"/>
                <a:gd name="connsiteX39" fmla="*/ 183040 w 995016"/>
                <a:gd name="connsiteY39" fmla="*/ 516743 h 1068386"/>
                <a:gd name="connsiteX40" fmla="*/ 750892 w 995016"/>
                <a:gd name="connsiteY40" fmla="*/ 517226 h 1068386"/>
                <a:gd name="connsiteX41" fmla="*/ 749062 w 995016"/>
                <a:gd name="connsiteY41" fmla="*/ 538728 h 1068386"/>
                <a:gd name="connsiteX42" fmla="*/ 752237 w 995016"/>
                <a:gd name="connsiteY42" fmla="*/ 661432 h 1068386"/>
                <a:gd name="connsiteX43" fmla="*/ 176689 w 995016"/>
                <a:gd name="connsiteY43" fmla="*/ 661432 h 1068386"/>
                <a:gd name="connsiteX44" fmla="*/ 176689 w 995016"/>
                <a:gd name="connsiteY44" fmla="*/ 636271 h 1068386"/>
                <a:gd name="connsiteX45" fmla="*/ 752237 w 995016"/>
                <a:gd name="connsiteY45" fmla="*/ 636271 h 1068386"/>
                <a:gd name="connsiteX46" fmla="*/ 752237 w 995016"/>
                <a:gd name="connsiteY46" fmla="*/ 661432 h 1068386"/>
                <a:gd name="connsiteX0" fmla="*/ 527855 w 961960"/>
                <a:gd name="connsiteY0" fmla="*/ 1068386 h 1068386"/>
                <a:gd name="connsiteX1" fmla="*/ 357432 w 961960"/>
                <a:gd name="connsiteY1" fmla="*/ 812840 h 1068386"/>
                <a:gd name="connsiteX2" fmla="*/ 103286 w 961960"/>
                <a:gd name="connsiteY2" fmla="*/ 812840 h 1068386"/>
                <a:gd name="connsiteX3" fmla="*/ 0 w 961960"/>
                <a:gd name="connsiteY3" fmla="*/ 709554 h 1068386"/>
                <a:gd name="connsiteX4" fmla="*/ 0 w 961960"/>
                <a:gd name="connsiteY4" fmla="*/ 228134 h 1068386"/>
                <a:gd name="connsiteX5" fmla="*/ 103286 w 961960"/>
                <a:gd name="connsiteY5" fmla="*/ 124848 h 1068386"/>
                <a:gd name="connsiteX6" fmla="*/ 787777 w 961960"/>
                <a:gd name="connsiteY6" fmla="*/ 124848 h 1068386"/>
                <a:gd name="connsiteX7" fmla="*/ 817060 w 961960"/>
                <a:gd name="connsiteY7" fmla="*/ 32228 h 1068386"/>
                <a:gd name="connsiteX8" fmla="*/ 922496 w 961960"/>
                <a:gd name="connsiteY8" fmla="*/ 0 h 1068386"/>
                <a:gd name="connsiteX9" fmla="*/ 961960 w 961960"/>
                <a:gd name="connsiteY9" fmla="*/ 196947 h 1068386"/>
                <a:gd name="connsiteX10" fmla="*/ 906820 w 961960"/>
                <a:gd name="connsiteY10" fmla="*/ 226939 h 1068386"/>
                <a:gd name="connsiteX11" fmla="*/ 906819 w 961960"/>
                <a:gd name="connsiteY11" fmla="*/ 709554 h 1068386"/>
                <a:gd name="connsiteX12" fmla="*/ 803533 w 961960"/>
                <a:gd name="connsiteY12" fmla="*/ 812840 h 1068386"/>
                <a:gd name="connsiteX13" fmla="*/ 540940 w 961960"/>
                <a:gd name="connsiteY13" fmla="*/ 812840 h 1068386"/>
                <a:gd name="connsiteX14" fmla="*/ 540940 w 961960"/>
                <a:gd name="connsiteY14" fmla="*/ 781329 h 1068386"/>
                <a:gd name="connsiteX15" fmla="*/ 803533 w 961960"/>
                <a:gd name="connsiteY15" fmla="*/ 781329 h 1068386"/>
                <a:gd name="connsiteX16" fmla="*/ 875308 w 961960"/>
                <a:gd name="connsiteY16" fmla="*/ 709554 h 1068386"/>
                <a:gd name="connsiteX17" fmla="*/ 875308 w 961960"/>
                <a:gd name="connsiteY17" fmla="*/ 228134 h 1068386"/>
                <a:gd name="connsiteX18" fmla="*/ 803533 w 961960"/>
                <a:gd name="connsiteY18" fmla="*/ 156359 h 1068386"/>
                <a:gd name="connsiteX19" fmla="*/ 103286 w 961960"/>
                <a:gd name="connsiteY19" fmla="*/ 156359 h 1068386"/>
                <a:gd name="connsiteX20" fmla="*/ 31511 w 961960"/>
                <a:gd name="connsiteY20" fmla="*/ 228134 h 1068386"/>
                <a:gd name="connsiteX21" fmla="*/ 31511 w 961960"/>
                <a:gd name="connsiteY21" fmla="*/ 709554 h 1068386"/>
                <a:gd name="connsiteX22" fmla="*/ 103286 w 961960"/>
                <a:gd name="connsiteY22" fmla="*/ 781329 h 1068386"/>
                <a:gd name="connsiteX23" fmla="*/ 365879 w 961960"/>
                <a:gd name="connsiteY23" fmla="*/ 781329 h 1068386"/>
                <a:gd name="connsiteX24" fmla="*/ 378965 w 961960"/>
                <a:gd name="connsiteY24" fmla="*/ 788375 h 1068386"/>
                <a:gd name="connsiteX25" fmla="*/ 554026 w 961960"/>
                <a:gd name="connsiteY25" fmla="*/ 1050968 h 1068386"/>
                <a:gd name="connsiteX26" fmla="*/ 527855 w 961960"/>
                <a:gd name="connsiteY26" fmla="*/ 1068386 h 1068386"/>
                <a:gd name="connsiteX27" fmla="*/ 936102 w 961960"/>
                <a:gd name="connsiteY27" fmla="*/ 158586 h 1068386"/>
                <a:gd name="connsiteX28" fmla="*/ 859553 w 961960"/>
                <a:gd name="connsiteY28" fmla="*/ 60794 h 1068386"/>
                <a:gd name="connsiteX29" fmla="*/ 819288 w 961960"/>
                <a:gd name="connsiteY29" fmla="*/ 126073 h 1068386"/>
                <a:gd name="connsiteX30" fmla="*/ 891064 w 961960"/>
                <a:gd name="connsiteY30" fmla="*/ 173383 h 1068386"/>
                <a:gd name="connsiteX31" fmla="*/ 891064 w 961960"/>
                <a:gd name="connsiteY31" fmla="*/ 168613 h 1068386"/>
                <a:gd name="connsiteX32" fmla="*/ 893447 w 961960"/>
                <a:gd name="connsiteY32" fmla="*/ 179682 h 1068386"/>
                <a:gd name="connsiteX33" fmla="*/ 897107 w 961960"/>
                <a:gd name="connsiteY33" fmla="*/ 187401 h 1068386"/>
                <a:gd name="connsiteX34" fmla="*/ 902924 w 961960"/>
                <a:gd name="connsiteY34" fmla="*/ 200124 h 1068386"/>
                <a:gd name="connsiteX35" fmla="*/ 936102 w 961960"/>
                <a:gd name="connsiteY35" fmla="*/ 158586 h 1068386"/>
                <a:gd name="connsiteX36" fmla="*/ 749062 w 961960"/>
                <a:gd name="connsiteY36" fmla="*/ 538728 h 1068386"/>
                <a:gd name="connsiteX37" fmla="*/ 183039 w 961960"/>
                <a:gd name="connsiteY37" fmla="*/ 538728 h 1068386"/>
                <a:gd name="connsiteX38" fmla="*/ 183040 w 961960"/>
                <a:gd name="connsiteY38" fmla="*/ 516743 h 1068386"/>
                <a:gd name="connsiteX39" fmla="*/ 750892 w 961960"/>
                <a:gd name="connsiteY39" fmla="*/ 517226 h 1068386"/>
                <a:gd name="connsiteX40" fmla="*/ 749062 w 961960"/>
                <a:gd name="connsiteY40" fmla="*/ 538728 h 1068386"/>
                <a:gd name="connsiteX41" fmla="*/ 752237 w 961960"/>
                <a:gd name="connsiteY41" fmla="*/ 661432 h 1068386"/>
                <a:gd name="connsiteX42" fmla="*/ 176689 w 961960"/>
                <a:gd name="connsiteY42" fmla="*/ 661432 h 1068386"/>
                <a:gd name="connsiteX43" fmla="*/ 176689 w 961960"/>
                <a:gd name="connsiteY43" fmla="*/ 636271 h 1068386"/>
                <a:gd name="connsiteX44" fmla="*/ 752237 w 961960"/>
                <a:gd name="connsiteY44" fmla="*/ 636271 h 1068386"/>
                <a:gd name="connsiteX45" fmla="*/ 752237 w 961960"/>
                <a:gd name="connsiteY45" fmla="*/ 661432 h 1068386"/>
                <a:gd name="connsiteX0" fmla="*/ 527855 w 961960"/>
                <a:gd name="connsiteY0" fmla="*/ 1037150 h 1037150"/>
                <a:gd name="connsiteX1" fmla="*/ 357432 w 961960"/>
                <a:gd name="connsiteY1" fmla="*/ 781604 h 1037150"/>
                <a:gd name="connsiteX2" fmla="*/ 103286 w 961960"/>
                <a:gd name="connsiteY2" fmla="*/ 781604 h 1037150"/>
                <a:gd name="connsiteX3" fmla="*/ 0 w 961960"/>
                <a:gd name="connsiteY3" fmla="*/ 678318 h 1037150"/>
                <a:gd name="connsiteX4" fmla="*/ 0 w 961960"/>
                <a:gd name="connsiteY4" fmla="*/ 196898 h 1037150"/>
                <a:gd name="connsiteX5" fmla="*/ 103286 w 961960"/>
                <a:gd name="connsiteY5" fmla="*/ 93612 h 1037150"/>
                <a:gd name="connsiteX6" fmla="*/ 787777 w 961960"/>
                <a:gd name="connsiteY6" fmla="*/ 93612 h 1037150"/>
                <a:gd name="connsiteX7" fmla="*/ 817060 w 961960"/>
                <a:gd name="connsiteY7" fmla="*/ 992 h 1037150"/>
                <a:gd name="connsiteX8" fmla="*/ 953610 w 961960"/>
                <a:gd name="connsiteY8" fmla="*/ 43803 h 1037150"/>
                <a:gd name="connsiteX9" fmla="*/ 961960 w 961960"/>
                <a:gd name="connsiteY9" fmla="*/ 165711 h 1037150"/>
                <a:gd name="connsiteX10" fmla="*/ 906820 w 961960"/>
                <a:gd name="connsiteY10" fmla="*/ 195703 h 1037150"/>
                <a:gd name="connsiteX11" fmla="*/ 906819 w 961960"/>
                <a:gd name="connsiteY11" fmla="*/ 678318 h 1037150"/>
                <a:gd name="connsiteX12" fmla="*/ 803533 w 961960"/>
                <a:gd name="connsiteY12" fmla="*/ 781604 h 1037150"/>
                <a:gd name="connsiteX13" fmla="*/ 540940 w 961960"/>
                <a:gd name="connsiteY13" fmla="*/ 781604 h 1037150"/>
                <a:gd name="connsiteX14" fmla="*/ 540940 w 961960"/>
                <a:gd name="connsiteY14" fmla="*/ 750093 h 1037150"/>
                <a:gd name="connsiteX15" fmla="*/ 803533 w 961960"/>
                <a:gd name="connsiteY15" fmla="*/ 750093 h 1037150"/>
                <a:gd name="connsiteX16" fmla="*/ 875308 w 961960"/>
                <a:gd name="connsiteY16" fmla="*/ 678318 h 1037150"/>
                <a:gd name="connsiteX17" fmla="*/ 875308 w 961960"/>
                <a:gd name="connsiteY17" fmla="*/ 196898 h 1037150"/>
                <a:gd name="connsiteX18" fmla="*/ 803533 w 961960"/>
                <a:gd name="connsiteY18" fmla="*/ 125123 h 1037150"/>
                <a:gd name="connsiteX19" fmla="*/ 103286 w 961960"/>
                <a:gd name="connsiteY19" fmla="*/ 125123 h 1037150"/>
                <a:gd name="connsiteX20" fmla="*/ 31511 w 961960"/>
                <a:gd name="connsiteY20" fmla="*/ 196898 h 1037150"/>
                <a:gd name="connsiteX21" fmla="*/ 31511 w 961960"/>
                <a:gd name="connsiteY21" fmla="*/ 678318 h 1037150"/>
                <a:gd name="connsiteX22" fmla="*/ 103286 w 961960"/>
                <a:gd name="connsiteY22" fmla="*/ 750093 h 1037150"/>
                <a:gd name="connsiteX23" fmla="*/ 365879 w 961960"/>
                <a:gd name="connsiteY23" fmla="*/ 750093 h 1037150"/>
                <a:gd name="connsiteX24" fmla="*/ 378965 w 961960"/>
                <a:gd name="connsiteY24" fmla="*/ 757139 h 1037150"/>
                <a:gd name="connsiteX25" fmla="*/ 554026 w 961960"/>
                <a:gd name="connsiteY25" fmla="*/ 1019732 h 1037150"/>
                <a:gd name="connsiteX26" fmla="*/ 527855 w 961960"/>
                <a:gd name="connsiteY26" fmla="*/ 1037150 h 1037150"/>
                <a:gd name="connsiteX27" fmla="*/ 936102 w 961960"/>
                <a:gd name="connsiteY27" fmla="*/ 127350 h 1037150"/>
                <a:gd name="connsiteX28" fmla="*/ 859553 w 961960"/>
                <a:gd name="connsiteY28" fmla="*/ 29558 h 1037150"/>
                <a:gd name="connsiteX29" fmla="*/ 819288 w 961960"/>
                <a:gd name="connsiteY29" fmla="*/ 94837 h 1037150"/>
                <a:gd name="connsiteX30" fmla="*/ 891064 w 961960"/>
                <a:gd name="connsiteY30" fmla="*/ 142147 h 1037150"/>
                <a:gd name="connsiteX31" fmla="*/ 891064 w 961960"/>
                <a:gd name="connsiteY31" fmla="*/ 137377 h 1037150"/>
                <a:gd name="connsiteX32" fmla="*/ 893447 w 961960"/>
                <a:gd name="connsiteY32" fmla="*/ 148446 h 1037150"/>
                <a:gd name="connsiteX33" fmla="*/ 897107 w 961960"/>
                <a:gd name="connsiteY33" fmla="*/ 156165 h 1037150"/>
                <a:gd name="connsiteX34" fmla="*/ 902924 w 961960"/>
                <a:gd name="connsiteY34" fmla="*/ 168888 h 1037150"/>
                <a:gd name="connsiteX35" fmla="*/ 936102 w 961960"/>
                <a:gd name="connsiteY35" fmla="*/ 127350 h 1037150"/>
                <a:gd name="connsiteX36" fmla="*/ 749062 w 961960"/>
                <a:gd name="connsiteY36" fmla="*/ 507492 h 1037150"/>
                <a:gd name="connsiteX37" fmla="*/ 183039 w 961960"/>
                <a:gd name="connsiteY37" fmla="*/ 507492 h 1037150"/>
                <a:gd name="connsiteX38" fmla="*/ 183040 w 961960"/>
                <a:gd name="connsiteY38" fmla="*/ 485507 h 1037150"/>
                <a:gd name="connsiteX39" fmla="*/ 750892 w 961960"/>
                <a:gd name="connsiteY39" fmla="*/ 485990 h 1037150"/>
                <a:gd name="connsiteX40" fmla="*/ 749062 w 961960"/>
                <a:gd name="connsiteY40" fmla="*/ 507492 h 1037150"/>
                <a:gd name="connsiteX41" fmla="*/ 752237 w 961960"/>
                <a:gd name="connsiteY41" fmla="*/ 630196 h 1037150"/>
                <a:gd name="connsiteX42" fmla="*/ 176689 w 961960"/>
                <a:gd name="connsiteY42" fmla="*/ 630196 h 1037150"/>
                <a:gd name="connsiteX43" fmla="*/ 176689 w 961960"/>
                <a:gd name="connsiteY43" fmla="*/ 605035 h 1037150"/>
                <a:gd name="connsiteX44" fmla="*/ 752237 w 961960"/>
                <a:gd name="connsiteY44" fmla="*/ 605035 h 1037150"/>
                <a:gd name="connsiteX45" fmla="*/ 752237 w 961960"/>
                <a:gd name="connsiteY45" fmla="*/ 630196 h 1037150"/>
                <a:gd name="connsiteX0" fmla="*/ 527855 w 961960"/>
                <a:gd name="connsiteY0" fmla="*/ 1037150 h 1037150"/>
                <a:gd name="connsiteX1" fmla="*/ 357432 w 961960"/>
                <a:gd name="connsiteY1" fmla="*/ 781604 h 1037150"/>
                <a:gd name="connsiteX2" fmla="*/ 103286 w 961960"/>
                <a:gd name="connsiteY2" fmla="*/ 781604 h 1037150"/>
                <a:gd name="connsiteX3" fmla="*/ 0 w 961960"/>
                <a:gd name="connsiteY3" fmla="*/ 678318 h 1037150"/>
                <a:gd name="connsiteX4" fmla="*/ 0 w 961960"/>
                <a:gd name="connsiteY4" fmla="*/ 196898 h 1037150"/>
                <a:gd name="connsiteX5" fmla="*/ 103286 w 961960"/>
                <a:gd name="connsiteY5" fmla="*/ 93612 h 1037150"/>
                <a:gd name="connsiteX6" fmla="*/ 787777 w 961960"/>
                <a:gd name="connsiteY6" fmla="*/ 93612 h 1037150"/>
                <a:gd name="connsiteX7" fmla="*/ 817060 w 961960"/>
                <a:gd name="connsiteY7" fmla="*/ 992 h 1037150"/>
                <a:gd name="connsiteX8" fmla="*/ 953610 w 961960"/>
                <a:gd name="connsiteY8" fmla="*/ 43803 h 1037150"/>
                <a:gd name="connsiteX9" fmla="*/ 961960 w 961960"/>
                <a:gd name="connsiteY9" fmla="*/ 165711 h 1037150"/>
                <a:gd name="connsiteX10" fmla="*/ 906820 w 961960"/>
                <a:gd name="connsiteY10" fmla="*/ 195703 h 1037150"/>
                <a:gd name="connsiteX11" fmla="*/ 906819 w 961960"/>
                <a:gd name="connsiteY11" fmla="*/ 678318 h 1037150"/>
                <a:gd name="connsiteX12" fmla="*/ 803533 w 961960"/>
                <a:gd name="connsiteY12" fmla="*/ 781604 h 1037150"/>
                <a:gd name="connsiteX13" fmla="*/ 540940 w 961960"/>
                <a:gd name="connsiteY13" fmla="*/ 781604 h 1037150"/>
                <a:gd name="connsiteX14" fmla="*/ 540940 w 961960"/>
                <a:gd name="connsiteY14" fmla="*/ 750093 h 1037150"/>
                <a:gd name="connsiteX15" fmla="*/ 803533 w 961960"/>
                <a:gd name="connsiteY15" fmla="*/ 750093 h 1037150"/>
                <a:gd name="connsiteX16" fmla="*/ 875308 w 961960"/>
                <a:gd name="connsiteY16" fmla="*/ 678318 h 1037150"/>
                <a:gd name="connsiteX17" fmla="*/ 875308 w 961960"/>
                <a:gd name="connsiteY17" fmla="*/ 196898 h 1037150"/>
                <a:gd name="connsiteX18" fmla="*/ 803533 w 961960"/>
                <a:gd name="connsiteY18" fmla="*/ 125123 h 1037150"/>
                <a:gd name="connsiteX19" fmla="*/ 103286 w 961960"/>
                <a:gd name="connsiteY19" fmla="*/ 125123 h 1037150"/>
                <a:gd name="connsiteX20" fmla="*/ 31511 w 961960"/>
                <a:gd name="connsiteY20" fmla="*/ 196898 h 1037150"/>
                <a:gd name="connsiteX21" fmla="*/ 31511 w 961960"/>
                <a:gd name="connsiteY21" fmla="*/ 678318 h 1037150"/>
                <a:gd name="connsiteX22" fmla="*/ 103286 w 961960"/>
                <a:gd name="connsiteY22" fmla="*/ 750093 h 1037150"/>
                <a:gd name="connsiteX23" fmla="*/ 365879 w 961960"/>
                <a:gd name="connsiteY23" fmla="*/ 750093 h 1037150"/>
                <a:gd name="connsiteX24" fmla="*/ 378965 w 961960"/>
                <a:gd name="connsiteY24" fmla="*/ 757139 h 1037150"/>
                <a:gd name="connsiteX25" fmla="*/ 554026 w 961960"/>
                <a:gd name="connsiteY25" fmla="*/ 1019732 h 1037150"/>
                <a:gd name="connsiteX26" fmla="*/ 527855 w 961960"/>
                <a:gd name="connsiteY26" fmla="*/ 1037150 h 1037150"/>
                <a:gd name="connsiteX27" fmla="*/ 936102 w 961960"/>
                <a:gd name="connsiteY27" fmla="*/ 127350 h 1037150"/>
                <a:gd name="connsiteX28" fmla="*/ 861383 w 961960"/>
                <a:gd name="connsiteY28" fmla="*/ 55181 h 1037150"/>
                <a:gd name="connsiteX29" fmla="*/ 819288 w 961960"/>
                <a:gd name="connsiteY29" fmla="*/ 94837 h 1037150"/>
                <a:gd name="connsiteX30" fmla="*/ 891064 w 961960"/>
                <a:gd name="connsiteY30" fmla="*/ 142147 h 1037150"/>
                <a:gd name="connsiteX31" fmla="*/ 891064 w 961960"/>
                <a:gd name="connsiteY31" fmla="*/ 137377 h 1037150"/>
                <a:gd name="connsiteX32" fmla="*/ 893447 w 961960"/>
                <a:gd name="connsiteY32" fmla="*/ 148446 h 1037150"/>
                <a:gd name="connsiteX33" fmla="*/ 897107 w 961960"/>
                <a:gd name="connsiteY33" fmla="*/ 156165 h 1037150"/>
                <a:gd name="connsiteX34" fmla="*/ 902924 w 961960"/>
                <a:gd name="connsiteY34" fmla="*/ 168888 h 1037150"/>
                <a:gd name="connsiteX35" fmla="*/ 936102 w 961960"/>
                <a:gd name="connsiteY35" fmla="*/ 127350 h 1037150"/>
                <a:gd name="connsiteX36" fmla="*/ 749062 w 961960"/>
                <a:gd name="connsiteY36" fmla="*/ 507492 h 1037150"/>
                <a:gd name="connsiteX37" fmla="*/ 183039 w 961960"/>
                <a:gd name="connsiteY37" fmla="*/ 507492 h 1037150"/>
                <a:gd name="connsiteX38" fmla="*/ 183040 w 961960"/>
                <a:gd name="connsiteY38" fmla="*/ 485507 h 1037150"/>
                <a:gd name="connsiteX39" fmla="*/ 750892 w 961960"/>
                <a:gd name="connsiteY39" fmla="*/ 485990 h 1037150"/>
                <a:gd name="connsiteX40" fmla="*/ 749062 w 961960"/>
                <a:gd name="connsiteY40" fmla="*/ 507492 h 1037150"/>
                <a:gd name="connsiteX41" fmla="*/ 752237 w 961960"/>
                <a:gd name="connsiteY41" fmla="*/ 630196 h 1037150"/>
                <a:gd name="connsiteX42" fmla="*/ 176689 w 961960"/>
                <a:gd name="connsiteY42" fmla="*/ 630196 h 1037150"/>
                <a:gd name="connsiteX43" fmla="*/ 176689 w 961960"/>
                <a:gd name="connsiteY43" fmla="*/ 605035 h 1037150"/>
                <a:gd name="connsiteX44" fmla="*/ 752237 w 961960"/>
                <a:gd name="connsiteY44" fmla="*/ 605035 h 1037150"/>
                <a:gd name="connsiteX45" fmla="*/ 752237 w 961960"/>
                <a:gd name="connsiteY45" fmla="*/ 630196 h 1037150"/>
                <a:gd name="connsiteX0" fmla="*/ 527855 w 961960"/>
                <a:gd name="connsiteY0" fmla="*/ 1037150 h 1037150"/>
                <a:gd name="connsiteX1" fmla="*/ 357432 w 961960"/>
                <a:gd name="connsiteY1" fmla="*/ 781604 h 1037150"/>
                <a:gd name="connsiteX2" fmla="*/ 103286 w 961960"/>
                <a:gd name="connsiteY2" fmla="*/ 781604 h 1037150"/>
                <a:gd name="connsiteX3" fmla="*/ 0 w 961960"/>
                <a:gd name="connsiteY3" fmla="*/ 678318 h 1037150"/>
                <a:gd name="connsiteX4" fmla="*/ 0 w 961960"/>
                <a:gd name="connsiteY4" fmla="*/ 196898 h 1037150"/>
                <a:gd name="connsiteX5" fmla="*/ 103286 w 961960"/>
                <a:gd name="connsiteY5" fmla="*/ 93612 h 1037150"/>
                <a:gd name="connsiteX6" fmla="*/ 787777 w 961960"/>
                <a:gd name="connsiteY6" fmla="*/ 93612 h 1037150"/>
                <a:gd name="connsiteX7" fmla="*/ 817060 w 961960"/>
                <a:gd name="connsiteY7" fmla="*/ 992 h 1037150"/>
                <a:gd name="connsiteX8" fmla="*/ 953610 w 961960"/>
                <a:gd name="connsiteY8" fmla="*/ 43803 h 1037150"/>
                <a:gd name="connsiteX9" fmla="*/ 961960 w 961960"/>
                <a:gd name="connsiteY9" fmla="*/ 165711 h 1037150"/>
                <a:gd name="connsiteX10" fmla="*/ 906820 w 961960"/>
                <a:gd name="connsiteY10" fmla="*/ 195703 h 1037150"/>
                <a:gd name="connsiteX11" fmla="*/ 906819 w 961960"/>
                <a:gd name="connsiteY11" fmla="*/ 678318 h 1037150"/>
                <a:gd name="connsiteX12" fmla="*/ 803533 w 961960"/>
                <a:gd name="connsiteY12" fmla="*/ 781604 h 1037150"/>
                <a:gd name="connsiteX13" fmla="*/ 540940 w 961960"/>
                <a:gd name="connsiteY13" fmla="*/ 781604 h 1037150"/>
                <a:gd name="connsiteX14" fmla="*/ 540940 w 961960"/>
                <a:gd name="connsiteY14" fmla="*/ 750093 h 1037150"/>
                <a:gd name="connsiteX15" fmla="*/ 803533 w 961960"/>
                <a:gd name="connsiteY15" fmla="*/ 750093 h 1037150"/>
                <a:gd name="connsiteX16" fmla="*/ 875308 w 961960"/>
                <a:gd name="connsiteY16" fmla="*/ 678318 h 1037150"/>
                <a:gd name="connsiteX17" fmla="*/ 875308 w 961960"/>
                <a:gd name="connsiteY17" fmla="*/ 196898 h 1037150"/>
                <a:gd name="connsiteX18" fmla="*/ 803533 w 961960"/>
                <a:gd name="connsiteY18" fmla="*/ 125123 h 1037150"/>
                <a:gd name="connsiteX19" fmla="*/ 103286 w 961960"/>
                <a:gd name="connsiteY19" fmla="*/ 125123 h 1037150"/>
                <a:gd name="connsiteX20" fmla="*/ 31511 w 961960"/>
                <a:gd name="connsiteY20" fmla="*/ 196898 h 1037150"/>
                <a:gd name="connsiteX21" fmla="*/ 31511 w 961960"/>
                <a:gd name="connsiteY21" fmla="*/ 678318 h 1037150"/>
                <a:gd name="connsiteX22" fmla="*/ 103286 w 961960"/>
                <a:gd name="connsiteY22" fmla="*/ 750093 h 1037150"/>
                <a:gd name="connsiteX23" fmla="*/ 365879 w 961960"/>
                <a:gd name="connsiteY23" fmla="*/ 750093 h 1037150"/>
                <a:gd name="connsiteX24" fmla="*/ 378965 w 961960"/>
                <a:gd name="connsiteY24" fmla="*/ 757139 h 1037150"/>
                <a:gd name="connsiteX25" fmla="*/ 554026 w 961960"/>
                <a:gd name="connsiteY25" fmla="*/ 1019732 h 1037150"/>
                <a:gd name="connsiteX26" fmla="*/ 527855 w 961960"/>
                <a:gd name="connsiteY26" fmla="*/ 1037150 h 1037150"/>
                <a:gd name="connsiteX27" fmla="*/ 936102 w 961960"/>
                <a:gd name="connsiteY27" fmla="*/ 127350 h 1037150"/>
                <a:gd name="connsiteX28" fmla="*/ 861383 w 961960"/>
                <a:gd name="connsiteY28" fmla="*/ 69823 h 1037150"/>
                <a:gd name="connsiteX29" fmla="*/ 819288 w 961960"/>
                <a:gd name="connsiteY29" fmla="*/ 94837 h 1037150"/>
                <a:gd name="connsiteX30" fmla="*/ 891064 w 961960"/>
                <a:gd name="connsiteY30" fmla="*/ 142147 h 1037150"/>
                <a:gd name="connsiteX31" fmla="*/ 891064 w 961960"/>
                <a:gd name="connsiteY31" fmla="*/ 137377 h 1037150"/>
                <a:gd name="connsiteX32" fmla="*/ 893447 w 961960"/>
                <a:gd name="connsiteY32" fmla="*/ 148446 h 1037150"/>
                <a:gd name="connsiteX33" fmla="*/ 897107 w 961960"/>
                <a:gd name="connsiteY33" fmla="*/ 156165 h 1037150"/>
                <a:gd name="connsiteX34" fmla="*/ 902924 w 961960"/>
                <a:gd name="connsiteY34" fmla="*/ 168888 h 1037150"/>
                <a:gd name="connsiteX35" fmla="*/ 936102 w 961960"/>
                <a:gd name="connsiteY35" fmla="*/ 127350 h 1037150"/>
                <a:gd name="connsiteX36" fmla="*/ 749062 w 961960"/>
                <a:gd name="connsiteY36" fmla="*/ 507492 h 1037150"/>
                <a:gd name="connsiteX37" fmla="*/ 183039 w 961960"/>
                <a:gd name="connsiteY37" fmla="*/ 507492 h 1037150"/>
                <a:gd name="connsiteX38" fmla="*/ 183040 w 961960"/>
                <a:gd name="connsiteY38" fmla="*/ 485507 h 1037150"/>
                <a:gd name="connsiteX39" fmla="*/ 750892 w 961960"/>
                <a:gd name="connsiteY39" fmla="*/ 485990 h 1037150"/>
                <a:gd name="connsiteX40" fmla="*/ 749062 w 961960"/>
                <a:gd name="connsiteY40" fmla="*/ 507492 h 1037150"/>
                <a:gd name="connsiteX41" fmla="*/ 752237 w 961960"/>
                <a:gd name="connsiteY41" fmla="*/ 630196 h 1037150"/>
                <a:gd name="connsiteX42" fmla="*/ 176689 w 961960"/>
                <a:gd name="connsiteY42" fmla="*/ 630196 h 1037150"/>
                <a:gd name="connsiteX43" fmla="*/ 176689 w 961960"/>
                <a:gd name="connsiteY43" fmla="*/ 605035 h 1037150"/>
                <a:gd name="connsiteX44" fmla="*/ 752237 w 961960"/>
                <a:gd name="connsiteY44" fmla="*/ 605035 h 1037150"/>
                <a:gd name="connsiteX45" fmla="*/ 752237 w 961960"/>
                <a:gd name="connsiteY45" fmla="*/ 630196 h 1037150"/>
                <a:gd name="connsiteX0" fmla="*/ 527855 w 961960"/>
                <a:gd name="connsiteY0" fmla="*/ 1037150 h 1037150"/>
                <a:gd name="connsiteX1" fmla="*/ 357432 w 961960"/>
                <a:gd name="connsiteY1" fmla="*/ 781604 h 1037150"/>
                <a:gd name="connsiteX2" fmla="*/ 103286 w 961960"/>
                <a:gd name="connsiteY2" fmla="*/ 781604 h 1037150"/>
                <a:gd name="connsiteX3" fmla="*/ 0 w 961960"/>
                <a:gd name="connsiteY3" fmla="*/ 678318 h 1037150"/>
                <a:gd name="connsiteX4" fmla="*/ 0 w 961960"/>
                <a:gd name="connsiteY4" fmla="*/ 196898 h 1037150"/>
                <a:gd name="connsiteX5" fmla="*/ 103286 w 961960"/>
                <a:gd name="connsiteY5" fmla="*/ 93612 h 1037150"/>
                <a:gd name="connsiteX6" fmla="*/ 787777 w 961960"/>
                <a:gd name="connsiteY6" fmla="*/ 93612 h 1037150"/>
                <a:gd name="connsiteX7" fmla="*/ 817060 w 961960"/>
                <a:gd name="connsiteY7" fmla="*/ 992 h 1037150"/>
                <a:gd name="connsiteX8" fmla="*/ 953610 w 961960"/>
                <a:gd name="connsiteY8" fmla="*/ 43803 h 1037150"/>
                <a:gd name="connsiteX9" fmla="*/ 961960 w 961960"/>
                <a:gd name="connsiteY9" fmla="*/ 165711 h 1037150"/>
                <a:gd name="connsiteX10" fmla="*/ 906820 w 961960"/>
                <a:gd name="connsiteY10" fmla="*/ 195703 h 1037150"/>
                <a:gd name="connsiteX11" fmla="*/ 906819 w 961960"/>
                <a:gd name="connsiteY11" fmla="*/ 678318 h 1037150"/>
                <a:gd name="connsiteX12" fmla="*/ 803533 w 961960"/>
                <a:gd name="connsiteY12" fmla="*/ 781604 h 1037150"/>
                <a:gd name="connsiteX13" fmla="*/ 540940 w 961960"/>
                <a:gd name="connsiteY13" fmla="*/ 781604 h 1037150"/>
                <a:gd name="connsiteX14" fmla="*/ 540940 w 961960"/>
                <a:gd name="connsiteY14" fmla="*/ 750093 h 1037150"/>
                <a:gd name="connsiteX15" fmla="*/ 803533 w 961960"/>
                <a:gd name="connsiteY15" fmla="*/ 750093 h 1037150"/>
                <a:gd name="connsiteX16" fmla="*/ 875308 w 961960"/>
                <a:gd name="connsiteY16" fmla="*/ 678318 h 1037150"/>
                <a:gd name="connsiteX17" fmla="*/ 875308 w 961960"/>
                <a:gd name="connsiteY17" fmla="*/ 196898 h 1037150"/>
                <a:gd name="connsiteX18" fmla="*/ 803533 w 961960"/>
                <a:gd name="connsiteY18" fmla="*/ 125123 h 1037150"/>
                <a:gd name="connsiteX19" fmla="*/ 103286 w 961960"/>
                <a:gd name="connsiteY19" fmla="*/ 125123 h 1037150"/>
                <a:gd name="connsiteX20" fmla="*/ 31511 w 961960"/>
                <a:gd name="connsiteY20" fmla="*/ 196898 h 1037150"/>
                <a:gd name="connsiteX21" fmla="*/ 31511 w 961960"/>
                <a:gd name="connsiteY21" fmla="*/ 678318 h 1037150"/>
                <a:gd name="connsiteX22" fmla="*/ 103286 w 961960"/>
                <a:gd name="connsiteY22" fmla="*/ 750093 h 1037150"/>
                <a:gd name="connsiteX23" fmla="*/ 365879 w 961960"/>
                <a:gd name="connsiteY23" fmla="*/ 750093 h 1037150"/>
                <a:gd name="connsiteX24" fmla="*/ 378965 w 961960"/>
                <a:gd name="connsiteY24" fmla="*/ 757139 h 1037150"/>
                <a:gd name="connsiteX25" fmla="*/ 554026 w 961960"/>
                <a:gd name="connsiteY25" fmla="*/ 1019732 h 1037150"/>
                <a:gd name="connsiteX26" fmla="*/ 527855 w 961960"/>
                <a:gd name="connsiteY26" fmla="*/ 1037150 h 1037150"/>
                <a:gd name="connsiteX27" fmla="*/ 903158 w 961960"/>
                <a:gd name="connsiteY27" fmla="*/ 99897 h 1037150"/>
                <a:gd name="connsiteX28" fmla="*/ 861383 w 961960"/>
                <a:gd name="connsiteY28" fmla="*/ 69823 h 1037150"/>
                <a:gd name="connsiteX29" fmla="*/ 819288 w 961960"/>
                <a:gd name="connsiteY29" fmla="*/ 94837 h 1037150"/>
                <a:gd name="connsiteX30" fmla="*/ 891064 w 961960"/>
                <a:gd name="connsiteY30" fmla="*/ 142147 h 1037150"/>
                <a:gd name="connsiteX31" fmla="*/ 891064 w 961960"/>
                <a:gd name="connsiteY31" fmla="*/ 137377 h 1037150"/>
                <a:gd name="connsiteX32" fmla="*/ 893447 w 961960"/>
                <a:gd name="connsiteY32" fmla="*/ 148446 h 1037150"/>
                <a:gd name="connsiteX33" fmla="*/ 897107 w 961960"/>
                <a:gd name="connsiteY33" fmla="*/ 156165 h 1037150"/>
                <a:gd name="connsiteX34" fmla="*/ 902924 w 961960"/>
                <a:gd name="connsiteY34" fmla="*/ 168888 h 1037150"/>
                <a:gd name="connsiteX35" fmla="*/ 903158 w 961960"/>
                <a:gd name="connsiteY35" fmla="*/ 99897 h 1037150"/>
                <a:gd name="connsiteX36" fmla="*/ 749062 w 961960"/>
                <a:gd name="connsiteY36" fmla="*/ 507492 h 1037150"/>
                <a:gd name="connsiteX37" fmla="*/ 183039 w 961960"/>
                <a:gd name="connsiteY37" fmla="*/ 507492 h 1037150"/>
                <a:gd name="connsiteX38" fmla="*/ 183040 w 961960"/>
                <a:gd name="connsiteY38" fmla="*/ 485507 h 1037150"/>
                <a:gd name="connsiteX39" fmla="*/ 750892 w 961960"/>
                <a:gd name="connsiteY39" fmla="*/ 485990 h 1037150"/>
                <a:gd name="connsiteX40" fmla="*/ 749062 w 961960"/>
                <a:gd name="connsiteY40" fmla="*/ 507492 h 1037150"/>
                <a:gd name="connsiteX41" fmla="*/ 752237 w 961960"/>
                <a:gd name="connsiteY41" fmla="*/ 630196 h 1037150"/>
                <a:gd name="connsiteX42" fmla="*/ 176689 w 961960"/>
                <a:gd name="connsiteY42" fmla="*/ 630196 h 1037150"/>
                <a:gd name="connsiteX43" fmla="*/ 176689 w 961960"/>
                <a:gd name="connsiteY43" fmla="*/ 605035 h 1037150"/>
                <a:gd name="connsiteX44" fmla="*/ 752237 w 961960"/>
                <a:gd name="connsiteY44" fmla="*/ 605035 h 1037150"/>
                <a:gd name="connsiteX45" fmla="*/ 752237 w 961960"/>
                <a:gd name="connsiteY45" fmla="*/ 630196 h 1037150"/>
                <a:gd name="connsiteX0" fmla="*/ 527855 w 961960"/>
                <a:gd name="connsiteY0" fmla="*/ 1002812 h 1002812"/>
                <a:gd name="connsiteX1" fmla="*/ 357432 w 961960"/>
                <a:gd name="connsiteY1" fmla="*/ 747266 h 1002812"/>
                <a:gd name="connsiteX2" fmla="*/ 103286 w 961960"/>
                <a:gd name="connsiteY2" fmla="*/ 747266 h 1002812"/>
                <a:gd name="connsiteX3" fmla="*/ 0 w 961960"/>
                <a:gd name="connsiteY3" fmla="*/ 643980 h 1002812"/>
                <a:gd name="connsiteX4" fmla="*/ 0 w 961960"/>
                <a:gd name="connsiteY4" fmla="*/ 162560 h 1002812"/>
                <a:gd name="connsiteX5" fmla="*/ 103286 w 961960"/>
                <a:gd name="connsiteY5" fmla="*/ 59274 h 1002812"/>
                <a:gd name="connsiteX6" fmla="*/ 787777 w 961960"/>
                <a:gd name="connsiteY6" fmla="*/ 59274 h 1002812"/>
                <a:gd name="connsiteX7" fmla="*/ 869165 w 961960"/>
                <a:gd name="connsiteY7" fmla="*/ 2654 h 1002812"/>
                <a:gd name="connsiteX8" fmla="*/ 953610 w 961960"/>
                <a:gd name="connsiteY8" fmla="*/ 9465 h 1002812"/>
                <a:gd name="connsiteX9" fmla="*/ 961960 w 961960"/>
                <a:gd name="connsiteY9" fmla="*/ 131373 h 1002812"/>
                <a:gd name="connsiteX10" fmla="*/ 906820 w 961960"/>
                <a:gd name="connsiteY10" fmla="*/ 161365 h 1002812"/>
                <a:gd name="connsiteX11" fmla="*/ 906819 w 961960"/>
                <a:gd name="connsiteY11" fmla="*/ 643980 h 1002812"/>
                <a:gd name="connsiteX12" fmla="*/ 803533 w 961960"/>
                <a:gd name="connsiteY12" fmla="*/ 747266 h 1002812"/>
                <a:gd name="connsiteX13" fmla="*/ 540940 w 961960"/>
                <a:gd name="connsiteY13" fmla="*/ 747266 h 1002812"/>
                <a:gd name="connsiteX14" fmla="*/ 540940 w 961960"/>
                <a:gd name="connsiteY14" fmla="*/ 715755 h 1002812"/>
                <a:gd name="connsiteX15" fmla="*/ 803533 w 961960"/>
                <a:gd name="connsiteY15" fmla="*/ 715755 h 1002812"/>
                <a:gd name="connsiteX16" fmla="*/ 875308 w 961960"/>
                <a:gd name="connsiteY16" fmla="*/ 643980 h 1002812"/>
                <a:gd name="connsiteX17" fmla="*/ 875308 w 961960"/>
                <a:gd name="connsiteY17" fmla="*/ 162560 h 1002812"/>
                <a:gd name="connsiteX18" fmla="*/ 803533 w 961960"/>
                <a:gd name="connsiteY18" fmla="*/ 90785 h 1002812"/>
                <a:gd name="connsiteX19" fmla="*/ 103286 w 961960"/>
                <a:gd name="connsiteY19" fmla="*/ 90785 h 1002812"/>
                <a:gd name="connsiteX20" fmla="*/ 31511 w 961960"/>
                <a:gd name="connsiteY20" fmla="*/ 162560 h 1002812"/>
                <a:gd name="connsiteX21" fmla="*/ 31511 w 961960"/>
                <a:gd name="connsiteY21" fmla="*/ 643980 h 1002812"/>
                <a:gd name="connsiteX22" fmla="*/ 103286 w 961960"/>
                <a:gd name="connsiteY22" fmla="*/ 715755 h 1002812"/>
                <a:gd name="connsiteX23" fmla="*/ 365879 w 961960"/>
                <a:gd name="connsiteY23" fmla="*/ 715755 h 1002812"/>
                <a:gd name="connsiteX24" fmla="*/ 378965 w 961960"/>
                <a:gd name="connsiteY24" fmla="*/ 722801 h 1002812"/>
                <a:gd name="connsiteX25" fmla="*/ 554026 w 961960"/>
                <a:gd name="connsiteY25" fmla="*/ 985394 h 1002812"/>
                <a:gd name="connsiteX26" fmla="*/ 527855 w 961960"/>
                <a:gd name="connsiteY26" fmla="*/ 1002812 h 1002812"/>
                <a:gd name="connsiteX27" fmla="*/ 903158 w 961960"/>
                <a:gd name="connsiteY27" fmla="*/ 65559 h 1002812"/>
                <a:gd name="connsiteX28" fmla="*/ 861383 w 961960"/>
                <a:gd name="connsiteY28" fmla="*/ 35485 h 1002812"/>
                <a:gd name="connsiteX29" fmla="*/ 819288 w 961960"/>
                <a:gd name="connsiteY29" fmla="*/ 60499 h 1002812"/>
                <a:gd name="connsiteX30" fmla="*/ 891064 w 961960"/>
                <a:gd name="connsiteY30" fmla="*/ 107809 h 1002812"/>
                <a:gd name="connsiteX31" fmla="*/ 891064 w 961960"/>
                <a:gd name="connsiteY31" fmla="*/ 103039 h 1002812"/>
                <a:gd name="connsiteX32" fmla="*/ 893447 w 961960"/>
                <a:gd name="connsiteY32" fmla="*/ 114108 h 1002812"/>
                <a:gd name="connsiteX33" fmla="*/ 897107 w 961960"/>
                <a:gd name="connsiteY33" fmla="*/ 121827 h 1002812"/>
                <a:gd name="connsiteX34" fmla="*/ 902924 w 961960"/>
                <a:gd name="connsiteY34" fmla="*/ 134550 h 1002812"/>
                <a:gd name="connsiteX35" fmla="*/ 903158 w 961960"/>
                <a:gd name="connsiteY35" fmla="*/ 65559 h 1002812"/>
                <a:gd name="connsiteX36" fmla="*/ 749062 w 961960"/>
                <a:gd name="connsiteY36" fmla="*/ 473154 h 1002812"/>
                <a:gd name="connsiteX37" fmla="*/ 183039 w 961960"/>
                <a:gd name="connsiteY37" fmla="*/ 473154 h 1002812"/>
                <a:gd name="connsiteX38" fmla="*/ 183040 w 961960"/>
                <a:gd name="connsiteY38" fmla="*/ 451169 h 1002812"/>
                <a:gd name="connsiteX39" fmla="*/ 750892 w 961960"/>
                <a:gd name="connsiteY39" fmla="*/ 451652 h 1002812"/>
                <a:gd name="connsiteX40" fmla="*/ 749062 w 961960"/>
                <a:gd name="connsiteY40" fmla="*/ 473154 h 1002812"/>
                <a:gd name="connsiteX41" fmla="*/ 752237 w 961960"/>
                <a:gd name="connsiteY41" fmla="*/ 595858 h 1002812"/>
                <a:gd name="connsiteX42" fmla="*/ 176689 w 961960"/>
                <a:gd name="connsiteY42" fmla="*/ 595858 h 1002812"/>
                <a:gd name="connsiteX43" fmla="*/ 176689 w 961960"/>
                <a:gd name="connsiteY43" fmla="*/ 570697 h 1002812"/>
                <a:gd name="connsiteX44" fmla="*/ 752237 w 961960"/>
                <a:gd name="connsiteY44" fmla="*/ 570697 h 1002812"/>
                <a:gd name="connsiteX45" fmla="*/ 752237 w 961960"/>
                <a:gd name="connsiteY45" fmla="*/ 595858 h 1002812"/>
                <a:gd name="connsiteX0" fmla="*/ 527855 w 953610"/>
                <a:gd name="connsiteY0" fmla="*/ 1002812 h 1002812"/>
                <a:gd name="connsiteX1" fmla="*/ 357432 w 953610"/>
                <a:gd name="connsiteY1" fmla="*/ 747266 h 1002812"/>
                <a:gd name="connsiteX2" fmla="*/ 103286 w 953610"/>
                <a:gd name="connsiteY2" fmla="*/ 747266 h 1002812"/>
                <a:gd name="connsiteX3" fmla="*/ 0 w 953610"/>
                <a:gd name="connsiteY3" fmla="*/ 643980 h 1002812"/>
                <a:gd name="connsiteX4" fmla="*/ 0 w 953610"/>
                <a:gd name="connsiteY4" fmla="*/ 162560 h 1002812"/>
                <a:gd name="connsiteX5" fmla="*/ 103286 w 953610"/>
                <a:gd name="connsiteY5" fmla="*/ 59274 h 1002812"/>
                <a:gd name="connsiteX6" fmla="*/ 787777 w 953610"/>
                <a:gd name="connsiteY6" fmla="*/ 59274 h 1002812"/>
                <a:gd name="connsiteX7" fmla="*/ 869165 w 953610"/>
                <a:gd name="connsiteY7" fmla="*/ 2654 h 1002812"/>
                <a:gd name="connsiteX8" fmla="*/ 953610 w 953610"/>
                <a:gd name="connsiteY8" fmla="*/ 9465 h 1002812"/>
                <a:gd name="connsiteX9" fmla="*/ 925013 w 953610"/>
                <a:gd name="connsiteY9" fmla="*/ 87794 h 1002812"/>
                <a:gd name="connsiteX10" fmla="*/ 906820 w 953610"/>
                <a:gd name="connsiteY10" fmla="*/ 161365 h 1002812"/>
                <a:gd name="connsiteX11" fmla="*/ 906819 w 953610"/>
                <a:gd name="connsiteY11" fmla="*/ 643980 h 1002812"/>
                <a:gd name="connsiteX12" fmla="*/ 803533 w 953610"/>
                <a:gd name="connsiteY12" fmla="*/ 747266 h 1002812"/>
                <a:gd name="connsiteX13" fmla="*/ 540940 w 953610"/>
                <a:gd name="connsiteY13" fmla="*/ 747266 h 1002812"/>
                <a:gd name="connsiteX14" fmla="*/ 540940 w 953610"/>
                <a:gd name="connsiteY14" fmla="*/ 715755 h 1002812"/>
                <a:gd name="connsiteX15" fmla="*/ 803533 w 953610"/>
                <a:gd name="connsiteY15" fmla="*/ 715755 h 1002812"/>
                <a:gd name="connsiteX16" fmla="*/ 875308 w 953610"/>
                <a:gd name="connsiteY16" fmla="*/ 643980 h 1002812"/>
                <a:gd name="connsiteX17" fmla="*/ 875308 w 953610"/>
                <a:gd name="connsiteY17" fmla="*/ 162560 h 1002812"/>
                <a:gd name="connsiteX18" fmla="*/ 803533 w 953610"/>
                <a:gd name="connsiteY18" fmla="*/ 90785 h 1002812"/>
                <a:gd name="connsiteX19" fmla="*/ 103286 w 953610"/>
                <a:gd name="connsiteY19" fmla="*/ 90785 h 1002812"/>
                <a:gd name="connsiteX20" fmla="*/ 31511 w 953610"/>
                <a:gd name="connsiteY20" fmla="*/ 162560 h 1002812"/>
                <a:gd name="connsiteX21" fmla="*/ 31511 w 953610"/>
                <a:gd name="connsiteY21" fmla="*/ 643980 h 1002812"/>
                <a:gd name="connsiteX22" fmla="*/ 103286 w 953610"/>
                <a:gd name="connsiteY22" fmla="*/ 715755 h 1002812"/>
                <a:gd name="connsiteX23" fmla="*/ 365879 w 953610"/>
                <a:gd name="connsiteY23" fmla="*/ 715755 h 1002812"/>
                <a:gd name="connsiteX24" fmla="*/ 378965 w 953610"/>
                <a:gd name="connsiteY24" fmla="*/ 722801 h 1002812"/>
                <a:gd name="connsiteX25" fmla="*/ 554026 w 953610"/>
                <a:gd name="connsiteY25" fmla="*/ 985394 h 1002812"/>
                <a:gd name="connsiteX26" fmla="*/ 527855 w 953610"/>
                <a:gd name="connsiteY26" fmla="*/ 1002812 h 1002812"/>
                <a:gd name="connsiteX27" fmla="*/ 903158 w 953610"/>
                <a:gd name="connsiteY27" fmla="*/ 65559 h 1002812"/>
                <a:gd name="connsiteX28" fmla="*/ 861383 w 953610"/>
                <a:gd name="connsiteY28" fmla="*/ 35485 h 1002812"/>
                <a:gd name="connsiteX29" fmla="*/ 819288 w 953610"/>
                <a:gd name="connsiteY29" fmla="*/ 60499 h 1002812"/>
                <a:gd name="connsiteX30" fmla="*/ 891064 w 953610"/>
                <a:gd name="connsiteY30" fmla="*/ 107809 h 1002812"/>
                <a:gd name="connsiteX31" fmla="*/ 891064 w 953610"/>
                <a:gd name="connsiteY31" fmla="*/ 103039 h 1002812"/>
                <a:gd name="connsiteX32" fmla="*/ 893447 w 953610"/>
                <a:gd name="connsiteY32" fmla="*/ 114108 h 1002812"/>
                <a:gd name="connsiteX33" fmla="*/ 897107 w 953610"/>
                <a:gd name="connsiteY33" fmla="*/ 121827 h 1002812"/>
                <a:gd name="connsiteX34" fmla="*/ 902924 w 953610"/>
                <a:gd name="connsiteY34" fmla="*/ 134550 h 1002812"/>
                <a:gd name="connsiteX35" fmla="*/ 903158 w 953610"/>
                <a:gd name="connsiteY35" fmla="*/ 65559 h 1002812"/>
                <a:gd name="connsiteX36" fmla="*/ 749062 w 953610"/>
                <a:gd name="connsiteY36" fmla="*/ 473154 h 1002812"/>
                <a:gd name="connsiteX37" fmla="*/ 183039 w 953610"/>
                <a:gd name="connsiteY37" fmla="*/ 473154 h 1002812"/>
                <a:gd name="connsiteX38" fmla="*/ 183040 w 953610"/>
                <a:gd name="connsiteY38" fmla="*/ 451169 h 1002812"/>
                <a:gd name="connsiteX39" fmla="*/ 750892 w 953610"/>
                <a:gd name="connsiteY39" fmla="*/ 451652 h 1002812"/>
                <a:gd name="connsiteX40" fmla="*/ 749062 w 953610"/>
                <a:gd name="connsiteY40" fmla="*/ 473154 h 1002812"/>
                <a:gd name="connsiteX41" fmla="*/ 752237 w 953610"/>
                <a:gd name="connsiteY41" fmla="*/ 595858 h 1002812"/>
                <a:gd name="connsiteX42" fmla="*/ 176689 w 953610"/>
                <a:gd name="connsiteY42" fmla="*/ 595858 h 1002812"/>
                <a:gd name="connsiteX43" fmla="*/ 176689 w 953610"/>
                <a:gd name="connsiteY43" fmla="*/ 570697 h 1002812"/>
                <a:gd name="connsiteX44" fmla="*/ 752237 w 953610"/>
                <a:gd name="connsiteY44" fmla="*/ 570697 h 1002812"/>
                <a:gd name="connsiteX45" fmla="*/ 752237 w 953610"/>
                <a:gd name="connsiteY45" fmla="*/ 595858 h 1002812"/>
                <a:gd name="connsiteX0" fmla="*/ 527855 w 953610"/>
                <a:gd name="connsiteY0" fmla="*/ 1002812 h 1002812"/>
                <a:gd name="connsiteX1" fmla="*/ 357432 w 953610"/>
                <a:gd name="connsiteY1" fmla="*/ 747266 h 1002812"/>
                <a:gd name="connsiteX2" fmla="*/ 103286 w 953610"/>
                <a:gd name="connsiteY2" fmla="*/ 747266 h 1002812"/>
                <a:gd name="connsiteX3" fmla="*/ 0 w 953610"/>
                <a:gd name="connsiteY3" fmla="*/ 643980 h 1002812"/>
                <a:gd name="connsiteX4" fmla="*/ 0 w 953610"/>
                <a:gd name="connsiteY4" fmla="*/ 162560 h 1002812"/>
                <a:gd name="connsiteX5" fmla="*/ 103286 w 953610"/>
                <a:gd name="connsiteY5" fmla="*/ 59274 h 1002812"/>
                <a:gd name="connsiteX6" fmla="*/ 787777 w 953610"/>
                <a:gd name="connsiteY6" fmla="*/ 59274 h 1002812"/>
                <a:gd name="connsiteX7" fmla="*/ 869165 w 953610"/>
                <a:gd name="connsiteY7" fmla="*/ 2654 h 1002812"/>
                <a:gd name="connsiteX8" fmla="*/ 953610 w 953610"/>
                <a:gd name="connsiteY8" fmla="*/ 9465 h 1002812"/>
                <a:gd name="connsiteX9" fmla="*/ 928803 w 953610"/>
                <a:gd name="connsiteY9" fmla="*/ 56531 h 1002812"/>
                <a:gd name="connsiteX10" fmla="*/ 906820 w 953610"/>
                <a:gd name="connsiteY10" fmla="*/ 161365 h 1002812"/>
                <a:gd name="connsiteX11" fmla="*/ 906819 w 953610"/>
                <a:gd name="connsiteY11" fmla="*/ 643980 h 1002812"/>
                <a:gd name="connsiteX12" fmla="*/ 803533 w 953610"/>
                <a:gd name="connsiteY12" fmla="*/ 747266 h 1002812"/>
                <a:gd name="connsiteX13" fmla="*/ 540940 w 953610"/>
                <a:gd name="connsiteY13" fmla="*/ 747266 h 1002812"/>
                <a:gd name="connsiteX14" fmla="*/ 540940 w 953610"/>
                <a:gd name="connsiteY14" fmla="*/ 715755 h 1002812"/>
                <a:gd name="connsiteX15" fmla="*/ 803533 w 953610"/>
                <a:gd name="connsiteY15" fmla="*/ 715755 h 1002812"/>
                <a:gd name="connsiteX16" fmla="*/ 875308 w 953610"/>
                <a:gd name="connsiteY16" fmla="*/ 643980 h 1002812"/>
                <a:gd name="connsiteX17" fmla="*/ 875308 w 953610"/>
                <a:gd name="connsiteY17" fmla="*/ 162560 h 1002812"/>
                <a:gd name="connsiteX18" fmla="*/ 803533 w 953610"/>
                <a:gd name="connsiteY18" fmla="*/ 90785 h 1002812"/>
                <a:gd name="connsiteX19" fmla="*/ 103286 w 953610"/>
                <a:gd name="connsiteY19" fmla="*/ 90785 h 1002812"/>
                <a:gd name="connsiteX20" fmla="*/ 31511 w 953610"/>
                <a:gd name="connsiteY20" fmla="*/ 162560 h 1002812"/>
                <a:gd name="connsiteX21" fmla="*/ 31511 w 953610"/>
                <a:gd name="connsiteY21" fmla="*/ 643980 h 1002812"/>
                <a:gd name="connsiteX22" fmla="*/ 103286 w 953610"/>
                <a:gd name="connsiteY22" fmla="*/ 715755 h 1002812"/>
                <a:gd name="connsiteX23" fmla="*/ 365879 w 953610"/>
                <a:gd name="connsiteY23" fmla="*/ 715755 h 1002812"/>
                <a:gd name="connsiteX24" fmla="*/ 378965 w 953610"/>
                <a:gd name="connsiteY24" fmla="*/ 722801 h 1002812"/>
                <a:gd name="connsiteX25" fmla="*/ 554026 w 953610"/>
                <a:gd name="connsiteY25" fmla="*/ 985394 h 1002812"/>
                <a:gd name="connsiteX26" fmla="*/ 527855 w 953610"/>
                <a:gd name="connsiteY26" fmla="*/ 1002812 h 1002812"/>
                <a:gd name="connsiteX27" fmla="*/ 903158 w 953610"/>
                <a:gd name="connsiteY27" fmla="*/ 65559 h 1002812"/>
                <a:gd name="connsiteX28" fmla="*/ 861383 w 953610"/>
                <a:gd name="connsiteY28" fmla="*/ 35485 h 1002812"/>
                <a:gd name="connsiteX29" fmla="*/ 819288 w 953610"/>
                <a:gd name="connsiteY29" fmla="*/ 60499 h 1002812"/>
                <a:gd name="connsiteX30" fmla="*/ 891064 w 953610"/>
                <a:gd name="connsiteY30" fmla="*/ 107809 h 1002812"/>
                <a:gd name="connsiteX31" fmla="*/ 891064 w 953610"/>
                <a:gd name="connsiteY31" fmla="*/ 103039 h 1002812"/>
                <a:gd name="connsiteX32" fmla="*/ 893447 w 953610"/>
                <a:gd name="connsiteY32" fmla="*/ 114108 h 1002812"/>
                <a:gd name="connsiteX33" fmla="*/ 897107 w 953610"/>
                <a:gd name="connsiteY33" fmla="*/ 121827 h 1002812"/>
                <a:gd name="connsiteX34" fmla="*/ 902924 w 953610"/>
                <a:gd name="connsiteY34" fmla="*/ 134550 h 1002812"/>
                <a:gd name="connsiteX35" fmla="*/ 903158 w 953610"/>
                <a:gd name="connsiteY35" fmla="*/ 65559 h 1002812"/>
                <a:gd name="connsiteX36" fmla="*/ 749062 w 953610"/>
                <a:gd name="connsiteY36" fmla="*/ 473154 h 1002812"/>
                <a:gd name="connsiteX37" fmla="*/ 183039 w 953610"/>
                <a:gd name="connsiteY37" fmla="*/ 473154 h 1002812"/>
                <a:gd name="connsiteX38" fmla="*/ 183040 w 953610"/>
                <a:gd name="connsiteY38" fmla="*/ 451169 h 1002812"/>
                <a:gd name="connsiteX39" fmla="*/ 750892 w 953610"/>
                <a:gd name="connsiteY39" fmla="*/ 451652 h 1002812"/>
                <a:gd name="connsiteX40" fmla="*/ 749062 w 953610"/>
                <a:gd name="connsiteY40" fmla="*/ 473154 h 1002812"/>
                <a:gd name="connsiteX41" fmla="*/ 752237 w 953610"/>
                <a:gd name="connsiteY41" fmla="*/ 595858 h 1002812"/>
                <a:gd name="connsiteX42" fmla="*/ 176689 w 953610"/>
                <a:gd name="connsiteY42" fmla="*/ 595858 h 1002812"/>
                <a:gd name="connsiteX43" fmla="*/ 176689 w 953610"/>
                <a:gd name="connsiteY43" fmla="*/ 570697 h 1002812"/>
                <a:gd name="connsiteX44" fmla="*/ 752237 w 953610"/>
                <a:gd name="connsiteY44" fmla="*/ 570697 h 1002812"/>
                <a:gd name="connsiteX45" fmla="*/ 752237 w 953610"/>
                <a:gd name="connsiteY45" fmla="*/ 595858 h 1002812"/>
                <a:gd name="connsiteX0" fmla="*/ 527855 w 928803"/>
                <a:gd name="connsiteY0" fmla="*/ 1000164 h 1000164"/>
                <a:gd name="connsiteX1" fmla="*/ 357432 w 928803"/>
                <a:gd name="connsiteY1" fmla="*/ 744618 h 1000164"/>
                <a:gd name="connsiteX2" fmla="*/ 103286 w 928803"/>
                <a:gd name="connsiteY2" fmla="*/ 744618 h 1000164"/>
                <a:gd name="connsiteX3" fmla="*/ 0 w 928803"/>
                <a:gd name="connsiteY3" fmla="*/ 641332 h 1000164"/>
                <a:gd name="connsiteX4" fmla="*/ 0 w 928803"/>
                <a:gd name="connsiteY4" fmla="*/ 159912 h 1000164"/>
                <a:gd name="connsiteX5" fmla="*/ 103286 w 928803"/>
                <a:gd name="connsiteY5" fmla="*/ 56626 h 1000164"/>
                <a:gd name="connsiteX6" fmla="*/ 787777 w 928803"/>
                <a:gd name="connsiteY6" fmla="*/ 56626 h 1000164"/>
                <a:gd name="connsiteX7" fmla="*/ 869165 w 928803"/>
                <a:gd name="connsiteY7" fmla="*/ 6 h 1000164"/>
                <a:gd name="connsiteX8" fmla="*/ 928803 w 928803"/>
                <a:gd name="connsiteY8" fmla="*/ 53883 h 1000164"/>
                <a:gd name="connsiteX9" fmla="*/ 906820 w 928803"/>
                <a:gd name="connsiteY9" fmla="*/ 158717 h 1000164"/>
                <a:gd name="connsiteX10" fmla="*/ 906819 w 928803"/>
                <a:gd name="connsiteY10" fmla="*/ 641332 h 1000164"/>
                <a:gd name="connsiteX11" fmla="*/ 803533 w 928803"/>
                <a:gd name="connsiteY11" fmla="*/ 744618 h 1000164"/>
                <a:gd name="connsiteX12" fmla="*/ 540940 w 928803"/>
                <a:gd name="connsiteY12" fmla="*/ 744618 h 1000164"/>
                <a:gd name="connsiteX13" fmla="*/ 540940 w 928803"/>
                <a:gd name="connsiteY13" fmla="*/ 713107 h 1000164"/>
                <a:gd name="connsiteX14" fmla="*/ 803533 w 928803"/>
                <a:gd name="connsiteY14" fmla="*/ 713107 h 1000164"/>
                <a:gd name="connsiteX15" fmla="*/ 875308 w 928803"/>
                <a:gd name="connsiteY15" fmla="*/ 641332 h 1000164"/>
                <a:gd name="connsiteX16" fmla="*/ 875308 w 928803"/>
                <a:gd name="connsiteY16" fmla="*/ 159912 h 1000164"/>
                <a:gd name="connsiteX17" fmla="*/ 803533 w 928803"/>
                <a:gd name="connsiteY17" fmla="*/ 88137 h 1000164"/>
                <a:gd name="connsiteX18" fmla="*/ 103286 w 928803"/>
                <a:gd name="connsiteY18" fmla="*/ 88137 h 1000164"/>
                <a:gd name="connsiteX19" fmla="*/ 31511 w 928803"/>
                <a:gd name="connsiteY19" fmla="*/ 159912 h 1000164"/>
                <a:gd name="connsiteX20" fmla="*/ 31511 w 928803"/>
                <a:gd name="connsiteY20" fmla="*/ 641332 h 1000164"/>
                <a:gd name="connsiteX21" fmla="*/ 103286 w 928803"/>
                <a:gd name="connsiteY21" fmla="*/ 713107 h 1000164"/>
                <a:gd name="connsiteX22" fmla="*/ 365879 w 928803"/>
                <a:gd name="connsiteY22" fmla="*/ 713107 h 1000164"/>
                <a:gd name="connsiteX23" fmla="*/ 378965 w 928803"/>
                <a:gd name="connsiteY23" fmla="*/ 720153 h 1000164"/>
                <a:gd name="connsiteX24" fmla="*/ 554026 w 928803"/>
                <a:gd name="connsiteY24" fmla="*/ 982746 h 1000164"/>
                <a:gd name="connsiteX25" fmla="*/ 527855 w 928803"/>
                <a:gd name="connsiteY25" fmla="*/ 1000164 h 1000164"/>
                <a:gd name="connsiteX26" fmla="*/ 903158 w 928803"/>
                <a:gd name="connsiteY26" fmla="*/ 62911 h 1000164"/>
                <a:gd name="connsiteX27" fmla="*/ 861383 w 928803"/>
                <a:gd name="connsiteY27" fmla="*/ 32837 h 1000164"/>
                <a:gd name="connsiteX28" fmla="*/ 819288 w 928803"/>
                <a:gd name="connsiteY28" fmla="*/ 57851 h 1000164"/>
                <a:gd name="connsiteX29" fmla="*/ 891064 w 928803"/>
                <a:gd name="connsiteY29" fmla="*/ 105161 h 1000164"/>
                <a:gd name="connsiteX30" fmla="*/ 891064 w 928803"/>
                <a:gd name="connsiteY30" fmla="*/ 100391 h 1000164"/>
                <a:gd name="connsiteX31" fmla="*/ 893447 w 928803"/>
                <a:gd name="connsiteY31" fmla="*/ 111460 h 1000164"/>
                <a:gd name="connsiteX32" fmla="*/ 897107 w 928803"/>
                <a:gd name="connsiteY32" fmla="*/ 119179 h 1000164"/>
                <a:gd name="connsiteX33" fmla="*/ 902924 w 928803"/>
                <a:gd name="connsiteY33" fmla="*/ 131902 h 1000164"/>
                <a:gd name="connsiteX34" fmla="*/ 903158 w 928803"/>
                <a:gd name="connsiteY34" fmla="*/ 62911 h 1000164"/>
                <a:gd name="connsiteX35" fmla="*/ 749062 w 928803"/>
                <a:gd name="connsiteY35" fmla="*/ 470506 h 1000164"/>
                <a:gd name="connsiteX36" fmla="*/ 183039 w 928803"/>
                <a:gd name="connsiteY36" fmla="*/ 470506 h 1000164"/>
                <a:gd name="connsiteX37" fmla="*/ 183040 w 928803"/>
                <a:gd name="connsiteY37" fmla="*/ 448521 h 1000164"/>
                <a:gd name="connsiteX38" fmla="*/ 750892 w 928803"/>
                <a:gd name="connsiteY38" fmla="*/ 449004 h 1000164"/>
                <a:gd name="connsiteX39" fmla="*/ 749062 w 928803"/>
                <a:gd name="connsiteY39" fmla="*/ 470506 h 1000164"/>
                <a:gd name="connsiteX40" fmla="*/ 752237 w 928803"/>
                <a:gd name="connsiteY40" fmla="*/ 593210 h 1000164"/>
                <a:gd name="connsiteX41" fmla="*/ 176689 w 928803"/>
                <a:gd name="connsiteY41" fmla="*/ 593210 h 1000164"/>
                <a:gd name="connsiteX42" fmla="*/ 176689 w 928803"/>
                <a:gd name="connsiteY42" fmla="*/ 568049 h 1000164"/>
                <a:gd name="connsiteX43" fmla="*/ 752237 w 928803"/>
                <a:gd name="connsiteY43" fmla="*/ 568049 h 1000164"/>
                <a:gd name="connsiteX44" fmla="*/ 752237 w 928803"/>
                <a:gd name="connsiteY44" fmla="*/ 593210 h 1000164"/>
                <a:gd name="connsiteX0" fmla="*/ 527855 w 928803"/>
                <a:gd name="connsiteY0" fmla="*/ 1000164 h 1000164"/>
                <a:gd name="connsiteX1" fmla="*/ 357432 w 928803"/>
                <a:gd name="connsiteY1" fmla="*/ 744618 h 1000164"/>
                <a:gd name="connsiteX2" fmla="*/ 103286 w 928803"/>
                <a:gd name="connsiteY2" fmla="*/ 744618 h 1000164"/>
                <a:gd name="connsiteX3" fmla="*/ 0 w 928803"/>
                <a:gd name="connsiteY3" fmla="*/ 641332 h 1000164"/>
                <a:gd name="connsiteX4" fmla="*/ 0 w 928803"/>
                <a:gd name="connsiteY4" fmla="*/ 159912 h 1000164"/>
                <a:gd name="connsiteX5" fmla="*/ 103286 w 928803"/>
                <a:gd name="connsiteY5" fmla="*/ 56626 h 1000164"/>
                <a:gd name="connsiteX6" fmla="*/ 787777 w 928803"/>
                <a:gd name="connsiteY6" fmla="*/ 56626 h 1000164"/>
                <a:gd name="connsiteX7" fmla="*/ 869165 w 928803"/>
                <a:gd name="connsiteY7" fmla="*/ 6 h 1000164"/>
                <a:gd name="connsiteX8" fmla="*/ 928803 w 928803"/>
                <a:gd name="connsiteY8" fmla="*/ 53883 h 1000164"/>
                <a:gd name="connsiteX9" fmla="*/ 906820 w 928803"/>
                <a:gd name="connsiteY9" fmla="*/ 158717 h 1000164"/>
                <a:gd name="connsiteX10" fmla="*/ 906819 w 928803"/>
                <a:gd name="connsiteY10" fmla="*/ 641332 h 1000164"/>
                <a:gd name="connsiteX11" fmla="*/ 803533 w 928803"/>
                <a:gd name="connsiteY11" fmla="*/ 744618 h 1000164"/>
                <a:gd name="connsiteX12" fmla="*/ 540940 w 928803"/>
                <a:gd name="connsiteY12" fmla="*/ 744618 h 1000164"/>
                <a:gd name="connsiteX13" fmla="*/ 540940 w 928803"/>
                <a:gd name="connsiteY13" fmla="*/ 713107 h 1000164"/>
                <a:gd name="connsiteX14" fmla="*/ 803533 w 928803"/>
                <a:gd name="connsiteY14" fmla="*/ 713107 h 1000164"/>
                <a:gd name="connsiteX15" fmla="*/ 875308 w 928803"/>
                <a:gd name="connsiteY15" fmla="*/ 641332 h 1000164"/>
                <a:gd name="connsiteX16" fmla="*/ 875308 w 928803"/>
                <a:gd name="connsiteY16" fmla="*/ 159912 h 1000164"/>
                <a:gd name="connsiteX17" fmla="*/ 803533 w 928803"/>
                <a:gd name="connsiteY17" fmla="*/ 88137 h 1000164"/>
                <a:gd name="connsiteX18" fmla="*/ 103286 w 928803"/>
                <a:gd name="connsiteY18" fmla="*/ 88137 h 1000164"/>
                <a:gd name="connsiteX19" fmla="*/ 31511 w 928803"/>
                <a:gd name="connsiteY19" fmla="*/ 159912 h 1000164"/>
                <a:gd name="connsiteX20" fmla="*/ 31511 w 928803"/>
                <a:gd name="connsiteY20" fmla="*/ 641332 h 1000164"/>
                <a:gd name="connsiteX21" fmla="*/ 103286 w 928803"/>
                <a:gd name="connsiteY21" fmla="*/ 713107 h 1000164"/>
                <a:gd name="connsiteX22" fmla="*/ 365879 w 928803"/>
                <a:gd name="connsiteY22" fmla="*/ 713107 h 1000164"/>
                <a:gd name="connsiteX23" fmla="*/ 378965 w 928803"/>
                <a:gd name="connsiteY23" fmla="*/ 720153 h 1000164"/>
                <a:gd name="connsiteX24" fmla="*/ 554026 w 928803"/>
                <a:gd name="connsiteY24" fmla="*/ 982746 h 1000164"/>
                <a:gd name="connsiteX25" fmla="*/ 527855 w 928803"/>
                <a:gd name="connsiteY25" fmla="*/ 1000164 h 1000164"/>
                <a:gd name="connsiteX26" fmla="*/ 894632 w 928803"/>
                <a:gd name="connsiteY26" fmla="*/ 48701 h 1000164"/>
                <a:gd name="connsiteX27" fmla="*/ 861383 w 928803"/>
                <a:gd name="connsiteY27" fmla="*/ 32837 h 1000164"/>
                <a:gd name="connsiteX28" fmla="*/ 819288 w 928803"/>
                <a:gd name="connsiteY28" fmla="*/ 57851 h 1000164"/>
                <a:gd name="connsiteX29" fmla="*/ 891064 w 928803"/>
                <a:gd name="connsiteY29" fmla="*/ 105161 h 1000164"/>
                <a:gd name="connsiteX30" fmla="*/ 891064 w 928803"/>
                <a:gd name="connsiteY30" fmla="*/ 100391 h 1000164"/>
                <a:gd name="connsiteX31" fmla="*/ 893447 w 928803"/>
                <a:gd name="connsiteY31" fmla="*/ 111460 h 1000164"/>
                <a:gd name="connsiteX32" fmla="*/ 897107 w 928803"/>
                <a:gd name="connsiteY32" fmla="*/ 119179 h 1000164"/>
                <a:gd name="connsiteX33" fmla="*/ 902924 w 928803"/>
                <a:gd name="connsiteY33" fmla="*/ 131902 h 1000164"/>
                <a:gd name="connsiteX34" fmla="*/ 894632 w 928803"/>
                <a:gd name="connsiteY34" fmla="*/ 48701 h 1000164"/>
                <a:gd name="connsiteX35" fmla="*/ 749062 w 928803"/>
                <a:gd name="connsiteY35" fmla="*/ 470506 h 1000164"/>
                <a:gd name="connsiteX36" fmla="*/ 183039 w 928803"/>
                <a:gd name="connsiteY36" fmla="*/ 470506 h 1000164"/>
                <a:gd name="connsiteX37" fmla="*/ 183040 w 928803"/>
                <a:gd name="connsiteY37" fmla="*/ 448521 h 1000164"/>
                <a:gd name="connsiteX38" fmla="*/ 750892 w 928803"/>
                <a:gd name="connsiteY38" fmla="*/ 449004 h 1000164"/>
                <a:gd name="connsiteX39" fmla="*/ 749062 w 928803"/>
                <a:gd name="connsiteY39" fmla="*/ 470506 h 1000164"/>
                <a:gd name="connsiteX40" fmla="*/ 752237 w 928803"/>
                <a:gd name="connsiteY40" fmla="*/ 593210 h 1000164"/>
                <a:gd name="connsiteX41" fmla="*/ 176689 w 928803"/>
                <a:gd name="connsiteY41" fmla="*/ 593210 h 1000164"/>
                <a:gd name="connsiteX42" fmla="*/ 176689 w 928803"/>
                <a:gd name="connsiteY42" fmla="*/ 568049 h 1000164"/>
                <a:gd name="connsiteX43" fmla="*/ 752237 w 928803"/>
                <a:gd name="connsiteY43" fmla="*/ 568049 h 1000164"/>
                <a:gd name="connsiteX44" fmla="*/ 752237 w 928803"/>
                <a:gd name="connsiteY44" fmla="*/ 593210 h 1000164"/>
                <a:gd name="connsiteX0" fmla="*/ 527855 w 928803"/>
                <a:gd name="connsiteY0" fmla="*/ 1000164 h 1000164"/>
                <a:gd name="connsiteX1" fmla="*/ 357432 w 928803"/>
                <a:gd name="connsiteY1" fmla="*/ 744618 h 1000164"/>
                <a:gd name="connsiteX2" fmla="*/ 103286 w 928803"/>
                <a:gd name="connsiteY2" fmla="*/ 744618 h 1000164"/>
                <a:gd name="connsiteX3" fmla="*/ 0 w 928803"/>
                <a:gd name="connsiteY3" fmla="*/ 641332 h 1000164"/>
                <a:gd name="connsiteX4" fmla="*/ 0 w 928803"/>
                <a:gd name="connsiteY4" fmla="*/ 159912 h 1000164"/>
                <a:gd name="connsiteX5" fmla="*/ 103286 w 928803"/>
                <a:gd name="connsiteY5" fmla="*/ 56626 h 1000164"/>
                <a:gd name="connsiteX6" fmla="*/ 787777 w 928803"/>
                <a:gd name="connsiteY6" fmla="*/ 56626 h 1000164"/>
                <a:gd name="connsiteX7" fmla="*/ 869165 w 928803"/>
                <a:gd name="connsiteY7" fmla="*/ 6 h 1000164"/>
                <a:gd name="connsiteX8" fmla="*/ 928803 w 928803"/>
                <a:gd name="connsiteY8" fmla="*/ 53883 h 1000164"/>
                <a:gd name="connsiteX9" fmla="*/ 906820 w 928803"/>
                <a:gd name="connsiteY9" fmla="*/ 158717 h 1000164"/>
                <a:gd name="connsiteX10" fmla="*/ 906819 w 928803"/>
                <a:gd name="connsiteY10" fmla="*/ 641332 h 1000164"/>
                <a:gd name="connsiteX11" fmla="*/ 803533 w 928803"/>
                <a:gd name="connsiteY11" fmla="*/ 744618 h 1000164"/>
                <a:gd name="connsiteX12" fmla="*/ 540940 w 928803"/>
                <a:gd name="connsiteY12" fmla="*/ 744618 h 1000164"/>
                <a:gd name="connsiteX13" fmla="*/ 540940 w 928803"/>
                <a:gd name="connsiteY13" fmla="*/ 713107 h 1000164"/>
                <a:gd name="connsiteX14" fmla="*/ 803533 w 928803"/>
                <a:gd name="connsiteY14" fmla="*/ 713107 h 1000164"/>
                <a:gd name="connsiteX15" fmla="*/ 875308 w 928803"/>
                <a:gd name="connsiteY15" fmla="*/ 641332 h 1000164"/>
                <a:gd name="connsiteX16" fmla="*/ 875308 w 928803"/>
                <a:gd name="connsiteY16" fmla="*/ 159912 h 1000164"/>
                <a:gd name="connsiteX17" fmla="*/ 803533 w 928803"/>
                <a:gd name="connsiteY17" fmla="*/ 88137 h 1000164"/>
                <a:gd name="connsiteX18" fmla="*/ 103286 w 928803"/>
                <a:gd name="connsiteY18" fmla="*/ 88137 h 1000164"/>
                <a:gd name="connsiteX19" fmla="*/ 31511 w 928803"/>
                <a:gd name="connsiteY19" fmla="*/ 159912 h 1000164"/>
                <a:gd name="connsiteX20" fmla="*/ 31511 w 928803"/>
                <a:gd name="connsiteY20" fmla="*/ 641332 h 1000164"/>
                <a:gd name="connsiteX21" fmla="*/ 103286 w 928803"/>
                <a:gd name="connsiteY21" fmla="*/ 713107 h 1000164"/>
                <a:gd name="connsiteX22" fmla="*/ 365879 w 928803"/>
                <a:gd name="connsiteY22" fmla="*/ 713107 h 1000164"/>
                <a:gd name="connsiteX23" fmla="*/ 378965 w 928803"/>
                <a:gd name="connsiteY23" fmla="*/ 720153 h 1000164"/>
                <a:gd name="connsiteX24" fmla="*/ 554026 w 928803"/>
                <a:gd name="connsiteY24" fmla="*/ 982746 h 1000164"/>
                <a:gd name="connsiteX25" fmla="*/ 527855 w 928803"/>
                <a:gd name="connsiteY25" fmla="*/ 1000164 h 1000164"/>
                <a:gd name="connsiteX26" fmla="*/ 894632 w 928803"/>
                <a:gd name="connsiteY26" fmla="*/ 48701 h 1000164"/>
                <a:gd name="connsiteX27" fmla="*/ 819288 w 928803"/>
                <a:gd name="connsiteY27" fmla="*/ 57851 h 1000164"/>
                <a:gd name="connsiteX28" fmla="*/ 891064 w 928803"/>
                <a:gd name="connsiteY28" fmla="*/ 105161 h 1000164"/>
                <a:gd name="connsiteX29" fmla="*/ 891064 w 928803"/>
                <a:gd name="connsiteY29" fmla="*/ 100391 h 1000164"/>
                <a:gd name="connsiteX30" fmla="*/ 893447 w 928803"/>
                <a:gd name="connsiteY30" fmla="*/ 111460 h 1000164"/>
                <a:gd name="connsiteX31" fmla="*/ 897107 w 928803"/>
                <a:gd name="connsiteY31" fmla="*/ 119179 h 1000164"/>
                <a:gd name="connsiteX32" fmla="*/ 902924 w 928803"/>
                <a:gd name="connsiteY32" fmla="*/ 131902 h 1000164"/>
                <a:gd name="connsiteX33" fmla="*/ 894632 w 928803"/>
                <a:gd name="connsiteY33" fmla="*/ 48701 h 1000164"/>
                <a:gd name="connsiteX34" fmla="*/ 749062 w 928803"/>
                <a:gd name="connsiteY34" fmla="*/ 470506 h 1000164"/>
                <a:gd name="connsiteX35" fmla="*/ 183039 w 928803"/>
                <a:gd name="connsiteY35" fmla="*/ 470506 h 1000164"/>
                <a:gd name="connsiteX36" fmla="*/ 183040 w 928803"/>
                <a:gd name="connsiteY36" fmla="*/ 448521 h 1000164"/>
                <a:gd name="connsiteX37" fmla="*/ 750892 w 928803"/>
                <a:gd name="connsiteY37" fmla="*/ 449004 h 1000164"/>
                <a:gd name="connsiteX38" fmla="*/ 749062 w 928803"/>
                <a:gd name="connsiteY38" fmla="*/ 470506 h 1000164"/>
                <a:gd name="connsiteX39" fmla="*/ 752237 w 928803"/>
                <a:gd name="connsiteY39" fmla="*/ 593210 h 1000164"/>
                <a:gd name="connsiteX40" fmla="*/ 176689 w 928803"/>
                <a:gd name="connsiteY40" fmla="*/ 593210 h 1000164"/>
                <a:gd name="connsiteX41" fmla="*/ 176689 w 928803"/>
                <a:gd name="connsiteY41" fmla="*/ 568049 h 1000164"/>
                <a:gd name="connsiteX42" fmla="*/ 752237 w 928803"/>
                <a:gd name="connsiteY42" fmla="*/ 568049 h 1000164"/>
                <a:gd name="connsiteX43" fmla="*/ 752237 w 928803"/>
                <a:gd name="connsiteY43" fmla="*/ 593210 h 1000164"/>
                <a:gd name="connsiteX0" fmla="*/ 527855 w 928803"/>
                <a:gd name="connsiteY0" fmla="*/ 1000164 h 1000164"/>
                <a:gd name="connsiteX1" fmla="*/ 357432 w 928803"/>
                <a:gd name="connsiteY1" fmla="*/ 744618 h 1000164"/>
                <a:gd name="connsiteX2" fmla="*/ 103286 w 928803"/>
                <a:gd name="connsiteY2" fmla="*/ 744618 h 1000164"/>
                <a:gd name="connsiteX3" fmla="*/ 0 w 928803"/>
                <a:gd name="connsiteY3" fmla="*/ 641332 h 1000164"/>
                <a:gd name="connsiteX4" fmla="*/ 0 w 928803"/>
                <a:gd name="connsiteY4" fmla="*/ 159912 h 1000164"/>
                <a:gd name="connsiteX5" fmla="*/ 103286 w 928803"/>
                <a:gd name="connsiteY5" fmla="*/ 56626 h 1000164"/>
                <a:gd name="connsiteX6" fmla="*/ 787777 w 928803"/>
                <a:gd name="connsiteY6" fmla="*/ 56626 h 1000164"/>
                <a:gd name="connsiteX7" fmla="*/ 869165 w 928803"/>
                <a:gd name="connsiteY7" fmla="*/ 6 h 1000164"/>
                <a:gd name="connsiteX8" fmla="*/ 928803 w 928803"/>
                <a:gd name="connsiteY8" fmla="*/ 53883 h 1000164"/>
                <a:gd name="connsiteX9" fmla="*/ 906820 w 928803"/>
                <a:gd name="connsiteY9" fmla="*/ 158717 h 1000164"/>
                <a:gd name="connsiteX10" fmla="*/ 906819 w 928803"/>
                <a:gd name="connsiteY10" fmla="*/ 641332 h 1000164"/>
                <a:gd name="connsiteX11" fmla="*/ 803533 w 928803"/>
                <a:gd name="connsiteY11" fmla="*/ 744618 h 1000164"/>
                <a:gd name="connsiteX12" fmla="*/ 540940 w 928803"/>
                <a:gd name="connsiteY12" fmla="*/ 744618 h 1000164"/>
                <a:gd name="connsiteX13" fmla="*/ 540940 w 928803"/>
                <a:gd name="connsiteY13" fmla="*/ 713107 h 1000164"/>
                <a:gd name="connsiteX14" fmla="*/ 803533 w 928803"/>
                <a:gd name="connsiteY14" fmla="*/ 713107 h 1000164"/>
                <a:gd name="connsiteX15" fmla="*/ 875308 w 928803"/>
                <a:gd name="connsiteY15" fmla="*/ 641332 h 1000164"/>
                <a:gd name="connsiteX16" fmla="*/ 875308 w 928803"/>
                <a:gd name="connsiteY16" fmla="*/ 159912 h 1000164"/>
                <a:gd name="connsiteX17" fmla="*/ 803533 w 928803"/>
                <a:gd name="connsiteY17" fmla="*/ 88137 h 1000164"/>
                <a:gd name="connsiteX18" fmla="*/ 103286 w 928803"/>
                <a:gd name="connsiteY18" fmla="*/ 88137 h 1000164"/>
                <a:gd name="connsiteX19" fmla="*/ 31511 w 928803"/>
                <a:gd name="connsiteY19" fmla="*/ 159912 h 1000164"/>
                <a:gd name="connsiteX20" fmla="*/ 31511 w 928803"/>
                <a:gd name="connsiteY20" fmla="*/ 641332 h 1000164"/>
                <a:gd name="connsiteX21" fmla="*/ 103286 w 928803"/>
                <a:gd name="connsiteY21" fmla="*/ 713107 h 1000164"/>
                <a:gd name="connsiteX22" fmla="*/ 365879 w 928803"/>
                <a:gd name="connsiteY22" fmla="*/ 713107 h 1000164"/>
                <a:gd name="connsiteX23" fmla="*/ 378965 w 928803"/>
                <a:gd name="connsiteY23" fmla="*/ 720153 h 1000164"/>
                <a:gd name="connsiteX24" fmla="*/ 554026 w 928803"/>
                <a:gd name="connsiteY24" fmla="*/ 982746 h 1000164"/>
                <a:gd name="connsiteX25" fmla="*/ 527855 w 928803"/>
                <a:gd name="connsiteY25" fmla="*/ 1000164 h 1000164"/>
                <a:gd name="connsiteX26" fmla="*/ 894632 w 928803"/>
                <a:gd name="connsiteY26" fmla="*/ 48701 h 1000164"/>
                <a:gd name="connsiteX27" fmla="*/ 891064 w 928803"/>
                <a:gd name="connsiteY27" fmla="*/ 105161 h 1000164"/>
                <a:gd name="connsiteX28" fmla="*/ 891064 w 928803"/>
                <a:gd name="connsiteY28" fmla="*/ 100391 h 1000164"/>
                <a:gd name="connsiteX29" fmla="*/ 893447 w 928803"/>
                <a:gd name="connsiteY29" fmla="*/ 111460 h 1000164"/>
                <a:gd name="connsiteX30" fmla="*/ 897107 w 928803"/>
                <a:gd name="connsiteY30" fmla="*/ 119179 h 1000164"/>
                <a:gd name="connsiteX31" fmla="*/ 902924 w 928803"/>
                <a:gd name="connsiteY31" fmla="*/ 131902 h 1000164"/>
                <a:gd name="connsiteX32" fmla="*/ 894632 w 928803"/>
                <a:gd name="connsiteY32" fmla="*/ 48701 h 1000164"/>
                <a:gd name="connsiteX33" fmla="*/ 749062 w 928803"/>
                <a:gd name="connsiteY33" fmla="*/ 470506 h 1000164"/>
                <a:gd name="connsiteX34" fmla="*/ 183039 w 928803"/>
                <a:gd name="connsiteY34" fmla="*/ 470506 h 1000164"/>
                <a:gd name="connsiteX35" fmla="*/ 183040 w 928803"/>
                <a:gd name="connsiteY35" fmla="*/ 448521 h 1000164"/>
                <a:gd name="connsiteX36" fmla="*/ 750892 w 928803"/>
                <a:gd name="connsiteY36" fmla="*/ 449004 h 1000164"/>
                <a:gd name="connsiteX37" fmla="*/ 749062 w 928803"/>
                <a:gd name="connsiteY37" fmla="*/ 470506 h 1000164"/>
                <a:gd name="connsiteX38" fmla="*/ 752237 w 928803"/>
                <a:gd name="connsiteY38" fmla="*/ 593210 h 1000164"/>
                <a:gd name="connsiteX39" fmla="*/ 176689 w 928803"/>
                <a:gd name="connsiteY39" fmla="*/ 593210 h 1000164"/>
                <a:gd name="connsiteX40" fmla="*/ 176689 w 928803"/>
                <a:gd name="connsiteY40" fmla="*/ 568049 h 1000164"/>
                <a:gd name="connsiteX41" fmla="*/ 752237 w 928803"/>
                <a:gd name="connsiteY41" fmla="*/ 568049 h 1000164"/>
                <a:gd name="connsiteX42" fmla="*/ 752237 w 928803"/>
                <a:gd name="connsiteY42" fmla="*/ 593210 h 1000164"/>
                <a:gd name="connsiteX0" fmla="*/ 527855 w 928803"/>
                <a:gd name="connsiteY0" fmla="*/ 957582 h 957582"/>
                <a:gd name="connsiteX1" fmla="*/ 357432 w 928803"/>
                <a:gd name="connsiteY1" fmla="*/ 702036 h 957582"/>
                <a:gd name="connsiteX2" fmla="*/ 103286 w 928803"/>
                <a:gd name="connsiteY2" fmla="*/ 702036 h 957582"/>
                <a:gd name="connsiteX3" fmla="*/ 0 w 928803"/>
                <a:gd name="connsiteY3" fmla="*/ 598750 h 957582"/>
                <a:gd name="connsiteX4" fmla="*/ 0 w 928803"/>
                <a:gd name="connsiteY4" fmla="*/ 117330 h 957582"/>
                <a:gd name="connsiteX5" fmla="*/ 103286 w 928803"/>
                <a:gd name="connsiteY5" fmla="*/ 14044 h 957582"/>
                <a:gd name="connsiteX6" fmla="*/ 787777 w 928803"/>
                <a:gd name="connsiteY6" fmla="*/ 14044 h 957582"/>
                <a:gd name="connsiteX7" fmla="*/ 823263 w 928803"/>
                <a:gd name="connsiteY7" fmla="*/ 13526 h 957582"/>
                <a:gd name="connsiteX8" fmla="*/ 928803 w 928803"/>
                <a:gd name="connsiteY8" fmla="*/ 11301 h 957582"/>
                <a:gd name="connsiteX9" fmla="*/ 906820 w 928803"/>
                <a:gd name="connsiteY9" fmla="*/ 116135 h 957582"/>
                <a:gd name="connsiteX10" fmla="*/ 906819 w 928803"/>
                <a:gd name="connsiteY10" fmla="*/ 598750 h 957582"/>
                <a:gd name="connsiteX11" fmla="*/ 803533 w 928803"/>
                <a:gd name="connsiteY11" fmla="*/ 702036 h 957582"/>
                <a:gd name="connsiteX12" fmla="*/ 540940 w 928803"/>
                <a:gd name="connsiteY12" fmla="*/ 702036 h 957582"/>
                <a:gd name="connsiteX13" fmla="*/ 540940 w 928803"/>
                <a:gd name="connsiteY13" fmla="*/ 670525 h 957582"/>
                <a:gd name="connsiteX14" fmla="*/ 803533 w 928803"/>
                <a:gd name="connsiteY14" fmla="*/ 670525 h 957582"/>
                <a:gd name="connsiteX15" fmla="*/ 875308 w 928803"/>
                <a:gd name="connsiteY15" fmla="*/ 598750 h 957582"/>
                <a:gd name="connsiteX16" fmla="*/ 875308 w 928803"/>
                <a:gd name="connsiteY16" fmla="*/ 117330 h 957582"/>
                <a:gd name="connsiteX17" fmla="*/ 803533 w 928803"/>
                <a:gd name="connsiteY17" fmla="*/ 45555 h 957582"/>
                <a:gd name="connsiteX18" fmla="*/ 103286 w 928803"/>
                <a:gd name="connsiteY18" fmla="*/ 45555 h 957582"/>
                <a:gd name="connsiteX19" fmla="*/ 31511 w 928803"/>
                <a:gd name="connsiteY19" fmla="*/ 117330 h 957582"/>
                <a:gd name="connsiteX20" fmla="*/ 31511 w 928803"/>
                <a:gd name="connsiteY20" fmla="*/ 598750 h 957582"/>
                <a:gd name="connsiteX21" fmla="*/ 103286 w 928803"/>
                <a:gd name="connsiteY21" fmla="*/ 670525 h 957582"/>
                <a:gd name="connsiteX22" fmla="*/ 365879 w 928803"/>
                <a:gd name="connsiteY22" fmla="*/ 670525 h 957582"/>
                <a:gd name="connsiteX23" fmla="*/ 378965 w 928803"/>
                <a:gd name="connsiteY23" fmla="*/ 677571 h 957582"/>
                <a:gd name="connsiteX24" fmla="*/ 554026 w 928803"/>
                <a:gd name="connsiteY24" fmla="*/ 940164 h 957582"/>
                <a:gd name="connsiteX25" fmla="*/ 527855 w 928803"/>
                <a:gd name="connsiteY25" fmla="*/ 957582 h 957582"/>
                <a:gd name="connsiteX26" fmla="*/ 894632 w 928803"/>
                <a:gd name="connsiteY26" fmla="*/ 6119 h 957582"/>
                <a:gd name="connsiteX27" fmla="*/ 891064 w 928803"/>
                <a:gd name="connsiteY27" fmla="*/ 62579 h 957582"/>
                <a:gd name="connsiteX28" fmla="*/ 891064 w 928803"/>
                <a:gd name="connsiteY28" fmla="*/ 57809 h 957582"/>
                <a:gd name="connsiteX29" fmla="*/ 893447 w 928803"/>
                <a:gd name="connsiteY29" fmla="*/ 68878 h 957582"/>
                <a:gd name="connsiteX30" fmla="*/ 897107 w 928803"/>
                <a:gd name="connsiteY30" fmla="*/ 76597 h 957582"/>
                <a:gd name="connsiteX31" fmla="*/ 902924 w 928803"/>
                <a:gd name="connsiteY31" fmla="*/ 89320 h 957582"/>
                <a:gd name="connsiteX32" fmla="*/ 894632 w 928803"/>
                <a:gd name="connsiteY32" fmla="*/ 6119 h 957582"/>
                <a:gd name="connsiteX33" fmla="*/ 749062 w 928803"/>
                <a:gd name="connsiteY33" fmla="*/ 427924 h 957582"/>
                <a:gd name="connsiteX34" fmla="*/ 183039 w 928803"/>
                <a:gd name="connsiteY34" fmla="*/ 427924 h 957582"/>
                <a:gd name="connsiteX35" fmla="*/ 183040 w 928803"/>
                <a:gd name="connsiteY35" fmla="*/ 405939 h 957582"/>
                <a:gd name="connsiteX36" fmla="*/ 750892 w 928803"/>
                <a:gd name="connsiteY36" fmla="*/ 406422 h 957582"/>
                <a:gd name="connsiteX37" fmla="*/ 749062 w 928803"/>
                <a:gd name="connsiteY37" fmla="*/ 427924 h 957582"/>
                <a:gd name="connsiteX38" fmla="*/ 752237 w 928803"/>
                <a:gd name="connsiteY38" fmla="*/ 550628 h 957582"/>
                <a:gd name="connsiteX39" fmla="*/ 176689 w 928803"/>
                <a:gd name="connsiteY39" fmla="*/ 550628 h 957582"/>
                <a:gd name="connsiteX40" fmla="*/ 176689 w 928803"/>
                <a:gd name="connsiteY40" fmla="*/ 525467 h 957582"/>
                <a:gd name="connsiteX41" fmla="*/ 752237 w 928803"/>
                <a:gd name="connsiteY41" fmla="*/ 525467 h 957582"/>
                <a:gd name="connsiteX42" fmla="*/ 752237 w 928803"/>
                <a:gd name="connsiteY42" fmla="*/ 550628 h 957582"/>
                <a:gd name="connsiteX0" fmla="*/ 527855 w 928803"/>
                <a:gd name="connsiteY0" fmla="*/ 955325 h 955325"/>
                <a:gd name="connsiteX1" fmla="*/ 357432 w 928803"/>
                <a:gd name="connsiteY1" fmla="*/ 699779 h 955325"/>
                <a:gd name="connsiteX2" fmla="*/ 103286 w 928803"/>
                <a:gd name="connsiteY2" fmla="*/ 699779 h 955325"/>
                <a:gd name="connsiteX3" fmla="*/ 0 w 928803"/>
                <a:gd name="connsiteY3" fmla="*/ 596493 h 955325"/>
                <a:gd name="connsiteX4" fmla="*/ 0 w 928803"/>
                <a:gd name="connsiteY4" fmla="*/ 115073 h 955325"/>
                <a:gd name="connsiteX5" fmla="*/ 103286 w 928803"/>
                <a:gd name="connsiteY5" fmla="*/ 11787 h 955325"/>
                <a:gd name="connsiteX6" fmla="*/ 787777 w 928803"/>
                <a:gd name="connsiteY6" fmla="*/ 11787 h 955325"/>
                <a:gd name="connsiteX7" fmla="*/ 823263 w 928803"/>
                <a:gd name="connsiteY7" fmla="*/ 11269 h 955325"/>
                <a:gd name="connsiteX8" fmla="*/ 928803 w 928803"/>
                <a:gd name="connsiteY8" fmla="*/ 9044 h 955325"/>
                <a:gd name="connsiteX9" fmla="*/ 906820 w 928803"/>
                <a:gd name="connsiteY9" fmla="*/ 113878 h 955325"/>
                <a:gd name="connsiteX10" fmla="*/ 906819 w 928803"/>
                <a:gd name="connsiteY10" fmla="*/ 596493 h 955325"/>
                <a:gd name="connsiteX11" fmla="*/ 803533 w 928803"/>
                <a:gd name="connsiteY11" fmla="*/ 699779 h 955325"/>
                <a:gd name="connsiteX12" fmla="*/ 540940 w 928803"/>
                <a:gd name="connsiteY12" fmla="*/ 699779 h 955325"/>
                <a:gd name="connsiteX13" fmla="*/ 540940 w 928803"/>
                <a:gd name="connsiteY13" fmla="*/ 668268 h 955325"/>
                <a:gd name="connsiteX14" fmla="*/ 803533 w 928803"/>
                <a:gd name="connsiteY14" fmla="*/ 668268 h 955325"/>
                <a:gd name="connsiteX15" fmla="*/ 875308 w 928803"/>
                <a:gd name="connsiteY15" fmla="*/ 596493 h 955325"/>
                <a:gd name="connsiteX16" fmla="*/ 875308 w 928803"/>
                <a:gd name="connsiteY16" fmla="*/ 115073 h 955325"/>
                <a:gd name="connsiteX17" fmla="*/ 803533 w 928803"/>
                <a:gd name="connsiteY17" fmla="*/ 43298 h 955325"/>
                <a:gd name="connsiteX18" fmla="*/ 103286 w 928803"/>
                <a:gd name="connsiteY18" fmla="*/ 43298 h 955325"/>
                <a:gd name="connsiteX19" fmla="*/ 31511 w 928803"/>
                <a:gd name="connsiteY19" fmla="*/ 115073 h 955325"/>
                <a:gd name="connsiteX20" fmla="*/ 31511 w 928803"/>
                <a:gd name="connsiteY20" fmla="*/ 596493 h 955325"/>
                <a:gd name="connsiteX21" fmla="*/ 103286 w 928803"/>
                <a:gd name="connsiteY21" fmla="*/ 668268 h 955325"/>
                <a:gd name="connsiteX22" fmla="*/ 365879 w 928803"/>
                <a:gd name="connsiteY22" fmla="*/ 668268 h 955325"/>
                <a:gd name="connsiteX23" fmla="*/ 378965 w 928803"/>
                <a:gd name="connsiteY23" fmla="*/ 675314 h 955325"/>
                <a:gd name="connsiteX24" fmla="*/ 554026 w 928803"/>
                <a:gd name="connsiteY24" fmla="*/ 937907 h 955325"/>
                <a:gd name="connsiteX25" fmla="*/ 527855 w 928803"/>
                <a:gd name="connsiteY25" fmla="*/ 955325 h 955325"/>
                <a:gd name="connsiteX26" fmla="*/ 894632 w 928803"/>
                <a:gd name="connsiteY26" fmla="*/ 3862 h 955325"/>
                <a:gd name="connsiteX27" fmla="*/ 891064 w 928803"/>
                <a:gd name="connsiteY27" fmla="*/ 60322 h 955325"/>
                <a:gd name="connsiteX28" fmla="*/ 891064 w 928803"/>
                <a:gd name="connsiteY28" fmla="*/ 55552 h 955325"/>
                <a:gd name="connsiteX29" fmla="*/ 893447 w 928803"/>
                <a:gd name="connsiteY29" fmla="*/ 66621 h 955325"/>
                <a:gd name="connsiteX30" fmla="*/ 897107 w 928803"/>
                <a:gd name="connsiteY30" fmla="*/ 74340 h 955325"/>
                <a:gd name="connsiteX31" fmla="*/ 902924 w 928803"/>
                <a:gd name="connsiteY31" fmla="*/ 87063 h 955325"/>
                <a:gd name="connsiteX32" fmla="*/ 894632 w 928803"/>
                <a:gd name="connsiteY32" fmla="*/ 3862 h 955325"/>
                <a:gd name="connsiteX33" fmla="*/ 749062 w 928803"/>
                <a:gd name="connsiteY33" fmla="*/ 425667 h 955325"/>
                <a:gd name="connsiteX34" fmla="*/ 183039 w 928803"/>
                <a:gd name="connsiteY34" fmla="*/ 425667 h 955325"/>
                <a:gd name="connsiteX35" fmla="*/ 183040 w 928803"/>
                <a:gd name="connsiteY35" fmla="*/ 403682 h 955325"/>
                <a:gd name="connsiteX36" fmla="*/ 750892 w 928803"/>
                <a:gd name="connsiteY36" fmla="*/ 404165 h 955325"/>
                <a:gd name="connsiteX37" fmla="*/ 749062 w 928803"/>
                <a:gd name="connsiteY37" fmla="*/ 425667 h 955325"/>
                <a:gd name="connsiteX38" fmla="*/ 752237 w 928803"/>
                <a:gd name="connsiteY38" fmla="*/ 548371 h 955325"/>
                <a:gd name="connsiteX39" fmla="*/ 176689 w 928803"/>
                <a:gd name="connsiteY39" fmla="*/ 548371 h 955325"/>
                <a:gd name="connsiteX40" fmla="*/ 176689 w 928803"/>
                <a:gd name="connsiteY40" fmla="*/ 523210 h 955325"/>
                <a:gd name="connsiteX41" fmla="*/ 752237 w 928803"/>
                <a:gd name="connsiteY41" fmla="*/ 523210 h 955325"/>
                <a:gd name="connsiteX42" fmla="*/ 752237 w 928803"/>
                <a:gd name="connsiteY42" fmla="*/ 548371 h 955325"/>
                <a:gd name="connsiteX0" fmla="*/ 527855 w 928803"/>
                <a:gd name="connsiteY0" fmla="*/ 955325 h 955325"/>
                <a:gd name="connsiteX1" fmla="*/ 357432 w 928803"/>
                <a:gd name="connsiteY1" fmla="*/ 699779 h 955325"/>
                <a:gd name="connsiteX2" fmla="*/ 103286 w 928803"/>
                <a:gd name="connsiteY2" fmla="*/ 699779 h 955325"/>
                <a:gd name="connsiteX3" fmla="*/ 0 w 928803"/>
                <a:gd name="connsiteY3" fmla="*/ 596493 h 955325"/>
                <a:gd name="connsiteX4" fmla="*/ 0 w 928803"/>
                <a:gd name="connsiteY4" fmla="*/ 115073 h 955325"/>
                <a:gd name="connsiteX5" fmla="*/ 103286 w 928803"/>
                <a:gd name="connsiteY5" fmla="*/ 11787 h 955325"/>
                <a:gd name="connsiteX6" fmla="*/ 787777 w 928803"/>
                <a:gd name="connsiteY6" fmla="*/ 11787 h 955325"/>
                <a:gd name="connsiteX7" fmla="*/ 823263 w 928803"/>
                <a:gd name="connsiteY7" fmla="*/ 11269 h 955325"/>
                <a:gd name="connsiteX8" fmla="*/ 928803 w 928803"/>
                <a:gd name="connsiteY8" fmla="*/ 9044 h 955325"/>
                <a:gd name="connsiteX9" fmla="*/ 906820 w 928803"/>
                <a:gd name="connsiteY9" fmla="*/ 113878 h 955325"/>
                <a:gd name="connsiteX10" fmla="*/ 906819 w 928803"/>
                <a:gd name="connsiteY10" fmla="*/ 596493 h 955325"/>
                <a:gd name="connsiteX11" fmla="*/ 803533 w 928803"/>
                <a:gd name="connsiteY11" fmla="*/ 699779 h 955325"/>
                <a:gd name="connsiteX12" fmla="*/ 540940 w 928803"/>
                <a:gd name="connsiteY12" fmla="*/ 699779 h 955325"/>
                <a:gd name="connsiteX13" fmla="*/ 540940 w 928803"/>
                <a:gd name="connsiteY13" fmla="*/ 668268 h 955325"/>
                <a:gd name="connsiteX14" fmla="*/ 803533 w 928803"/>
                <a:gd name="connsiteY14" fmla="*/ 668268 h 955325"/>
                <a:gd name="connsiteX15" fmla="*/ 875308 w 928803"/>
                <a:gd name="connsiteY15" fmla="*/ 596493 h 955325"/>
                <a:gd name="connsiteX16" fmla="*/ 875308 w 928803"/>
                <a:gd name="connsiteY16" fmla="*/ 115073 h 955325"/>
                <a:gd name="connsiteX17" fmla="*/ 803533 w 928803"/>
                <a:gd name="connsiteY17" fmla="*/ 43298 h 955325"/>
                <a:gd name="connsiteX18" fmla="*/ 103286 w 928803"/>
                <a:gd name="connsiteY18" fmla="*/ 43298 h 955325"/>
                <a:gd name="connsiteX19" fmla="*/ 31511 w 928803"/>
                <a:gd name="connsiteY19" fmla="*/ 115073 h 955325"/>
                <a:gd name="connsiteX20" fmla="*/ 31511 w 928803"/>
                <a:gd name="connsiteY20" fmla="*/ 596493 h 955325"/>
                <a:gd name="connsiteX21" fmla="*/ 103286 w 928803"/>
                <a:gd name="connsiteY21" fmla="*/ 668268 h 955325"/>
                <a:gd name="connsiteX22" fmla="*/ 365879 w 928803"/>
                <a:gd name="connsiteY22" fmla="*/ 668268 h 955325"/>
                <a:gd name="connsiteX23" fmla="*/ 378965 w 928803"/>
                <a:gd name="connsiteY23" fmla="*/ 675314 h 955325"/>
                <a:gd name="connsiteX24" fmla="*/ 554026 w 928803"/>
                <a:gd name="connsiteY24" fmla="*/ 937907 h 955325"/>
                <a:gd name="connsiteX25" fmla="*/ 527855 w 928803"/>
                <a:gd name="connsiteY25" fmla="*/ 955325 h 955325"/>
                <a:gd name="connsiteX26" fmla="*/ 894632 w 928803"/>
                <a:gd name="connsiteY26" fmla="*/ 3862 h 955325"/>
                <a:gd name="connsiteX27" fmla="*/ 891064 w 928803"/>
                <a:gd name="connsiteY27" fmla="*/ 60322 h 955325"/>
                <a:gd name="connsiteX28" fmla="*/ 893447 w 928803"/>
                <a:gd name="connsiteY28" fmla="*/ 66621 h 955325"/>
                <a:gd name="connsiteX29" fmla="*/ 897107 w 928803"/>
                <a:gd name="connsiteY29" fmla="*/ 74340 h 955325"/>
                <a:gd name="connsiteX30" fmla="*/ 902924 w 928803"/>
                <a:gd name="connsiteY30" fmla="*/ 87063 h 955325"/>
                <a:gd name="connsiteX31" fmla="*/ 894632 w 928803"/>
                <a:gd name="connsiteY31" fmla="*/ 3862 h 955325"/>
                <a:gd name="connsiteX32" fmla="*/ 749062 w 928803"/>
                <a:gd name="connsiteY32" fmla="*/ 425667 h 955325"/>
                <a:gd name="connsiteX33" fmla="*/ 183039 w 928803"/>
                <a:gd name="connsiteY33" fmla="*/ 425667 h 955325"/>
                <a:gd name="connsiteX34" fmla="*/ 183040 w 928803"/>
                <a:gd name="connsiteY34" fmla="*/ 403682 h 955325"/>
                <a:gd name="connsiteX35" fmla="*/ 750892 w 928803"/>
                <a:gd name="connsiteY35" fmla="*/ 404165 h 955325"/>
                <a:gd name="connsiteX36" fmla="*/ 749062 w 928803"/>
                <a:gd name="connsiteY36" fmla="*/ 425667 h 955325"/>
                <a:gd name="connsiteX37" fmla="*/ 752237 w 928803"/>
                <a:gd name="connsiteY37" fmla="*/ 548371 h 955325"/>
                <a:gd name="connsiteX38" fmla="*/ 176689 w 928803"/>
                <a:gd name="connsiteY38" fmla="*/ 548371 h 955325"/>
                <a:gd name="connsiteX39" fmla="*/ 176689 w 928803"/>
                <a:gd name="connsiteY39" fmla="*/ 523210 h 955325"/>
                <a:gd name="connsiteX40" fmla="*/ 752237 w 928803"/>
                <a:gd name="connsiteY40" fmla="*/ 523210 h 955325"/>
                <a:gd name="connsiteX41" fmla="*/ 752237 w 928803"/>
                <a:gd name="connsiteY41" fmla="*/ 548371 h 955325"/>
                <a:gd name="connsiteX0" fmla="*/ 527855 w 928803"/>
                <a:gd name="connsiteY0" fmla="*/ 955325 h 955325"/>
                <a:gd name="connsiteX1" fmla="*/ 357432 w 928803"/>
                <a:gd name="connsiteY1" fmla="*/ 699779 h 955325"/>
                <a:gd name="connsiteX2" fmla="*/ 103286 w 928803"/>
                <a:gd name="connsiteY2" fmla="*/ 699779 h 955325"/>
                <a:gd name="connsiteX3" fmla="*/ 0 w 928803"/>
                <a:gd name="connsiteY3" fmla="*/ 596493 h 955325"/>
                <a:gd name="connsiteX4" fmla="*/ 0 w 928803"/>
                <a:gd name="connsiteY4" fmla="*/ 115073 h 955325"/>
                <a:gd name="connsiteX5" fmla="*/ 103286 w 928803"/>
                <a:gd name="connsiteY5" fmla="*/ 11787 h 955325"/>
                <a:gd name="connsiteX6" fmla="*/ 787777 w 928803"/>
                <a:gd name="connsiteY6" fmla="*/ 11787 h 955325"/>
                <a:gd name="connsiteX7" fmla="*/ 823263 w 928803"/>
                <a:gd name="connsiteY7" fmla="*/ 11269 h 955325"/>
                <a:gd name="connsiteX8" fmla="*/ 928803 w 928803"/>
                <a:gd name="connsiteY8" fmla="*/ 9044 h 955325"/>
                <a:gd name="connsiteX9" fmla="*/ 906820 w 928803"/>
                <a:gd name="connsiteY9" fmla="*/ 113878 h 955325"/>
                <a:gd name="connsiteX10" fmla="*/ 906819 w 928803"/>
                <a:gd name="connsiteY10" fmla="*/ 596493 h 955325"/>
                <a:gd name="connsiteX11" fmla="*/ 803533 w 928803"/>
                <a:gd name="connsiteY11" fmla="*/ 699779 h 955325"/>
                <a:gd name="connsiteX12" fmla="*/ 540940 w 928803"/>
                <a:gd name="connsiteY12" fmla="*/ 699779 h 955325"/>
                <a:gd name="connsiteX13" fmla="*/ 540940 w 928803"/>
                <a:gd name="connsiteY13" fmla="*/ 668268 h 955325"/>
                <a:gd name="connsiteX14" fmla="*/ 803533 w 928803"/>
                <a:gd name="connsiteY14" fmla="*/ 668268 h 955325"/>
                <a:gd name="connsiteX15" fmla="*/ 875308 w 928803"/>
                <a:gd name="connsiteY15" fmla="*/ 596493 h 955325"/>
                <a:gd name="connsiteX16" fmla="*/ 875308 w 928803"/>
                <a:gd name="connsiteY16" fmla="*/ 115073 h 955325"/>
                <a:gd name="connsiteX17" fmla="*/ 803533 w 928803"/>
                <a:gd name="connsiteY17" fmla="*/ 43298 h 955325"/>
                <a:gd name="connsiteX18" fmla="*/ 103286 w 928803"/>
                <a:gd name="connsiteY18" fmla="*/ 43298 h 955325"/>
                <a:gd name="connsiteX19" fmla="*/ 31511 w 928803"/>
                <a:gd name="connsiteY19" fmla="*/ 115073 h 955325"/>
                <a:gd name="connsiteX20" fmla="*/ 31511 w 928803"/>
                <a:gd name="connsiteY20" fmla="*/ 596493 h 955325"/>
                <a:gd name="connsiteX21" fmla="*/ 103286 w 928803"/>
                <a:gd name="connsiteY21" fmla="*/ 668268 h 955325"/>
                <a:gd name="connsiteX22" fmla="*/ 365879 w 928803"/>
                <a:gd name="connsiteY22" fmla="*/ 668268 h 955325"/>
                <a:gd name="connsiteX23" fmla="*/ 378965 w 928803"/>
                <a:gd name="connsiteY23" fmla="*/ 675314 h 955325"/>
                <a:gd name="connsiteX24" fmla="*/ 554026 w 928803"/>
                <a:gd name="connsiteY24" fmla="*/ 937907 h 955325"/>
                <a:gd name="connsiteX25" fmla="*/ 527855 w 928803"/>
                <a:gd name="connsiteY25" fmla="*/ 955325 h 955325"/>
                <a:gd name="connsiteX26" fmla="*/ 894632 w 928803"/>
                <a:gd name="connsiteY26" fmla="*/ 3862 h 955325"/>
                <a:gd name="connsiteX27" fmla="*/ 893447 w 928803"/>
                <a:gd name="connsiteY27" fmla="*/ 66621 h 955325"/>
                <a:gd name="connsiteX28" fmla="*/ 897107 w 928803"/>
                <a:gd name="connsiteY28" fmla="*/ 74340 h 955325"/>
                <a:gd name="connsiteX29" fmla="*/ 902924 w 928803"/>
                <a:gd name="connsiteY29" fmla="*/ 87063 h 955325"/>
                <a:gd name="connsiteX30" fmla="*/ 894632 w 928803"/>
                <a:gd name="connsiteY30" fmla="*/ 3862 h 955325"/>
                <a:gd name="connsiteX31" fmla="*/ 749062 w 928803"/>
                <a:gd name="connsiteY31" fmla="*/ 425667 h 955325"/>
                <a:gd name="connsiteX32" fmla="*/ 183039 w 928803"/>
                <a:gd name="connsiteY32" fmla="*/ 425667 h 955325"/>
                <a:gd name="connsiteX33" fmla="*/ 183040 w 928803"/>
                <a:gd name="connsiteY33" fmla="*/ 403682 h 955325"/>
                <a:gd name="connsiteX34" fmla="*/ 750892 w 928803"/>
                <a:gd name="connsiteY34" fmla="*/ 404165 h 955325"/>
                <a:gd name="connsiteX35" fmla="*/ 749062 w 928803"/>
                <a:gd name="connsiteY35" fmla="*/ 425667 h 955325"/>
                <a:gd name="connsiteX36" fmla="*/ 752237 w 928803"/>
                <a:gd name="connsiteY36" fmla="*/ 548371 h 955325"/>
                <a:gd name="connsiteX37" fmla="*/ 176689 w 928803"/>
                <a:gd name="connsiteY37" fmla="*/ 548371 h 955325"/>
                <a:gd name="connsiteX38" fmla="*/ 176689 w 928803"/>
                <a:gd name="connsiteY38" fmla="*/ 523210 h 955325"/>
                <a:gd name="connsiteX39" fmla="*/ 752237 w 928803"/>
                <a:gd name="connsiteY39" fmla="*/ 523210 h 955325"/>
                <a:gd name="connsiteX40" fmla="*/ 752237 w 928803"/>
                <a:gd name="connsiteY40" fmla="*/ 548371 h 955325"/>
                <a:gd name="connsiteX0" fmla="*/ 527855 w 928803"/>
                <a:gd name="connsiteY0" fmla="*/ 955325 h 955325"/>
                <a:gd name="connsiteX1" fmla="*/ 357432 w 928803"/>
                <a:gd name="connsiteY1" fmla="*/ 699779 h 955325"/>
                <a:gd name="connsiteX2" fmla="*/ 103286 w 928803"/>
                <a:gd name="connsiteY2" fmla="*/ 699779 h 955325"/>
                <a:gd name="connsiteX3" fmla="*/ 0 w 928803"/>
                <a:gd name="connsiteY3" fmla="*/ 596493 h 955325"/>
                <a:gd name="connsiteX4" fmla="*/ 0 w 928803"/>
                <a:gd name="connsiteY4" fmla="*/ 115073 h 955325"/>
                <a:gd name="connsiteX5" fmla="*/ 103286 w 928803"/>
                <a:gd name="connsiteY5" fmla="*/ 11787 h 955325"/>
                <a:gd name="connsiteX6" fmla="*/ 787777 w 928803"/>
                <a:gd name="connsiteY6" fmla="*/ 11787 h 955325"/>
                <a:gd name="connsiteX7" fmla="*/ 823263 w 928803"/>
                <a:gd name="connsiteY7" fmla="*/ 11269 h 955325"/>
                <a:gd name="connsiteX8" fmla="*/ 928803 w 928803"/>
                <a:gd name="connsiteY8" fmla="*/ 9044 h 955325"/>
                <a:gd name="connsiteX9" fmla="*/ 906820 w 928803"/>
                <a:gd name="connsiteY9" fmla="*/ 113878 h 955325"/>
                <a:gd name="connsiteX10" fmla="*/ 906819 w 928803"/>
                <a:gd name="connsiteY10" fmla="*/ 596493 h 955325"/>
                <a:gd name="connsiteX11" fmla="*/ 803533 w 928803"/>
                <a:gd name="connsiteY11" fmla="*/ 699779 h 955325"/>
                <a:gd name="connsiteX12" fmla="*/ 540940 w 928803"/>
                <a:gd name="connsiteY12" fmla="*/ 699779 h 955325"/>
                <a:gd name="connsiteX13" fmla="*/ 540940 w 928803"/>
                <a:gd name="connsiteY13" fmla="*/ 668268 h 955325"/>
                <a:gd name="connsiteX14" fmla="*/ 803533 w 928803"/>
                <a:gd name="connsiteY14" fmla="*/ 668268 h 955325"/>
                <a:gd name="connsiteX15" fmla="*/ 875308 w 928803"/>
                <a:gd name="connsiteY15" fmla="*/ 596493 h 955325"/>
                <a:gd name="connsiteX16" fmla="*/ 875308 w 928803"/>
                <a:gd name="connsiteY16" fmla="*/ 115073 h 955325"/>
                <a:gd name="connsiteX17" fmla="*/ 803533 w 928803"/>
                <a:gd name="connsiteY17" fmla="*/ 43298 h 955325"/>
                <a:gd name="connsiteX18" fmla="*/ 103286 w 928803"/>
                <a:gd name="connsiteY18" fmla="*/ 43298 h 955325"/>
                <a:gd name="connsiteX19" fmla="*/ 31511 w 928803"/>
                <a:gd name="connsiteY19" fmla="*/ 115073 h 955325"/>
                <a:gd name="connsiteX20" fmla="*/ 31511 w 928803"/>
                <a:gd name="connsiteY20" fmla="*/ 596493 h 955325"/>
                <a:gd name="connsiteX21" fmla="*/ 103286 w 928803"/>
                <a:gd name="connsiteY21" fmla="*/ 668268 h 955325"/>
                <a:gd name="connsiteX22" fmla="*/ 365879 w 928803"/>
                <a:gd name="connsiteY22" fmla="*/ 668268 h 955325"/>
                <a:gd name="connsiteX23" fmla="*/ 378965 w 928803"/>
                <a:gd name="connsiteY23" fmla="*/ 675314 h 955325"/>
                <a:gd name="connsiteX24" fmla="*/ 554026 w 928803"/>
                <a:gd name="connsiteY24" fmla="*/ 937907 h 955325"/>
                <a:gd name="connsiteX25" fmla="*/ 527855 w 928803"/>
                <a:gd name="connsiteY25" fmla="*/ 955325 h 955325"/>
                <a:gd name="connsiteX26" fmla="*/ 894632 w 928803"/>
                <a:gd name="connsiteY26" fmla="*/ 3862 h 955325"/>
                <a:gd name="connsiteX27" fmla="*/ 897107 w 928803"/>
                <a:gd name="connsiteY27" fmla="*/ 74340 h 955325"/>
                <a:gd name="connsiteX28" fmla="*/ 902924 w 928803"/>
                <a:gd name="connsiteY28" fmla="*/ 87063 h 955325"/>
                <a:gd name="connsiteX29" fmla="*/ 894632 w 928803"/>
                <a:gd name="connsiteY29" fmla="*/ 3862 h 955325"/>
                <a:gd name="connsiteX30" fmla="*/ 749062 w 928803"/>
                <a:gd name="connsiteY30" fmla="*/ 425667 h 955325"/>
                <a:gd name="connsiteX31" fmla="*/ 183039 w 928803"/>
                <a:gd name="connsiteY31" fmla="*/ 425667 h 955325"/>
                <a:gd name="connsiteX32" fmla="*/ 183040 w 928803"/>
                <a:gd name="connsiteY32" fmla="*/ 403682 h 955325"/>
                <a:gd name="connsiteX33" fmla="*/ 750892 w 928803"/>
                <a:gd name="connsiteY33" fmla="*/ 404165 h 955325"/>
                <a:gd name="connsiteX34" fmla="*/ 749062 w 928803"/>
                <a:gd name="connsiteY34" fmla="*/ 425667 h 955325"/>
                <a:gd name="connsiteX35" fmla="*/ 752237 w 928803"/>
                <a:gd name="connsiteY35" fmla="*/ 548371 h 955325"/>
                <a:gd name="connsiteX36" fmla="*/ 176689 w 928803"/>
                <a:gd name="connsiteY36" fmla="*/ 548371 h 955325"/>
                <a:gd name="connsiteX37" fmla="*/ 176689 w 928803"/>
                <a:gd name="connsiteY37" fmla="*/ 523210 h 955325"/>
                <a:gd name="connsiteX38" fmla="*/ 752237 w 928803"/>
                <a:gd name="connsiteY38" fmla="*/ 523210 h 955325"/>
                <a:gd name="connsiteX39" fmla="*/ 752237 w 928803"/>
                <a:gd name="connsiteY39" fmla="*/ 548371 h 955325"/>
                <a:gd name="connsiteX0" fmla="*/ 527855 w 928803"/>
                <a:gd name="connsiteY0" fmla="*/ 955325 h 955325"/>
                <a:gd name="connsiteX1" fmla="*/ 357432 w 928803"/>
                <a:gd name="connsiteY1" fmla="*/ 699779 h 955325"/>
                <a:gd name="connsiteX2" fmla="*/ 103286 w 928803"/>
                <a:gd name="connsiteY2" fmla="*/ 699779 h 955325"/>
                <a:gd name="connsiteX3" fmla="*/ 0 w 928803"/>
                <a:gd name="connsiteY3" fmla="*/ 596493 h 955325"/>
                <a:gd name="connsiteX4" fmla="*/ 0 w 928803"/>
                <a:gd name="connsiteY4" fmla="*/ 115073 h 955325"/>
                <a:gd name="connsiteX5" fmla="*/ 103286 w 928803"/>
                <a:gd name="connsiteY5" fmla="*/ 11787 h 955325"/>
                <a:gd name="connsiteX6" fmla="*/ 787777 w 928803"/>
                <a:gd name="connsiteY6" fmla="*/ 11787 h 955325"/>
                <a:gd name="connsiteX7" fmla="*/ 823263 w 928803"/>
                <a:gd name="connsiteY7" fmla="*/ 11269 h 955325"/>
                <a:gd name="connsiteX8" fmla="*/ 928803 w 928803"/>
                <a:gd name="connsiteY8" fmla="*/ 9044 h 955325"/>
                <a:gd name="connsiteX9" fmla="*/ 906820 w 928803"/>
                <a:gd name="connsiteY9" fmla="*/ 113878 h 955325"/>
                <a:gd name="connsiteX10" fmla="*/ 906819 w 928803"/>
                <a:gd name="connsiteY10" fmla="*/ 596493 h 955325"/>
                <a:gd name="connsiteX11" fmla="*/ 803533 w 928803"/>
                <a:gd name="connsiteY11" fmla="*/ 699779 h 955325"/>
                <a:gd name="connsiteX12" fmla="*/ 540940 w 928803"/>
                <a:gd name="connsiteY12" fmla="*/ 699779 h 955325"/>
                <a:gd name="connsiteX13" fmla="*/ 540940 w 928803"/>
                <a:gd name="connsiteY13" fmla="*/ 668268 h 955325"/>
                <a:gd name="connsiteX14" fmla="*/ 803533 w 928803"/>
                <a:gd name="connsiteY14" fmla="*/ 668268 h 955325"/>
                <a:gd name="connsiteX15" fmla="*/ 875308 w 928803"/>
                <a:gd name="connsiteY15" fmla="*/ 596493 h 955325"/>
                <a:gd name="connsiteX16" fmla="*/ 875308 w 928803"/>
                <a:gd name="connsiteY16" fmla="*/ 115073 h 955325"/>
                <a:gd name="connsiteX17" fmla="*/ 803533 w 928803"/>
                <a:gd name="connsiteY17" fmla="*/ 43298 h 955325"/>
                <a:gd name="connsiteX18" fmla="*/ 103286 w 928803"/>
                <a:gd name="connsiteY18" fmla="*/ 43298 h 955325"/>
                <a:gd name="connsiteX19" fmla="*/ 31511 w 928803"/>
                <a:gd name="connsiteY19" fmla="*/ 115073 h 955325"/>
                <a:gd name="connsiteX20" fmla="*/ 31511 w 928803"/>
                <a:gd name="connsiteY20" fmla="*/ 596493 h 955325"/>
                <a:gd name="connsiteX21" fmla="*/ 103286 w 928803"/>
                <a:gd name="connsiteY21" fmla="*/ 668268 h 955325"/>
                <a:gd name="connsiteX22" fmla="*/ 365879 w 928803"/>
                <a:gd name="connsiteY22" fmla="*/ 668268 h 955325"/>
                <a:gd name="connsiteX23" fmla="*/ 378965 w 928803"/>
                <a:gd name="connsiteY23" fmla="*/ 675314 h 955325"/>
                <a:gd name="connsiteX24" fmla="*/ 554026 w 928803"/>
                <a:gd name="connsiteY24" fmla="*/ 937907 h 955325"/>
                <a:gd name="connsiteX25" fmla="*/ 527855 w 928803"/>
                <a:gd name="connsiteY25" fmla="*/ 955325 h 955325"/>
                <a:gd name="connsiteX26" fmla="*/ 894632 w 928803"/>
                <a:gd name="connsiteY26" fmla="*/ 3862 h 955325"/>
                <a:gd name="connsiteX27" fmla="*/ 902924 w 928803"/>
                <a:gd name="connsiteY27" fmla="*/ 87063 h 955325"/>
                <a:gd name="connsiteX28" fmla="*/ 894632 w 928803"/>
                <a:gd name="connsiteY28" fmla="*/ 3862 h 955325"/>
                <a:gd name="connsiteX29" fmla="*/ 749062 w 928803"/>
                <a:gd name="connsiteY29" fmla="*/ 425667 h 955325"/>
                <a:gd name="connsiteX30" fmla="*/ 183039 w 928803"/>
                <a:gd name="connsiteY30" fmla="*/ 425667 h 955325"/>
                <a:gd name="connsiteX31" fmla="*/ 183040 w 928803"/>
                <a:gd name="connsiteY31" fmla="*/ 403682 h 955325"/>
                <a:gd name="connsiteX32" fmla="*/ 750892 w 928803"/>
                <a:gd name="connsiteY32" fmla="*/ 404165 h 955325"/>
                <a:gd name="connsiteX33" fmla="*/ 749062 w 928803"/>
                <a:gd name="connsiteY33" fmla="*/ 425667 h 955325"/>
                <a:gd name="connsiteX34" fmla="*/ 752237 w 928803"/>
                <a:gd name="connsiteY34" fmla="*/ 548371 h 955325"/>
                <a:gd name="connsiteX35" fmla="*/ 176689 w 928803"/>
                <a:gd name="connsiteY35" fmla="*/ 548371 h 955325"/>
                <a:gd name="connsiteX36" fmla="*/ 176689 w 928803"/>
                <a:gd name="connsiteY36" fmla="*/ 523210 h 955325"/>
                <a:gd name="connsiteX37" fmla="*/ 752237 w 928803"/>
                <a:gd name="connsiteY37" fmla="*/ 523210 h 955325"/>
                <a:gd name="connsiteX38" fmla="*/ 752237 w 928803"/>
                <a:gd name="connsiteY38" fmla="*/ 548371 h 955325"/>
                <a:gd name="connsiteX0" fmla="*/ 527855 w 928803"/>
                <a:gd name="connsiteY0" fmla="*/ 955325 h 955325"/>
                <a:gd name="connsiteX1" fmla="*/ 357432 w 928803"/>
                <a:gd name="connsiteY1" fmla="*/ 699779 h 955325"/>
                <a:gd name="connsiteX2" fmla="*/ 103286 w 928803"/>
                <a:gd name="connsiteY2" fmla="*/ 699779 h 955325"/>
                <a:gd name="connsiteX3" fmla="*/ 0 w 928803"/>
                <a:gd name="connsiteY3" fmla="*/ 596493 h 955325"/>
                <a:gd name="connsiteX4" fmla="*/ 0 w 928803"/>
                <a:gd name="connsiteY4" fmla="*/ 115073 h 955325"/>
                <a:gd name="connsiteX5" fmla="*/ 103286 w 928803"/>
                <a:gd name="connsiteY5" fmla="*/ 11787 h 955325"/>
                <a:gd name="connsiteX6" fmla="*/ 787777 w 928803"/>
                <a:gd name="connsiteY6" fmla="*/ 11787 h 955325"/>
                <a:gd name="connsiteX7" fmla="*/ 823263 w 928803"/>
                <a:gd name="connsiteY7" fmla="*/ 11269 h 955325"/>
                <a:gd name="connsiteX8" fmla="*/ 928803 w 928803"/>
                <a:gd name="connsiteY8" fmla="*/ 9044 h 955325"/>
                <a:gd name="connsiteX9" fmla="*/ 906820 w 928803"/>
                <a:gd name="connsiteY9" fmla="*/ 113878 h 955325"/>
                <a:gd name="connsiteX10" fmla="*/ 906819 w 928803"/>
                <a:gd name="connsiteY10" fmla="*/ 596493 h 955325"/>
                <a:gd name="connsiteX11" fmla="*/ 803533 w 928803"/>
                <a:gd name="connsiteY11" fmla="*/ 699779 h 955325"/>
                <a:gd name="connsiteX12" fmla="*/ 540940 w 928803"/>
                <a:gd name="connsiteY12" fmla="*/ 699779 h 955325"/>
                <a:gd name="connsiteX13" fmla="*/ 540940 w 928803"/>
                <a:gd name="connsiteY13" fmla="*/ 668268 h 955325"/>
                <a:gd name="connsiteX14" fmla="*/ 803533 w 928803"/>
                <a:gd name="connsiteY14" fmla="*/ 668268 h 955325"/>
                <a:gd name="connsiteX15" fmla="*/ 875308 w 928803"/>
                <a:gd name="connsiteY15" fmla="*/ 596493 h 955325"/>
                <a:gd name="connsiteX16" fmla="*/ 875308 w 928803"/>
                <a:gd name="connsiteY16" fmla="*/ 115073 h 955325"/>
                <a:gd name="connsiteX17" fmla="*/ 803533 w 928803"/>
                <a:gd name="connsiteY17" fmla="*/ 43298 h 955325"/>
                <a:gd name="connsiteX18" fmla="*/ 103286 w 928803"/>
                <a:gd name="connsiteY18" fmla="*/ 43298 h 955325"/>
                <a:gd name="connsiteX19" fmla="*/ 31511 w 928803"/>
                <a:gd name="connsiteY19" fmla="*/ 115073 h 955325"/>
                <a:gd name="connsiteX20" fmla="*/ 31511 w 928803"/>
                <a:gd name="connsiteY20" fmla="*/ 596493 h 955325"/>
                <a:gd name="connsiteX21" fmla="*/ 103286 w 928803"/>
                <a:gd name="connsiteY21" fmla="*/ 668268 h 955325"/>
                <a:gd name="connsiteX22" fmla="*/ 365879 w 928803"/>
                <a:gd name="connsiteY22" fmla="*/ 668268 h 955325"/>
                <a:gd name="connsiteX23" fmla="*/ 378965 w 928803"/>
                <a:gd name="connsiteY23" fmla="*/ 675314 h 955325"/>
                <a:gd name="connsiteX24" fmla="*/ 554026 w 928803"/>
                <a:gd name="connsiteY24" fmla="*/ 937907 h 955325"/>
                <a:gd name="connsiteX25" fmla="*/ 527855 w 928803"/>
                <a:gd name="connsiteY25" fmla="*/ 955325 h 955325"/>
                <a:gd name="connsiteX26" fmla="*/ 749062 w 928803"/>
                <a:gd name="connsiteY26" fmla="*/ 425667 h 955325"/>
                <a:gd name="connsiteX27" fmla="*/ 183039 w 928803"/>
                <a:gd name="connsiteY27" fmla="*/ 425667 h 955325"/>
                <a:gd name="connsiteX28" fmla="*/ 183040 w 928803"/>
                <a:gd name="connsiteY28" fmla="*/ 403682 h 955325"/>
                <a:gd name="connsiteX29" fmla="*/ 750892 w 928803"/>
                <a:gd name="connsiteY29" fmla="*/ 404165 h 955325"/>
                <a:gd name="connsiteX30" fmla="*/ 749062 w 928803"/>
                <a:gd name="connsiteY30" fmla="*/ 425667 h 955325"/>
                <a:gd name="connsiteX31" fmla="*/ 752237 w 928803"/>
                <a:gd name="connsiteY31" fmla="*/ 548371 h 955325"/>
                <a:gd name="connsiteX32" fmla="*/ 176689 w 928803"/>
                <a:gd name="connsiteY32" fmla="*/ 548371 h 955325"/>
                <a:gd name="connsiteX33" fmla="*/ 176689 w 928803"/>
                <a:gd name="connsiteY33" fmla="*/ 523210 h 955325"/>
                <a:gd name="connsiteX34" fmla="*/ 752237 w 928803"/>
                <a:gd name="connsiteY34" fmla="*/ 523210 h 955325"/>
                <a:gd name="connsiteX35" fmla="*/ 752237 w 928803"/>
                <a:gd name="connsiteY35" fmla="*/ 548371 h 955325"/>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79501 w 906820"/>
                <a:gd name="connsiteY8" fmla="*/ 368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79501 w 906820"/>
                <a:gd name="connsiteY8" fmla="*/ 368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79501 w 906820"/>
                <a:gd name="connsiteY8" fmla="*/ 368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79501 w 906820"/>
                <a:gd name="connsiteY8" fmla="*/ 368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79501 w 906820"/>
                <a:gd name="connsiteY8" fmla="*/ 368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901 w 906820"/>
                <a:gd name="connsiteY8" fmla="*/ 35744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901 w 906820"/>
                <a:gd name="connsiteY8" fmla="*/ 35744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901 w 906820"/>
                <a:gd name="connsiteY8" fmla="*/ 35744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5735 w 906820"/>
                <a:gd name="connsiteY8" fmla="*/ 35744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49062 w 906820"/>
                <a:gd name="connsiteY26" fmla="*/ 414398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49062 w 906820"/>
                <a:gd name="connsiteY30" fmla="*/ 414398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51329 w 906820"/>
                <a:gd name="connsiteY26" fmla="*/ 414965 h 944056"/>
                <a:gd name="connsiteX27" fmla="*/ 183039 w 906820"/>
                <a:gd name="connsiteY27" fmla="*/ 414398 h 944056"/>
                <a:gd name="connsiteX28" fmla="*/ 183040 w 906820"/>
                <a:gd name="connsiteY28" fmla="*/ 392413 h 944056"/>
                <a:gd name="connsiteX29" fmla="*/ 750892 w 906820"/>
                <a:gd name="connsiteY29" fmla="*/ 392896 h 944056"/>
                <a:gd name="connsiteX30" fmla="*/ 751329 w 906820"/>
                <a:gd name="connsiteY30" fmla="*/ 414965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51329 w 906820"/>
                <a:gd name="connsiteY26" fmla="*/ 414965 h 944056"/>
                <a:gd name="connsiteX27" fmla="*/ 176239 w 906820"/>
                <a:gd name="connsiteY27" fmla="*/ 414398 h 944056"/>
                <a:gd name="connsiteX28" fmla="*/ 183040 w 906820"/>
                <a:gd name="connsiteY28" fmla="*/ 392413 h 944056"/>
                <a:gd name="connsiteX29" fmla="*/ 750892 w 906820"/>
                <a:gd name="connsiteY29" fmla="*/ 392896 h 944056"/>
                <a:gd name="connsiteX30" fmla="*/ 751329 w 906820"/>
                <a:gd name="connsiteY30" fmla="*/ 414965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51329 w 906820"/>
                <a:gd name="connsiteY26" fmla="*/ 414965 h 944056"/>
                <a:gd name="connsiteX27" fmla="*/ 176239 w 906820"/>
                <a:gd name="connsiteY27" fmla="*/ 414398 h 944056"/>
                <a:gd name="connsiteX28" fmla="*/ 176806 w 906820"/>
                <a:gd name="connsiteY28" fmla="*/ 389580 h 944056"/>
                <a:gd name="connsiteX29" fmla="*/ 750892 w 906820"/>
                <a:gd name="connsiteY29" fmla="*/ 392896 h 944056"/>
                <a:gd name="connsiteX30" fmla="*/ 751329 w 906820"/>
                <a:gd name="connsiteY30" fmla="*/ 414965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51329 w 906820"/>
                <a:gd name="connsiteY26" fmla="*/ 414965 h 944056"/>
                <a:gd name="connsiteX27" fmla="*/ 176239 w 906820"/>
                <a:gd name="connsiteY27" fmla="*/ 414398 h 944056"/>
                <a:gd name="connsiteX28" fmla="*/ 176806 w 906820"/>
                <a:gd name="connsiteY28" fmla="*/ 389580 h 944056"/>
                <a:gd name="connsiteX29" fmla="*/ 750325 w 906820"/>
                <a:gd name="connsiteY29" fmla="*/ 389496 h 944056"/>
                <a:gd name="connsiteX30" fmla="*/ 751329 w 906820"/>
                <a:gd name="connsiteY30" fmla="*/ 414965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51329 w 906820"/>
                <a:gd name="connsiteY26" fmla="*/ 414965 h 944056"/>
                <a:gd name="connsiteX27" fmla="*/ 176239 w 906820"/>
                <a:gd name="connsiteY27" fmla="*/ 414398 h 944056"/>
                <a:gd name="connsiteX28" fmla="*/ 175106 w 906820"/>
                <a:gd name="connsiteY28" fmla="*/ 389013 h 944056"/>
                <a:gd name="connsiteX29" fmla="*/ 750325 w 906820"/>
                <a:gd name="connsiteY29" fmla="*/ 389496 h 944056"/>
                <a:gd name="connsiteX30" fmla="*/ 751329 w 906820"/>
                <a:gd name="connsiteY30" fmla="*/ 414965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54026 w 906820"/>
                <a:gd name="connsiteY24" fmla="*/ 926638 h 944056"/>
                <a:gd name="connsiteX25" fmla="*/ 527855 w 906820"/>
                <a:gd name="connsiteY25" fmla="*/ 944056 h 944056"/>
                <a:gd name="connsiteX26" fmla="*/ 751329 w 906820"/>
                <a:gd name="connsiteY26" fmla="*/ 414965 h 944056"/>
                <a:gd name="connsiteX27" fmla="*/ 176239 w 906820"/>
                <a:gd name="connsiteY27" fmla="*/ 414398 h 944056"/>
                <a:gd name="connsiteX28" fmla="*/ 176806 w 906820"/>
                <a:gd name="connsiteY28" fmla="*/ 389580 h 944056"/>
                <a:gd name="connsiteX29" fmla="*/ 750325 w 906820"/>
                <a:gd name="connsiteY29" fmla="*/ 389496 h 944056"/>
                <a:gd name="connsiteX30" fmla="*/ 751329 w 906820"/>
                <a:gd name="connsiteY30" fmla="*/ 414965 h 944056"/>
                <a:gd name="connsiteX31" fmla="*/ 752237 w 906820"/>
                <a:gd name="connsiteY31" fmla="*/ 537102 h 944056"/>
                <a:gd name="connsiteX32" fmla="*/ 176689 w 906820"/>
                <a:gd name="connsiteY32" fmla="*/ 537102 h 944056"/>
                <a:gd name="connsiteX33" fmla="*/ 176689 w 906820"/>
                <a:gd name="connsiteY33" fmla="*/ 511941 h 944056"/>
                <a:gd name="connsiteX34" fmla="*/ 752237 w 906820"/>
                <a:gd name="connsiteY34" fmla="*/ 511941 h 944056"/>
                <a:gd name="connsiteX35" fmla="*/ 752237 w 906820"/>
                <a:gd name="connsiteY35" fmla="*/ 537102 h 944056"/>
                <a:gd name="connsiteX0" fmla="*/ 527855 w 906820"/>
                <a:gd name="connsiteY0" fmla="*/ 944056 h 944056"/>
                <a:gd name="connsiteX1" fmla="*/ 357432 w 906820"/>
                <a:gd name="connsiteY1" fmla="*/ 688510 h 944056"/>
                <a:gd name="connsiteX2" fmla="*/ 103286 w 906820"/>
                <a:gd name="connsiteY2" fmla="*/ 688510 h 944056"/>
                <a:gd name="connsiteX3" fmla="*/ 0 w 906820"/>
                <a:gd name="connsiteY3" fmla="*/ 585224 h 944056"/>
                <a:gd name="connsiteX4" fmla="*/ 0 w 906820"/>
                <a:gd name="connsiteY4" fmla="*/ 103804 h 944056"/>
                <a:gd name="connsiteX5" fmla="*/ 103286 w 906820"/>
                <a:gd name="connsiteY5" fmla="*/ 518 h 944056"/>
                <a:gd name="connsiteX6" fmla="*/ 787777 w 906820"/>
                <a:gd name="connsiteY6" fmla="*/ 518 h 944056"/>
                <a:gd name="connsiteX7" fmla="*/ 823263 w 906820"/>
                <a:gd name="connsiteY7" fmla="*/ 0 h 944056"/>
                <a:gd name="connsiteX8" fmla="*/ 882335 w 906820"/>
                <a:gd name="connsiteY8" fmla="*/ 35177 h 944056"/>
                <a:gd name="connsiteX9" fmla="*/ 906820 w 906820"/>
                <a:gd name="connsiteY9" fmla="*/ 102609 h 944056"/>
                <a:gd name="connsiteX10" fmla="*/ 906819 w 906820"/>
                <a:gd name="connsiteY10" fmla="*/ 585224 h 944056"/>
                <a:gd name="connsiteX11" fmla="*/ 803533 w 906820"/>
                <a:gd name="connsiteY11" fmla="*/ 688510 h 944056"/>
                <a:gd name="connsiteX12" fmla="*/ 540940 w 906820"/>
                <a:gd name="connsiteY12" fmla="*/ 688510 h 944056"/>
                <a:gd name="connsiteX13" fmla="*/ 540940 w 906820"/>
                <a:gd name="connsiteY13" fmla="*/ 656999 h 944056"/>
                <a:gd name="connsiteX14" fmla="*/ 803533 w 906820"/>
                <a:gd name="connsiteY14" fmla="*/ 656999 h 944056"/>
                <a:gd name="connsiteX15" fmla="*/ 875308 w 906820"/>
                <a:gd name="connsiteY15" fmla="*/ 585224 h 944056"/>
                <a:gd name="connsiteX16" fmla="*/ 875308 w 906820"/>
                <a:gd name="connsiteY16" fmla="*/ 103804 h 944056"/>
                <a:gd name="connsiteX17" fmla="*/ 803533 w 906820"/>
                <a:gd name="connsiteY17" fmla="*/ 32029 h 944056"/>
                <a:gd name="connsiteX18" fmla="*/ 103286 w 906820"/>
                <a:gd name="connsiteY18" fmla="*/ 32029 h 944056"/>
                <a:gd name="connsiteX19" fmla="*/ 31511 w 906820"/>
                <a:gd name="connsiteY19" fmla="*/ 103804 h 944056"/>
                <a:gd name="connsiteX20" fmla="*/ 31511 w 906820"/>
                <a:gd name="connsiteY20" fmla="*/ 585224 h 944056"/>
                <a:gd name="connsiteX21" fmla="*/ 103286 w 906820"/>
                <a:gd name="connsiteY21" fmla="*/ 656999 h 944056"/>
                <a:gd name="connsiteX22" fmla="*/ 365879 w 906820"/>
                <a:gd name="connsiteY22" fmla="*/ 656999 h 944056"/>
                <a:gd name="connsiteX23" fmla="*/ 378965 w 906820"/>
                <a:gd name="connsiteY23" fmla="*/ 664045 h 944056"/>
                <a:gd name="connsiteX24" fmla="*/ 527855 w 906820"/>
                <a:gd name="connsiteY24" fmla="*/ 944056 h 944056"/>
                <a:gd name="connsiteX25" fmla="*/ 751329 w 906820"/>
                <a:gd name="connsiteY25" fmla="*/ 414965 h 944056"/>
                <a:gd name="connsiteX26" fmla="*/ 176239 w 906820"/>
                <a:gd name="connsiteY26" fmla="*/ 414398 h 944056"/>
                <a:gd name="connsiteX27" fmla="*/ 176806 w 906820"/>
                <a:gd name="connsiteY27" fmla="*/ 389580 h 944056"/>
                <a:gd name="connsiteX28" fmla="*/ 750325 w 906820"/>
                <a:gd name="connsiteY28" fmla="*/ 389496 h 944056"/>
                <a:gd name="connsiteX29" fmla="*/ 751329 w 906820"/>
                <a:gd name="connsiteY29" fmla="*/ 414965 h 944056"/>
                <a:gd name="connsiteX30" fmla="*/ 752237 w 906820"/>
                <a:gd name="connsiteY30" fmla="*/ 537102 h 944056"/>
                <a:gd name="connsiteX31" fmla="*/ 176689 w 906820"/>
                <a:gd name="connsiteY31" fmla="*/ 537102 h 944056"/>
                <a:gd name="connsiteX32" fmla="*/ 176689 w 906820"/>
                <a:gd name="connsiteY32" fmla="*/ 511941 h 944056"/>
                <a:gd name="connsiteX33" fmla="*/ 752237 w 906820"/>
                <a:gd name="connsiteY33" fmla="*/ 511941 h 944056"/>
                <a:gd name="connsiteX34" fmla="*/ 752237 w 906820"/>
                <a:gd name="connsiteY34" fmla="*/ 537102 h 944056"/>
                <a:gd name="connsiteX0" fmla="*/ 378965 w 906820"/>
                <a:gd name="connsiteY0" fmla="*/ 664045 h 688510"/>
                <a:gd name="connsiteX1" fmla="*/ 357432 w 906820"/>
                <a:gd name="connsiteY1" fmla="*/ 688510 h 688510"/>
                <a:gd name="connsiteX2" fmla="*/ 103286 w 906820"/>
                <a:gd name="connsiteY2" fmla="*/ 688510 h 688510"/>
                <a:gd name="connsiteX3" fmla="*/ 0 w 906820"/>
                <a:gd name="connsiteY3" fmla="*/ 585224 h 688510"/>
                <a:gd name="connsiteX4" fmla="*/ 0 w 906820"/>
                <a:gd name="connsiteY4" fmla="*/ 103804 h 688510"/>
                <a:gd name="connsiteX5" fmla="*/ 103286 w 906820"/>
                <a:gd name="connsiteY5" fmla="*/ 518 h 688510"/>
                <a:gd name="connsiteX6" fmla="*/ 787777 w 906820"/>
                <a:gd name="connsiteY6" fmla="*/ 518 h 688510"/>
                <a:gd name="connsiteX7" fmla="*/ 823263 w 906820"/>
                <a:gd name="connsiteY7" fmla="*/ 0 h 688510"/>
                <a:gd name="connsiteX8" fmla="*/ 882335 w 906820"/>
                <a:gd name="connsiteY8" fmla="*/ 35177 h 688510"/>
                <a:gd name="connsiteX9" fmla="*/ 906820 w 906820"/>
                <a:gd name="connsiteY9" fmla="*/ 102609 h 688510"/>
                <a:gd name="connsiteX10" fmla="*/ 906819 w 906820"/>
                <a:gd name="connsiteY10" fmla="*/ 585224 h 688510"/>
                <a:gd name="connsiteX11" fmla="*/ 803533 w 906820"/>
                <a:gd name="connsiteY11" fmla="*/ 688510 h 688510"/>
                <a:gd name="connsiteX12" fmla="*/ 540940 w 906820"/>
                <a:gd name="connsiteY12" fmla="*/ 688510 h 688510"/>
                <a:gd name="connsiteX13" fmla="*/ 540940 w 906820"/>
                <a:gd name="connsiteY13" fmla="*/ 656999 h 688510"/>
                <a:gd name="connsiteX14" fmla="*/ 803533 w 906820"/>
                <a:gd name="connsiteY14" fmla="*/ 656999 h 688510"/>
                <a:gd name="connsiteX15" fmla="*/ 875308 w 906820"/>
                <a:gd name="connsiteY15" fmla="*/ 585224 h 688510"/>
                <a:gd name="connsiteX16" fmla="*/ 875308 w 906820"/>
                <a:gd name="connsiteY16" fmla="*/ 103804 h 688510"/>
                <a:gd name="connsiteX17" fmla="*/ 803533 w 906820"/>
                <a:gd name="connsiteY17" fmla="*/ 32029 h 688510"/>
                <a:gd name="connsiteX18" fmla="*/ 103286 w 906820"/>
                <a:gd name="connsiteY18" fmla="*/ 32029 h 688510"/>
                <a:gd name="connsiteX19" fmla="*/ 31511 w 906820"/>
                <a:gd name="connsiteY19" fmla="*/ 103804 h 688510"/>
                <a:gd name="connsiteX20" fmla="*/ 31511 w 906820"/>
                <a:gd name="connsiteY20" fmla="*/ 585224 h 688510"/>
                <a:gd name="connsiteX21" fmla="*/ 103286 w 906820"/>
                <a:gd name="connsiteY21" fmla="*/ 656999 h 688510"/>
                <a:gd name="connsiteX22" fmla="*/ 365879 w 906820"/>
                <a:gd name="connsiteY22" fmla="*/ 656999 h 688510"/>
                <a:gd name="connsiteX23" fmla="*/ 378965 w 906820"/>
                <a:gd name="connsiteY23" fmla="*/ 664045 h 688510"/>
                <a:gd name="connsiteX24" fmla="*/ 751329 w 906820"/>
                <a:gd name="connsiteY24" fmla="*/ 414965 h 688510"/>
                <a:gd name="connsiteX25" fmla="*/ 176239 w 906820"/>
                <a:gd name="connsiteY25" fmla="*/ 414398 h 688510"/>
                <a:gd name="connsiteX26" fmla="*/ 176806 w 906820"/>
                <a:gd name="connsiteY26" fmla="*/ 389580 h 688510"/>
                <a:gd name="connsiteX27" fmla="*/ 750325 w 906820"/>
                <a:gd name="connsiteY27" fmla="*/ 389496 h 688510"/>
                <a:gd name="connsiteX28" fmla="*/ 751329 w 906820"/>
                <a:gd name="connsiteY28" fmla="*/ 414965 h 688510"/>
                <a:gd name="connsiteX29" fmla="*/ 752237 w 906820"/>
                <a:gd name="connsiteY29" fmla="*/ 537102 h 688510"/>
                <a:gd name="connsiteX30" fmla="*/ 176689 w 906820"/>
                <a:gd name="connsiteY30" fmla="*/ 537102 h 688510"/>
                <a:gd name="connsiteX31" fmla="*/ 176689 w 906820"/>
                <a:gd name="connsiteY31" fmla="*/ 511941 h 688510"/>
                <a:gd name="connsiteX32" fmla="*/ 752237 w 906820"/>
                <a:gd name="connsiteY32" fmla="*/ 511941 h 688510"/>
                <a:gd name="connsiteX33" fmla="*/ 752237 w 906820"/>
                <a:gd name="connsiteY33" fmla="*/ 537102 h 688510"/>
                <a:gd name="connsiteX0" fmla="*/ 378965 w 906820"/>
                <a:gd name="connsiteY0" fmla="*/ 664045 h 688510"/>
                <a:gd name="connsiteX1" fmla="*/ 357432 w 906820"/>
                <a:gd name="connsiteY1" fmla="*/ 688510 h 688510"/>
                <a:gd name="connsiteX2" fmla="*/ 103286 w 906820"/>
                <a:gd name="connsiteY2" fmla="*/ 688510 h 688510"/>
                <a:gd name="connsiteX3" fmla="*/ 0 w 906820"/>
                <a:gd name="connsiteY3" fmla="*/ 585224 h 688510"/>
                <a:gd name="connsiteX4" fmla="*/ 0 w 906820"/>
                <a:gd name="connsiteY4" fmla="*/ 103804 h 688510"/>
                <a:gd name="connsiteX5" fmla="*/ 103286 w 906820"/>
                <a:gd name="connsiteY5" fmla="*/ 518 h 688510"/>
                <a:gd name="connsiteX6" fmla="*/ 787777 w 906820"/>
                <a:gd name="connsiteY6" fmla="*/ 518 h 688510"/>
                <a:gd name="connsiteX7" fmla="*/ 823263 w 906820"/>
                <a:gd name="connsiteY7" fmla="*/ 0 h 688510"/>
                <a:gd name="connsiteX8" fmla="*/ 882335 w 906820"/>
                <a:gd name="connsiteY8" fmla="*/ 35177 h 688510"/>
                <a:gd name="connsiteX9" fmla="*/ 906820 w 906820"/>
                <a:gd name="connsiteY9" fmla="*/ 102609 h 688510"/>
                <a:gd name="connsiteX10" fmla="*/ 906819 w 906820"/>
                <a:gd name="connsiteY10" fmla="*/ 585224 h 688510"/>
                <a:gd name="connsiteX11" fmla="*/ 803533 w 906820"/>
                <a:gd name="connsiteY11" fmla="*/ 688510 h 688510"/>
                <a:gd name="connsiteX12" fmla="*/ 540940 w 906820"/>
                <a:gd name="connsiteY12" fmla="*/ 656999 h 688510"/>
                <a:gd name="connsiteX13" fmla="*/ 803533 w 906820"/>
                <a:gd name="connsiteY13" fmla="*/ 656999 h 688510"/>
                <a:gd name="connsiteX14" fmla="*/ 875308 w 906820"/>
                <a:gd name="connsiteY14" fmla="*/ 585224 h 688510"/>
                <a:gd name="connsiteX15" fmla="*/ 875308 w 906820"/>
                <a:gd name="connsiteY15" fmla="*/ 103804 h 688510"/>
                <a:gd name="connsiteX16" fmla="*/ 803533 w 906820"/>
                <a:gd name="connsiteY16" fmla="*/ 32029 h 688510"/>
                <a:gd name="connsiteX17" fmla="*/ 103286 w 906820"/>
                <a:gd name="connsiteY17" fmla="*/ 32029 h 688510"/>
                <a:gd name="connsiteX18" fmla="*/ 31511 w 906820"/>
                <a:gd name="connsiteY18" fmla="*/ 103804 h 688510"/>
                <a:gd name="connsiteX19" fmla="*/ 31511 w 906820"/>
                <a:gd name="connsiteY19" fmla="*/ 585224 h 688510"/>
                <a:gd name="connsiteX20" fmla="*/ 103286 w 906820"/>
                <a:gd name="connsiteY20" fmla="*/ 656999 h 688510"/>
                <a:gd name="connsiteX21" fmla="*/ 365879 w 906820"/>
                <a:gd name="connsiteY21" fmla="*/ 656999 h 688510"/>
                <a:gd name="connsiteX22" fmla="*/ 378965 w 906820"/>
                <a:gd name="connsiteY22" fmla="*/ 664045 h 688510"/>
                <a:gd name="connsiteX23" fmla="*/ 751329 w 906820"/>
                <a:gd name="connsiteY23" fmla="*/ 414965 h 688510"/>
                <a:gd name="connsiteX24" fmla="*/ 176239 w 906820"/>
                <a:gd name="connsiteY24" fmla="*/ 414398 h 688510"/>
                <a:gd name="connsiteX25" fmla="*/ 176806 w 906820"/>
                <a:gd name="connsiteY25" fmla="*/ 389580 h 688510"/>
                <a:gd name="connsiteX26" fmla="*/ 750325 w 906820"/>
                <a:gd name="connsiteY26" fmla="*/ 389496 h 688510"/>
                <a:gd name="connsiteX27" fmla="*/ 751329 w 906820"/>
                <a:gd name="connsiteY27" fmla="*/ 414965 h 688510"/>
                <a:gd name="connsiteX28" fmla="*/ 752237 w 906820"/>
                <a:gd name="connsiteY28" fmla="*/ 537102 h 688510"/>
                <a:gd name="connsiteX29" fmla="*/ 176689 w 906820"/>
                <a:gd name="connsiteY29" fmla="*/ 537102 h 688510"/>
                <a:gd name="connsiteX30" fmla="*/ 176689 w 906820"/>
                <a:gd name="connsiteY30" fmla="*/ 511941 h 688510"/>
                <a:gd name="connsiteX31" fmla="*/ 752237 w 906820"/>
                <a:gd name="connsiteY31" fmla="*/ 511941 h 688510"/>
                <a:gd name="connsiteX32" fmla="*/ 752237 w 906820"/>
                <a:gd name="connsiteY32" fmla="*/ 537102 h 688510"/>
                <a:gd name="connsiteX0" fmla="*/ 378965 w 906820"/>
                <a:gd name="connsiteY0" fmla="*/ 664045 h 688510"/>
                <a:gd name="connsiteX1" fmla="*/ 357432 w 906820"/>
                <a:gd name="connsiteY1" fmla="*/ 688510 h 688510"/>
                <a:gd name="connsiteX2" fmla="*/ 103286 w 906820"/>
                <a:gd name="connsiteY2" fmla="*/ 688510 h 688510"/>
                <a:gd name="connsiteX3" fmla="*/ 0 w 906820"/>
                <a:gd name="connsiteY3" fmla="*/ 585224 h 688510"/>
                <a:gd name="connsiteX4" fmla="*/ 0 w 906820"/>
                <a:gd name="connsiteY4" fmla="*/ 103804 h 688510"/>
                <a:gd name="connsiteX5" fmla="*/ 103286 w 906820"/>
                <a:gd name="connsiteY5" fmla="*/ 518 h 688510"/>
                <a:gd name="connsiteX6" fmla="*/ 787777 w 906820"/>
                <a:gd name="connsiteY6" fmla="*/ 518 h 688510"/>
                <a:gd name="connsiteX7" fmla="*/ 823263 w 906820"/>
                <a:gd name="connsiteY7" fmla="*/ 0 h 688510"/>
                <a:gd name="connsiteX8" fmla="*/ 882335 w 906820"/>
                <a:gd name="connsiteY8" fmla="*/ 35177 h 688510"/>
                <a:gd name="connsiteX9" fmla="*/ 906820 w 906820"/>
                <a:gd name="connsiteY9" fmla="*/ 102609 h 688510"/>
                <a:gd name="connsiteX10" fmla="*/ 906819 w 906820"/>
                <a:gd name="connsiteY10" fmla="*/ 585224 h 688510"/>
                <a:gd name="connsiteX11" fmla="*/ 803533 w 906820"/>
                <a:gd name="connsiteY11" fmla="*/ 688510 h 688510"/>
                <a:gd name="connsiteX12" fmla="*/ 803533 w 906820"/>
                <a:gd name="connsiteY12" fmla="*/ 656999 h 688510"/>
                <a:gd name="connsiteX13" fmla="*/ 875308 w 906820"/>
                <a:gd name="connsiteY13" fmla="*/ 585224 h 688510"/>
                <a:gd name="connsiteX14" fmla="*/ 875308 w 906820"/>
                <a:gd name="connsiteY14" fmla="*/ 103804 h 688510"/>
                <a:gd name="connsiteX15" fmla="*/ 803533 w 906820"/>
                <a:gd name="connsiteY15" fmla="*/ 32029 h 688510"/>
                <a:gd name="connsiteX16" fmla="*/ 103286 w 906820"/>
                <a:gd name="connsiteY16" fmla="*/ 32029 h 688510"/>
                <a:gd name="connsiteX17" fmla="*/ 31511 w 906820"/>
                <a:gd name="connsiteY17" fmla="*/ 103804 h 688510"/>
                <a:gd name="connsiteX18" fmla="*/ 31511 w 906820"/>
                <a:gd name="connsiteY18" fmla="*/ 585224 h 688510"/>
                <a:gd name="connsiteX19" fmla="*/ 103286 w 906820"/>
                <a:gd name="connsiteY19" fmla="*/ 656999 h 688510"/>
                <a:gd name="connsiteX20" fmla="*/ 365879 w 906820"/>
                <a:gd name="connsiteY20" fmla="*/ 656999 h 688510"/>
                <a:gd name="connsiteX21" fmla="*/ 378965 w 906820"/>
                <a:gd name="connsiteY21" fmla="*/ 664045 h 688510"/>
                <a:gd name="connsiteX22" fmla="*/ 751329 w 906820"/>
                <a:gd name="connsiteY22" fmla="*/ 414965 h 688510"/>
                <a:gd name="connsiteX23" fmla="*/ 176239 w 906820"/>
                <a:gd name="connsiteY23" fmla="*/ 414398 h 688510"/>
                <a:gd name="connsiteX24" fmla="*/ 176806 w 906820"/>
                <a:gd name="connsiteY24" fmla="*/ 389580 h 688510"/>
                <a:gd name="connsiteX25" fmla="*/ 750325 w 906820"/>
                <a:gd name="connsiteY25" fmla="*/ 389496 h 688510"/>
                <a:gd name="connsiteX26" fmla="*/ 751329 w 906820"/>
                <a:gd name="connsiteY26" fmla="*/ 414965 h 688510"/>
                <a:gd name="connsiteX27" fmla="*/ 752237 w 906820"/>
                <a:gd name="connsiteY27" fmla="*/ 537102 h 688510"/>
                <a:gd name="connsiteX28" fmla="*/ 176689 w 906820"/>
                <a:gd name="connsiteY28" fmla="*/ 537102 h 688510"/>
                <a:gd name="connsiteX29" fmla="*/ 176689 w 906820"/>
                <a:gd name="connsiteY29" fmla="*/ 511941 h 688510"/>
                <a:gd name="connsiteX30" fmla="*/ 752237 w 906820"/>
                <a:gd name="connsiteY30" fmla="*/ 511941 h 688510"/>
                <a:gd name="connsiteX31" fmla="*/ 752237 w 906820"/>
                <a:gd name="connsiteY31" fmla="*/ 537102 h 688510"/>
                <a:gd name="connsiteX0" fmla="*/ 378965 w 906820"/>
                <a:gd name="connsiteY0" fmla="*/ 664045 h 688510"/>
                <a:gd name="connsiteX1" fmla="*/ 357432 w 906820"/>
                <a:gd name="connsiteY1" fmla="*/ 688510 h 688510"/>
                <a:gd name="connsiteX2" fmla="*/ 103286 w 906820"/>
                <a:gd name="connsiteY2" fmla="*/ 688510 h 688510"/>
                <a:gd name="connsiteX3" fmla="*/ 0 w 906820"/>
                <a:gd name="connsiteY3" fmla="*/ 585224 h 688510"/>
                <a:gd name="connsiteX4" fmla="*/ 0 w 906820"/>
                <a:gd name="connsiteY4" fmla="*/ 103804 h 688510"/>
                <a:gd name="connsiteX5" fmla="*/ 103286 w 906820"/>
                <a:gd name="connsiteY5" fmla="*/ 518 h 688510"/>
                <a:gd name="connsiteX6" fmla="*/ 787777 w 906820"/>
                <a:gd name="connsiteY6" fmla="*/ 518 h 688510"/>
                <a:gd name="connsiteX7" fmla="*/ 823263 w 906820"/>
                <a:gd name="connsiteY7" fmla="*/ 0 h 688510"/>
                <a:gd name="connsiteX8" fmla="*/ 882335 w 906820"/>
                <a:gd name="connsiteY8" fmla="*/ 35177 h 688510"/>
                <a:gd name="connsiteX9" fmla="*/ 906820 w 906820"/>
                <a:gd name="connsiteY9" fmla="*/ 102609 h 688510"/>
                <a:gd name="connsiteX10" fmla="*/ 906819 w 906820"/>
                <a:gd name="connsiteY10" fmla="*/ 585224 h 688510"/>
                <a:gd name="connsiteX11" fmla="*/ 803533 w 906820"/>
                <a:gd name="connsiteY11" fmla="*/ 656999 h 688510"/>
                <a:gd name="connsiteX12" fmla="*/ 875308 w 906820"/>
                <a:gd name="connsiteY12" fmla="*/ 585224 h 688510"/>
                <a:gd name="connsiteX13" fmla="*/ 875308 w 906820"/>
                <a:gd name="connsiteY13" fmla="*/ 103804 h 688510"/>
                <a:gd name="connsiteX14" fmla="*/ 803533 w 906820"/>
                <a:gd name="connsiteY14" fmla="*/ 32029 h 688510"/>
                <a:gd name="connsiteX15" fmla="*/ 103286 w 906820"/>
                <a:gd name="connsiteY15" fmla="*/ 32029 h 688510"/>
                <a:gd name="connsiteX16" fmla="*/ 31511 w 906820"/>
                <a:gd name="connsiteY16" fmla="*/ 103804 h 688510"/>
                <a:gd name="connsiteX17" fmla="*/ 31511 w 906820"/>
                <a:gd name="connsiteY17" fmla="*/ 585224 h 688510"/>
                <a:gd name="connsiteX18" fmla="*/ 103286 w 906820"/>
                <a:gd name="connsiteY18" fmla="*/ 656999 h 688510"/>
                <a:gd name="connsiteX19" fmla="*/ 365879 w 906820"/>
                <a:gd name="connsiteY19" fmla="*/ 656999 h 688510"/>
                <a:gd name="connsiteX20" fmla="*/ 378965 w 906820"/>
                <a:gd name="connsiteY20" fmla="*/ 664045 h 688510"/>
                <a:gd name="connsiteX21" fmla="*/ 751329 w 906820"/>
                <a:gd name="connsiteY21" fmla="*/ 414965 h 688510"/>
                <a:gd name="connsiteX22" fmla="*/ 176239 w 906820"/>
                <a:gd name="connsiteY22" fmla="*/ 414398 h 688510"/>
                <a:gd name="connsiteX23" fmla="*/ 176806 w 906820"/>
                <a:gd name="connsiteY23" fmla="*/ 389580 h 688510"/>
                <a:gd name="connsiteX24" fmla="*/ 750325 w 906820"/>
                <a:gd name="connsiteY24" fmla="*/ 389496 h 688510"/>
                <a:gd name="connsiteX25" fmla="*/ 751329 w 906820"/>
                <a:gd name="connsiteY25" fmla="*/ 414965 h 688510"/>
                <a:gd name="connsiteX26" fmla="*/ 752237 w 906820"/>
                <a:gd name="connsiteY26" fmla="*/ 537102 h 688510"/>
                <a:gd name="connsiteX27" fmla="*/ 176689 w 906820"/>
                <a:gd name="connsiteY27" fmla="*/ 537102 h 688510"/>
                <a:gd name="connsiteX28" fmla="*/ 176689 w 906820"/>
                <a:gd name="connsiteY28" fmla="*/ 511941 h 688510"/>
                <a:gd name="connsiteX29" fmla="*/ 752237 w 906820"/>
                <a:gd name="connsiteY29" fmla="*/ 511941 h 688510"/>
                <a:gd name="connsiteX30" fmla="*/ 752237 w 906820"/>
                <a:gd name="connsiteY30" fmla="*/ 537102 h 688510"/>
                <a:gd name="connsiteX0" fmla="*/ 378965 w 906820"/>
                <a:gd name="connsiteY0" fmla="*/ 664045 h 688510"/>
                <a:gd name="connsiteX1" fmla="*/ 357432 w 906820"/>
                <a:gd name="connsiteY1" fmla="*/ 688510 h 688510"/>
                <a:gd name="connsiteX2" fmla="*/ 103286 w 906820"/>
                <a:gd name="connsiteY2" fmla="*/ 688510 h 688510"/>
                <a:gd name="connsiteX3" fmla="*/ 0 w 906820"/>
                <a:gd name="connsiteY3" fmla="*/ 585224 h 688510"/>
                <a:gd name="connsiteX4" fmla="*/ 0 w 906820"/>
                <a:gd name="connsiteY4" fmla="*/ 103804 h 688510"/>
                <a:gd name="connsiteX5" fmla="*/ 103286 w 906820"/>
                <a:gd name="connsiteY5" fmla="*/ 518 h 688510"/>
                <a:gd name="connsiteX6" fmla="*/ 787777 w 906820"/>
                <a:gd name="connsiteY6" fmla="*/ 518 h 688510"/>
                <a:gd name="connsiteX7" fmla="*/ 823263 w 906820"/>
                <a:gd name="connsiteY7" fmla="*/ 0 h 688510"/>
                <a:gd name="connsiteX8" fmla="*/ 882335 w 906820"/>
                <a:gd name="connsiteY8" fmla="*/ 35177 h 688510"/>
                <a:gd name="connsiteX9" fmla="*/ 906820 w 906820"/>
                <a:gd name="connsiteY9" fmla="*/ 102609 h 688510"/>
                <a:gd name="connsiteX10" fmla="*/ 906819 w 906820"/>
                <a:gd name="connsiteY10" fmla="*/ 585224 h 688510"/>
                <a:gd name="connsiteX11" fmla="*/ 875308 w 906820"/>
                <a:gd name="connsiteY11" fmla="*/ 585224 h 688510"/>
                <a:gd name="connsiteX12" fmla="*/ 875308 w 906820"/>
                <a:gd name="connsiteY12" fmla="*/ 103804 h 688510"/>
                <a:gd name="connsiteX13" fmla="*/ 803533 w 906820"/>
                <a:gd name="connsiteY13" fmla="*/ 32029 h 688510"/>
                <a:gd name="connsiteX14" fmla="*/ 103286 w 906820"/>
                <a:gd name="connsiteY14" fmla="*/ 32029 h 688510"/>
                <a:gd name="connsiteX15" fmla="*/ 31511 w 906820"/>
                <a:gd name="connsiteY15" fmla="*/ 103804 h 688510"/>
                <a:gd name="connsiteX16" fmla="*/ 31511 w 906820"/>
                <a:gd name="connsiteY16" fmla="*/ 585224 h 688510"/>
                <a:gd name="connsiteX17" fmla="*/ 103286 w 906820"/>
                <a:gd name="connsiteY17" fmla="*/ 656999 h 688510"/>
                <a:gd name="connsiteX18" fmla="*/ 365879 w 906820"/>
                <a:gd name="connsiteY18" fmla="*/ 656999 h 688510"/>
                <a:gd name="connsiteX19" fmla="*/ 378965 w 906820"/>
                <a:gd name="connsiteY19" fmla="*/ 664045 h 688510"/>
                <a:gd name="connsiteX20" fmla="*/ 751329 w 906820"/>
                <a:gd name="connsiteY20" fmla="*/ 414965 h 688510"/>
                <a:gd name="connsiteX21" fmla="*/ 176239 w 906820"/>
                <a:gd name="connsiteY21" fmla="*/ 414398 h 688510"/>
                <a:gd name="connsiteX22" fmla="*/ 176806 w 906820"/>
                <a:gd name="connsiteY22" fmla="*/ 389580 h 688510"/>
                <a:gd name="connsiteX23" fmla="*/ 750325 w 906820"/>
                <a:gd name="connsiteY23" fmla="*/ 389496 h 688510"/>
                <a:gd name="connsiteX24" fmla="*/ 751329 w 906820"/>
                <a:gd name="connsiteY24" fmla="*/ 414965 h 688510"/>
                <a:gd name="connsiteX25" fmla="*/ 752237 w 906820"/>
                <a:gd name="connsiteY25" fmla="*/ 537102 h 688510"/>
                <a:gd name="connsiteX26" fmla="*/ 176689 w 906820"/>
                <a:gd name="connsiteY26" fmla="*/ 537102 h 688510"/>
                <a:gd name="connsiteX27" fmla="*/ 176689 w 906820"/>
                <a:gd name="connsiteY27" fmla="*/ 511941 h 688510"/>
                <a:gd name="connsiteX28" fmla="*/ 752237 w 906820"/>
                <a:gd name="connsiteY28" fmla="*/ 511941 h 688510"/>
                <a:gd name="connsiteX29" fmla="*/ 752237 w 906820"/>
                <a:gd name="connsiteY29" fmla="*/ 537102 h 688510"/>
                <a:gd name="connsiteX0" fmla="*/ 378965 w 906820"/>
                <a:gd name="connsiteY0" fmla="*/ 664045 h 688510"/>
                <a:gd name="connsiteX1" fmla="*/ 357432 w 906820"/>
                <a:gd name="connsiteY1" fmla="*/ 688510 h 688510"/>
                <a:gd name="connsiteX2" fmla="*/ 103286 w 906820"/>
                <a:gd name="connsiteY2" fmla="*/ 688510 h 688510"/>
                <a:gd name="connsiteX3" fmla="*/ 0 w 906820"/>
                <a:gd name="connsiteY3" fmla="*/ 585224 h 688510"/>
                <a:gd name="connsiteX4" fmla="*/ 0 w 906820"/>
                <a:gd name="connsiteY4" fmla="*/ 103804 h 688510"/>
                <a:gd name="connsiteX5" fmla="*/ 103286 w 906820"/>
                <a:gd name="connsiteY5" fmla="*/ 518 h 688510"/>
                <a:gd name="connsiteX6" fmla="*/ 787777 w 906820"/>
                <a:gd name="connsiteY6" fmla="*/ 518 h 688510"/>
                <a:gd name="connsiteX7" fmla="*/ 823263 w 906820"/>
                <a:gd name="connsiteY7" fmla="*/ 0 h 688510"/>
                <a:gd name="connsiteX8" fmla="*/ 882335 w 906820"/>
                <a:gd name="connsiteY8" fmla="*/ 35177 h 688510"/>
                <a:gd name="connsiteX9" fmla="*/ 906820 w 906820"/>
                <a:gd name="connsiteY9" fmla="*/ 102609 h 688510"/>
                <a:gd name="connsiteX10" fmla="*/ 875308 w 906820"/>
                <a:gd name="connsiteY10" fmla="*/ 585224 h 688510"/>
                <a:gd name="connsiteX11" fmla="*/ 875308 w 906820"/>
                <a:gd name="connsiteY11" fmla="*/ 103804 h 688510"/>
                <a:gd name="connsiteX12" fmla="*/ 803533 w 906820"/>
                <a:gd name="connsiteY12" fmla="*/ 32029 h 688510"/>
                <a:gd name="connsiteX13" fmla="*/ 103286 w 906820"/>
                <a:gd name="connsiteY13" fmla="*/ 32029 h 688510"/>
                <a:gd name="connsiteX14" fmla="*/ 31511 w 906820"/>
                <a:gd name="connsiteY14" fmla="*/ 103804 h 688510"/>
                <a:gd name="connsiteX15" fmla="*/ 31511 w 906820"/>
                <a:gd name="connsiteY15" fmla="*/ 585224 h 688510"/>
                <a:gd name="connsiteX16" fmla="*/ 103286 w 906820"/>
                <a:gd name="connsiteY16" fmla="*/ 656999 h 688510"/>
                <a:gd name="connsiteX17" fmla="*/ 365879 w 906820"/>
                <a:gd name="connsiteY17" fmla="*/ 656999 h 688510"/>
                <a:gd name="connsiteX18" fmla="*/ 378965 w 906820"/>
                <a:gd name="connsiteY18" fmla="*/ 664045 h 688510"/>
                <a:gd name="connsiteX19" fmla="*/ 751329 w 906820"/>
                <a:gd name="connsiteY19" fmla="*/ 414965 h 688510"/>
                <a:gd name="connsiteX20" fmla="*/ 176239 w 906820"/>
                <a:gd name="connsiteY20" fmla="*/ 414398 h 688510"/>
                <a:gd name="connsiteX21" fmla="*/ 176806 w 906820"/>
                <a:gd name="connsiteY21" fmla="*/ 389580 h 688510"/>
                <a:gd name="connsiteX22" fmla="*/ 750325 w 906820"/>
                <a:gd name="connsiteY22" fmla="*/ 389496 h 688510"/>
                <a:gd name="connsiteX23" fmla="*/ 751329 w 906820"/>
                <a:gd name="connsiteY23" fmla="*/ 414965 h 688510"/>
                <a:gd name="connsiteX24" fmla="*/ 752237 w 906820"/>
                <a:gd name="connsiteY24" fmla="*/ 537102 h 688510"/>
                <a:gd name="connsiteX25" fmla="*/ 176689 w 906820"/>
                <a:gd name="connsiteY25" fmla="*/ 537102 h 688510"/>
                <a:gd name="connsiteX26" fmla="*/ 176689 w 906820"/>
                <a:gd name="connsiteY26" fmla="*/ 511941 h 688510"/>
                <a:gd name="connsiteX27" fmla="*/ 752237 w 906820"/>
                <a:gd name="connsiteY27" fmla="*/ 511941 h 688510"/>
                <a:gd name="connsiteX28" fmla="*/ 752237 w 906820"/>
                <a:gd name="connsiteY28" fmla="*/ 537102 h 688510"/>
                <a:gd name="connsiteX0" fmla="*/ 378965 w 906820"/>
                <a:gd name="connsiteY0" fmla="*/ 664045 h 688510"/>
                <a:gd name="connsiteX1" fmla="*/ 357432 w 906820"/>
                <a:gd name="connsiteY1" fmla="*/ 688510 h 688510"/>
                <a:gd name="connsiteX2" fmla="*/ 103286 w 906820"/>
                <a:gd name="connsiteY2" fmla="*/ 688510 h 688510"/>
                <a:gd name="connsiteX3" fmla="*/ 0 w 906820"/>
                <a:gd name="connsiteY3" fmla="*/ 585224 h 688510"/>
                <a:gd name="connsiteX4" fmla="*/ 0 w 906820"/>
                <a:gd name="connsiteY4" fmla="*/ 103804 h 688510"/>
                <a:gd name="connsiteX5" fmla="*/ 103286 w 906820"/>
                <a:gd name="connsiteY5" fmla="*/ 518 h 688510"/>
                <a:gd name="connsiteX6" fmla="*/ 787777 w 906820"/>
                <a:gd name="connsiteY6" fmla="*/ 518 h 688510"/>
                <a:gd name="connsiteX7" fmla="*/ 823263 w 906820"/>
                <a:gd name="connsiteY7" fmla="*/ 0 h 688510"/>
                <a:gd name="connsiteX8" fmla="*/ 882335 w 906820"/>
                <a:gd name="connsiteY8" fmla="*/ 35177 h 688510"/>
                <a:gd name="connsiteX9" fmla="*/ 906820 w 906820"/>
                <a:gd name="connsiteY9" fmla="*/ 102609 h 688510"/>
                <a:gd name="connsiteX10" fmla="*/ 875308 w 906820"/>
                <a:gd name="connsiteY10" fmla="*/ 103804 h 688510"/>
                <a:gd name="connsiteX11" fmla="*/ 803533 w 906820"/>
                <a:gd name="connsiteY11" fmla="*/ 32029 h 688510"/>
                <a:gd name="connsiteX12" fmla="*/ 103286 w 906820"/>
                <a:gd name="connsiteY12" fmla="*/ 32029 h 688510"/>
                <a:gd name="connsiteX13" fmla="*/ 31511 w 906820"/>
                <a:gd name="connsiteY13" fmla="*/ 103804 h 688510"/>
                <a:gd name="connsiteX14" fmla="*/ 31511 w 906820"/>
                <a:gd name="connsiteY14" fmla="*/ 585224 h 688510"/>
                <a:gd name="connsiteX15" fmla="*/ 103286 w 906820"/>
                <a:gd name="connsiteY15" fmla="*/ 656999 h 688510"/>
                <a:gd name="connsiteX16" fmla="*/ 365879 w 906820"/>
                <a:gd name="connsiteY16" fmla="*/ 656999 h 688510"/>
                <a:gd name="connsiteX17" fmla="*/ 378965 w 906820"/>
                <a:gd name="connsiteY17" fmla="*/ 664045 h 688510"/>
                <a:gd name="connsiteX18" fmla="*/ 751329 w 906820"/>
                <a:gd name="connsiteY18" fmla="*/ 414965 h 688510"/>
                <a:gd name="connsiteX19" fmla="*/ 176239 w 906820"/>
                <a:gd name="connsiteY19" fmla="*/ 414398 h 688510"/>
                <a:gd name="connsiteX20" fmla="*/ 176806 w 906820"/>
                <a:gd name="connsiteY20" fmla="*/ 389580 h 688510"/>
                <a:gd name="connsiteX21" fmla="*/ 750325 w 906820"/>
                <a:gd name="connsiteY21" fmla="*/ 389496 h 688510"/>
                <a:gd name="connsiteX22" fmla="*/ 751329 w 906820"/>
                <a:gd name="connsiteY22" fmla="*/ 414965 h 688510"/>
                <a:gd name="connsiteX23" fmla="*/ 752237 w 906820"/>
                <a:gd name="connsiteY23" fmla="*/ 537102 h 688510"/>
                <a:gd name="connsiteX24" fmla="*/ 176689 w 906820"/>
                <a:gd name="connsiteY24" fmla="*/ 537102 h 688510"/>
                <a:gd name="connsiteX25" fmla="*/ 176689 w 906820"/>
                <a:gd name="connsiteY25" fmla="*/ 511941 h 688510"/>
                <a:gd name="connsiteX26" fmla="*/ 752237 w 906820"/>
                <a:gd name="connsiteY26" fmla="*/ 511941 h 688510"/>
                <a:gd name="connsiteX27" fmla="*/ 752237 w 906820"/>
                <a:gd name="connsiteY27" fmla="*/ 537102 h 688510"/>
                <a:gd name="connsiteX0" fmla="*/ 378965 w 887394"/>
                <a:gd name="connsiteY0" fmla="*/ 664045 h 688510"/>
                <a:gd name="connsiteX1" fmla="*/ 357432 w 887394"/>
                <a:gd name="connsiteY1" fmla="*/ 688510 h 688510"/>
                <a:gd name="connsiteX2" fmla="*/ 103286 w 887394"/>
                <a:gd name="connsiteY2" fmla="*/ 688510 h 688510"/>
                <a:gd name="connsiteX3" fmla="*/ 0 w 887394"/>
                <a:gd name="connsiteY3" fmla="*/ 585224 h 688510"/>
                <a:gd name="connsiteX4" fmla="*/ 0 w 887394"/>
                <a:gd name="connsiteY4" fmla="*/ 103804 h 688510"/>
                <a:gd name="connsiteX5" fmla="*/ 103286 w 887394"/>
                <a:gd name="connsiteY5" fmla="*/ 518 h 688510"/>
                <a:gd name="connsiteX6" fmla="*/ 787777 w 887394"/>
                <a:gd name="connsiteY6" fmla="*/ 518 h 688510"/>
                <a:gd name="connsiteX7" fmla="*/ 823263 w 887394"/>
                <a:gd name="connsiteY7" fmla="*/ 0 h 688510"/>
                <a:gd name="connsiteX8" fmla="*/ 882335 w 887394"/>
                <a:gd name="connsiteY8" fmla="*/ 35177 h 688510"/>
                <a:gd name="connsiteX9" fmla="*/ 875308 w 887394"/>
                <a:gd name="connsiteY9" fmla="*/ 103804 h 688510"/>
                <a:gd name="connsiteX10" fmla="*/ 803533 w 887394"/>
                <a:gd name="connsiteY10" fmla="*/ 32029 h 688510"/>
                <a:gd name="connsiteX11" fmla="*/ 103286 w 887394"/>
                <a:gd name="connsiteY11" fmla="*/ 32029 h 688510"/>
                <a:gd name="connsiteX12" fmla="*/ 31511 w 887394"/>
                <a:gd name="connsiteY12" fmla="*/ 103804 h 688510"/>
                <a:gd name="connsiteX13" fmla="*/ 31511 w 887394"/>
                <a:gd name="connsiteY13" fmla="*/ 585224 h 688510"/>
                <a:gd name="connsiteX14" fmla="*/ 103286 w 887394"/>
                <a:gd name="connsiteY14" fmla="*/ 656999 h 688510"/>
                <a:gd name="connsiteX15" fmla="*/ 365879 w 887394"/>
                <a:gd name="connsiteY15" fmla="*/ 656999 h 688510"/>
                <a:gd name="connsiteX16" fmla="*/ 378965 w 887394"/>
                <a:gd name="connsiteY16" fmla="*/ 664045 h 688510"/>
                <a:gd name="connsiteX17" fmla="*/ 751329 w 887394"/>
                <a:gd name="connsiteY17" fmla="*/ 414965 h 688510"/>
                <a:gd name="connsiteX18" fmla="*/ 176239 w 887394"/>
                <a:gd name="connsiteY18" fmla="*/ 414398 h 688510"/>
                <a:gd name="connsiteX19" fmla="*/ 176806 w 887394"/>
                <a:gd name="connsiteY19" fmla="*/ 389580 h 688510"/>
                <a:gd name="connsiteX20" fmla="*/ 750325 w 887394"/>
                <a:gd name="connsiteY20" fmla="*/ 389496 h 688510"/>
                <a:gd name="connsiteX21" fmla="*/ 751329 w 887394"/>
                <a:gd name="connsiteY21" fmla="*/ 414965 h 688510"/>
                <a:gd name="connsiteX22" fmla="*/ 752237 w 887394"/>
                <a:gd name="connsiteY22" fmla="*/ 537102 h 688510"/>
                <a:gd name="connsiteX23" fmla="*/ 176689 w 887394"/>
                <a:gd name="connsiteY23" fmla="*/ 537102 h 688510"/>
                <a:gd name="connsiteX24" fmla="*/ 176689 w 887394"/>
                <a:gd name="connsiteY24" fmla="*/ 511941 h 688510"/>
                <a:gd name="connsiteX25" fmla="*/ 752237 w 887394"/>
                <a:gd name="connsiteY25" fmla="*/ 511941 h 688510"/>
                <a:gd name="connsiteX26" fmla="*/ 752237 w 887394"/>
                <a:gd name="connsiteY26" fmla="*/ 537102 h 688510"/>
                <a:gd name="connsiteX0" fmla="*/ 378965 w 890867"/>
                <a:gd name="connsiteY0" fmla="*/ 664045 h 688510"/>
                <a:gd name="connsiteX1" fmla="*/ 357432 w 890867"/>
                <a:gd name="connsiteY1" fmla="*/ 688510 h 688510"/>
                <a:gd name="connsiteX2" fmla="*/ 103286 w 890867"/>
                <a:gd name="connsiteY2" fmla="*/ 688510 h 688510"/>
                <a:gd name="connsiteX3" fmla="*/ 0 w 890867"/>
                <a:gd name="connsiteY3" fmla="*/ 585224 h 688510"/>
                <a:gd name="connsiteX4" fmla="*/ 0 w 890867"/>
                <a:gd name="connsiteY4" fmla="*/ 103804 h 688510"/>
                <a:gd name="connsiteX5" fmla="*/ 103286 w 890867"/>
                <a:gd name="connsiteY5" fmla="*/ 518 h 688510"/>
                <a:gd name="connsiteX6" fmla="*/ 787777 w 890867"/>
                <a:gd name="connsiteY6" fmla="*/ 518 h 688510"/>
                <a:gd name="connsiteX7" fmla="*/ 823263 w 890867"/>
                <a:gd name="connsiteY7" fmla="*/ 0 h 688510"/>
                <a:gd name="connsiteX8" fmla="*/ 882335 w 890867"/>
                <a:gd name="connsiteY8" fmla="*/ 35177 h 688510"/>
                <a:gd name="connsiteX9" fmla="*/ 803533 w 890867"/>
                <a:gd name="connsiteY9" fmla="*/ 32029 h 688510"/>
                <a:gd name="connsiteX10" fmla="*/ 103286 w 890867"/>
                <a:gd name="connsiteY10" fmla="*/ 32029 h 688510"/>
                <a:gd name="connsiteX11" fmla="*/ 31511 w 890867"/>
                <a:gd name="connsiteY11" fmla="*/ 103804 h 688510"/>
                <a:gd name="connsiteX12" fmla="*/ 31511 w 890867"/>
                <a:gd name="connsiteY12" fmla="*/ 585224 h 688510"/>
                <a:gd name="connsiteX13" fmla="*/ 103286 w 890867"/>
                <a:gd name="connsiteY13" fmla="*/ 656999 h 688510"/>
                <a:gd name="connsiteX14" fmla="*/ 365879 w 890867"/>
                <a:gd name="connsiteY14" fmla="*/ 656999 h 688510"/>
                <a:gd name="connsiteX15" fmla="*/ 378965 w 890867"/>
                <a:gd name="connsiteY15" fmla="*/ 664045 h 688510"/>
                <a:gd name="connsiteX16" fmla="*/ 751329 w 890867"/>
                <a:gd name="connsiteY16" fmla="*/ 414965 h 688510"/>
                <a:gd name="connsiteX17" fmla="*/ 176239 w 890867"/>
                <a:gd name="connsiteY17" fmla="*/ 414398 h 688510"/>
                <a:gd name="connsiteX18" fmla="*/ 176806 w 890867"/>
                <a:gd name="connsiteY18" fmla="*/ 389580 h 688510"/>
                <a:gd name="connsiteX19" fmla="*/ 750325 w 890867"/>
                <a:gd name="connsiteY19" fmla="*/ 389496 h 688510"/>
                <a:gd name="connsiteX20" fmla="*/ 751329 w 890867"/>
                <a:gd name="connsiteY20" fmla="*/ 414965 h 688510"/>
                <a:gd name="connsiteX21" fmla="*/ 752237 w 890867"/>
                <a:gd name="connsiteY21" fmla="*/ 537102 h 688510"/>
                <a:gd name="connsiteX22" fmla="*/ 176689 w 890867"/>
                <a:gd name="connsiteY22" fmla="*/ 537102 h 688510"/>
                <a:gd name="connsiteX23" fmla="*/ 176689 w 890867"/>
                <a:gd name="connsiteY23" fmla="*/ 511941 h 688510"/>
                <a:gd name="connsiteX24" fmla="*/ 752237 w 890867"/>
                <a:gd name="connsiteY24" fmla="*/ 511941 h 688510"/>
                <a:gd name="connsiteX25" fmla="*/ 752237 w 890867"/>
                <a:gd name="connsiteY25" fmla="*/ 537102 h 688510"/>
                <a:gd name="connsiteX0" fmla="*/ 378965 w 863204"/>
                <a:gd name="connsiteY0" fmla="*/ 664045 h 688510"/>
                <a:gd name="connsiteX1" fmla="*/ 357432 w 863204"/>
                <a:gd name="connsiteY1" fmla="*/ 688510 h 688510"/>
                <a:gd name="connsiteX2" fmla="*/ 103286 w 863204"/>
                <a:gd name="connsiteY2" fmla="*/ 688510 h 688510"/>
                <a:gd name="connsiteX3" fmla="*/ 0 w 863204"/>
                <a:gd name="connsiteY3" fmla="*/ 585224 h 688510"/>
                <a:gd name="connsiteX4" fmla="*/ 0 w 863204"/>
                <a:gd name="connsiteY4" fmla="*/ 103804 h 688510"/>
                <a:gd name="connsiteX5" fmla="*/ 103286 w 863204"/>
                <a:gd name="connsiteY5" fmla="*/ 518 h 688510"/>
                <a:gd name="connsiteX6" fmla="*/ 787777 w 863204"/>
                <a:gd name="connsiteY6" fmla="*/ 518 h 688510"/>
                <a:gd name="connsiteX7" fmla="*/ 823263 w 863204"/>
                <a:gd name="connsiteY7" fmla="*/ 0 h 688510"/>
                <a:gd name="connsiteX8" fmla="*/ 803533 w 863204"/>
                <a:gd name="connsiteY8" fmla="*/ 32029 h 688510"/>
                <a:gd name="connsiteX9" fmla="*/ 103286 w 863204"/>
                <a:gd name="connsiteY9" fmla="*/ 32029 h 688510"/>
                <a:gd name="connsiteX10" fmla="*/ 31511 w 863204"/>
                <a:gd name="connsiteY10" fmla="*/ 103804 h 688510"/>
                <a:gd name="connsiteX11" fmla="*/ 31511 w 863204"/>
                <a:gd name="connsiteY11" fmla="*/ 585224 h 688510"/>
                <a:gd name="connsiteX12" fmla="*/ 103286 w 863204"/>
                <a:gd name="connsiteY12" fmla="*/ 656999 h 688510"/>
                <a:gd name="connsiteX13" fmla="*/ 365879 w 863204"/>
                <a:gd name="connsiteY13" fmla="*/ 656999 h 688510"/>
                <a:gd name="connsiteX14" fmla="*/ 378965 w 863204"/>
                <a:gd name="connsiteY14" fmla="*/ 664045 h 688510"/>
                <a:gd name="connsiteX15" fmla="*/ 751329 w 863204"/>
                <a:gd name="connsiteY15" fmla="*/ 414965 h 688510"/>
                <a:gd name="connsiteX16" fmla="*/ 176239 w 863204"/>
                <a:gd name="connsiteY16" fmla="*/ 414398 h 688510"/>
                <a:gd name="connsiteX17" fmla="*/ 176806 w 863204"/>
                <a:gd name="connsiteY17" fmla="*/ 389580 h 688510"/>
                <a:gd name="connsiteX18" fmla="*/ 750325 w 863204"/>
                <a:gd name="connsiteY18" fmla="*/ 389496 h 688510"/>
                <a:gd name="connsiteX19" fmla="*/ 751329 w 863204"/>
                <a:gd name="connsiteY19" fmla="*/ 414965 h 688510"/>
                <a:gd name="connsiteX20" fmla="*/ 752237 w 863204"/>
                <a:gd name="connsiteY20" fmla="*/ 537102 h 688510"/>
                <a:gd name="connsiteX21" fmla="*/ 176689 w 863204"/>
                <a:gd name="connsiteY21" fmla="*/ 537102 h 688510"/>
                <a:gd name="connsiteX22" fmla="*/ 176689 w 863204"/>
                <a:gd name="connsiteY22" fmla="*/ 511941 h 688510"/>
                <a:gd name="connsiteX23" fmla="*/ 752237 w 863204"/>
                <a:gd name="connsiteY23" fmla="*/ 511941 h 688510"/>
                <a:gd name="connsiteX24" fmla="*/ 752237 w 863204"/>
                <a:gd name="connsiteY24" fmla="*/ 537102 h 688510"/>
                <a:gd name="connsiteX0" fmla="*/ 378965 w 803533"/>
                <a:gd name="connsiteY0" fmla="*/ 663527 h 687992"/>
                <a:gd name="connsiteX1" fmla="*/ 357432 w 803533"/>
                <a:gd name="connsiteY1" fmla="*/ 687992 h 687992"/>
                <a:gd name="connsiteX2" fmla="*/ 103286 w 803533"/>
                <a:gd name="connsiteY2" fmla="*/ 687992 h 687992"/>
                <a:gd name="connsiteX3" fmla="*/ 0 w 803533"/>
                <a:gd name="connsiteY3" fmla="*/ 584706 h 687992"/>
                <a:gd name="connsiteX4" fmla="*/ 0 w 803533"/>
                <a:gd name="connsiteY4" fmla="*/ 103286 h 687992"/>
                <a:gd name="connsiteX5" fmla="*/ 103286 w 803533"/>
                <a:gd name="connsiteY5" fmla="*/ 0 h 687992"/>
                <a:gd name="connsiteX6" fmla="*/ 787777 w 803533"/>
                <a:gd name="connsiteY6" fmla="*/ 0 h 687992"/>
                <a:gd name="connsiteX7" fmla="*/ 803533 w 803533"/>
                <a:gd name="connsiteY7" fmla="*/ 31511 h 687992"/>
                <a:gd name="connsiteX8" fmla="*/ 103286 w 803533"/>
                <a:gd name="connsiteY8" fmla="*/ 31511 h 687992"/>
                <a:gd name="connsiteX9" fmla="*/ 31511 w 803533"/>
                <a:gd name="connsiteY9" fmla="*/ 103286 h 687992"/>
                <a:gd name="connsiteX10" fmla="*/ 31511 w 803533"/>
                <a:gd name="connsiteY10" fmla="*/ 584706 h 687992"/>
                <a:gd name="connsiteX11" fmla="*/ 103286 w 803533"/>
                <a:gd name="connsiteY11" fmla="*/ 656481 h 687992"/>
                <a:gd name="connsiteX12" fmla="*/ 365879 w 803533"/>
                <a:gd name="connsiteY12" fmla="*/ 656481 h 687992"/>
                <a:gd name="connsiteX13" fmla="*/ 378965 w 803533"/>
                <a:gd name="connsiteY13" fmla="*/ 663527 h 687992"/>
                <a:gd name="connsiteX14" fmla="*/ 751329 w 803533"/>
                <a:gd name="connsiteY14" fmla="*/ 414447 h 687992"/>
                <a:gd name="connsiteX15" fmla="*/ 176239 w 803533"/>
                <a:gd name="connsiteY15" fmla="*/ 413880 h 687992"/>
                <a:gd name="connsiteX16" fmla="*/ 176806 w 803533"/>
                <a:gd name="connsiteY16" fmla="*/ 389062 h 687992"/>
                <a:gd name="connsiteX17" fmla="*/ 750325 w 803533"/>
                <a:gd name="connsiteY17" fmla="*/ 388978 h 687992"/>
                <a:gd name="connsiteX18" fmla="*/ 751329 w 803533"/>
                <a:gd name="connsiteY18" fmla="*/ 414447 h 687992"/>
                <a:gd name="connsiteX19" fmla="*/ 752237 w 803533"/>
                <a:gd name="connsiteY19" fmla="*/ 536584 h 687992"/>
                <a:gd name="connsiteX20" fmla="*/ 176689 w 803533"/>
                <a:gd name="connsiteY20" fmla="*/ 536584 h 687992"/>
                <a:gd name="connsiteX21" fmla="*/ 176689 w 803533"/>
                <a:gd name="connsiteY21" fmla="*/ 511423 h 687992"/>
                <a:gd name="connsiteX22" fmla="*/ 752237 w 803533"/>
                <a:gd name="connsiteY22" fmla="*/ 511423 h 687992"/>
                <a:gd name="connsiteX23" fmla="*/ 752237 w 803533"/>
                <a:gd name="connsiteY23" fmla="*/ 536584 h 687992"/>
                <a:gd name="connsiteX0" fmla="*/ 378965 w 787777"/>
                <a:gd name="connsiteY0" fmla="*/ 663527 h 687992"/>
                <a:gd name="connsiteX1" fmla="*/ 357432 w 787777"/>
                <a:gd name="connsiteY1" fmla="*/ 687992 h 687992"/>
                <a:gd name="connsiteX2" fmla="*/ 103286 w 787777"/>
                <a:gd name="connsiteY2" fmla="*/ 687992 h 687992"/>
                <a:gd name="connsiteX3" fmla="*/ 0 w 787777"/>
                <a:gd name="connsiteY3" fmla="*/ 584706 h 687992"/>
                <a:gd name="connsiteX4" fmla="*/ 0 w 787777"/>
                <a:gd name="connsiteY4" fmla="*/ 103286 h 687992"/>
                <a:gd name="connsiteX5" fmla="*/ 103286 w 787777"/>
                <a:gd name="connsiteY5" fmla="*/ 0 h 687992"/>
                <a:gd name="connsiteX6" fmla="*/ 787777 w 787777"/>
                <a:gd name="connsiteY6" fmla="*/ 0 h 687992"/>
                <a:gd name="connsiteX7" fmla="*/ 103286 w 787777"/>
                <a:gd name="connsiteY7" fmla="*/ 31511 h 687992"/>
                <a:gd name="connsiteX8" fmla="*/ 31511 w 787777"/>
                <a:gd name="connsiteY8" fmla="*/ 103286 h 687992"/>
                <a:gd name="connsiteX9" fmla="*/ 31511 w 787777"/>
                <a:gd name="connsiteY9" fmla="*/ 584706 h 687992"/>
                <a:gd name="connsiteX10" fmla="*/ 103286 w 787777"/>
                <a:gd name="connsiteY10" fmla="*/ 656481 h 687992"/>
                <a:gd name="connsiteX11" fmla="*/ 365879 w 787777"/>
                <a:gd name="connsiteY11" fmla="*/ 656481 h 687992"/>
                <a:gd name="connsiteX12" fmla="*/ 378965 w 787777"/>
                <a:gd name="connsiteY12" fmla="*/ 663527 h 687992"/>
                <a:gd name="connsiteX13" fmla="*/ 751329 w 787777"/>
                <a:gd name="connsiteY13" fmla="*/ 414447 h 687992"/>
                <a:gd name="connsiteX14" fmla="*/ 176239 w 787777"/>
                <a:gd name="connsiteY14" fmla="*/ 413880 h 687992"/>
                <a:gd name="connsiteX15" fmla="*/ 176806 w 787777"/>
                <a:gd name="connsiteY15" fmla="*/ 389062 h 687992"/>
                <a:gd name="connsiteX16" fmla="*/ 750325 w 787777"/>
                <a:gd name="connsiteY16" fmla="*/ 388978 h 687992"/>
                <a:gd name="connsiteX17" fmla="*/ 751329 w 787777"/>
                <a:gd name="connsiteY17" fmla="*/ 414447 h 687992"/>
                <a:gd name="connsiteX18" fmla="*/ 752237 w 787777"/>
                <a:gd name="connsiteY18" fmla="*/ 536584 h 687992"/>
                <a:gd name="connsiteX19" fmla="*/ 176689 w 787777"/>
                <a:gd name="connsiteY19" fmla="*/ 536584 h 687992"/>
                <a:gd name="connsiteX20" fmla="*/ 176689 w 787777"/>
                <a:gd name="connsiteY20" fmla="*/ 511423 h 687992"/>
                <a:gd name="connsiteX21" fmla="*/ 752237 w 787777"/>
                <a:gd name="connsiteY21" fmla="*/ 511423 h 687992"/>
                <a:gd name="connsiteX22" fmla="*/ 752237 w 787777"/>
                <a:gd name="connsiteY22" fmla="*/ 536584 h 687992"/>
                <a:gd name="connsiteX0" fmla="*/ 378965 w 752237"/>
                <a:gd name="connsiteY0" fmla="*/ 663527 h 687992"/>
                <a:gd name="connsiteX1" fmla="*/ 357432 w 752237"/>
                <a:gd name="connsiteY1" fmla="*/ 687992 h 687992"/>
                <a:gd name="connsiteX2" fmla="*/ 103286 w 752237"/>
                <a:gd name="connsiteY2" fmla="*/ 687992 h 687992"/>
                <a:gd name="connsiteX3" fmla="*/ 0 w 752237"/>
                <a:gd name="connsiteY3" fmla="*/ 584706 h 687992"/>
                <a:gd name="connsiteX4" fmla="*/ 0 w 752237"/>
                <a:gd name="connsiteY4" fmla="*/ 103286 h 687992"/>
                <a:gd name="connsiteX5" fmla="*/ 103286 w 752237"/>
                <a:gd name="connsiteY5" fmla="*/ 0 h 687992"/>
                <a:gd name="connsiteX6" fmla="*/ 103286 w 752237"/>
                <a:gd name="connsiteY6" fmla="*/ 31511 h 687992"/>
                <a:gd name="connsiteX7" fmla="*/ 31511 w 752237"/>
                <a:gd name="connsiteY7" fmla="*/ 103286 h 687992"/>
                <a:gd name="connsiteX8" fmla="*/ 31511 w 752237"/>
                <a:gd name="connsiteY8" fmla="*/ 584706 h 687992"/>
                <a:gd name="connsiteX9" fmla="*/ 103286 w 752237"/>
                <a:gd name="connsiteY9" fmla="*/ 656481 h 687992"/>
                <a:gd name="connsiteX10" fmla="*/ 365879 w 752237"/>
                <a:gd name="connsiteY10" fmla="*/ 656481 h 687992"/>
                <a:gd name="connsiteX11" fmla="*/ 378965 w 752237"/>
                <a:gd name="connsiteY11" fmla="*/ 663527 h 687992"/>
                <a:gd name="connsiteX12" fmla="*/ 751329 w 752237"/>
                <a:gd name="connsiteY12" fmla="*/ 414447 h 687992"/>
                <a:gd name="connsiteX13" fmla="*/ 176239 w 752237"/>
                <a:gd name="connsiteY13" fmla="*/ 413880 h 687992"/>
                <a:gd name="connsiteX14" fmla="*/ 176806 w 752237"/>
                <a:gd name="connsiteY14" fmla="*/ 389062 h 687992"/>
                <a:gd name="connsiteX15" fmla="*/ 750325 w 752237"/>
                <a:gd name="connsiteY15" fmla="*/ 388978 h 687992"/>
                <a:gd name="connsiteX16" fmla="*/ 751329 w 752237"/>
                <a:gd name="connsiteY16" fmla="*/ 414447 h 687992"/>
                <a:gd name="connsiteX17" fmla="*/ 752237 w 752237"/>
                <a:gd name="connsiteY17" fmla="*/ 536584 h 687992"/>
                <a:gd name="connsiteX18" fmla="*/ 176689 w 752237"/>
                <a:gd name="connsiteY18" fmla="*/ 536584 h 687992"/>
                <a:gd name="connsiteX19" fmla="*/ 176689 w 752237"/>
                <a:gd name="connsiteY19" fmla="*/ 511423 h 687992"/>
                <a:gd name="connsiteX20" fmla="*/ 752237 w 752237"/>
                <a:gd name="connsiteY20" fmla="*/ 511423 h 687992"/>
                <a:gd name="connsiteX21" fmla="*/ 752237 w 752237"/>
                <a:gd name="connsiteY21" fmla="*/ 536584 h 687992"/>
                <a:gd name="connsiteX0" fmla="*/ 378965 w 752237"/>
                <a:gd name="connsiteY0" fmla="*/ 633942 h 658407"/>
                <a:gd name="connsiteX1" fmla="*/ 357432 w 752237"/>
                <a:gd name="connsiteY1" fmla="*/ 658407 h 658407"/>
                <a:gd name="connsiteX2" fmla="*/ 103286 w 752237"/>
                <a:gd name="connsiteY2" fmla="*/ 658407 h 658407"/>
                <a:gd name="connsiteX3" fmla="*/ 0 w 752237"/>
                <a:gd name="connsiteY3" fmla="*/ 555121 h 658407"/>
                <a:gd name="connsiteX4" fmla="*/ 0 w 752237"/>
                <a:gd name="connsiteY4" fmla="*/ 73701 h 658407"/>
                <a:gd name="connsiteX5" fmla="*/ 103286 w 752237"/>
                <a:gd name="connsiteY5" fmla="*/ 1926 h 658407"/>
                <a:gd name="connsiteX6" fmla="*/ 31511 w 752237"/>
                <a:gd name="connsiteY6" fmla="*/ 73701 h 658407"/>
                <a:gd name="connsiteX7" fmla="*/ 31511 w 752237"/>
                <a:gd name="connsiteY7" fmla="*/ 555121 h 658407"/>
                <a:gd name="connsiteX8" fmla="*/ 103286 w 752237"/>
                <a:gd name="connsiteY8" fmla="*/ 626896 h 658407"/>
                <a:gd name="connsiteX9" fmla="*/ 365879 w 752237"/>
                <a:gd name="connsiteY9" fmla="*/ 626896 h 658407"/>
                <a:gd name="connsiteX10" fmla="*/ 378965 w 752237"/>
                <a:gd name="connsiteY10" fmla="*/ 633942 h 658407"/>
                <a:gd name="connsiteX11" fmla="*/ 751329 w 752237"/>
                <a:gd name="connsiteY11" fmla="*/ 384862 h 658407"/>
                <a:gd name="connsiteX12" fmla="*/ 176239 w 752237"/>
                <a:gd name="connsiteY12" fmla="*/ 384295 h 658407"/>
                <a:gd name="connsiteX13" fmla="*/ 176806 w 752237"/>
                <a:gd name="connsiteY13" fmla="*/ 359477 h 658407"/>
                <a:gd name="connsiteX14" fmla="*/ 750325 w 752237"/>
                <a:gd name="connsiteY14" fmla="*/ 359393 h 658407"/>
                <a:gd name="connsiteX15" fmla="*/ 751329 w 752237"/>
                <a:gd name="connsiteY15" fmla="*/ 384862 h 658407"/>
                <a:gd name="connsiteX16" fmla="*/ 752237 w 752237"/>
                <a:gd name="connsiteY16" fmla="*/ 506999 h 658407"/>
                <a:gd name="connsiteX17" fmla="*/ 176689 w 752237"/>
                <a:gd name="connsiteY17" fmla="*/ 506999 h 658407"/>
                <a:gd name="connsiteX18" fmla="*/ 176689 w 752237"/>
                <a:gd name="connsiteY18" fmla="*/ 481838 h 658407"/>
                <a:gd name="connsiteX19" fmla="*/ 752237 w 752237"/>
                <a:gd name="connsiteY19" fmla="*/ 481838 h 658407"/>
                <a:gd name="connsiteX20" fmla="*/ 752237 w 752237"/>
                <a:gd name="connsiteY20" fmla="*/ 506999 h 658407"/>
                <a:gd name="connsiteX0" fmla="*/ 378965 w 752237"/>
                <a:gd name="connsiteY0" fmla="*/ 620419 h 644884"/>
                <a:gd name="connsiteX1" fmla="*/ 357432 w 752237"/>
                <a:gd name="connsiteY1" fmla="*/ 644884 h 644884"/>
                <a:gd name="connsiteX2" fmla="*/ 103286 w 752237"/>
                <a:gd name="connsiteY2" fmla="*/ 644884 h 644884"/>
                <a:gd name="connsiteX3" fmla="*/ 0 w 752237"/>
                <a:gd name="connsiteY3" fmla="*/ 541598 h 644884"/>
                <a:gd name="connsiteX4" fmla="*/ 0 w 752237"/>
                <a:gd name="connsiteY4" fmla="*/ 60178 h 644884"/>
                <a:gd name="connsiteX5" fmla="*/ 31511 w 752237"/>
                <a:gd name="connsiteY5" fmla="*/ 60178 h 644884"/>
                <a:gd name="connsiteX6" fmla="*/ 31511 w 752237"/>
                <a:gd name="connsiteY6" fmla="*/ 541598 h 644884"/>
                <a:gd name="connsiteX7" fmla="*/ 103286 w 752237"/>
                <a:gd name="connsiteY7" fmla="*/ 613373 h 644884"/>
                <a:gd name="connsiteX8" fmla="*/ 365879 w 752237"/>
                <a:gd name="connsiteY8" fmla="*/ 613373 h 644884"/>
                <a:gd name="connsiteX9" fmla="*/ 378965 w 752237"/>
                <a:gd name="connsiteY9" fmla="*/ 620419 h 644884"/>
                <a:gd name="connsiteX10" fmla="*/ 751329 w 752237"/>
                <a:gd name="connsiteY10" fmla="*/ 371339 h 644884"/>
                <a:gd name="connsiteX11" fmla="*/ 176239 w 752237"/>
                <a:gd name="connsiteY11" fmla="*/ 370772 h 644884"/>
                <a:gd name="connsiteX12" fmla="*/ 176806 w 752237"/>
                <a:gd name="connsiteY12" fmla="*/ 345954 h 644884"/>
                <a:gd name="connsiteX13" fmla="*/ 750325 w 752237"/>
                <a:gd name="connsiteY13" fmla="*/ 345870 h 644884"/>
                <a:gd name="connsiteX14" fmla="*/ 751329 w 752237"/>
                <a:gd name="connsiteY14" fmla="*/ 371339 h 644884"/>
                <a:gd name="connsiteX15" fmla="*/ 752237 w 752237"/>
                <a:gd name="connsiteY15" fmla="*/ 493476 h 644884"/>
                <a:gd name="connsiteX16" fmla="*/ 176689 w 752237"/>
                <a:gd name="connsiteY16" fmla="*/ 493476 h 644884"/>
                <a:gd name="connsiteX17" fmla="*/ 176689 w 752237"/>
                <a:gd name="connsiteY17" fmla="*/ 468315 h 644884"/>
                <a:gd name="connsiteX18" fmla="*/ 752237 w 752237"/>
                <a:gd name="connsiteY18" fmla="*/ 468315 h 644884"/>
                <a:gd name="connsiteX19" fmla="*/ 752237 w 752237"/>
                <a:gd name="connsiteY19" fmla="*/ 493476 h 644884"/>
                <a:gd name="connsiteX0" fmla="*/ 378965 w 752237"/>
                <a:gd name="connsiteY0" fmla="*/ 560241 h 584706"/>
                <a:gd name="connsiteX1" fmla="*/ 357432 w 752237"/>
                <a:gd name="connsiteY1" fmla="*/ 584706 h 584706"/>
                <a:gd name="connsiteX2" fmla="*/ 103286 w 752237"/>
                <a:gd name="connsiteY2" fmla="*/ 584706 h 584706"/>
                <a:gd name="connsiteX3" fmla="*/ 0 w 752237"/>
                <a:gd name="connsiteY3" fmla="*/ 481420 h 584706"/>
                <a:gd name="connsiteX4" fmla="*/ 0 w 752237"/>
                <a:gd name="connsiteY4" fmla="*/ 0 h 584706"/>
                <a:gd name="connsiteX5" fmla="*/ 31511 w 752237"/>
                <a:gd name="connsiteY5" fmla="*/ 481420 h 584706"/>
                <a:gd name="connsiteX6" fmla="*/ 103286 w 752237"/>
                <a:gd name="connsiteY6" fmla="*/ 553195 h 584706"/>
                <a:gd name="connsiteX7" fmla="*/ 365879 w 752237"/>
                <a:gd name="connsiteY7" fmla="*/ 553195 h 584706"/>
                <a:gd name="connsiteX8" fmla="*/ 378965 w 752237"/>
                <a:gd name="connsiteY8" fmla="*/ 560241 h 584706"/>
                <a:gd name="connsiteX9" fmla="*/ 751329 w 752237"/>
                <a:gd name="connsiteY9" fmla="*/ 311161 h 584706"/>
                <a:gd name="connsiteX10" fmla="*/ 176239 w 752237"/>
                <a:gd name="connsiteY10" fmla="*/ 310594 h 584706"/>
                <a:gd name="connsiteX11" fmla="*/ 176806 w 752237"/>
                <a:gd name="connsiteY11" fmla="*/ 285776 h 584706"/>
                <a:gd name="connsiteX12" fmla="*/ 750325 w 752237"/>
                <a:gd name="connsiteY12" fmla="*/ 285692 h 584706"/>
                <a:gd name="connsiteX13" fmla="*/ 751329 w 752237"/>
                <a:gd name="connsiteY13" fmla="*/ 311161 h 584706"/>
                <a:gd name="connsiteX14" fmla="*/ 752237 w 752237"/>
                <a:gd name="connsiteY14" fmla="*/ 433298 h 584706"/>
                <a:gd name="connsiteX15" fmla="*/ 176689 w 752237"/>
                <a:gd name="connsiteY15" fmla="*/ 433298 h 584706"/>
                <a:gd name="connsiteX16" fmla="*/ 176689 w 752237"/>
                <a:gd name="connsiteY16" fmla="*/ 408137 h 584706"/>
                <a:gd name="connsiteX17" fmla="*/ 752237 w 752237"/>
                <a:gd name="connsiteY17" fmla="*/ 408137 h 584706"/>
                <a:gd name="connsiteX18" fmla="*/ 752237 w 752237"/>
                <a:gd name="connsiteY18" fmla="*/ 433298 h 584706"/>
                <a:gd name="connsiteX0" fmla="*/ 378965 w 752237"/>
                <a:gd name="connsiteY0" fmla="*/ 274549 h 299014"/>
                <a:gd name="connsiteX1" fmla="*/ 357432 w 752237"/>
                <a:gd name="connsiteY1" fmla="*/ 299014 h 299014"/>
                <a:gd name="connsiteX2" fmla="*/ 103286 w 752237"/>
                <a:gd name="connsiteY2" fmla="*/ 299014 h 299014"/>
                <a:gd name="connsiteX3" fmla="*/ 0 w 752237"/>
                <a:gd name="connsiteY3" fmla="*/ 195728 h 299014"/>
                <a:gd name="connsiteX4" fmla="*/ 31511 w 752237"/>
                <a:gd name="connsiteY4" fmla="*/ 195728 h 299014"/>
                <a:gd name="connsiteX5" fmla="*/ 103286 w 752237"/>
                <a:gd name="connsiteY5" fmla="*/ 267503 h 299014"/>
                <a:gd name="connsiteX6" fmla="*/ 365879 w 752237"/>
                <a:gd name="connsiteY6" fmla="*/ 267503 h 299014"/>
                <a:gd name="connsiteX7" fmla="*/ 378965 w 752237"/>
                <a:gd name="connsiteY7" fmla="*/ 274549 h 299014"/>
                <a:gd name="connsiteX8" fmla="*/ 751329 w 752237"/>
                <a:gd name="connsiteY8" fmla="*/ 25469 h 299014"/>
                <a:gd name="connsiteX9" fmla="*/ 176239 w 752237"/>
                <a:gd name="connsiteY9" fmla="*/ 24902 h 299014"/>
                <a:gd name="connsiteX10" fmla="*/ 176806 w 752237"/>
                <a:gd name="connsiteY10" fmla="*/ 84 h 299014"/>
                <a:gd name="connsiteX11" fmla="*/ 750325 w 752237"/>
                <a:gd name="connsiteY11" fmla="*/ 0 h 299014"/>
                <a:gd name="connsiteX12" fmla="*/ 751329 w 752237"/>
                <a:gd name="connsiteY12" fmla="*/ 25469 h 299014"/>
                <a:gd name="connsiteX13" fmla="*/ 752237 w 752237"/>
                <a:gd name="connsiteY13" fmla="*/ 147606 h 299014"/>
                <a:gd name="connsiteX14" fmla="*/ 176689 w 752237"/>
                <a:gd name="connsiteY14" fmla="*/ 147606 h 299014"/>
                <a:gd name="connsiteX15" fmla="*/ 176689 w 752237"/>
                <a:gd name="connsiteY15" fmla="*/ 122445 h 299014"/>
                <a:gd name="connsiteX16" fmla="*/ 752237 w 752237"/>
                <a:gd name="connsiteY16" fmla="*/ 122445 h 299014"/>
                <a:gd name="connsiteX17" fmla="*/ 752237 w 752237"/>
                <a:gd name="connsiteY17" fmla="*/ 147606 h 299014"/>
                <a:gd name="connsiteX0" fmla="*/ 378965 w 752237"/>
                <a:gd name="connsiteY0" fmla="*/ 274549 h 299014"/>
                <a:gd name="connsiteX1" fmla="*/ 357432 w 752237"/>
                <a:gd name="connsiteY1" fmla="*/ 299014 h 299014"/>
                <a:gd name="connsiteX2" fmla="*/ 103286 w 752237"/>
                <a:gd name="connsiteY2" fmla="*/ 299014 h 299014"/>
                <a:gd name="connsiteX3" fmla="*/ 0 w 752237"/>
                <a:gd name="connsiteY3" fmla="*/ 195728 h 299014"/>
                <a:gd name="connsiteX4" fmla="*/ 103286 w 752237"/>
                <a:gd name="connsiteY4" fmla="*/ 267503 h 299014"/>
                <a:gd name="connsiteX5" fmla="*/ 365879 w 752237"/>
                <a:gd name="connsiteY5" fmla="*/ 267503 h 299014"/>
                <a:gd name="connsiteX6" fmla="*/ 378965 w 752237"/>
                <a:gd name="connsiteY6" fmla="*/ 274549 h 299014"/>
                <a:gd name="connsiteX7" fmla="*/ 751329 w 752237"/>
                <a:gd name="connsiteY7" fmla="*/ 25469 h 299014"/>
                <a:gd name="connsiteX8" fmla="*/ 176239 w 752237"/>
                <a:gd name="connsiteY8" fmla="*/ 24902 h 299014"/>
                <a:gd name="connsiteX9" fmla="*/ 176806 w 752237"/>
                <a:gd name="connsiteY9" fmla="*/ 84 h 299014"/>
                <a:gd name="connsiteX10" fmla="*/ 750325 w 752237"/>
                <a:gd name="connsiteY10" fmla="*/ 0 h 299014"/>
                <a:gd name="connsiteX11" fmla="*/ 751329 w 752237"/>
                <a:gd name="connsiteY11" fmla="*/ 25469 h 299014"/>
                <a:gd name="connsiteX12" fmla="*/ 752237 w 752237"/>
                <a:gd name="connsiteY12" fmla="*/ 147606 h 299014"/>
                <a:gd name="connsiteX13" fmla="*/ 176689 w 752237"/>
                <a:gd name="connsiteY13" fmla="*/ 147606 h 299014"/>
                <a:gd name="connsiteX14" fmla="*/ 176689 w 752237"/>
                <a:gd name="connsiteY14" fmla="*/ 122445 h 299014"/>
                <a:gd name="connsiteX15" fmla="*/ 752237 w 752237"/>
                <a:gd name="connsiteY15" fmla="*/ 122445 h 299014"/>
                <a:gd name="connsiteX16" fmla="*/ 752237 w 752237"/>
                <a:gd name="connsiteY16" fmla="*/ 147606 h 299014"/>
                <a:gd name="connsiteX0" fmla="*/ 307978 w 681250"/>
                <a:gd name="connsiteY0" fmla="*/ 274549 h 299014"/>
                <a:gd name="connsiteX1" fmla="*/ 286445 w 681250"/>
                <a:gd name="connsiteY1" fmla="*/ 299014 h 299014"/>
                <a:gd name="connsiteX2" fmla="*/ 32299 w 681250"/>
                <a:gd name="connsiteY2" fmla="*/ 299014 h 299014"/>
                <a:gd name="connsiteX3" fmla="*/ 32299 w 681250"/>
                <a:gd name="connsiteY3" fmla="*/ 267503 h 299014"/>
                <a:gd name="connsiteX4" fmla="*/ 294892 w 681250"/>
                <a:gd name="connsiteY4" fmla="*/ 267503 h 299014"/>
                <a:gd name="connsiteX5" fmla="*/ 307978 w 681250"/>
                <a:gd name="connsiteY5" fmla="*/ 274549 h 299014"/>
                <a:gd name="connsiteX6" fmla="*/ 680342 w 681250"/>
                <a:gd name="connsiteY6" fmla="*/ 25469 h 299014"/>
                <a:gd name="connsiteX7" fmla="*/ 105252 w 681250"/>
                <a:gd name="connsiteY7" fmla="*/ 24902 h 299014"/>
                <a:gd name="connsiteX8" fmla="*/ 105819 w 681250"/>
                <a:gd name="connsiteY8" fmla="*/ 84 h 299014"/>
                <a:gd name="connsiteX9" fmla="*/ 679338 w 681250"/>
                <a:gd name="connsiteY9" fmla="*/ 0 h 299014"/>
                <a:gd name="connsiteX10" fmla="*/ 680342 w 681250"/>
                <a:gd name="connsiteY10" fmla="*/ 25469 h 299014"/>
                <a:gd name="connsiteX11" fmla="*/ 681250 w 681250"/>
                <a:gd name="connsiteY11" fmla="*/ 147606 h 299014"/>
                <a:gd name="connsiteX12" fmla="*/ 105702 w 681250"/>
                <a:gd name="connsiteY12" fmla="*/ 147606 h 299014"/>
                <a:gd name="connsiteX13" fmla="*/ 105702 w 681250"/>
                <a:gd name="connsiteY13" fmla="*/ 122445 h 299014"/>
                <a:gd name="connsiteX14" fmla="*/ 681250 w 681250"/>
                <a:gd name="connsiteY14" fmla="*/ 122445 h 299014"/>
                <a:gd name="connsiteX15" fmla="*/ 681250 w 681250"/>
                <a:gd name="connsiteY15" fmla="*/ 147606 h 299014"/>
                <a:gd name="connsiteX0" fmla="*/ 275679 w 648951"/>
                <a:gd name="connsiteY0" fmla="*/ 274549 h 299014"/>
                <a:gd name="connsiteX1" fmla="*/ 254146 w 648951"/>
                <a:gd name="connsiteY1" fmla="*/ 299014 h 299014"/>
                <a:gd name="connsiteX2" fmla="*/ 0 w 648951"/>
                <a:gd name="connsiteY2" fmla="*/ 299014 h 299014"/>
                <a:gd name="connsiteX3" fmla="*/ 262593 w 648951"/>
                <a:gd name="connsiteY3" fmla="*/ 267503 h 299014"/>
                <a:gd name="connsiteX4" fmla="*/ 275679 w 648951"/>
                <a:gd name="connsiteY4" fmla="*/ 274549 h 299014"/>
                <a:gd name="connsiteX5" fmla="*/ 648043 w 648951"/>
                <a:gd name="connsiteY5" fmla="*/ 25469 h 299014"/>
                <a:gd name="connsiteX6" fmla="*/ 72953 w 648951"/>
                <a:gd name="connsiteY6" fmla="*/ 24902 h 299014"/>
                <a:gd name="connsiteX7" fmla="*/ 73520 w 648951"/>
                <a:gd name="connsiteY7" fmla="*/ 84 h 299014"/>
                <a:gd name="connsiteX8" fmla="*/ 647039 w 648951"/>
                <a:gd name="connsiteY8" fmla="*/ 0 h 299014"/>
                <a:gd name="connsiteX9" fmla="*/ 648043 w 648951"/>
                <a:gd name="connsiteY9" fmla="*/ 25469 h 299014"/>
                <a:gd name="connsiteX10" fmla="*/ 648951 w 648951"/>
                <a:gd name="connsiteY10" fmla="*/ 147606 h 299014"/>
                <a:gd name="connsiteX11" fmla="*/ 73403 w 648951"/>
                <a:gd name="connsiteY11" fmla="*/ 147606 h 299014"/>
                <a:gd name="connsiteX12" fmla="*/ 73403 w 648951"/>
                <a:gd name="connsiteY12" fmla="*/ 122445 h 299014"/>
                <a:gd name="connsiteX13" fmla="*/ 648951 w 648951"/>
                <a:gd name="connsiteY13" fmla="*/ 122445 h 299014"/>
                <a:gd name="connsiteX14" fmla="*/ 648951 w 648951"/>
                <a:gd name="connsiteY14" fmla="*/ 147606 h 299014"/>
                <a:gd name="connsiteX0" fmla="*/ 202726 w 575998"/>
                <a:gd name="connsiteY0" fmla="*/ 274549 h 299014"/>
                <a:gd name="connsiteX1" fmla="*/ 181193 w 575998"/>
                <a:gd name="connsiteY1" fmla="*/ 299014 h 299014"/>
                <a:gd name="connsiteX2" fmla="*/ 189640 w 575998"/>
                <a:gd name="connsiteY2" fmla="*/ 267503 h 299014"/>
                <a:gd name="connsiteX3" fmla="*/ 202726 w 575998"/>
                <a:gd name="connsiteY3" fmla="*/ 274549 h 299014"/>
                <a:gd name="connsiteX4" fmla="*/ 575090 w 575998"/>
                <a:gd name="connsiteY4" fmla="*/ 25469 h 299014"/>
                <a:gd name="connsiteX5" fmla="*/ 0 w 575998"/>
                <a:gd name="connsiteY5" fmla="*/ 24902 h 299014"/>
                <a:gd name="connsiteX6" fmla="*/ 567 w 575998"/>
                <a:gd name="connsiteY6" fmla="*/ 84 h 299014"/>
                <a:gd name="connsiteX7" fmla="*/ 574086 w 575998"/>
                <a:gd name="connsiteY7" fmla="*/ 0 h 299014"/>
                <a:gd name="connsiteX8" fmla="*/ 575090 w 575998"/>
                <a:gd name="connsiteY8" fmla="*/ 25469 h 299014"/>
                <a:gd name="connsiteX9" fmla="*/ 575998 w 575998"/>
                <a:gd name="connsiteY9" fmla="*/ 147606 h 299014"/>
                <a:gd name="connsiteX10" fmla="*/ 450 w 575998"/>
                <a:gd name="connsiteY10" fmla="*/ 147606 h 299014"/>
                <a:gd name="connsiteX11" fmla="*/ 450 w 575998"/>
                <a:gd name="connsiteY11" fmla="*/ 122445 h 299014"/>
                <a:gd name="connsiteX12" fmla="*/ 575998 w 575998"/>
                <a:gd name="connsiteY12" fmla="*/ 122445 h 299014"/>
                <a:gd name="connsiteX13" fmla="*/ 575998 w 575998"/>
                <a:gd name="connsiteY13" fmla="*/ 147606 h 299014"/>
                <a:gd name="connsiteX0" fmla="*/ 189640 w 575998"/>
                <a:gd name="connsiteY0" fmla="*/ 267503 h 299014"/>
                <a:gd name="connsiteX1" fmla="*/ 181193 w 575998"/>
                <a:gd name="connsiteY1" fmla="*/ 299014 h 299014"/>
                <a:gd name="connsiteX2" fmla="*/ 189640 w 575998"/>
                <a:gd name="connsiteY2" fmla="*/ 267503 h 299014"/>
                <a:gd name="connsiteX3" fmla="*/ 575090 w 575998"/>
                <a:gd name="connsiteY3" fmla="*/ 25469 h 299014"/>
                <a:gd name="connsiteX4" fmla="*/ 0 w 575998"/>
                <a:gd name="connsiteY4" fmla="*/ 24902 h 299014"/>
                <a:gd name="connsiteX5" fmla="*/ 567 w 575998"/>
                <a:gd name="connsiteY5" fmla="*/ 84 h 299014"/>
                <a:gd name="connsiteX6" fmla="*/ 574086 w 575998"/>
                <a:gd name="connsiteY6" fmla="*/ 0 h 299014"/>
                <a:gd name="connsiteX7" fmla="*/ 575090 w 575998"/>
                <a:gd name="connsiteY7" fmla="*/ 25469 h 299014"/>
                <a:gd name="connsiteX8" fmla="*/ 575998 w 575998"/>
                <a:gd name="connsiteY8" fmla="*/ 147606 h 299014"/>
                <a:gd name="connsiteX9" fmla="*/ 450 w 575998"/>
                <a:gd name="connsiteY9" fmla="*/ 147606 h 299014"/>
                <a:gd name="connsiteX10" fmla="*/ 450 w 575998"/>
                <a:gd name="connsiteY10" fmla="*/ 122445 h 299014"/>
                <a:gd name="connsiteX11" fmla="*/ 575998 w 575998"/>
                <a:gd name="connsiteY11" fmla="*/ 122445 h 299014"/>
                <a:gd name="connsiteX12" fmla="*/ 575998 w 575998"/>
                <a:gd name="connsiteY12" fmla="*/ 147606 h 299014"/>
                <a:gd name="connsiteX0" fmla="*/ 575090 w 575998"/>
                <a:gd name="connsiteY0" fmla="*/ 25469 h 147606"/>
                <a:gd name="connsiteX1" fmla="*/ 0 w 575998"/>
                <a:gd name="connsiteY1" fmla="*/ 24902 h 147606"/>
                <a:gd name="connsiteX2" fmla="*/ 567 w 575998"/>
                <a:gd name="connsiteY2" fmla="*/ 84 h 147606"/>
                <a:gd name="connsiteX3" fmla="*/ 574086 w 575998"/>
                <a:gd name="connsiteY3" fmla="*/ 0 h 147606"/>
                <a:gd name="connsiteX4" fmla="*/ 575090 w 575998"/>
                <a:gd name="connsiteY4" fmla="*/ 25469 h 147606"/>
                <a:gd name="connsiteX5" fmla="*/ 575998 w 575998"/>
                <a:gd name="connsiteY5" fmla="*/ 147606 h 147606"/>
                <a:gd name="connsiteX6" fmla="*/ 450 w 575998"/>
                <a:gd name="connsiteY6" fmla="*/ 147606 h 147606"/>
                <a:gd name="connsiteX7" fmla="*/ 450 w 575998"/>
                <a:gd name="connsiteY7" fmla="*/ 122445 h 147606"/>
                <a:gd name="connsiteX8" fmla="*/ 575998 w 575998"/>
                <a:gd name="connsiteY8" fmla="*/ 122445 h 147606"/>
                <a:gd name="connsiteX9" fmla="*/ 575998 w 575998"/>
                <a:gd name="connsiteY9" fmla="*/ 147606 h 147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5998" h="147606">
                  <a:moveTo>
                    <a:pt x="575090" y="25469"/>
                  </a:moveTo>
                  <a:lnTo>
                    <a:pt x="0" y="24902"/>
                  </a:lnTo>
                  <a:cubicBezTo>
                    <a:pt x="0" y="18184"/>
                    <a:pt x="567" y="6802"/>
                    <a:pt x="567" y="84"/>
                  </a:cubicBezTo>
                  <a:lnTo>
                    <a:pt x="574086" y="0"/>
                  </a:lnTo>
                  <a:cubicBezTo>
                    <a:pt x="574232" y="7356"/>
                    <a:pt x="574944" y="18113"/>
                    <a:pt x="575090" y="25469"/>
                  </a:cubicBezTo>
                  <a:close/>
                  <a:moveTo>
                    <a:pt x="575998" y="147606"/>
                  </a:moveTo>
                  <a:lnTo>
                    <a:pt x="450" y="147606"/>
                  </a:lnTo>
                  <a:lnTo>
                    <a:pt x="450" y="122445"/>
                  </a:lnTo>
                  <a:lnTo>
                    <a:pt x="575998" y="122445"/>
                  </a:lnTo>
                  <a:lnTo>
                    <a:pt x="575998" y="147606"/>
                  </a:lnTo>
                  <a:close/>
                </a:path>
              </a:pathLst>
            </a:custGeom>
            <a:solidFill>
              <a:srgbClr val="0F62FE"/>
            </a:solidFill>
            <a:ln w="43755" cap="flat">
              <a:noFill/>
              <a:prstDash val="solid"/>
              <a:miter/>
            </a:ln>
          </p:spPr>
          <p:txBody>
            <a:bodyPr rtlCol="0" anchor="ctr"/>
            <a:lstStyle/>
            <a:p>
              <a:endParaRPr lang="en-US" dirty="0"/>
            </a:p>
          </p:txBody>
        </p:sp>
      </p:grpSp>
      <p:cxnSp>
        <p:nvCxnSpPr>
          <p:cNvPr id="32" name="Straight Connector 31">
            <a:extLst>
              <a:ext uri="{FF2B5EF4-FFF2-40B4-BE49-F238E27FC236}">
                <a16:creationId xmlns:a16="http://schemas.microsoft.com/office/drawing/2014/main" id="{1CCF2749-ABC2-B0B7-316E-AF9148BB6218}"/>
              </a:ext>
            </a:extLst>
          </p:cNvPr>
          <p:cNvCxnSpPr>
            <a:cxnSpLocks/>
          </p:cNvCxnSpPr>
          <p:nvPr/>
        </p:nvCxnSpPr>
        <p:spPr bwMode="auto">
          <a:xfrm>
            <a:off x="18288000" y="577850"/>
            <a:ext cx="0" cy="12555538"/>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79776698-6F19-9C1B-6942-80C6D8241394}"/>
              </a:ext>
            </a:extLst>
          </p:cNvPr>
          <p:cNvCxnSpPr>
            <a:cxnSpLocks/>
          </p:cNvCxnSpPr>
          <p:nvPr/>
        </p:nvCxnSpPr>
        <p:spPr bwMode="auto">
          <a:xfrm>
            <a:off x="12192000" y="6858000"/>
            <a:ext cx="11623611" cy="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537727127"/>
      </p:ext>
    </p:extLst>
  </p:cSld>
  <p:clrMapOvr>
    <a:masterClrMapping/>
  </p:clrMapOvr>
  <p:transition spd="med" advTm="45856"/>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5DCAA8-CAB0-142F-E8FA-00ED63D0D2FC}"/>
              </a:ext>
            </a:extLst>
          </p:cNvPr>
          <p:cNvSpPr>
            <a:spLocks noGrp="1"/>
          </p:cNvSpPr>
          <p:nvPr>
            <p:ph type="title"/>
          </p:nvPr>
        </p:nvSpPr>
        <p:spPr>
          <a:xfrm>
            <a:off x="576072" y="577850"/>
            <a:ext cx="5265926" cy="1334397"/>
          </a:xfrm>
        </p:spPr>
        <p:txBody>
          <a:bodyPr/>
          <a:lstStyle/>
          <a:p>
            <a:r>
              <a:rPr lang="en-US"/>
              <a:t>Hitos de la IA</a:t>
            </a:r>
            <a:endParaRPr lang="en-US" dirty="0"/>
          </a:p>
        </p:txBody>
      </p:sp>
      <p:sp>
        <p:nvSpPr>
          <p:cNvPr id="34" name="TextBox 33">
            <a:extLst>
              <a:ext uri="{FF2B5EF4-FFF2-40B4-BE49-F238E27FC236}">
                <a16:creationId xmlns:a16="http://schemas.microsoft.com/office/drawing/2014/main" id="{32622D2B-BC2E-0A6A-CA79-DB7E50D66847}"/>
              </a:ext>
            </a:extLst>
          </p:cNvPr>
          <p:cNvSpPr txBox="1"/>
          <p:nvPr/>
        </p:nvSpPr>
        <p:spPr>
          <a:xfrm>
            <a:off x="1217271" y="9270877"/>
            <a:ext cx="4054923" cy="366157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rtlCol="0" anchor="t">
            <a:noAutofit/>
          </a:bodyPr>
          <a:lstStyle/>
          <a:p>
            <a:pPr>
              <a:lnSpc>
                <a:spcPct val="120000"/>
              </a:lnSpc>
            </a:pPr>
            <a:r>
              <a:rPr lang="en-US" b="1" dirty="0"/>
              <a:t>1950</a:t>
            </a:r>
          </a:p>
          <a:p>
            <a:r>
              <a:rPr lang="es-ES" sz="2800" dirty="0"/>
              <a:t>Alan Turing publicó el artículo Computing </a:t>
            </a:r>
            <a:r>
              <a:rPr lang="es-ES" sz="2800" dirty="0" err="1"/>
              <a:t>Machinery</a:t>
            </a:r>
            <a:r>
              <a:rPr lang="es-ES" sz="2800" dirty="0"/>
              <a:t> and </a:t>
            </a:r>
            <a:r>
              <a:rPr lang="es-ES" sz="2800" dirty="0" err="1"/>
              <a:t>Intelligence</a:t>
            </a:r>
            <a:r>
              <a:rPr lang="es-ES" sz="2800" dirty="0"/>
              <a:t> introduciendo la pregunta: "¿Pueden pensar las máquinas?"</a:t>
            </a:r>
            <a:endParaRPr lang="en-US" sz="2800" dirty="0"/>
          </a:p>
        </p:txBody>
      </p:sp>
      <p:sp>
        <p:nvSpPr>
          <p:cNvPr id="37" name="TextBox 36">
            <a:extLst>
              <a:ext uri="{FF2B5EF4-FFF2-40B4-BE49-F238E27FC236}">
                <a16:creationId xmlns:a16="http://schemas.microsoft.com/office/drawing/2014/main" id="{3B9C1C67-5248-0A85-0AE9-FBEC68A0E2D4}"/>
              </a:ext>
            </a:extLst>
          </p:cNvPr>
          <p:cNvSpPr txBox="1"/>
          <p:nvPr/>
        </p:nvSpPr>
        <p:spPr>
          <a:xfrm>
            <a:off x="12102146" y="9270877"/>
            <a:ext cx="4031915" cy="3274327"/>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rtlCol="0" anchor="t">
            <a:noAutofit/>
          </a:bodyPr>
          <a:lstStyle/>
          <a:p>
            <a:pPr>
              <a:lnSpc>
                <a:spcPct val="120000"/>
              </a:lnSpc>
            </a:pPr>
            <a:r>
              <a:rPr lang="en-US" b="1" dirty="0"/>
              <a:t>1997</a:t>
            </a:r>
          </a:p>
          <a:p>
            <a:r>
              <a:rPr lang="es-ES" sz="2800" dirty="0"/>
              <a:t>La supercomputadora Deep Blue de IBM vence al entonces campeón mundial de ajedrez Garry </a:t>
            </a:r>
            <a:r>
              <a:rPr lang="es-ES" sz="2800" dirty="0" err="1"/>
              <a:t>Kasparov</a:t>
            </a:r>
            <a:r>
              <a:rPr lang="es-ES" sz="2800" dirty="0"/>
              <a:t> en una partida de ajedrez (y revancha).</a:t>
            </a:r>
            <a:endParaRPr lang="en-US" sz="2800" dirty="0"/>
          </a:p>
        </p:txBody>
      </p:sp>
      <p:sp>
        <p:nvSpPr>
          <p:cNvPr id="39" name="TextBox 38">
            <a:extLst>
              <a:ext uri="{FF2B5EF4-FFF2-40B4-BE49-F238E27FC236}">
                <a16:creationId xmlns:a16="http://schemas.microsoft.com/office/drawing/2014/main" id="{41A490F1-86A3-605B-AF8A-6E8877C2228D}"/>
              </a:ext>
            </a:extLst>
          </p:cNvPr>
          <p:cNvSpPr txBox="1"/>
          <p:nvPr/>
        </p:nvSpPr>
        <p:spPr>
          <a:xfrm>
            <a:off x="17456796" y="9270877"/>
            <a:ext cx="3619500" cy="409746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rtlCol="0" anchor="t">
            <a:noAutofit/>
          </a:bodyPr>
          <a:lstStyle/>
          <a:p>
            <a:pPr>
              <a:lnSpc>
                <a:spcPct val="120000"/>
              </a:lnSpc>
            </a:pPr>
            <a:r>
              <a:rPr lang="en-US" b="1" dirty="0"/>
              <a:t>2016</a:t>
            </a:r>
          </a:p>
          <a:p>
            <a:pPr>
              <a:lnSpc>
                <a:spcPct val="110000"/>
              </a:lnSpc>
            </a:pPr>
            <a:r>
              <a:rPr lang="es-ES" sz="2800" dirty="0"/>
              <a:t>El programa </a:t>
            </a:r>
            <a:r>
              <a:rPr lang="es-ES" sz="2800" dirty="0" err="1"/>
              <a:t>AlphaGo</a:t>
            </a:r>
            <a:r>
              <a:rPr lang="es-ES" sz="2800" dirty="0"/>
              <a:t> de </a:t>
            </a:r>
            <a:r>
              <a:rPr lang="es-ES" sz="2800" dirty="0" err="1"/>
              <a:t>DeepMind</a:t>
            </a:r>
            <a:r>
              <a:rPr lang="es-ES" sz="2800" dirty="0"/>
              <a:t>, impulsado por una red neuronal profunda, vence a Lee </a:t>
            </a:r>
            <a:r>
              <a:rPr lang="es-ES" sz="2800" dirty="0" err="1"/>
              <a:t>Sedol</a:t>
            </a:r>
            <a:r>
              <a:rPr lang="es-ES" sz="2800" dirty="0"/>
              <a:t>, el campeón mundial de </a:t>
            </a:r>
            <a:r>
              <a:rPr lang="es-ES" sz="2800" dirty="0" err="1"/>
              <a:t>Go</a:t>
            </a:r>
            <a:r>
              <a:rPr lang="es-ES" sz="2800" dirty="0"/>
              <a:t>, en un partido de cinco partidas</a:t>
            </a:r>
            <a:r>
              <a:rPr lang="en-US" sz="2800" dirty="0"/>
              <a:t>.</a:t>
            </a:r>
          </a:p>
        </p:txBody>
      </p:sp>
      <p:sp>
        <p:nvSpPr>
          <p:cNvPr id="40" name="TextBox 39">
            <a:extLst>
              <a:ext uri="{FF2B5EF4-FFF2-40B4-BE49-F238E27FC236}">
                <a16:creationId xmlns:a16="http://schemas.microsoft.com/office/drawing/2014/main" id="{DD03839E-5314-EAE1-4552-AFAA5FAB4DBC}"/>
              </a:ext>
            </a:extLst>
          </p:cNvPr>
          <p:cNvSpPr txBox="1"/>
          <p:nvPr/>
        </p:nvSpPr>
        <p:spPr>
          <a:xfrm>
            <a:off x="3973962" y="3082925"/>
            <a:ext cx="4076699" cy="327433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rtlCol="0" anchor="t">
            <a:noAutofit/>
          </a:bodyPr>
          <a:lstStyle/>
          <a:p>
            <a:pPr>
              <a:lnSpc>
                <a:spcPct val="120000"/>
              </a:lnSpc>
            </a:pPr>
            <a:r>
              <a:rPr lang="en-US" b="1" dirty="0"/>
              <a:t>1956</a:t>
            </a:r>
          </a:p>
          <a:p>
            <a:r>
              <a:rPr lang="es-ES" sz="2800" dirty="0"/>
              <a:t>Monedas de John McCarthy 
el término "inteligencia artificial" en la primera conferencia de IA en el Dartmouth </a:t>
            </a:r>
            <a:r>
              <a:rPr lang="es-ES" sz="2800" dirty="0" err="1"/>
              <a:t>College</a:t>
            </a:r>
            <a:r>
              <a:rPr lang="es-ES" sz="2800" dirty="0"/>
              <a:t>.</a:t>
            </a:r>
            <a:endParaRPr lang="en-US" sz="2800" dirty="0"/>
          </a:p>
        </p:txBody>
      </p:sp>
      <p:sp>
        <p:nvSpPr>
          <p:cNvPr id="41" name="TextBox 40">
            <a:extLst>
              <a:ext uri="{FF2B5EF4-FFF2-40B4-BE49-F238E27FC236}">
                <a16:creationId xmlns:a16="http://schemas.microsoft.com/office/drawing/2014/main" id="{73B271B9-1D05-3242-4AD2-82A2E4F39A99}"/>
              </a:ext>
            </a:extLst>
          </p:cNvPr>
          <p:cNvSpPr txBox="1"/>
          <p:nvPr/>
        </p:nvSpPr>
        <p:spPr>
          <a:xfrm>
            <a:off x="9382185" y="3082925"/>
            <a:ext cx="4037005" cy="327432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rtlCol="0" anchor="t">
            <a:noAutofit/>
          </a:bodyPr>
          <a:lstStyle/>
          <a:p>
            <a:pPr>
              <a:lnSpc>
                <a:spcPct val="120000"/>
              </a:lnSpc>
            </a:pPr>
            <a:r>
              <a:rPr lang="en-US" b="1" dirty="0"/>
              <a:t>1980s</a:t>
            </a:r>
          </a:p>
          <a:p>
            <a:pPr>
              <a:lnSpc>
                <a:spcPct val="110000"/>
              </a:lnSpc>
            </a:pPr>
            <a:r>
              <a:rPr lang="es-ES" sz="2800" dirty="0"/>
              <a:t>Las redes neuronales se utilizan ampliamente en aplicaciones de IA.</a:t>
            </a:r>
            <a:endParaRPr lang="en-US" sz="2800" dirty="0"/>
          </a:p>
        </p:txBody>
      </p:sp>
      <p:sp>
        <p:nvSpPr>
          <p:cNvPr id="42" name="TextBox 41">
            <a:extLst>
              <a:ext uri="{FF2B5EF4-FFF2-40B4-BE49-F238E27FC236}">
                <a16:creationId xmlns:a16="http://schemas.microsoft.com/office/drawing/2014/main" id="{4BE943CA-E165-6AA5-BCCF-8657218267D2}"/>
              </a:ext>
            </a:extLst>
          </p:cNvPr>
          <p:cNvSpPr txBox="1"/>
          <p:nvPr/>
        </p:nvSpPr>
        <p:spPr>
          <a:xfrm>
            <a:off x="14791871" y="3082925"/>
            <a:ext cx="3619500" cy="2954466"/>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rtlCol="0" anchor="t">
            <a:noAutofit/>
          </a:bodyPr>
          <a:lstStyle/>
          <a:p>
            <a:pPr>
              <a:lnSpc>
                <a:spcPct val="120000"/>
              </a:lnSpc>
            </a:pPr>
            <a:r>
              <a:rPr lang="en-US" b="1" dirty="0"/>
              <a:t>2011</a:t>
            </a:r>
          </a:p>
          <a:p>
            <a:r>
              <a:rPr lang="en-US" sz="2800" dirty="0"/>
              <a:t>IBM Watson </a:t>
            </a:r>
            <a:r>
              <a:rPr lang="en-US" sz="2800" dirty="0" err="1"/>
              <a:t>vence</a:t>
            </a:r>
            <a:r>
              <a:rPr lang="en-US" sz="2800" dirty="0"/>
              <a:t> a </a:t>
            </a:r>
            <a:r>
              <a:rPr lang="en-US" sz="2800" dirty="0" err="1"/>
              <a:t>los</a:t>
            </a:r>
            <a:r>
              <a:rPr lang="en-US" sz="2800" dirty="0"/>
              <a:t> </a:t>
            </a:r>
            <a:r>
              <a:rPr lang="en-US" sz="2800" dirty="0" err="1"/>
              <a:t>campeones</a:t>
            </a:r>
            <a:r>
              <a:rPr lang="en-US" sz="2800" dirty="0"/>
              <a:t> Ken Jennings y Brad Rutter </a:t>
            </a:r>
            <a:r>
              <a:rPr lang="en-US" sz="2800" dirty="0" err="1"/>
              <a:t>en</a:t>
            </a:r>
            <a:r>
              <a:rPr lang="en-US" sz="2800" dirty="0"/>
              <a:t> Jeopardy</a:t>
            </a:r>
            <a:r>
              <a:rPr lang="en-US" sz="2800" i="1" dirty="0"/>
              <a:t>!</a:t>
            </a:r>
            <a:endParaRPr lang="en-US" sz="2800" dirty="0"/>
          </a:p>
        </p:txBody>
      </p:sp>
      <p:cxnSp>
        <p:nvCxnSpPr>
          <p:cNvPr id="26" name="Straight Connector 25">
            <a:extLst>
              <a:ext uri="{FF2B5EF4-FFF2-40B4-BE49-F238E27FC236}">
                <a16:creationId xmlns:a16="http://schemas.microsoft.com/office/drawing/2014/main" id="{B9B9CB0A-22DA-3F7C-5D83-F2558427E9C9}"/>
              </a:ext>
            </a:extLst>
          </p:cNvPr>
          <p:cNvCxnSpPr>
            <a:cxnSpLocks/>
          </p:cNvCxnSpPr>
          <p:nvPr/>
        </p:nvCxnSpPr>
        <p:spPr bwMode="auto">
          <a:xfrm>
            <a:off x="1001999" y="8086489"/>
            <a:ext cx="0" cy="512064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8" name="Straight Connector 27">
            <a:extLst>
              <a:ext uri="{FF2B5EF4-FFF2-40B4-BE49-F238E27FC236}">
                <a16:creationId xmlns:a16="http://schemas.microsoft.com/office/drawing/2014/main" id="{C8984232-8422-6A44-0FA6-FB812FB1B792}"/>
              </a:ext>
            </a:extLst>
          </p:cNvPr>
          <p:cNvCxnSpPr>
            <a:cxnSpLocks/>
          </p:cNvCxnSpPr>
          <p:nvPr/>
        </p:nvCxnSpPr>
        <p:spPr bwMode="auto">
          <a:xfrm>
            <a:off x="6408414" y="8086489"/>
            <a:ext cx="0" cy="512064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9" name="Straight Connector 28">
            <a:extLst>
              <a:ext uri="{FF2B5EF4-FFF2-40B4-BE49-F238E27FC236}">
                <a16:creationId xmlns:a16="http://schemas.microsoft.com/office/drawing/2014/main" id="{115327C9-60DF-2D33-41DB-B46A4978CCAA}"/>
              </a:ext>
            </a:extLst>
          </p:cNvPr>
          <p:cNvCxnSpPr>
            <a:cxnSpLocks/>
          </p:cNvCxnSpPr>
          <p:nvPr/>
        </p:nvCxnSpPr>
        <p:spPr bwMode="auto">
          <a:xfrm>
            <a:off x="3704670" y="3086098"/>
            <a:ext cx="0" cy="438912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9BA67013-00FC-D10D-02BA-9D8C5FBB40B5}"/>
              </a:ext>
            </a:extLst>
          </p:cNvPr>
          <p:cNvCxnSpPr>
            <a:cxnSpLocks/>
          </p:cNvCxnSpPr>
          <p:nvPr/>
        </p:nvCxnSpPr>
        <p:spPr bwMode="auto">
          <a:xfrm>
            <a:off x="11814829" y="8086489"/>
            <a:ext cx="0" cy="512064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1" name="Straight Connector 30">
            <a:extLst>
              <a:ext uri="{FF2B5EF4-FFF2-40B4-BE49-F238E27FC236}">
                <a16:creationId xmlns:a16="http://schemas.microsoft.com/office/drawing/2014/main" id="{37F362E1-C03B-E972-87C1-FC9037543341}"/>
              </a:ext>
            </a:extLst>
          </p:cNvPr>
          <p:cNvCxnSpPr>
            <a:cxnSpLocks/>
          </p:cNvCxnSpPr>
          <p:nvPr/>
        </p:nvCxnSpPr>
        <p:spPr bwMode="auto">
          <a:xfrm>
            <a:off x="9110766" y="3086098"/>
            <a:ext cx="0" cy="438912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607D8FF1-47A1-B9C0-E3E9-62713DB469EB}"/>
              </a:ext>
            </a:extLst>
          </p:cNvPr>
          <p:cNvCxnSpPr>
            <a:cxnSpLocks/>
          </p:cNvCxnSpPr>
          <p:nvPr/>
        </p:nvCxnSpPr>
        <p:spPr bwMode="auto">
          <a:xfrm>
            <a:off x="14516862" y="3086098"/>
            <a:ext cx="517" cy="438912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5573EBB2-1695-2696-2E60-33457CCAB1EF}"/>
              </a:ext>
            </a:extLst>
          </p:cNvPr>
          <p:cNvCxnSpPr>
            <a:cxnSpLocks/>
          </p:cNvCxnSpPr>
          <p:nvPr/>
        </p:nvCxnSpPr>
        <p:spPr bwMode="auto">
          <a:xfrm>
            <a:off x="17221244" y="8086489"/>
            <a:ext cx="0" cy="512064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6" name="Straight Connector 5">
            <a:extLst>
              <a:ext uri="{FF2B5EF4-FFF2-40B4-BE49-F238E27FC236}">
                <a16:creationId xmlns:a16="http://schemas.microsoft.com/office/drawing/2014/main" id="{EF0CD0C0-23A0-9B02-7FB4-68C1EE200FB6}"/>
              </a:ext>
            </a:extLst>
          </p:cNvPr>
          <p:cNvCxnSpPr>
            <a:cxnSpLocks/>
          </p:cNvCxnSpPr>
          <p:nvPr/>
        </p:nvCxnSpPr>
        <p:spPr bwMode="auto">
          <a:xfrm>
            <a:off x="568324" y="7854696"/>
            <a:ext cx="23079456" cy="0"/>
          </a:xfrm>
          <a:prstGeom prst="line">
            <a:avLst/>
          </a:prstGeom>
          <a:ln w="12700">
            <a:solidFill>
              <a:schemeClr val="tx1"/>
            </a:solidFill>
            <a:headEnd type="none" w="med" len="med"/>
            <a:tailEnd type="arrow" w="lg" len="med"/>
          </a:ln>
          <a:effectLst/>
        </p:spPr>
        <p:style>
          <a:lnRef idx="1">
            <a:schemeClr val="dk1"/>
          </a:lnRef>
          <a:fillRef idx="0">
            <a:schemeClr val="dk1"/>
          </a:fillRef>
          <a:effectRef idx="0">
            <a:schemeClr val="dk1"/>
          </a:effectRef>
          <a:fontRef idx="minor">
            <a:schemeClr val="tx1"/>
          </a:fontRef>
        </p:style>
      </p:cxnSp>
      <p:sp>
        <p:nvSpPr>
          <p:cNvPr id="18" name="Oval 17">
            <a:extLst>
              <a:ext uri="{FF2B5EF4-FFF2-40B4-BE49-F238E27FC236}">
                <a16:creationId xmlns:a16="http://schemas.microsoft.com/office/drawing/2014/main" id="{203DDBB1-21A0-6341-AC44-D09FC5EC5F5B}"/>
              </a:ext>
            </a:extLst>
          </p:cNvPr>
          <p:cNvSpPr/>
          <p:nvPr/>
        </p:nvSpPr>
        <p:spPr bwMode="auto">
          <a:xfrm>
            <a:off x="617951" y="7461504"/>
            <a:ext cx="768096" cy="768096"/>
          </a:xfrm>
          <a:prstGeom prst="ellipse">
            <a:avLst/>
          </a:prstGeom>
          <a:solidFill>
            <a:schemeClr val="accent1">
              <a:lumMod val="60000"/>
              <a:lumOff val="40000"/>
            </a:schemeClr>
          </a:solidFill>
          <a:ln w="12700">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
        <p:nvSpPr>
          <p:cNvPr id="19" name="Oval 18">
            <a:extLst>
              <a:ext uri="{FF2B5EF4-FFF2-40B4-BE49-F238E27FC236}">
                <a16:creationId xmlns:a16="http://schemas.microsoft.com/office/drawing/2014/main" id="{C28B357B-8C6A-A664-27B3-47F8AF094C74}"/>
              </a:ext>
            </a:extLst>
          </p:cNvPr>
          <p:cNvSpPr/>
          <p:nvPr/>
        </p:nvSpPr>
        <p:spPr bwMode="auto">
          <a:xfrm>
            <a:off x="3321027" y="7470648"/>
            <a:ext cx="768096" cy="768096"/>
          </a:xfrm>
          <a:prstGeom prst="ellipse">
            <a:avLst/>
          </a:prstGeom>
          <a:solidFill>
            <a:schemeClr val="accent1">
              <a:lumMod val="20000"/>
              <a:lumOff val="80000"/>
            </a:schemeClr>
          </a:solidFill>
          <a:ln w="12700">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
        <p:nvSpPr>
          <p:cNvPr id="20" name="Oval 19">
            <a:extLst>
              <a:ext uri="{FF2B5EF4-FFF2-40B4-BE49-F238E27FC236}">
                <a16:creationId xmlns:a16="http://schemas.microsoft.com/office/drawing/2014/main" id="{0E8EB203-4433-A609-8E23-77AF11DC39E9}"/>
              </a:ext>
            </a:extLst>
          </p:cNvPr>
          <p:cNvSpPr/>
          <p:nvPr/>
        </p:nvSpPr>
        <p:spPr bwMode="auto">
          <a:xfrm>
            <a:off x="6024103" y="7470648"/>
            <a:ext cx="768096" cy="768096"/>
          </a:xfrm>
          <a:prstGeom prst="ellipse">
            <a:avLst/>
          </a:prstGeom>
          <a:solidFill>
            <a:schemeClr val="accent1">
              <a:lumMod val="60000"/>
              <a:lumOff val="40000"/>
            </a:schemeClr>
          </a:solidFill>
          <a:ln w="12700">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
        <p:nvSpPr>
          <p:cNvPr id="21" name="Oval 20">
            <a:extLst>
              <a:ext uri="{FF2B5EF4-FFF2-40B4-BE49-F238E27FC236}">
                <a16:creationId xmlns:a16="http://schemas.microsoft.com/office/drawing/2014/main" id="{1C0AE27A-E26E-26FF-656D-821CDA446385}"/>
              </a:ext>
            </a:extLst>
          </p:cNvPr>
          <p:cNvSpPr/>
          <p:nvPr/>
        </p:nvSpPr>
        <p:spPr bwMode="auto">
          <a:xfrm>
            <a:off x="8727179" y="7461504"/>
            <a:ext cx="768096" cy="768096"/>
          </a:xfrm>
          <a:prstGeom prst="ellipse">
            <a:avLst/>
          </a:prstGeom>
          <a:solidFill>
            <a:schemeClr val="accent1">
              <a:lumMod val="20000"/>
              <a:lumOff val="80000"/>
            </a:schemeClr>
          </a:solidFill>
          <a:ln w="12700">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
        <p:nvSpPr>
          <p:cNvPr id="22" name="Oval 21">
            <a:extLst>
              <a:ext uri="{FF2B5EF4-FFF2-40B4-BE49-F238E27FC236}">
                <a16:creationId xmlns:a16="http://schemas.microsoft.com/office/drawing/2014/main" id="{9C54F24C-38C8-55C1-1816-E14B45BAEB55}"/>
              </a:ext>
            </a:extLst>
          </p:cNvPr>
          <p:cNvSpPr/>
          <p:nvPr/>
        </p:nvSpPr>
        <p:spPr bwMode="auto">
          <a:xfrm>
            <a:off x="11430255" y="7444409"/>
            <a:ext cx="768096" cy="768096"/>
          </a:xfrm>
          <a:prstGeom prst="ellipse">
            <a:avLst/>
          </a:prstGeom>
          <a:solidFill>
            <a:schemeClr val="accent1">
              <a:lumMod val="60000"/>
              <a:lumOff val="40000"/>
            </a:schemeClr>
          </a:solidFill>
          <a:ln w="12700">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
        <p:nvSpPr>
          <p:cNvPr id="24" name="Oval 23">
            <a:extLst>
              <a:ext uri="{FF2B5EF4-FFF2-40B4-BE49-F238E27FC236}">
                <a16:creationId xmlns:a16="http://schemas.microsoft.com/office/drawing/2014/main" id="{731B26F5-FAE7-2A1A-1501-DE68D43EEF44}"/>
              </a:ext>
            </a:extLst>
          </p:cNvPr>
          <p:cNvSpPr/>
          <p:nvPr/>
        </p:nvSpPr>
        <p:spPr bwMode="auto">
          <a:xfrm>
            <a:off x="16836407" y="7470648"/>
            <a:ext cx="768096" cy="768096"/>
          </a:xfrm>
          <a:prstGeom prst="ellipse">
            <a:avLst/>
          </a:prstGeom>
          <a:solidFill>
            <a:schemeClr val="accent1">
              <a:lumMod val="60000"/>
              <a:lumOff val="40000"/>
            </a:schemeClr>
          </a:solidFill>
          <a:ln w="12700">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
        <p:nvSpPr>
          <p:cNvPr id="12" name="TextBox 11">
            <a:extLst>
              <a:ext uri="{FF2B5EF4-FFF2-40B4-BE49-F238E27FC236}">
                <a16:creationId xmlns:a16="http://schemas.microsoft.com/office/drawing/2014/main" id="{4A50F5D7-3664-96E1-DA9F-59943D3FD940}"/>
              </a:ext>
            </a:extLst>
          </p:cNvPr>
          <p:cNvSpPr txBox="1"/>
          <p:nvPr/>
        </p:nvSpPr>
        <p:spPr>
          <a:xfrm>
            <a:off x="6667120" y="9270877"/>
            <a:ext cx="4031915" cy="3521637"/>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rtlCol="0" anchor="t">
            <a:noAutofit/>
          </a:bodyPr>
          <a:lstStyle/>
          <a:p>
            <a:pPr>
              <a:lnSpc>
                <a:spcPct val="120000"/>
              </a:lnSpc>
            </a:pPr>
            <a:r>
              <a:rPr lang="en-US" b="1" dirty="0"/>
              <a:t>1958</a:t>
            </a:r>
          </a:p>
          <a:p>
            <a:r>
              <a:rPr lang="es-ES" sz="2800" dirty="0"/>
              <a:t>Frank Rosenblatt construye el Mark 1 </a:t>
            </a:r>
            <a:r>
              <a:rPr lang="es-ES" sz="2800" dirty="0" err="1"/>
              <a:t>Perceptron</a:t>
            </a:r>
            <a:r>
              <a:rPr lang="es-ES" sz="2800" dirty="0"/>
              <a:t>, el primer ordenador basado en una red neuronal que "aprendía" a través de ensayo y error.</a:t>
            </a:r>
            <a:endParaRPr lang="en-US" sz="2800" dirty="0"/>
          </a:p>
        </p:txBody>
      </p:sp>
      <p:sp>
        <p:nvSpPr>
          <p:cNvPr id="3" name="TextBox 2">
            <a:extLst>
              <a:ext uri="{FF2B5EF4-FFF2-40B4-BE49-F238E27FC236}">
                <a16:creationId xmlns:a16="http://schemas.microsoft.com/office/drawing/2014/main" id="{921F962F-AAE6-6FD4-3DAA-DE2C30FEBC7E}"/>
              </a:ext>
            </a:extLst>
          </p:cNvPr>
          <p:cNvSpPr txBox="1"/>
          <p:nvPr/>
        </p:nvSpPr>
        <p:spPr>
          <a:xfrm>
            <a:off x="20208640" y="3082925"/>
            <a:ext cx="3619500" cy="2954466"/>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0" tIns="0" rIns="0" bIns="0" rtlCol="0" anchor="t">
            <a:noAutofit/>
          </a:bodyPr>
          <a:lstStyle/>
          <a:p>
            <a:pPr>
              <a:lnSpc>
                <a:spcPct val="120000"/>
              </a:lnSpc>
            </a:pPr>
            <a:r>
              <a:rPr lang="en-US" b="1" dirty="0"/>
              <a:t>2022</a:t>
            </a:r>
          </a:p>
          <a:p>
            <a:r>
              <a:rPr lang="es-ES" sz="2800" dirty="0" err="1"/>
              <a:t>OpenAI</a:t>
            </a:r>
            <a:r>
              <a:rPr lang="es-ES" sz="2800" dirty="0"/>
              <a:t> lanza </a:t>
            </a:r>
            <a:r>
              <a:rPr lang="es-ES" sz="2800" dirty="0" err="1"/>
              <a:t>ChatGPT</a:t>
            </a:r>
            <a:r>
              <a:rPr lang="es-ES" sz="2800" dirty="0"/>
              <a:t>, un </a:t>
            </a:r>
            <a:r>
              <a:rPr lang="es-ES" sz="2800" dirty="0" err="1"/>
              <a:t>chatbot</a:t>
            </a:r>
            <a:r>
              <a:rPr lang="es-ES" sz="2800" dirty="0"/>
              <a:t> de IA generativa basado en un gran modelo de lenguaje</a:t>
            </a:r>
            <a:r>
              <a:rPr lang="en-US" sz="2800" dirty="0"/>
              <a:t>.</a:t>
            </a:r>
          </a:p>
        </p:txBody>
      </p:sp>
      <p:cxnSp>
        <p:nvCxnSpPr>
          <p:cNvPr id="4" name="Straight Connector 3">
            <a:extLst>
              <a:ext uri="{FF2B5EF4-FFF2-40B4-BE49-F238E27FC236}">
                <a16:creationId xmlns:a16="http://schemas.microsoft.com/office/drawing/2014/main" id="{06439334-8E6E-5259-2FAE-2FC19444BE60}"/>
              </a:ext>
            </a:extLst>
          </p:cNvPr>
          <p:cNvCxnSpPr>
            <a:cxnSpLocks/>
          </p:cNvCxnSpPr>
          <p:nvPr/>
        </p:nvCxnSpPr>
        <p:spPr bwMode="auto">
          <a:xfrm>
            <a:off x="19923014" y="3086098"/>
            <a:ext cx="516" cy="4389120"/>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 name="Oval 4">
            <a:extLst>
              <a:ext uri="{FF2B5EF4-FFF2-40B4-BE49-F238E27FC236}">
                <a16:creationId xmlns:a16="http://schemas.microsoft.com/office/drawing/2014/main" id="{91FE4365-E1F2-5CFB-941F-958946737A63}"/>
              </a:ext>
            </a:extLst>
          </p:cNvPr>
          <p:cNvSpPr/>
          <p:nvPr/>
        </p:nvSpPr>
        <p:spPr bwMode="auto">
          <a:xfrm>
            <a:off x="19539482" y="7470648"/>
            <a:ext cx="768096" cy="768096"/>
          </a:xfrm>
          <a:prstGeom prst="ellipse">
            <a:avLst/>
          </a:prstGeom>
          <a:solidFill>
            <a:schemeClr val="accent1">
              <a:lumMod val="20000"/>
              <a:lumOff val="80000"/>
            </a:schemeClr>
          </a:solidFill>
          <a:ln w="12700">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
        <p:nvSpPr>
          <p:cNvPr id="9" name="Oval 8">
            <a:extLst>
              <a:ext uri="{FF2B5EF4-FFF2-40B4-BE49-F238E27FC236}">
                <a16:creationId xmlns:a16="http://schemas.microsoft.com/office/drawing/2014/main" id="{01EEBA50-4EB4-C915-4074-F644F55D2A1E}"/>
              </a:ext>
            </a:extLst>
          </p:cNvPr>
          <p:cNvSpPr/>
          <p:nvPr/>
        </p:nvSpPr>
        <p:spPr bwMode="auto">
          <a:xfrm>
            <a:off x="14133331" y="7442130"/>
            <a:ext cx="768096" cy="768096"/>
          </a:xfrm>
          <a:prstGeom prst="ellipse">
            <a:avLst/>
          </a:prstGeom>
          <a:solidFill>
            <a:schemeClr val="accent1">
              <a:lumMod val="20000"/>
              <a:lumOff val="80000"/>
            </a:schemeClr>
          </a:solidFill>
          <a:ln w="12700">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Tree>
    <p:extLst>
      <p:ext uri="{BB962C8B-B14F-4D97-AF65-F5344CB8AC3E}">
        <p14:creationId xmlns:p14="http://schemas.microsoft.com/office/powerpoint/2010/main" val="2618992988"/>
      </p:ext>
    </p:extLst>
  </p:cSld>
  <p:clrMapOvr>
    <a:masterClrMapping/>
  </p:clrMapOvr>
  <p:transition spd="med" advTm="194280"/>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24F2C40-71B0-B85B-F308-C11C29DB20DB}"/>
              </a:ext>
            </a:extLst>
          </p:cNvPr>
          <p:cNvSpPr/>
          <p:nvPr/>
        </p:nvSpPr>
        <p:spPr bwMode="auto">
          <a:xfrm>
            <a:off x="0" y="599624"/>
            <a:ext cx="24387175" cy="13116376"/>
          </a:xfrm>
          <a:prstGeom prst="rect">
            <a:avLst/>
          </a:prstGeom>
          <a:solidFill>
            <a:srgbClr val="E5F6FF"/>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C665D33C-FE4F-78BE-C0E0-639B71381AA0}"/>
              </a:ext>
            </a:extLst>
          </p:cNvPr>
          <p:cNvSpPr>
            <a:spLocks noGrp="1"/>
          </p:cNvSpPr>
          <p:nvPr>
            <p:ph type="title"/>
          </p:nvPr>
        </p:nvSpPr>
        <p:spPr>
          <a:xfrm>
            <a:off x="622300" y="910119"/>
            <a:ext cx="7447593" cy="1527048"/>
          </a:xfrm>
        </p:spPr>
        <p:txBody>
          <a:bodyPr/>
          <a:lstStyle/>
          <a:p>
            <a:r>
              <a:rPr lang="en-US" sz="4400" b="1" dirty="0"/>
              <a:t>Artificial Intelligence (AI)</a:t>
            </a:r>
            <a:br>
              <a:rPr lang="en-US" sz="4400" b="1" dirty="0"/>
            </a:br>
            <a:r>
              <a:rPr lang="es-ES" sz="2800" i="1" dirty="0"/>
              <a:t>La inteligencia humana exhibida por las máquinas</a:t>
            </a:r>
            <a:endParaRPr lang="en-US" sz="4400" i="1" dirty="0"/>
          </a:p>
        </p:txBody>
      </p:sp>
      <p:sp>
        <p:nvSpPr>
          <p:cNvPr id="4" name="Rectangle 3">
            <a:extLst>
              <a:ext uri="{FF2B5EF4-FFF2-40B4-BE49-F238E27FC236}">
                <a16:creationId xmlns:a16="http://schemas.microsoft.com/office/drawing/2014/main" id="{D377BCE8-6F98-27E4-778B-C37582702A68}"/>
              </a:ext>
            </a:extLst>
          </p:cNvPr>
          <p:cNvSpPr/>
          <p:nvPr/>
        </p:nvSpPr>
        <p:spPr bwMode="auto">
          <a:xfrm>
            <a:off x="3041650" y="3429001"/>
            <a:ext cx="21366790" cy="10287000"/>
          </a:xfrm>
          <a:prstGeom prst="rect">
            <a:avLst/>
          </a:prstGeom>
          <a:solidFill>
            <a:schemeClr val="accent1">
              <a:lumMod val="20000"/>
              <a:lumOff val="80000"/>
            </a:schemeClr>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5" name="Title 1">
            <a:extLst>
              <a:ext uri="{FF2B5EF4-FFF2-40B4-BE49-F238E27FC236}">
                <a16:creationId xmlns:a16="http://schemas.microsoft.com/office/drawing/2014/main" id="{667E7253-EDE9-DE9D-14CB-EB8A2732136D}"/>
              </a:ext>
            </a:extLst>
          </p:cNvPr>
          <p:cNvSpPr txBox="1">
            <a:spLocks/>
          </p:cNvSpPr>
          <p:nvPr/>
        </p:nvSpPr>
        <p:spPr>
          <a:xfrm>
            <a:off x="3403600" y="3974857"/>
            <a:ext cx="7111236" cy="1527048"/>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lstStyle>
            <a:lvl1pPr marL="0" marR="0" indent="0" algn="l" defTabSz="2438400" rtl="0" eaLnBrk="1" latinLnBrk="0" hangingPunct="1">
              <a:lnSpc>
                <a:spcPct val="100000"/>
              </a:lnSpc>
              <a:spcBef>
                <a:spcPts val="0"/>
              </a:spcBef>
              <a:spcAft>
                <a:spcPts val="0"/>
              </a:spcAft>
              <a:buClrTx/>
              <a:buSzTx/>
              <a:buFontTx/>
              <a:buNone/>
              <a:tabLst/>
              <a:defRPr sz="6400" b="0" i="0" u="none" strike="noStrike" cap="none" spc="0" baseline="0">
                <a:solidFill>
                  <a:schemeClr val="tx2"/>
                </a:solidFill>
                <a:uFillTx/>
                <a:latin typeface="IBM Plex Sans Light" panose="020B0403050203000203" pitchFamily="34" charset="0"/>
                <a:ea typeface="+mj-ea"/>
                <a:cs typeface="+mj-cs"/>
                <a:sym typeface="IBM Plex Sans Light"/>
              </a:defRPr>
            </a:lvl1pPr>
            <a:lvl2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2pPr>
            <a:lvl3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3pPr>
            <a:lvl4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4pPr>
            <a:lvl5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5pPr>
            <a:lvl6pPr marL="0" marR="0" indent="362568"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6pPr>
            <a:lvl7pPr marL="0" marR="0" indent="725139"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7pPr>
            <a:lvl8pPr marL="0" marR="0" indent="108770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8pPr>
            <a:lvl9pPr marL="0" marR="0" indent="145027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9pPr>
          </a:lstStyle>
          <a:p>
            <a:r>
              <a:rPr lang="en-US" sz="4400" b="1" kern="0" dirty="0"/>
              <a:t>Machine Learning (ML)</a:t>
            </a:r>
            <a:br>
              <a:rPr lang="en-US" sz="4400" b="1" kern="0" dirty="0"/>
            </a:br>
            <a:r>
              <a:rPr lang="es-ES" sz="2800" i="1" kern="0" dirty="0"/>
              <a:t>Sistemas que aprenden de los datos históricos</a:t>
            </a:r>
            <a:endParaRPr lang="en-US" sz="4400" i="1" kern="0" dirty="0"/>
          </a:p>
        </p:txBody>
      </p:sp>
      <p:sp>
        <p:nvSpPr>
          <p:cNvPr id="6" name="Rectangle 5">
            <a:extLst>
              <a:ext uri="{FF2B5EF4-FFF2-40B4-BE49-F238E27FC236}">
                <a16:creationId xmlns:a16="http://schemas.microsoft.com/office/drawing/2014/main" id="{118453B7-3E7E-10C5-6448-95ED4C5DAB94}"/>
              </a:ext>
            </a:extLst>
          </p:cNvPr>
          <p:cNvSpPr/>
          <p:nvPr/>
        </p:nvSpPr>
        <p:spPr bwMode="auto">
          <a:xfrm>
            <a:off x="6667500" y="6047762"/>
            <a:ext cx="17719675" cy="7668238"/>
          </a:xfrm>
          <a:prstGeom prst="rect">
            <a:avLst/>
          </a:prstGeom>
          <a:solidFill>
            <a:schemeClr val="accent1">
              <a:lumMod val="40000"/>
              <a:lumOff val="60000"/>
            </a:schemeClr>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7" name="Title 1">
            <a:extLst>
              <a:ext uri="{FF2B5EF4-FFF2-40B4-BE49-F238E27FC236}">
                <a16:creationId xmlns:a16="http://schemas.microsoft.com/office/drawing/2014/main" id="{AD065EE2-E2C8-9782-AF95-5EC6C2943DE8}"/>
              </a:ext>
            </a:extLst>
          </p:cNvPr>
          <p:cNvSpPr txBox="1">
            <a:spLocks/>
          </p:cNvSpPr>
          <p:nvPr/>
        </p:nvSpPr>
        <p:spPr>
          <a:xfrm>
            <a:off x="7029389" y="6520923"/>
            <a:ext cx="4967564" cy="1527048"/>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lstStyle>
            <a:lvl1pPr marL="0" marR="0" indent="0" algn="l" defTabSz="2438400" rtl="0" eaLnBrk="1" latinLnBrk="0" hangingPunct="1">
              <a:lnSpc>
                <a:spcPct val="100000"/>
              </a:lnSpc>
              <a:spcBef>
                <a:spcPts val="0"/>
              </a:spcBef>
              <a:spcAft>
                <a:spcPts val="0"/>
              </a:spcAft>
              <a:buClrTx/>
              <a:buSzTx/>
              <a:buFontTx/>
              <a:buNone/>
              <a:tabLst/>
              <a:defRPr sz="6400" b="0" i="0" u="none" strike="noStrike" cap="none" spc="0" baseline="0">
                <a:solidFill>
                  <a:schemeClr val="tx2"/>
                </a:solidFill>
                <a:uFillTx/>
                <a:latin typeface="IBM Plex Sans Light" panose="020B0403050203000203" pitchFamily="34" charset="0"/>
                <a:ea typeface="+mj-ea"/>
                <a:cs typeface="+mj-cs"/>
                <a:sym typeface="IBM Plex Sans Light"/>
              </a:defRPr>
            </a:lvl1pPr>
            <a:lvl2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2pPr>
            <a:lvl3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3pPr>
            <a:lvl4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4pPr>
            <a:lvl5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5pPr>
            <a:lvl6pPr marL="0" marR="0" indent="362568"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6pPr>
            <a:lvl7pPr marL="0" marR="0" indent="725139"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7pPr>
            <a:lvl8pPr marL="0" marR="0" indent="108770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8pPr>
            <a:lvl9pPr marL="0" marR="0" indent="145027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9pPr>
          </a:lstStyle>
          <a:p>
            <a:r>
              <a:rPr lang="en-US" sz="4400" b="1" kern="0" dirty="0"/>
              <a:t>Deep Learning (DL)</a:t>
            </a:r>
            <a:br>
              <a:rPr lang="en-US" sz="4400" b="1" kern="0" dirty="0"/>
            </a:br>
            <a:r>
              <a:rPr lang="es-ES" sz="2800" i="1" kern="0" dirty="0"/>
              <a:t>Técnica de ML que imita la función del cerebro humano</a:t>
            </a:r>
            <a:endParaRPr lang="en-US" sz="4400" i="1" kern="0" dirty="0"/>
          </a:p>
        </p:txBody>
      </p:sp>
      <p:sp>
        <p:nvSpPr>
          <p:cNvPr id="11" name="Rectangle 10">
            <a:extLst>
              <a:ext uri="{FF2B5EF4-FFF2-40B4-BE49-F238E27FC236}">
                <a16:creationId xmlns:a16="http://schemas.microsoft.com/office/drawing/2014/main" id="{FD1E761D-341E-2738-5028-C3A1280FC9A8}"/>
              </a:ext>
            </a:extLst>
          </p:cNvPr>
          <p:cNvSpPr/>
          <p:nvPr/>
        </p:nvSpPr>
        <p:spPr bwMode="auto">
          <a:xfrm>
            <a:off x="10514836" y="8572500"/>
            <a:ext cx="13872339" cy="5120619"/>
          </a:xfrm>
          <a:prstGeom prst="rect">
            <a:avLst/>
          </a:prstGeom>
          <a:solidFill>
            <a:schemeClr val="accent1">
              <a:lumMod val="60000"/>
              <a:lumOff val="40000"/>
            </a:schemeClr>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13" name="Title 1">
            <a:extLst>
              <a:ext uri="{FF2B5EF4-FFF2-40B4-BE49-F238E27FC236}">
                <a16:creationId xmlns:a16="http://schemas.microsoft.com/office/drawing/2014/main" id="{F5319D08-774F-5DA3-BCEC-29EA9D2C779B}"/>
              </a:ext>
            </a:extLst>
          </p:cNvPr>
          <p:cNvSpPr txBox="1">
            <a:spLocks/>
          </p:cNvSpPr>
          <p:nvPr/>
        </p:nvSpPr>
        <p:spPr>
          <a:xfrm>
            <a:off x="10928514" y="8965891"/>
            <a:ext cx="6843540" cy="1527048"/>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lstStyle>
            <a:lvl1pPr marL="0" marR="0" indent="0" algn="l" defTabSz="2438400" rtl="0" eaLnBrk="1" latinLnBrk="0" hangingPunct="1">
              <a:lnSpc>
                <a:spcPct val="100000"/>
              </a:lnSpc>
              <a:spcBef>
                <a:spcPts val="0"/>
              </a:spcBef>
              <a:spcAft>
                <a:spcPts val="0"/>
              </a:spcAft>
              <a:buClrTx/>
              <a:buSzTx/>
              <a:buFontTx/>
              <a:buNone/>
              <a:tabLst/>
              <a:defRPr sz="6400" b="0" i="0" u="none" strike="noStrike" cap="none" spc="0" baseline="0">
                <a:solidFill>
                  <a:schemeClr val="tx2"/>
                </a:solidFill>
                <a:uFillTx/>
                <a:latin typeface="IBM Plex Sans Light" panose="020B0403050203000203" pitchFamily="34" charset="0"/>
                <a:ea typeface="+mj-ea"/>
                <a:cs typeface="+mj-cs"/>
                <a:sym typeface="IBM Plex Sans Light"/>
              </a:defRPr>
            </a:lvl1pPr>
            <a:lvl2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2pPr>
            <a:lvl3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3pPr>
            <a:lvl4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4pPr>
            <a:lvl5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5pPr>
            <a:lvl6pPr marL="0" marR="0" indent="362568"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6pPr>
            <a:lvl7pPr marL="0" marR="0" indent="725139"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7pPr>
            <a:lvl8pPr marL="0" marR="0" indent="108770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8pPr>
            <a:lvl9pPr marL="0" marR="0" indent="145027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9pPr>
          </a:lstStyle>
          <a:p>
            <a:r>
              <a:rPr lang="en-US" sz="4400" b="1" kern="0" dirty="0"/>
              <a:t>Foundation Model</a:t>
            </a:r>
          </a:p>
          <a:p>
            <a:r>
              <a:rPr lang="en-US" sz="2800" i="1" dirty="0" err="1">
                <a:latin typeface="+mn-lt"/>
              </a:rPr>
              <a:t>Sistemas</a:t>
            </a:r>
            <a:r>
              <a:rPr lang="en-US" sz="2800" i="1" dirty="0">
                <a:latin typeface="+mn-lt"/>
              </a:rPr>
              <a:t> de IA </a:t>
            </a:r>
            <a:r>
              <a:rPr lang="en-US" sz="2800" i="1" dirty="0" err="1">
                <a:latin typeface="+mn-lt"/>
              </a:rPr>
              <a:t>generativa</a:t>
            </a:r>
            <a:endParaRPr lang="en-US" sz="4400" i="1" kern="0" dirty="0"/>
          </a:p>
        </p:txBody>
      </p:sp>
      <p:sp>
        <p:nvSpPr>
          <p:cNvPr id="14" name="Title 1">
            <a:extLst>
              <a:ext uri="{FF2B5EF4-FFF2-40B4-BE49-F238E27FC236}">
                <a16:creationId xmlns:a16="http://schemas.microsoft.com/office/drawing/2014/main" id="{E4D61A6E-B1D8-7B8E-2F31-D2ACB4C63B2D}"/>
              </a:ext>
            </a:extLst>
          </p:cNvPr>
          <p:cNvSpPr txBox="1">
            <a:spLocks/>
          </p:cNvSpPr>
          <p:nvPr/>
        </p:nvSpPr>
        <p:spPr>
          <a:xfrm>
            <a:off x="9137650" y="950976"/>
            <a:ext cx="11680899" cy="1527048"/>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lstStyle>
            <a:lvl1pPr marL="0" marR="0" indent="0" algn="l" defTabSz="2438400" rtl="0" eaLnBrk="1" latinLnBrk="0" hangingPunct="1">
              <a:lnSpc>
                <a:spcPct val="100000"/>
              </a:lnSpc>
              <a:spcBef>
                <a:spcPts val="0"/>
              </a:spcBef>
              <a:spcAft>
                <a:spcPts val="0"/>
              </a:spcAft>
              <a:buClrTx/>
              <a:buSzTx/>
              <a:buFontTx/>
              <a:buNone/>
              <a:tabLst/>
              <a:defRPr sz="6400" b="0" i="0" u="none" strike="noStrike" cap="none" spc="0" baseline="0">
                <a:solidFill>
                  <a:schemeClr val="tx2"/>
                </a:solidFill>
                <a:uFillTx/>
                <a:latin typeface="IBM Plex Sans Light" panose="020B0403050203000203" pitchFamily="34" charset="0"/>
                <a:ea typeface="+mj-ea"/>
                <a:cs typeface="+mj-cs"/>
                <a:sym typeface="IBM Plex Sans Light"/>
              </a:defRPr>
            </a:lvl1pPr>
            <a:lvl2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2pPr>
            <a:lvl3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3pPr>
            <a:lvl4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4pPr>
            <a:lvl5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5pPr>
            <a:lvl6pPr marL="0" marR="0" indent="362568"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6pPr>
            <a:lvl7pPr marL="0" marR="0" indent="725139"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7pPr>
            <a:lvl8pPr marL="0" marR="0" indent="108770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8pPr>
            <a:lvl9pPr marL="0" marR="0" indent="145027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9pPr>
          </a:lstStyle>
          <a:p>
            <a:r>
              <a:rPr lang="es-ES" sz="2800" kern="0"/>
              <a:t>La IA puede definirse como una técnica que permite a las máquinas imitar las funciones cognitivas asociadas a la mente humana: las funciones cognitivas incluyen todos los aspectos del aprendizaje, el razonamiento, la percepción y la resolución de problemas.</a:t>
            </a:r>
            <a:endParaRPr lang="en-US" sz="2800" i="1" kern="0" dirty="0">
              <a:solidFill>
                <a:schemeClr val="tx1"/>
              </a:solidFill>
            </a:endParaRPr>
          </a:p>
        </p:txBody>
      </p:sp>
      <p:sp>
        <p:nvSpPr>
          <p:cNvPr id="15" name="Title 1">
            <a:extLst>
              <a:ext uri="{FF2B5EF4-FFF2-40B4-BE49-F238E27FC236}">
                <a16:creationId xmlns:a16="http://schemas.microsoft.com/office/drawing/2014/main" id="{A350A85C-1F29-B768-3B1C-85C79DE04096}"/>
              </a:ext>
            </a:extLst>
          </p:cNvPr>
          <p:cNvSpPr txBox="1">
            <a:spLocks/>
          </p:cNvSpPr>
          <p:nvPr/>
        </p:nvSpPr>
        <p:spPr>
          <a:xfrm>
            <a:off x="10825986" y="3974857"/>
            <a:ext cx="11334509" cy="137458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lstStyle>
            <a:lvl1pPr marL="0" marR="0" indent="0" algn="l" defTabSz="2438400" rtl="0" eaLnBrk="1" latinLnBrk="0" hangingPunct="1">
              <a:lnSpc>
                <a:spcPct val="100000"/>
              </a:lnSpc>
              <a:spcBef>
                <a:spcPts val="0"/>
              </a:spcBef>
              <a:spcAft>
                <a:spcPts val="0"/>
              </a:spcAft>
              <a:buClrTx/>
              <a:buSzTx/>
              <a:buFontTx/>
              <a:buNone/>
              <a:tabLst/>
              <a:defRPr sz="6400" b="0" i="0" u="none" strike="noStrike" cap="none" spc="0" baseline="0">
                <a:solidFill>
                  <a:schemeClr val="tx2"/>
                </a:solidFill>
                <a:uFillTx/>
                <a:latin typeface="IBM Plex Sans Light" panose="020B0403050203000203" pitchFamily="34" charset="0"/>
                <a:ea typeface="+mj-ea"/>
                <a:cs typeface="+mj-cs"/>
                <a:sym typeface="IBM Plex Sans Light"/>
              </a:defRPr>
            </a:lvl1pPr>
            <a:lvl2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2pPr>
            <a:lvl3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3pPr>
            <a:lvl4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4pPr>
            <a:lvl5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5pPr>
            <a:lvl6pPr marL="0" marR="0" indent="362568"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6pPr>
            <a:lvl7pPr marL="0" marR="0" indent="725139"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7pPr>
            <a:lvl8pPr marL="0" marR="0" indent="108770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8pPr>
            <a:lvl9pPr marL="0" marR="0" indent="145027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9pPr>
          </a:lstStyle>
          <a:p>
            <a:r>
              <a:rPr lang="es-ES" sz="2800" kern="0"/>
              <a:t>Los sistemas basados en ML se entrenan con datos históricos para descubrir patrones. Los usuarios proporcionan entradas al sistema de ML, que luego aplica estas entradas a los patrones detectados y genera las salidas correspondientes.</a:t>
            </a:r>
            <a:endParaRPr lang="en-US" sz="2800" i="1" kern="0" dirty="0">
              <a:solidFill>
                <a:schemeClr val="tx1"/>
              </a:solidFill>
            </a:endParaRPr>
          </a:p>
        </p:txBody>
      </p:sp>
      <p:sp>
        <p:nvSpPr>
          <p:cNvPr id="16" name="Title 1">
            <a:extLst>
              <a:ext uri="{FF2B5EF4-FFF2-40B4-BE49-F238E27FC236}">
                <a16:creationId xmlns:a16="http://schemas.microsoft.com/office/drawing/2014/main" id="{6E61B23F-46A7-0A92-6032-94817B40D4DB}"/>
              </a:ext>
            </a:extLst>
          </p:cNvPr>
          <p:cNvSpPr txBox="1">
            <a:spLocks/>
          </p:cNvSpPr>
          <p:nvPr/>
        </p:nvSpPr>
        <p:spPr>
          <a:xfrm>
            <a:off x="12511851" y="6520923"/>
            <a:ext cx="11360426" cy="166969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lstStyle>
            <a:lvl1pPr marL="0" marR="0" indent="0" algn="l" defTabSz="2438400" rtl="0" eaLnBrk="1" latinLnBrk="0" hangingPunct="1">
              <a:lnSpc>
                <a:spcPct val="100000"/>
              </a:lnSpc>
              <a:spcBef>
                <a:spcPts val="0"/>
              </a:spcBef>
              <a:spcAft>
                <a:spcPts val="0"/>
              </a:spcAft>
              <a:buClrTx/>
              <a:buSzTx/>
              <a:buFontTx/>
              <a:buNone/>
              <a:tabLst/>
              <a:defRPr sz="6400" b="0" i="0" u="none" strike="noStrike" cap="none" spc="0" baseline="0">
                <a:solidFill>
                  <a:schemeClr val="tx2"/>
                </a:solidFill>
                <a:uFillTx/>
                <a:latin typeface="IBM Plex Sans Light" panose="020B0403050203000203" pitchFamily="34" charset="0"/>
                <a:ea typeface="+mj-ea"/>
                <a:cs typeface="+mj-cs"/>
                <a:sym typeface="IBM Plex Sans Light"/>
              </a:defRPr>
            </a:lvl1pPr>
            <a:lvl2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2pPr>
            <a:lvl3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3pPr>
            <a:lvl4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4pPr>
            <a:lvl5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5pPr>
            <a:lvl6pPr marL="0" marR="0" indent="362568"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6pPr>
            <a:lvl7pPr marL="0" marR="0" indent="725139"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7pPr>
            <a:lvl8pPr marL="0" marR="0" indent="108770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8pPr>
            <a:lvl9pPr marL="0" marR="0" indent="145027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9pPr>
          </a:lstStyle>
          <a:p>
            <a:r>
              <a:rPr lang="es-ES" sz="2800" kern="0"/>
              <a:t>DL es un subconjunto de ML, que utiliza múltiples capas de redes neuronales, que son nodos interconectados, que trabajan juntos para procesar información. DL es muy adecuado para aplicaciones complejas, como el reconocimiento de imágenes y voz.</a:t>
            </a:r>
            <a:endParaRPr lang="en-US" sz="2800" i="1" kern="0" dirty="0">
              <a:solidFill>
                <a:schemeClr val="tx1"/>
              </a:solidFill>
            </a:endParaRPr>
          </a:p>
        </p:txBody>
      </p:sp>
      <p:sp>
        <p:nvSpPr>
          <p:cNvPr id="17" name="Title 1">
            <a:extLst>
              <a:ext uri="{FF2B5EF4-FFF2-40B4-BE49-F238E27FC236}">
                <a16:creationId xmlns:a16="http://schemas.microsoft.com/office/drawing/2014/main" id="{A2A9871D-BC2B-39FD-1EC9-AD89BBB0F831}"/>
              </a:ext>
            </a:extLst>
          </p:cNvPr>
          <p:cNvSpPr txBox="1">
            <a:spLocks/>
          </p:cNvSpPr>
          <p:nvPr/>
        </p:nvSpPr>
        <p:spPr>
          <a:xfrm>
            <a:off x="13279662" y="10540680"/>
            <a:ext cx="10592615" cy="148430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lstStyle>
            <a:lvl1pPr marL="0" marR="0" indent="0" algn="l" defTabSz="2438400" rtl="0" eaLnBrk="1" latinLnBrk="0" hangingPunct="1">
              <a:lnSpc>
                <a:spcPct val="100000"/>
              </a:lnSpc>
              <a:spcBef>
                <a:spcPts val="0"/>
              </a:spcBef>
              <a:spcAft>
                <a:spcPts val="0"/>
              </a:spcAft>
              <a:buClrTx/>
              <a:buSzTx/>
              <a:buFontTx/>
              <a:buNone/>
              <a:tabLst/>
              <a:defRPr sz="6400" b="0" i="0" u="none" strike="noStrike" cap="none" spc="0" baseline="0">
                <a:solidFill>
                  <a:schemeClr val="tx2"/>
                </a:solidFill>
                <a:uFillTx/>
                <a:latin typeface="IBM Plex Sans Light" panose="020B0403050203000203" pitchFamily="34" charset="0"/>
                <a:ea typeface="+mj-ea"/>
                <a:cs typeface="+mj-cs"/>
                <a:sym typeface="IBM Plex Sans Light"/>
              </a:defRPr>
            </a:lvl1pPr>
            <a:lvl2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2pPr>
            <a:lvl3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3pPr>
            <a:lvl4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4pPr>
            <a:lvl5pPr marL="0" marR="0" indent="0"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5pPr>
            <a:lvl6pPr marL="0" marR="0" indent="362568"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6pPr>
            <a:lvl7pPr marL="0" marR="0" indent="725139"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7pPr>
            <a:lvl8pPr marL="0" marR="0" indent="108770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8pPr>
            <a:lvl9pPr marL="0" marR="0" indent="1450276" algn="l" defTabSz="2438400" rtl="0" eaLnBrk="1" latinLnBrk="0" hangingPunct="1">
              <a:lnSpc>
                <a:spcPct val="90000"/>
              </a:lnSpc>
              <a:spcBef>
                <a:spcPts val="0"/>
              </a:spcBef>
              <a:spcAft>
                <a:spcPts val="0"/>
              </a:spcAft>
              <a:buClrTx/>
              <a:buSzTx/>
              <a:buFontTx/>
              <a:buNone/>
              <a:tabLst/>
              <a:defRPr sz="6400" b="0" i="0" u="none" strike="noStrike" cap="none" spc="0" baseline="0">
                <a:solidFill>
                  <a:srgbClr val="000000"/>
                </a:solidFill>
                <a:uFillTx/>
                <a:latin typeface="+mj-lt"/>
                <a:ea typeface="+mj-ea"/>
                <a:cs typeface="+mj-cs"/>
                <a:sym typeface="IBM Plex Sans Light"/>
              </a:defRPr>
            </a:lvl9pPr>
          </a:lstStyle>
          <a:p>
            <a:r>
              <a:rPr lang="es-ES" sz="2800" kern="0"/>
              <a:t>Modelo de IA construido utilizando un tipo específico de arquitectura de red neuronal, llamada transformador, que está diseñada para generar secuencias de elementos de datos relacionados (por ejemplo, como una oración).</a:t>
            </a:r>
            <a:endParaRPr lang="en-US" sz="2800" i="1" kern="0" dirty="0">
              <a:solidFill>
                <a:schemeClr val="tx1"/>
              </a:solidFill>
            </a:endParaRPr>
          </a:p>
        </p:txBody>
      </p:sp>
      <p:pic>
        <p:nvPicPr>
          <p:cNvPr id="21" name="Graphic 20">
            <a:extLst>
              <a:ext uri="{FF2B5EF4-FFF2-40B4-BE49-F238E27FC236}">
                <a16:creationId xmlns:a16="http://schemas.microsoft.com/office/drawing/2014/main" id="{A37CD724-AD32-F472-7291-D89EBAE2D65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041970" y="8206816"/>
            <a:ext cx="1027923" cy="1027923"/>
          </a:xfrm>
          <a:prstGeom prst="rect">
            <a:avLst/>
          </a:prstGeom>
        </p:spPr>
      </p:pic>
      <p:grpSp>
        <p:nvGrpSpPr>
          <p:cNvPr id="22" name="Group 21">
            <a:extLst>
              <a:ext uri="{FF2B5EF4-FFF2-40B4-BE49-F238E27FC236}">
                <a16:creationId xmlns:a16="http://schemas.microsoft.com/office/drawing/2014/main" id="{5C358553-7748-BAFF-EB2A-AC1B940AB858}"/>
              </a:ext>
            </a:extLst>
          </p:cNvPr>
          <p:cNvGrpSpPr/>
          <p:nvPr/>
        </p:nvGrpSpPr>
        <p:grpSpPr>
          <a:xfrm>
            <a:off x="3523539" y="5763354"/>
            <a:ext cx="1228193" cy="977377"/>
            <a:chOff x="11360215" y="6733288"/>
            <a:chExt cx="1228193" cy="977377"/>
          </a:xfrm>
        </p:grpSpPr>
        <p:sp>
          <p:nvSpPr>
            <p:cNvPr id="23" name="Freeform 29">
              <a:extLst>
                <a:ext uri="{FF2B5EF4-FFF2-40B4-BE49-F238E27FC236}">
                  <a16:creationId xmlns:a16="http://schemas.microsoft.com/office/drawing/2014/main" id="{4B84BED9-9045-0879-037B-3B5F5ADFE868}"/>
                </a:ext>
              </a:extLst>
            </p:cNvPr>
            <p:cNvSpPr/>
            <p:nvPr/>
          </p:nvSpPr>
          <p:spPr>
            <a:xfrm rot="408157">
              <a:off x="11360215" y="6733288"/>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00000"/>
            </a:solidFill>
            <a:ln w="58638" cap="flat">
              <a:noFill/>
              <a:prstDash val="solid"/>
              <a:miter/>
            </a:ln>
          </p:spPr>
          <p:txBody>
            <a:bodyPr rtlCol="0" anchor="ctr"/>
            <a:lstStyle/>
            <a:p>
              <a:endParaRPr lang="en-US" dirty="0"/>
            </a:p>
          </p:txBody>
        </p:sp>
        <p:sp>
          <p:nvSpPr>
            <p:cNvPr id="24" name="Freeform 31">
              <a:extLst>
                <a:ext uri="{FF2B5EF4-FFF2-40B4-BE49-F238E27FC236}">
                  <a16:creationId xmlns:a16="http://schemas.microsoft.com/office/drawing/2014/main" id="{8722967A-E3D0-0E80-561E-ADEA8BA3914A}"/>
                </a:ext>
              </a:extLst>
            </p:cNvPr>
            <p:cNvSpPr>
              <a:spLocks noChangeAspect="1"/>
            </p:cNvSpPr>
            <p:nvPr/>
          </p:nvSpPr>
          <p:spPr>
            <a:xfrm rot="1829499">
              <a:off x="12148979" y="7271236"/>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00000"/>
            </a:solidFill>
            <a:ln w="58638" cap="flat">
              <a:noFill/>
              <a:prstDash val="solid"/>
              <a:miter/>
            </a:ln>
          </p:spPr>
          <p:txBody>
            <a:bodyPr rtlCol="0" anchor="ctr"/>
            <a:lstStyle/>
            <a:p>
              <a:endParaRPr lang="en-US"/>
            </a:p>
          </p:txBody>
        </p:sp>
      </p:grpSp>
      <p:pic>
        <p:nvPicPr>
          <p:cNvPr id="25" name="Picture 24">
            <a:extLst>
              <a:ext uri="{FF2B5EF4-FFF2-40B4-BE49-F238E27FC236}">
                <a16:creationId xmlns:a16="http://schemas.microsoft.com/office/drawing/2014/main" id="{0BDC7E09-C7E7-495E-44CB-C2FE3BF7E79B}"/>
              </a:ext>
            </a:extLst>
          </p:cNvPr>
          <p:cNvPicPr>
            <a:picLocks noChangeAspect="1"/>
          </p:cNvPicPr>
          <p:nvPr/>
        </p:nvPicPr>
        <p:blipFill>
          <a:blip r:embed="rId5"/>
          <a:srcRect/>
          <a:stretch/>
        </p:blipFill>
        <p:spPr>
          <a:xfrm>
            <a:off x="577850" y="2553905"/>
            <a:ext cx="1219200" cy="1219200"/>
          </a:xfrm>
          <a:prstGeom prst="rect">
            <a:avLst/>
          </a:prstGeom>
        </p:spPr>
      </p:pic>
      <p:pic>
        <p:nvPicPr>
          <p:cNvPr id="26" name="Picture 25">
            <a:extLst>
              <a:ext uri="{FF2B5EF4-FFF2-40B4-BE49-F238E27FC236}">
                <a16:creationId xmlns:a16="http://schemas.microsoft.com/office/drawing/2014/main" id="{651AC1DC-CE88-8B08-51F3-C4662AF745BE}"/>
              </a:ext>
            </a:extLst>
          </p:cNvPr>
          <p:cNvPicPr>
            <a:picLocks noChangeAspect="1"/>
          </p:cNvPicPr>
          <p:nvPr/>
        </p:nvPicPr>
        <p:blipFill>
          <a:blip r:embed="rId6"/>
          <a:srcRect/>
          <a:stretch/>
        </p:blipFill>
        <p:spPr>
          <a:xfrm>
            <a:off x="10928514" y="10467821"/>
            <a:ext cx="973962" cy="964600"/>
          </a:xfrm>
          <a:prstGeom prst="rect">
            <a:avLst/>
          </a:prstGeom>
        </p:spPr>
      </p:pic>
      <p:cxnSp>
        <p:nvCxnSpPr>
          <p:cNvPr id="27" name="Straight Connector 26">
            <a:extLst>
              <a:ext uri="{FF2B5EF4-FFF2-40B4-BE49-F238E27FC236}">
                <a16:creationId xmlns:a16="http://schemas.microsoft.com/office/drawing/2014/main" id="{F826CD58-06ED-8236-FAC7-897041B192CC}"/>
              </a:ext>
            </a:extLst>
          </p:cNvPr>
          <p:cNvCxnSpPr>
            <a:cxnSpLocks/>
          </p:cNvCxnSpPr>
          <p:nvPr/>
        </p:nvCxnSpPr>
        <p:spPr bwMode="auto">
          <a:xfrm>
            <a:off x="725108" y="12675569"/>
            <a:ext cx="23079456" cy="0"/>
          </a:xfrm>
          <a:prstGeom prst="line">
            <a:avLst/>
          </a:prstGeom>
          <a:ln w="12700">
            <a:solidFill>
              <a:schemeClr val="tx1"/>
            </a:solidFill>
            <a:headEnd type="none" w="med" len="med"/>
            <a:tailEnd type="arrow" w="lg" len="med"/>
          </a:ln>
          <a:effectLst/>
        </p:spPr>
        <p:style>
          <a:lnRef idx="1">
            <a:schemeClr val="dk1"/>
          </a:lnRef>
          <a:fillRef idx="0">
            <a:schemeClr val="dk1"/>
          </a:fillRef>
          <a:effectRef idx="0">
            <a:schemeClr val="dk1"/>
          </a:effectRef>
          <a:fontRef idx="minor">
            <a:schemeClr val="tx1"/>
          </a:fontRef>
        </p:style>
      </p:cxnSp>
      <p:sp>
        <p:nvSpPr>
          <p:cNvPr id="29" name="Flowchart: Connector 28">
            <a:extLst>
              <a:ext uri="{FF2B5EF4-FFF2-40B4-BE49-F238E27FC236}">
                <a16:creationId xmlns:a16="http://schemas.microsoft.com/office/drawing/2014/main" id="{E40BD012-FA9B-D21C-9A99-C32139E320C4}"/>
              </a:ext>
            </a:extLst>
          </p:cNvPr>
          <p:cNvSpPr/>
          <p:nvPr/>
        </p:nvSpPr>
        <p:spPr bwMode="auto">
          <a:xfrm>
            <a:off x="733860" y="12425850"/>
            <a:ext cx="457200" cy="457200"/>
          </a:xfrm>
          <a:prstGeom prst="flowChartConnector">
            <a:avLst/>
          </a:prstGeom>
          <a:solidFill>
            <a:schemeClr val="bg1"/>
          </a:solidFill>
          <a:ln w="19050">
            <a:solidFill>
              <a:schemeClr val="accent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30" name="Flowchart: Connector 29">
            <a:extLst>
              <a:ext uri="{FF2B5EF4-FFF2-40B4-BE49-F238E27FC236}">
                <a16:creationId xmlns:a16="http://schemas.microsoft.com/office/drawing/2014/main" id="{43518120-98E4-8248-E528-3661B0461C00}"/>
              </a:ext>
            </a:extLst>
          </p:cNvPr>
          <p:cNvSpPr/>
          <p:nvPr/>
        </p:nvSpPr>
        <p:spPr bwMode="auto">
          <a:xfrm>
            <a:off x="4508553" y="12446969"/>
            <a:ext cx="457200" cy="457200"/>
          </a:xfrm>
          <a:prstGeom prst="flowChartConnector">
            <a:avLst/>
          </a:prstGeom>
          <a:solidFill>
            <a:schemeClr val="bg1"/>
          </a:solidFill>
          <a:ln w="19050">
            <a:solidFill>
              <a:schemeClr val="accent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31" name="Flowchart: Connector 30">
            <a:extLst>
              <a:ext uri="{FF2B5EF4-FFF2-40B4-BE49-F238E27FC236}">
                <a16:creationId xmlns:a16="http://schemas.microsoft.com/office/drawing/2014/main" id="{6004EE0E-6552-240B-C677-719219C42C28}"/>
              </a:ext>
            </a:extLst>
          </p:cNvPr>
          <p:cNvSpPr/>
          <p:nvPr/>
        </p:nvSpPr>
        <p:spPr bwMode="auto">
          <a:xfrm>
            <a:off x="8680450" y="12425850"/>
            <a:ext cx="457200" cy="457200"/>
          </a:xfrm>
          <a:prstGeom prst="flowChartConnector">
            <a:avLst/>
          </a:prstGeom>
          <a:solidFill>
            <a:schemeClr val="bg1"/>
          </a:solidFill>
          <a:ln w="19050">
            <a:solidFill>
              <a:schemeClr val="accent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33" name="Flowchart: Connector 32">
            <a:extLst>
              <a:ext uri="{FF2B5EF4-FFF2-40B4-BE49-F238E27FC236}">
                <a16:creationId xmlns:a16="http://schemas.microsoft.com/office/drawing/2014/main" id="{49E24D2C-E332-E510-D970-F5A40B765847}"/>
              </a:ext>
            </a:extLst>
          </p:cNvPr>
          <p:cNvSpPr/>
          <p:nvPr/>
        </p:nvSpPr>
        <p:spPr bwMode="auto">
          <a:xfrm>
            <a:off x="12642591" y="12446969"/>
            <a:ext cx="457200" cy="457200"/>
          </a:xfrm>
          <a:prstGeom prst="flowChartConnector">
            <a:avLst/>
          </a:prstGeom>
          <a:solidFill>
            <a:schemeClr val="bg1"/>
          </a:solidFill>
          <a:ln w="19050">
            <a:solidFill>
              <a:schemeClr val="accent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34" name="TextBox 33">
            <a:extLst>
              <a:ext uri="{FF2B5EF4-FFF2-40B4-BE49-F238E27FC236}">
                <a16:creationId xmlns:a16="http://schemas.microsoft.com/office/drawing/2014/main" id="{B2223AEF-CCB6-5425-A25E-3CD59B69B732}"/>
              </a:ext>
            </a:extLst>
          </p:cNvPr>
          <p:cNvSpPr txBox="1"/>
          <p:nvPr/>
        </p:nvSpPr>
        <p:spPr>
          <a:xfrm>
            <a:off x="512980" y="13111650"/>
            <a:ext cx="1219200" cy="55803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r>
              <a:rPr lang="en-US" sz="2800" dirty="0">
                <a:cs typeface="Arial" panose="020B0604020202020204" pitchFamily="34" charset="0"/>
              </a:rPr>
              <a:t>1950’s</a:t>
            </a:r>
          </a:p>
        </p:txBody>
      </p:sp>
      <p:sp>
        <p:nvSpPr>
          <p:cNvPr id="35" name="TextBox 34">
            <a:extLst>
              <a:ext uri="{FF2B5EF4-FFF2-40B4-BE49-F238E27FC236}">
                <a16:creationId xmlns:a16="http://schemas.microsoft.com/office/drawing/2014/main" id="{E249CB60-8A6D-4DEE-5873-BD96B26A2E02}"/>
              </a:ext>
            </a:extLst>
          </p:cNvPr>
          <p:cNvSpPr txBox="1"/>
          <p:nvPr/>
        </p:nvSpPr>
        <p:spPr>
          <a:xfrm>
            <a:off x="4218942" y="13136899"/>
            <a:ext cx="1219200" cy="55803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r>
              <a:rPr lang="en-US" sz="2800" dirty="0">
                <a:cs typeface="Arial" panose="020B0604020202020204" pitchFamily="34" charset="0"/>
              </a:rPr>
              <a:t>1980’s</a:t>
            </a:r>
          </a:p>
        </p:txBody>
      </p:sp>
      <p:sp>
        <p:nvSpPr>
          <p:cNvPr id="36" name="TextBox 35">
            <a:extLst>
              <a:ext uri="{FF2B5EF4-FFF2-40B4-BE49-F238E27FC236}">
                <a16:creationId xmlns:a16="http://schemas.microsoft.com/office/drawing/2014/main" id="{4CC84F25-279F-C773-4C9C-E42C8AF3E021}"/>
              </a:ext>
            </a:extLst>
          </p:cNvPr>
          <p:cNvSpPr txBox="1"/>
          <p:nvPr/>
        </p:nvSpPr>
        <p:spPr>
          <a:xfrm>
            <a:off x="8418952" y="13135080"/>
            <a:ext cx="1219200" cy="55803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r>
              <a:rPr lang="en-US" sz="2800" dirty="0">
                <a:cs typeface="Arial" panose="020B0604020202020204" pitchFamily="34" charset="0"/>
              </a:rPr>
              <a:t>2010’s</a:t>
            </a:r>
          </a:p>
        </p:txBody>
      </p:sp>
      <p:sp>
        <p:nvSpPr>
          <p:cNvPr id="37" name="TextBox 36">
            <a:extLst>
              <a:ext uri="{FF2B5EF4-FFF2-40B4-BE49-F238E27FC236}">
                <a16:creationId xmlns:a16="http://schemas.microsoft.com/office/drawing/2014/main" id="{B7BEB236-A6D0-5232-7C1F-CC9F3A8C314D}"/>
              </a:ext>
            </a:extLst>
          </p:cNvPr>
          <p:cNvSpPr txBox="1"/>
          <p:nvPr/>
        </p:nvSpPr>
        <p:spPr>
          <a:xfrm>
            <a:off x="12373854" y="13135081"/>
            <a:ext cx="1219200" cy="55803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r>
              <a:rPr lang="en-US" sz="2800" dirty="0">
                <a:cs typeface="Arial" panose="020B0604020202020204" pitchFamily="34" charset="0"/>
              </a:rPr>
              <a:t>2020’s</a:t>
            </a:r>
          </a:p>
        </p:txBody>
      </p:sp>
    </p:spTree>
    <p:extLst>
      <p:ext uri="{BB962C8B-B14F-4D97-AF65-F5344CB8AC3E}">
        <p14:creationId xmlns:p14="http://schemas.microsoft.com/office/powerpoint/2010/main" val="661570661"/>
      </p:ext>
    </p:extLst>
  </p:cSld>
  <p:clrMapOvr>
    <a:masterClrMapping/>
  </p:clrMapOvr>
  <p:transition spd="med"/>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DDD6CF5D-E137-C197-11E1-A84F27A622E8}"/>
              </a:ext>
            </a:extLst>
          </p:cNvPr>
          <p:cNvGrpSpPr>
            <a:grpSpLocks noChangeAspect="1"/>
          </p:cNvGrpSpPr>
          <p:nvPr/>
        </p:nvGrpSpPr>
        <p:grpSpPr>
          <a:xfrm>
            <a:off x="5667466" y="5097048"/>
            <a:ext cx="2712067" cy="2743200"/>
            <a:chOff x="12975822" y="3763247"/>
            <a:chExt cx="7369577" cy="7454178"/>
          </a:xfrm>
        </p:grpSpPr>
        <p:sp>
          <p:nvSpPr>
            <p:cNvPr id="11" name="Freeform 10">
              <a:extLst>
                <a:ext uri="{FF2B5EF4-FFF2-40B4-BE49-F238E27FC236}">
                  <a16:creationId xmlns:a16="http://schemas.microsoft.com/office/drawing/2014/main" id="{819FE2A3-9A3C-7009-FE85-98E7776C60F1}"/>
                </a:ext>
              </a:extLst>
            </p:cNvPr>
            <p:cNvSpPr>
              <a:spLocks noChangeAspect="1"/>
            </p:cNvSpPr>
            <p:nvPr/>
          </p:nvSpPr>
          <p:spPr>
            <a:xfrm>
              <a:off x="12975822" y="3763247"/>
              <a:ext cx="7369577" cy="6729759"/>
            </a:xfrm>
            <a:custGeom>
              <a:avLst/>
              <a:gdLst>
                <a:gd name="connsiteX0" fmla="*/ 272606 w 1301305"/>
                <a:gd name="connsiteY0" fmla="*/ 1316736 h 1316736"/>
                <a:gd name="connsiteX1" fmla="*/ 15431 w 1301305"/>
                <a:gd name="connsiteY1" fmla="*/ 1316736 h 1316736"/>
                <a:gd name="connsiteX2" fmla="*/ 0 w 1301305"/>
                <a:gd name="connsiteY2" fmla="*/ 1301306 h 1316736"/>
                <a:gd name="connsiteX3" fmla="*/ 0 w 1301305"/>
                <a:gd name="connsiteY3" fmla="*/ 1044131 h 1316736"/>
                <a:gd name="connsiteX4" fmla="*/ 15431 w 1301305"/>
                <a:gd name="connsiteY4" fmla="*/ 1028700 h 1316736"/>
                <a:gd name="connsiteX5" fmla="*/ 272606 w 1301305"/>
                <a:gd name="connsiteY5" fmla="*/ 1028700 h 1316736"/>
                <a:gd name="connsiteX6" fmla="*/ 288036 w 1301305"/>
                <a:gd name="connsiteY6" fmla="*/ 1044131 h 1316736"/>
                <a:gd name="connsiteX7" fmla="*/ 288036 w 1301305"/>
                <a:gd name="connsiteY7" fmla="*/ 1301306 h 1316736"/>
                <a:gd name="connsiteX8" fmla="*/ 272606 w 1301305"/>
                <a:gd name="connsiteY8" fmla="*/ 1316736 h 1316736"/>
                <a:gd name="connsiteX9" fmla="*/ 30861 w 1301305"/>
                <a:gd name="connsiteY9" fmla="*/ 1285875 h 1316736"/>
                <a:gd name="connsiteX10" fmla="*/ 257175 w 1301305"/>
                <a:gd name="connsiteY10" fmla="*/ 1285875 h 1316736"/>
                <a:gd name="connsiteX11" fmla="*/ 257175 w 1301305"/>
                <a:gd name="connsiteY11" fmla="*/ 1059561 h 1316736"/>
                <a:gd name="connsiteX12" fmla="*/ 30861 w 1301305"/>
                <a:gd name="connsiteY12" fmla="*/ 1059561 h 1316736"/>
                <a:gd name="connsiteX13" fmla="*/ 30861 w 1301305"/>
                <a:gd name="connsiteY13" fmla="*/ 1285875 h 1316736"/>
                <a:gd name="connsiteX14" fmla="*/ 1301306 w 1301305"/>
                <a:gd name="connsiteY14" fmla="*/ 1188149 h 1316736"/>
                <a:gd name="connsiteX15" fmla="*/ 444056 w 1301305"/>
                <a:gd name="connsiteY15" fmla="*/ 1188149 h 1316736"/>
                <a:gd name="connsiteX16" fmla="*/ 444056 w 1301305"/>
                <a:gd name="connsiteY16" fmla="*/ 1157288 h 1316736"/>
                <a:gd name="connsiteX17" fmla="*/ 1301306 w 1301305"/>
                <a:gd name="connsiteY17" fmla="*/ 1157288 h 1316736"/>
                <a:gd name="connsiteX18" fmla="*/ 1301306 w 1301305"/>
                <a:gd name="connsiteY18" fmla="*/ 1188149 h 1316736"/>
                <a:gd name="connsiteX19" fmla="*/ 272606 w 1301305"/>
                <a:gd name="connsiteY19" fmla="*/ 802386 h 1316736"/>
                <a:gd name="connsiteX20" fmla="*/ 15431 w 1301305"/>
                <a:gd name="connsiteY20" fmla="*/ 802386 h 1316736"/>
                <a:gd name="connsiteX21" fmla="*/ 0 w 1301305"/>
                <a:gd name="connsiteY21" fmla="*/ 786956 h 1316736"/>
                <a:gd name="connsiteX22" fmla="*/ 0 w 1301305"/>
                <a:gd name="connsiteY22" fmla="*/ 529781 h 1316736"/>
                <a:gd name="connsiteX23" fmla="*/ 15431 w 1301305"/>
                <a:gd name="connsiteY23" fmla="*/ 514350 h 1316736"/>
                <a:gd name="connsiteX24" fmla="*/ 272606 w 1301305"/>
                <a:gd name="connsiteY24" fmla="*/ 514350 h 1316736"/>
                <a:gd name="connsiteX25" fmla="*/ 288036 w 1301305"/>
                <a:gd name="connsiteY25" fmla="*/ 529781 h 1316736"/>
                <a:gd name="connsiteX26" fmla="*/ 288036 w 1301305"/>
                <a:gd name="connsiteY26" fmla="*/ 786956 h 1316736"/>
                <a:gd name="connsiteX27" fmla="*/ 272606 w 1301305"/>
                <a:gd name="connsiteY27" fmla="*/ 802386 h 1316736"/>
                <a:gd name="connsiteX28" fmla="*/ 30861 w 1301305"/>
                <a:gd name="connsiteY28" fmla="*/ 771525 h 1316736"/>
                <a:gd name="connsiteX29" fmla="*/ 257175 w 1301305"/>
                <a:gd name="connsiteY29" fmla="*/ 771525 h 1316736"/>
                <a:gd name="connsiteX30" fmla="*/ 257175 w 1301305"/>
                <a:gd name="connsiteY30" fmla="*/ 545211 h 1316736"/>
                <a:gd name="connsiteX31" fmla="*/ 30861 w 1301305"/>
                <a:gd name="connsiteY31" fmla="*/ 545211 h 1316736"/>
                <a:gd name="connsiteX32" fmla="*/ 30861 w 1301305"/>
                <a:gd name="connsiteY32" fmla="*/ 771525 h 1316736"/>
                <a:gd name="connsiteX33" fmla="*/ 1301306 w 1301305"/>
                <a:gd name="connsiteY33" fmla="*/ 673799 h 1316736"/>
                <a:gd name="connsiteX34" fmla="*/ 444056 w 1301305"/>
                <a:gd name="connsiteY34" fmla="*/ 673799 h 1316736"/>
                <a:gd name="connsiteX35" fmla="*/ 444056 w 1301305"/>
                <a:gd name="connsiteY35" fmla="*/ 642938 h 1316736"/>
                <a:gd name="connsiteX36" fmla="*/ 1301306 w 1301305"/>
                <a:gd name="connsiteY36" fmla="*/ 642938 h 1316736"/>
                <a:gd name="connsiteX37" fmla="*/ 1301306 w 1301305"/>
                <a:gd name="connsiteY37" fmla="*/ 673799 h 1316736"/>
                <a:gd name="connsiteX38" fmla="*/ 272606 w 1301305"/>
                <a:gd name="connsiteY38" fmla="*/ 288036 h 1316736"/>
                <a:gd name="connsiteX39" fmla="*/ 15431 w 1301305"/>
                <a:gd name="connsiteY39" fmla="*/ 288036 h 1316736"/>
                <a:gd name="connsiteX40" fmla="*/ 0 w 1301305"/>
                <a:gd name="connsiteY40" fmla="*/ 272606 h 1316736"/>
                <a:gd name="connsiteX41" fmla="*/ 0 w 1301305"/>
                <a:gd name="connsiteY41" fmla="*/ 15431 h 1316736"/>
                <a:gd name="connsiteX42" fmla="*/ 15431 w 1301305"/>
                <a:gd name="connsiteY42" fmla="*/ 0 h 1316736"/>
                <a:gd name="connsiteX43" fmla="*/ 272606 w 1301305"/>
                <a:gd name="connsiteY43" fmla="*/ 0 h 1316736"/>
                <a:gd name="connsiteX44" fmla="*/ 288036 w 1301305"/>
                <a:gd name="connsiteY44" fmla="*/ 15431 h 1316736"/>
                <a:gd name="connsiteX45" fmla="*/ 288036 w 1301305"/>
                <a:gd name="connsiteY45" fmla="*/ 272606 h 1316736"/>
                <a:gd name="connsiteX46" fmla="*/ 272606 w 1301305"/>
                <a:gd name="connsiteY46" fmla="*/ 288036 h 1316736"/>
                <a:gd name="connsiteX47" fmla="*/ 30861 w 1301305"/>
                <a:gd name="connsiteY47" fmla="*/ 257175 h 1316736"/>
                <a:gd name="connsiteX48" fmla="*/ 257175 w 1301305"/>
                <a:gd name="connsiteY48" fmla="*/ 257175 h 1316736"/>
                <a:gd name="connsiteX49" fmla="*/ 257175 w 1301305"/>
                <a:gd name="connsiteY49" fmla="*/ 30861 h 1316736"/>
                <a:gd name="connsiteX50" fmla="*/ 30861 w 1301305"/>
                <a:gd name="connsiteY50" fmla="*/ 30861 h 1316736"/>
                <a:gd name="connsiteX51" fmla="*/ 30861 w 1301305"/>
                <a:gd name="connsiteY51" fmla="*/ 257175 h 1316736"/>
                <a:gd name="connsiteX52" fmla="*/ 1301306 w 1301305"/>
                <a:gd name="connsiteY52" fmla="*/ 159449 h 1316736"/>
                <a:gd name="connsiteX53" fmla="*/ 444056 w 1301305"/>
                <a:gd name="connsiteY53" fmla="*/ 159449 h 1316736"/>
                <a:gd name="connsiteX54" fmla="*/ 444056 w 1301305"/>
                <a:gd name="connsiteY54" fmla="*/ 128588 h 1316736"/>
                <a:gd name="connsiteX55" fmla="*/ 1301306 w 1301305"/>
                <a:gd name="connsiteY55" fmla="*/ 128588 h 1316736"/>
                <a:gd name="connsiteX56" fmla="*/ 1301306 w 1301305"/>
                <a:gd name="connsiteY56" fmla="*/ 159449 h 1316736"/>
                <a:gd name="connsiteX0" fmla="*/ 272606 w 1301306"/>
                <a:gd name="connsiteY0" fmla="*/ 1316736 h 1316736"/>
                <a:gd name="connsiteX1" fmla="*/ 15431 w 1301306"/>
                <a:gd name="connsiteY1" fmla="*/ 1316736 h 1316736"/>
                <a:gd name="connsiteX2" fmla="*/ 0 w 1301306"/>
                <a:gd name="connsiteY2" fmla="*/ 1301306 h 1316736"/>
                <a:gd name="connsiteX3" fmla="*/ 0 w 1301306"/>
                <a:gd name="connsiteY3" fmla="*/ 1044131 h 1316736"/>
                <a:gd name="connsiteX4" fmla="*/ 15431 w 1301306"/>
                <a:gd name="connsiteY4" fmla="*/ 1028700 h 1316736"/>
                <a:gd name="connsiteX5" fmla="*/ 272606 w 1301306"/>
                <a:gd name="connsiteY5" fmla="*/ 1028700 h 1316736"/>
                <a:gd name="connsiteX6" fmla="*/ 288036 w 1301306"/>
                <a:gd name="connsiteY6" fmla="*/ 1044131 h 1316736"/>
                <a:gd name="connsiteX7" fmla="*/ 288036 w 1301306"/>
                <a:gd name="connsiteY7" fmla="*/ 1301306 h 1316736"/>
                <a:gd name="connsiteX8" fmla="*/ 272606 w 1301306"/>
                <a:gd name="connsiteY8" fmla="*/ 1316736 h 1316736"/>
                <a:gd name="connsiteX9" fmla="*/ 30861 w 1301306"/>
                <a:gd name="connsiteY9" fmla="*/ 1285875 h 1316736"/>
                <a:gd name="connsiteX10" fmla="*/ 257175 w 1301306"/>
                <a:gd name="connsiteY10" fmla="*/ 1285875 h 1316736"/>
                <a:gd name="connsiteX11" fmla="*/ 257175 w 1301306"/>
                <a:gd name="connsiteY11" fmla="*/ 1059561 h 1316736"/>
                <a:gd name="connsiteX12" fmla="*/ 30861 w 1301306"/>
                <a:gd name="connsiteY12" fmla="*/ 1059561 h 1316736"/>
                <a:gd name="connsiteX13" fmla="*/ 30861 w 1301306"/>
                <a:gd name="connsiteY13" fmla="*/ 1285875 h 1316736"/>
                <a:gd name="connsiteX14" fmla="*/ 1301306 w 1301306"/>
                <a:gd name="connsiteY14" fmla="*/ 1188149 h 1316736"/>
                <a:gd name="connsiteX15" fmla="*/ 444056 w 1301306"/>
                <a:gd name="connsiteY15" fmla="*/ 1188149 h 1316736"/>
                <a:gd name="connsiteX16" fmla="*/ 444056 w 1301306"/>
                <a:gd name="connsiteY16" fmla="*/ 1157288 h 1316736"/>
                <a:gd name="connsiteX17" fmla="*/ 1301306 w 1301306"/>
                <a:gd name="connsiteY17" fmla="*/ 1157288 h 1316736"/>
                <a:gd name="connsiteX18" fmla="*/ 1301306 w 1301306"/>
                <a:gd name="connsiteY18" fmla="*/ 1188149 h 1316736"/>
                <a:gd name="connsiteX19" fmla="*/ 272606 w 1301306"/>
                <a:gd name="connsiteY19" fmla="*/ 802386 h 1316736"/>
                <a:gd name="connsiteX20" fmla="*/ 15431 w 1301306"/>
                <a:gd name="connsiteY20" fmla="*/ 802386 h 1316736"/>
                <a:gd name="connsiteX21" fmla="*/ 0 w 1301306"/>
                <a:gd name="connsiteY21" fmla="*/ 786956 h 1316736"/>
                <a:gd name="connsiteX22" fmla="*/ 0 w 1301306"/>
                <a:gd name="connsiteY22" fmla="*/ 529781 h 1316736"/>
                <a:gd name="connsiteX23" fmla="*/ 15431 w 1301306"/>
                <a:gd name="connsiteY23" fmla="*/ 514350 h 1316736"/>
                <a:gd name="connsiteX24" fmla="*/ 272606 w 1301306"/>
                <a:gd name="connsiteY24" fmla="*/ 514350 h 1316736"/>
                <a:gd name="connsiteX25" fmla="*/ 288036 w 1301306"/>
                <a:gd name="connsiteY25" fmla="*/ 529781 h 1316736"/>
                <a:gd name="connsiteX26" fmla="*/ 288036 w 1301306"/>
                <a:gd name="connsiteY26" fmla="*/ 786956 h 1316736"/>
                <a:gd name="connsiteX27" fmla="*/ 272606 w 1301306"/>
                <a:gd name="connsiteY27" fmla="*/ 802386 h 1316736"/>
                <a:gd name="connsiteX28" fmla="*/ 30861 w 1301306"/>
                <a:gd name="connsiteY28" fmla="*/ 771525 h 1316736"/>
                <a:gd name="connsiteX29" fmla="*/ 257175 w 1301306"/>
                <a:gd name="connsiteY29" fmla="*/ 771525 h 1316736"/>
                <a:gd name="connsiteX30" fmla="*/ 257175 w 1301306"/>
                <a:gd name="connsiteY30" fmla="*/ 545211 h 1316736"/>
                <a:gd name="connsiteX31" fmla="*/ 30861 w 1301306"/>
                <a:gd name="connsiteY31" fmla="*/ 545211 h 1316736"/>
                <a:gd name="connsiteX32" fmla="*/ 30861 w 1301306"/>
                <a:gd name="connsiteY32" fmla="*/ 771525 h 1316736"/>
                <a:gd name="connsiteX33" fmla="*/ 1301306 w 1301306"/>
                <a:gd name="connsiteY33" fmla="*/ 673799 h 1316736"/>
                <a:gd name="connsiteX34" fmla="*/ 444056 w 1301306"/>
                <a:gd name="connsiteY34" fmla="*/ 673799 h 1316736"/>
                <a:gd name="connsiteX35" fmla="*/ 444056 w 1301306"/>
                <a:gd name="connsiteY35" fmla="*/ 642938 h 1316736"/>
                <a:gd name="connsiteX36" fmla="*/ 1301306 w 1301306"/>
                <a:gd name="connsiteY36" fmla="*/ 642938 h 1316736"/>
                <a:gd name="connsiteX37" fmla="*/ 1301306 w 1301306"/>
                <a:gd name="connsiteY37" fmla="*/ 673799 h 1316736"/>
                <a:gd name="connsiteX38" fmla="*/ 272606 w 1301306"/>
                <a:gd name="connsiteY38" fmla="*/ 288036 h 1316736"/>
                <a:gd name="connsiteX39" fmla="*/ 15431 w 1301306"/>
                <a:gd name="connsiteY39" fmla="*/ 288036 h 1316736"/>
                <a:gd name="connsiteX40" fmla="*/ 0 w 1301306"/>
                <a:gd name="connsiteY40" fmla="*/ 272606 h 1316736"/>
                <a:gd name="connsiteX41" fmla="*/ 0 w 1301306"/>
                <a:gd name="connsiteY41" fmla="*/ 15431 h 1316736"/>
                <a:gd name="connsiteX42" fmla="*/ 15431 w 1301306"/>
                <a:gd name="connsiteY42" fmla="*/ 0 h 1316736"/>
                <a:gd name="connsiteX43" fmla="*/ 272606 w 1301306"/>
                <a:gd name="connsiteY43" fmla="*/ 0 h 1316736"/>
                <a:gd name="connsiteX44" fmla="*/ 288036 w 1301306"/>
                <a:gd name="connsiteY44" fmla="*/ 15431 h 1316736"/>
                <a:gd name="connsiteX45" fmla="*/ 288036 w 1301306"/>
                <a:gd name="connsiteY45" fmla="*/ 272606 h 1316736"/>
                <a:gd name="connsiteX46" fmla="*/ 272606 w 1301306"/>
                <a:gd name="connsiteY46" fmla="*/ 288036 h 1316736"/>
                <a:gd name="connsiteX47" fmla="*/ 30861 w 1301306"/>
                <a:gd name="connsiteY47" fmla="*/ 257175 h 1316736"/>
                <a:gd name="connsiteX48" fmla="*/ 257175 w 1301306"/>
                <a:gd name="connsiteY48" fmla="*/ 257175 h 1316736"/>
                <a:gd name="connsiteX49" fmla="*/ 257175 w 1301306"/>
                <a:gd name="connsiteY49" fmla="*/ 30861 h 1316736"/>
                <a:gd name="connsiteX50" fmla="*/ 132461 w 1301306"/>
                <a:gd name="connsiteY50" fmla="*/ 34036 h 1316736"/>
                <a:gd name="connsiteX51" fmla="*/ 30861 w 1301306"/>
                <a:gd name="connsiteY51" fmla="*/ 257175 h 1316736"/>
                <a:gd name="connsiteX52" fmla="*/ 1301306 w 1301306"/>
                <a:gd name="connsiteY52" fmla="*/ 159449 h 1316736"/>
                <a:gd name="connsiteX53" fmla="*/ 444056 w 1301306"/>
                <a:gd name="connsiteY53" fmla="*/ 159449 h 1316736"/>
                <a:gd name="connsiteX54" fmla="*/ 444056 w 1301306"/>
                <a:gd name="connsiteY54" fmla="*/ 128588 h 1316736"/>
                <a:gd name="connsiteX55" fmla="*/ 1301306 w 1301306"/>
                <a:gd name="connsiteY55" fmla="*/ 128588 h 1316736"/>
                <a:gd name="connsiteX56" fmla="*/ 1301306 w 1301306"/>
                <a:gd name="connsiteY56" fmla="*/ 159449 h 1316736"/>
                <a:gd name="connsiteX0" fmla="*/ 272606 w 1301306"/>
                <a:gd name="connsiteY0" fmla="*/ 1316736 h 1316736"/>
                <a:gd name="connsiteX1" fmla="*/ 15431 w 1301306"/>
                <a:gd name="connsiteY1" fmla="*/ 1316736 h 1316736"/>
                <a:gd name="connsiteX2" fmla="*/ 0 w 1301306"/>
                <a:gd name="connsiteY2" fmla="*/ 1301306 h 1316736"/>
                <a:gd name="connsiteX3" fmla="*/ 0 w 1301306"/>
                <a:gd name="connsiteY3" fmla="*/ 1044131 h 1316736"/>
                <a:gd name="connsiteX4" fmla="*/ 15431 w 1301306"/>
                <a:gd name="connsiteY4" fmla="*/ 1028700 h 1316736"/>
                <a:gd name="connsiteX5" fmla="*/ 272606 w 1301306"/>
                <a:gd name="connsiteY5" fmla="*/ 1028700 h 1316736"/>
                <a:gd name="connsiteX6" fmla="*/ 288036 w 1301306"/>
                <a:gd name="connsiteY6" fmla="*/ 1044131 h 1316736"/>
                <a:gd name="connsiteX7" fmla="*/ 288036 w 1301306"/>
                <a:gd name="connsiteY7" fmla="*/ 1301306 h 1316736"/>
                <a:gd name="connsiteX8" fmla="*/ 272606 w 1301306"/>
                <a:gd name="connsiteY8" fmla="*/ 1316736 h 1316736"/>
                <a:gd name="connsiteX9" fmla="*/ 30861 w 1301306"/>
                <a:gd name="connsiteY9" fmla="*/ 1285875 h 1316736"/>
                <a:gd name="connsiteX10" fmla="*/ 257175 w 1301306"/>
                <a:gd name="connsiteY10" fmla="*/ 1285875 h 1316736"/>
                <a:gd name="connsiteX11" fmla="*/ 257175 w 1301306"/>
                <a:gd name="connsiteY11" fmla="*/ 1059561 h 1316736"/>
                <a:gd name="connsiteX12" fmla="*/ 30861 w 1301306"/>
                <a:gd name="connsiteY12" fmla="*/ 1059561 h 1316736"/>
                <a:gd name="connsiteX13" fmla="*/ 30861 w 1301306"/>
                <a:gd name="connsiteY13" fmla="*/ 1285875 h 1316736"/>
                <a:gd name="connsiteX14" fmla="*/ 1301306 w 1301306"/>
                <a:gd name="connsiteY14" fmla="*/ 1188149 h 1316736"/>
                <a:gd name="connsiteX15" fmla="*/ 444056 w 1301306"/>
                <a:gd name="connsiteY15" fmla="*/ 1188149 h 1316736"/>
                <a:gd name="connsiteX16" fmla="*/ 444056 w 1301306"/>
                <a:gd name="connsiteY16" fmla="*/ 1157288 h 1316736"/>
                <a:gd name="connsiteX17" fmla="*/ 1301306 w 1301306"/>
                <a:gd name="connsiteY17" fmla="*/ 1157288 h 1316736"/>
                <a:gd name="connsiteX18" fmla="*/ 1301306 w 1301306"/>
                <a:gd name="connsiteY18" fmla="*/ 1188149 h 1316736"/>
                <a:gd name="connsiteX19" fmla="*/ 272606 w 1301306"/>
                <a:gd name="connsiteY19" fmla="*/ 802386 h 1316736"/>
                <a:gd name="connsiteX20" fmla="*/ 15431 w 1301306"/>
                <a:gd name="connsiteY20" fmla="*/ 802386 h 1316736"/>
                <a:gd name="connsiteX21" fmla="*/ 0 w 1301306"/>
                <a:gd name="connsiteY21" fmla="*/ 786956 h 1316736"/>
                <a:gd name="connsiteX22" fmla="*/ 0 w 1301306"/>
                <a:gd name="connsiteY22" fmla="*/ 529781 h 1316736"/>
                <a:gd name="connsiteX23" fmla="*/ 15431 w 1301306"/>
                <a:gd name="connsiteY23" fmla="*/ 514350 h 1316736"/>
                <a:gd name="connsiteX24" fmla="*/ 272606 w 1301306"/>
                <a:gd name="connsiteY24" fmla="*/ 514350 h 1316736"/>
                <a:gd name="connsiteX25" fmla="*/ 288036 w 1301306"/>
                <a:gd name="connsiteY25" fmla="*/ 529781 h 1316736"/>
                <a:gd name="connsiteX26" fmla="*/ 288036 w 1301306"/>
                <a:gd name="connsiteY26" fmla="*/ 786956 h 1316736"/>
                <a:gd name="connsiteX27" fmla="*/ 272606 w 1301306"/>
                <a:gd name="connsiteY27" fmla="*/ 802386 h 1316736"/>
                <a:gd name="connsiteX28" fmla="*/ 30861 w 1301306"/>
                <a:gd name="connsiteY28" fmla="*/ 771525 h 1316736"/>
                <a:gd name="connsiteX29" fmla="*/ 257175 w 1301306"/>
                <a:gd name="connsiteY29" fmla="*/ 771525 h 1316736"/>
                <a:gd name="connsiteX30" fmla="*/ 257175 w 1301306"/>
                <a:gd name="connsiteY30" fmla="*/ 545211 h 1316736"/>
                <a:gd name="connsiteX31" fmla="*/ 30861 w 1301306"/>
                <a:gd name="connsiteY31" fmla="*/ 545211 h 1316736"/>
                <a:gd name="connsiteX32" fmla="*/ 30861 w 1301306"/>
                <a:gd name="connsiteY32" fmla="*/ 771525 h 1316736"/>
                <a:gd name="connsiteX33" fmla="*/ 1301306 w 1301306"/>
                <a:gd name="connsiteY33" fmla="*/ 673799 h 1316736"/>
                <a:gd name="connsiteX34" fmla="*/ 444056 w 1301306"/>
                <a:gd name="connsiteY34" fmla="*/ 673799 h 1316736"/>
                <a:gd name="connsiteX35" fmla="*/ 444056 w 1301306"/>
                <a:gd name="connsiteY35" fmla="*/ 642938 h 1316736"/>
                <a:gd name="connsiteX36" fmla="*/ 1301306 w 1301306"/>
                <a:gd name="connsiteY36" fmla="*/ 642938 h 1316736"/>
                <a:gd name="connsiteX37" fmla="*/ 1301306 w 1301306"/>
                <a:gd name="connsiteY37" fmla="*/ 673799 h 1316736"/>
                <a:gd name="connsiteX38" fmla="*/ 272606 w 1301306"/>
                <a:gd name="connsiteY38" fmla="*/ 288036 h 1316736"/>
                <a:gd name="connsiteX39" fmla="*/ 15431 w 1301306"/>
                <a:gd name="connsiteY39" fmla="*/ 288036 h 1316736"/>
                <a:gd name="connsiteX40" fmla="*/ 0 w 1301306"/>
                <a:gd name="connsiteY40" fmla="*/ 272606 h 1316736"/>
                <a:gd name="connsiteX41" fmla="*/ 0 w 1301306"/>
                <a:gd name="connsiteY41" fmla="*/ 15431 h 1316736"/>
                <a:gd name="connsiteX42" fmla="*/ 15431 w 1301306"/>
                <a:gd name="connsiteY42" fmla="*/ 0 h 1316736"/>
                <a:gd name="connsiteX43" fmla="*/ 272606 w 1301306"/>
                <a:gd name="connsiteY43" fmla="*/ 0 h 1316736"/>
                <a:gd name="connsiteX44" fmla="*/ 288036 w 1301306"/>
                <a:gd name="connsiteY44" fmla="*/ 15431 h 1316736"/>
                <a:gd name="connsiteX45" fmla="*/ 288036 w 1301306"/>
                <a:gd name="connsiteY45" fmla="*/ 272606 h 1316736"/>
                <a:gd name="connsiteX46" fmla="*/ 272606 w 1301306"/>
                <a:gd name="connsiteY46" fmla="*/ 288036 h 1316736"/>
                <a:gd name="connsiteX47" fmla="*/ 30861 w 1301306"/>
                <a:gd name="connsiteY47" fmla="*/ 257175 h 1316736"/>
                <a:gd name="connsiteX48" fmla="*/ 257175 w 1301306"/>
                <a:gd name="connsiteY48" fmla="*/ 257175 h 1316736"/>
                <a:gd name="connsiteX49" fmla="*/ 132461 w 1301306"/>
                <a:gd name="connsiteY49" fmla="*/ 34036 h 1316736"/>
                <a:gd name="connsiteX50" fmla="*/ 30861 w 1301306"/>
                <a:gd name="connsiteY50" fmla="*/ 257175 h 1316736"/>
                <a:gd name="connsiteX51" fmla="*/ 1301306 w 1301306"/>
                <a:gd name="connsiteY51" fmla="*/ 159449 h 1316736"/>
                <a:gd name="connsiteX52" fmla="*/ 444056 w 1301306"/>
                <a:gd name="connsiteY52" fmla="*/ 159449 h 1316736"/>
                <a:gd name="connsiteX53" fmla="*/ 444056 w 1301306"/>
                <a:gd name="connsiteY53" fmla="*/ 128588 h 1316736"/>
                <a:gd name="connsiteX54" fmla="*/ 1301306 w 1301306"/>
                <a:gd name="connsiteY54" fmla="*/ 128588 h 1316736"/>
                <a:gd name="connsiteX55" fmla="*/ 1301306 w 1301306"/>
                <a:gd name="connsiteY55" fmla="*/ 159449 h 1316736"/>
                <a:gd name="connsiteX0" fmla="*/ 272606 w 1301306"/>
                <a:gd name="connsiteY0" fmla="*/ 1316736 h 1316736"/>
                <a:gd name="connsiteX1" fmla="*/ 15431 w 1301306"/>
                <a:gd name="connsiteY1" fmla="*/ 1316736 h 1316736"/>
                <a:gd name="connsiteX2" fmla="*/ 0 w 1301306"/>
                <a:gd name="connsiteY2" fmla="*/ 1301306 h 1316736"/>
                <a:gd name="connsiteX3" fmla="*/ 0 w 1301306"/>
                <a:gd name="connsiteY3" fmla="*/ 1044131 h 1316736"/>
                <a:gd name="connsiteX4" fmla="*/ 15431 w 1301306"/>
                <a:gd name="connsiteY4" fmla="*/ 1028700 h 1316736"/>
                <a:gd name="connsiteX5" fmla="*/ 272606 w 1301306"/>
                <a:gd name="connsiteY5" fmla="*/ 1028700 h 1316736"/>
                <a:gd name="connsiteX6" fmla="*/ 288036 w 1301306"/>
                <a:gd name="connsiteY6" fmla="*/ 1044131 h 1316736"/>
                <a:gd name="connsiteX7" fmla="*/ 288036 w 1301306"/>
                <a:gd name="connsiteY7" fmla="*/ 1301306 h 1316736"/>
                <a:gd name="connsiteX8" fmla="*/ 272606 w 1301306"/>
                <a:gd name="connsiteY8" fmla="*/ 1316736 h 1316736"/>
                <a:gd name="connsiteX9" fmla="*/ 30861 w 1301306"/>
                <a:gd name="connsiteY9" fmla="*/ 1285875 h 1316736"/>
                <a:gd name="connsiteX10" fmla="*/ 257175 w 1301306"/>
                <a:gd name="connsiteY10" fmla="*/ 1285875 h 1316736"/>
                <a:gd name="connsiteX11" fmla="*/ 257175 w 1301306"/>
                <a:gd name="connsiteY11" fmla="*/ 1059561 h 1316736"/>
                <a:gd name="connsiteX12" fmla="*/ 30861 w 1301306"/>
                <a:gd name="connsiteY12" fmla="*/ 1059561 h 1316736"/>
                <a:gd name="connsiteX13" fmla="*/ 30861 w 1301306"/>
                <a:gd name="connsiteY13" fmla="*/ 1285875 h 1316736"/>
                <a:gd name="connsiteX14" fmla="*/ 1301306 w 1301306"/>
                <a:gd name="connsiteY14" fmla="*/ 1188149 h 1316736"/>
                <a:gd name="connsiteX15" fmla="*/ 444056 w 1301306"/>
                <a:gd name="connsiteY15" fmla="*/ 1188149 h 1316736"/>
                <a:gd name="connsiteX16" fmla="*/ 444056 w 1301306"/>
                <a:gd name="connsiteY16" fmla="*/ 1157288 h 1316736"/>
                <a:gd name="connsiteX17" fmla="*/ 1301306 w 1301306"/>
                <a:gd name="connsiteY17" fmla="*/ 1157288 h 1316736"/>
                <a:gd name="connsiteX18" fmla="*/ 1301306 w 1301306"/>
                <a:gd name="connsiteY18" fmla="*/ 1188149 h 1316736"/>
                <a:gd name="connsiteX19" fmla="*/ 272606 w 1301306"/>
                <a:gd name="connsiteY19" fmla="*/ 802386 h 1316736"/>
                <a:gd name="connsiteX20" fmla="*/ 15431 w 1301306"/>
                <a:gd name="connsiteY20" fmla="*/ 802386 h 1316736"/>
                <a:gd name="connsiteX21" fmla="*/ 0 w 1301306"/>
                <a:gd name="connsiteY21" fmla="*/ 786956 h 1316736"/>
                <a:gd name="connsiteX22" fmla="*/ 0 w 1301306"/>
                <a:gd name="connsiteY22" fmla="*/ 529781 h 1316736"/>
                <a:gd name="connsiteX23" fmla="*/ 15431 w 1301306"/>
                <a:gd name="connsiteY23" fmla="*/ 514350 h 1316736"/>
                <a:gd name="connsiteX24" fmla="*/ 272606 w 1301306"/>
                <a:gd name="connsiteY24" fmla="*/ 514350 h 1316736"/>
                <a:gd name="connsiteX25" fmla="*/ 288036 w 1301306"/>
                <a:gd name="connsiteY25" fmla="*/ 529781 h 1316736"/>
                <a:gd name="connsiteX26" fmla="*/ 288036 w 1301306"/>
                <a:gd name="connsiteY26" fmla="*/ 786956 h 1316736"/>
                <a:gd name="connsiteX27" fmla="*/ 272606 w 1301306"/>
                <a:gd name="connsiteY27" fmla="*/ 802386 h 1316736"/>
                <a:gd name="connsiteX28" fmla="*/ 30861 w 1301306"/>
                <a:gd name="connsiteY28" fmla="*/ 771525 h 1316736"/>
                <a:gd name="connsiteX29" fmla="*/ 257175 w 1301306"/>
                <a:gd name="connsiteY29" fmla="*/ 771525 h 1316736"/>
                <a:gd name="connsiteX30" fmla="*/ 257175 w 1301306"/>
                <a:gd name="connsiteY30" fmla="*/ 545211 h 1316736"/>
                <a:gd name="connsiteX31" fmla="*/ 30861 w 1301306"/>
                <a:gd name="connsiteY31" fmla="*/ 545211 h 1316736"/>
                <a:gd name="connsiteX32" fmla="*/ 30861 w 1301306"/>
                <a:gd name="connsiteY32" fmla="*/ 771525 h 1316736"/>
                <a:gd name="connsiteX33" fmla="*/ 1301306 w 1301306"/>
                <a:gd name="connsiteY33" fmla="*/ 673799 h 1316736"/>
                <a:gd name="connsiteX34" fmla="*/ 444056 w 1301306"/>
                <a:gd name="connsiteY34" fmla="*/ 673799 h 1316736"/>
                <a:gd name="connsiteX35" fmla="*/ 444056 w 1301306"/>
                <a:gd name="connsiteY35" fmla="*/ 642938 h 1316736"/>
                <a:gd name="connsiteX36" fmla="*/ 1301306 w 1301306"/>
                <a:gd name="connsiteY36" fmla="*/ 642938 h 1316736"/>
                <a:gd name="connsiteX37" fmla="*/ 1301306 w 1301306"/>
                <a:gd name="connsiteY37" fmla="*/ 673799 h 1316736"/>
                <a:gd name="connsiteX38" fmla="*/ 272606 w 1301306"/>
                <a:gd name="connsiteY38" fmla="*/ 288036 h 1316736"/>
                <a:gd name="connsiteX39" fmla="*/ 15431 w 1301306"/>
                <a:gd name="connsiteY39" fmla="*/ 288036 h 1316736"/>
                <a:gd name="connsiteX40" fmla="*/ 0 w 1301306"/>
                <a:gd name="connsiteY40" fmla="*/ 272606 h 1316736"/>
                <a:gd name="connsiteX41" fmla="*/ 0 w 1301306"/>
                <a:gd name="connsiteY41" fmla="*/ 15431 h 1316736"/>
                <a:gd name="connsiteX42" fmla="*/ 15431 w 1301306"/>
                <a:gd name="connsiteY42" fmla="*/ 0 h 1316736"/>
                <a:gd name="connsiteX43" fmla="*/ 272606 w 1301306"/>
                <a:gd name="connsiteY43" fmla="*/ 0 h 1316736"/>
                <a:gd name="connsiteX44" fmla="*/ 288036 w 1301306"/>
                <a:gd name="connsiteY44" fmla="*/ 15431 h 1316736"/>
                <a:gd name="connsiteX45" fmla="*/ 288036 w 1301306"/>
                <a:gd name="connsiteY45" fmla="*/ 272606 h 1316736"/>
                <a:gd name="connsiteX46" fmla="*/ 272606 w 1301306"/>
                <a:gd name="connsiteY46" fmla="*/ 288036 h 1316736"/>
                <a:gd name="connsiteX47" fmla="*/ 30861 w 1301306"/>
                <a:gd name="connsiteY47" fmla="*/ 257175 h 1316736"/>
                <a:gd name="connsiteX48" fmla="*/ 257175 w 1301306"/>
                <a:gd name="connsiteY48" fmla="*/ 257175 h 1316736"/>
                <a:gd name="connsiteX49" fmla="*/ 132461 w 1301306"/>
                <a:gd name="connsiteY49" fmla="*/ 34036 h 1316736"/>
                <a:gd name="connsiteX50" fmla="*/ 30861 w 1301306"/>
                <a:gd name="connsiteY50" fmla="*/ 257175 h 1316736"/>
                <a:gd name="connsiteX51" fmla="*/ 1301306 w 1301306"/>
                <a:gd name="connsiteY51" fmla="*/ 159449 h 1316736"/>
                <a:gd name="connsiteX52" fmla="*/ 444056 w 1301306"/>
                <a:gd name="connsiteY52" fmla="*/ 159449 h 1316736"/>
                <a:gd name="connsiteX53" fmla="*/ 444056 w 1301306"/>
                <a:gd name="connsiteY53" fmla="*/ 128588 h 1316736"/>
                <a:gd name="connsiteX54" fmla="*/ 1301306 w 1301306"/>
                <a:gd name="connsiteY54" fmla="*/ 128588 h 1316736"/>
                <a:gd name="connsiteX55" fmla="*/ 1301306 w 1301306"/>
                <a:gd name="connsiteY55" fmla="*/ 159449 h 1316736"/>
                <a:gd name="connsiteX0" fmla="*/ 272606 w 1301306"/>
                <a:gd name="connsiteY0" fmla="*/ 1316736 h 1316736"/>
                <a:gd name="connsiteX1" fmla="*/ 15431 w 1301306"/>
                <a:gd name="connsiteY1" fmla="*/ 1316736 h 1316736"/>
                <a:gd name="connsiteX2" fmla="*/ 0 w 1301306"/>
                <a:gd name="connsiteY2" fmla="*/ 1301306 h 1316736"/>
                <a:gd name="connsiteX3" fmla="*/ 0 w 1301306"/>
                <a:gd name="connsiteY3" fmla="*/ 1044131 h 1316736"/>
                <a:gd name="connsiteX4" fmla="*/ 15431 w 1301306"/>
                <a:gd name="connsiteY4" fmla="*/ 1028700 h 1316736"/>
                <a:gd name="connsiteX5" fmla="*/ 272606 w 1301306"/>
                <a:gd name="connsiteY5" fmla="*/ 1028700 h 1316736"/>
                <a:gd name="connsiteX6" fmla="*/ 288036 w 1301306"/>
                <a:gd name="connsiteY6" fmla="*/ 1044131 h 1316736"/>
                <a:gd name="connsiteX7" fmla="*/ 288036 w 1301306"/>
                <a:gd name="connsiteY7" fmla="*/ 1301306 h 1316736"/>
                <a:gd name="connsiteX8" fmla="*/ 272606 w 1301306"/>
                <a:gd name="connsiteY8" fmla="*/ 1316736 h 1316736"/>
                <a:gd name="connsiteX9" fmla="*/ 30861 w 1301306"/>
                <a:gd name="connsiteY9" fmla="*/ 1285875 h 1316736"/>
                <a:gd name="connsiteX10" fmla="*/ 257175 w 1301306"/>
                <a:gd name="connsiteY10" fmla="*/ 1285875 h 1316736"/>
                <a:gd name="connsiteX11" fmla="*/ 257175 w 1301306"/>
                <a:gd name="connsiteY11" fmla="*/ 1059561 h 1316736"/>
                <a:gd name="connsiteX12" fmla="*/ 30861 w 1301306"/>
                <a:gd name="connsiteY12" fmla="*/ 1059561 h 1316736"/>
                <a:gd name="connsiteX13" fmla="*/ 30861 w 1301306"/>
                <a:gd name="connsiteY13" fmla="*/ 1285875 h 1316736"/>
                <a:gd name="connsiteX14" fmla="*/ 1301306 w 1301306"/>
                <a:gd name="connsiteY14" fmla="*/ 1188149 h 1316736"/>
                <a:gd name="connsiteX15" fmla="*/ 444056 w 1301306"/>
                <a:gd name="connsiteY15" fmla="*/ 1188149 h 1316736"/>
                <a:gd name="connsiteX16" fmla="*/ 444056 w 1301306"/>
                <a:gd name="connsiteY16" fmla="*/ 1157288 h 1316736"/>
                <a:gd name="connsiteX17" fmla="*/ 1301306 w 1301306"/>
                <a:gd name="connsiteY17" fmla="*/ 1157288 h 1316736"/>
                <a:gd name="connsiteX18" fmla="*/ 1301306 w 1301306"/>
                <a:gd name="connsiteY18" fmla="*/ 1188149 h 1316736"/>
                <a:gd name="connsiteX19" fmla="*/ 272606 w 1301306"/>
                <a:gd name="connsiteY19" fmla="*/ 802386 h 1316736"/>
                <a:gd name="connsiteX20" fmla="*/ 15431 w 1301306"/>
                <a:gd name="connsiteY20" fmla="*/ 802386 h 1316736"/>
                <a:gd name="connsiteX21" fmla="*/ 0 w 1301306"/>
                <a:gd name="connsiteY21" fmla="*/ 786956 h 1316736"/>
                <a:gd name="connsiteX22" fmla="*/ 0 w 1301306"/>
                <a:gd name="connsiteY22" fmla="*/ 529781 h 1316736"/>
                <a:gd name="connsiteX23" fmla="*/ 15431 w 1301306"/>
                <a:gd name="connsiteY23" fmla="*/ 514350 h 1316736"/>
                <a:gd name="connsiteX24" fmla="*/ 272606 w 1301306"/>
                <a:gd name="connsiteY24" fmla="*/ 514350 h 1316736"/>
                <a:gd name="connsiteX25" fmla="*/ 288036 w 1301306"/>
                <a:gd name="connsiteY25" fmla="*/ 529781 h 1316736"/>
                <a:gd name="connsiteX26" fmla="*/ 288036 w 1301306"/>
                <a:gd name="connsiteY26" fmla="*/ 786956 h 1316736"/>
                <a:gd name="connsiteX27" fmla="*/ 272606 w 1301306"/>
                <a:gd name="connsiteY27" fmla="*/ 802386 h 1316736"/>
                <a:gd name="connsiteX28" fmla="*/ 30861 w 1301306"/>
                <a:gd name="connsiteY28" fmla="*/ 771525 h 1316736"/>
                <a:gd name="connsiteX29" fmla="*/ 257175 w 1301306"/>
                <a:gd name="connsiteY29" fmla="*/ 771525 h 1316736"/>
                <a:gd name="connsiteX30" fmla="*/ 257175 w 1301306"/>
                <a:gd name="connsiteY30" fmla="*/ 545211 h 1316736"/>
                <a:gd name="connsiteX31" fmla="*/ 30861 w 1301306"/>
                <a:gd name="connsiteY31" fmla="*/ 545211 h 1316736"/>
                <a:gd name="connsiteX32" fmla="*/ 30861 w 1301306"/>
                <a:gd name="connsiteY32" fmla="*/ 771525 h 1316736"/>
                <a:gd name="connsiteX33" fmla="*/ 1301306 w 1301306"/>
                <a:gd name="connsiteY33" fmla="*/ 673799 h 1316736"/>
                <a:gd name="connsiteX34" fmla="*/ 444056 w 1301306"/>
                <a:gd name="connsiteY34" fmla="*/ 673799 h 1316736"/>
                <a:gd name="connsiteX35" fmla="*/ 444056 w 1301306"/>
                <a:gd name="connsiteY35" fmla="*/ 642938 h 1316736"/>
                <a:gd name="connsiteX36" fmla="*/ 1301306 w 1301306"/>
                <a:gd name="connsiteY36" fmla="*/ 642938 h 1316736"/>
                <a:gd name="connsiteX37" fmla="*/ 1301306 w 1301306"/>
                <a:gd name="connsiteY37" fmla="*/ 673799 h 1316736"/>
                <a:gd name="connsiteX38" fmla="*/ 272606 w 1301306"/>
                <a:gd name="connsiteY38" fmla="*/ 288036 h 1316736"/>
                <a:gd name="connsiteX39" fmla="*/ 15431 w 1301306"/>
                <a:gd name="connsiteY39" fmla="*/ 288036 h 1316736"/>
                <a:gd name="connsiteX40" fmla="*/ 0 w 1301306"/>
                <a:gd name="connsiteY40" fmla="*/ 272606 h 1316736"/>
                <a:gd name="connsiteX41" fmla="*/ 0 w 1301306"/>
                <a:gd name="connsiteY41" fmla="*/ 15431 h 1316736"/>
                <a:gd name="connsiteX42" fmla="*/ 15431 w 1301306"/>
                <a:gd name="connsiteY42" fmla="*/ 0 h 1316736"/>
                <a:gd name="connsiteX43" fmla="*/ 272606 w 1301306"/>
                <a:gd name="connsiteY43" fmla="*/ 0 h 1316736"/>
                <a:gd name="connsiteX44" fmla="*/ 288036 w 1301306"/>
                <a:gd name="connsiteY44" fmla="*/ 15431 h 1316736"/>
                <a:gd name="connsiteX45" fmla="*/ 288036 w 1301306"/>
                <a:gd name="connsiteY45" fmla="*/ 272606 h 1316736"/>
                <a:gd name="connsiteX46" fmla="*/ 272606 w 1301306"/>
                <a:gd name="connsiteY46" fmla="*/ 288036 h 1316736"/>
                <a:gd name="connsiteX47" fmla="*/ 30861 w 1301306"/>
                <a:gd name="connsiteY47" fmla="*/ 257175 h 1316736"/>
                <a:gd name="connsiteX48" fmla="*/ 257175 w 1301306"/>
                <a:gd name="connsiteY48" fmla="*/ 257175 h 1316736"/>
                <a:gd name="connsiteX49" fmla="*/ 132461 w 1301306"/>
                <a:gd name="connsiteY49" fmla="*/ 34036 h 1316736"/>
                <a:gd name="connsiteX50" fmla="*/ 30861 w 1301306"/>
                <a:gd name="connsiteY50" fmla="*/ 257175 h 1316736"/>
                <a:gd name="connsiteX51" fmla="*/ 1301306 w 1301306"/>
                <a:gd name="connsiteY51" fmla="*/ 159449 h 1316736"/>
                <a:gd name="connsiteX52" fmla="*/ 444056 w 1301306"/>
                <a:gd name="connsiteY52" fmla="*/ 159449 h 1316736"/>
                <a:gd name="connsiteX53" fmla="*/ 444056 w 1301306"/>
                <a:gd name="connsiteY53" fmla="*/ 128588 h 1316736"/>
                <a:gd name="connsiteX54" fmla="*/ 1301306 w 1301306"/>
                <a:gd name="connsiteY54" fmla="*/ 128588 h 1316736"/>
                <a:gd name="connsiteX55" fmla="*/ 1301306 w 1301306"/>
                <a:gd name="connsiteY55" fmla="*/ 159449 h 1316736"/>
                <a:gd name="connsiteX0" fmla="*/ 272606 w 1301306"/>
                <a:gd name="connsiteY0" fmla="*/ 1316736 h 1316736"/>
                <a:gd name="connsiteX1" fmla="*/ 15431 w 1301306"/>
                <a:gd name="connsiteY1" fmla="*/ 1316736 h 1316736"/>
                <a:gd name="connsiteX2" fmla="*/ 0 w 1301306"/>
                <a:gd name="connsiteY2" fmla="*/ 1301306 h 1316736"/>
                <a:gd name="connsiteX3" fmla="*/ 0 w 1301306"/>
                <a:gd name="connsiteY3" fmla="*/ 1044131 h 1316736"/>
                <a:gd name="connsiteX4" fmla="*/ 15431 w 1301306"/>
                <a:gd name="connsiteY4" fmla="*/ 1028700 h 1316736"/>
                <a:gd name="connsiteX5" fmla="*/ 272606 w 1301306"/>
                <a:gd name="connsiteY5" fmla="*/ 1028700 h 1316736"/>
                <a:gd name="connsiteX6" fmla="*/ 288036 w 1301306"/>
                <a:gd name="connsiteY6" fmla="*/ 1044131 h 1316736"/>
                <a:gd name="connsiteX7" fmla="*/ 288036 w 1301306"/>
                <a:gd name="connsiteY7" fmla="*/ 1301306 h 1316736"/>
                <a:gd name="connsiteX8" fmla="*/ 272606 w 1301306"/>
                <a:gd name="connsiteY8" fmla="*/ 1316736 h 1316736"/>
                <a:gd name="connsiteX9" fmla="*/ 30861 w 1301306"/>
                <a:gd name="connsiteY9" fmla="*/ 1285875 h 1316736"/>
                <a:gd name="connsiteX10" fmla="*/ 257175 w 1301306"/>
                <a:gd name="connsiteY10" fmla="*/ 1285875 h 1316736"/>
                <a:gd name="connsiteX11" fmla="*/ 257175 w 1301306"/>
                <a:gd name="connsiteY11" fmla="*/ 1059561 h 1316736"/>
                <a:gd name="connsiteX12" fmla="*/ 30861 w 1301306"/>
                <a:gd name="connsiteY12" fmla="*/ 1059561 h 1316736"/>
                <a:gd name="connsiteX13" fmla="*/ 30861 w 1301306"/>
                <a:gd name="connsiteY13" fmla="*/ 1285875 h 1316736"/>
                <a:gd name="connsiteX14" fmla="*/ 1301306 w 1301306"/>
                <a:gd name="connsiteY14" fmla="*/ 1188149 h 1316736"/>
                <a:gd name="connsiteX15" fmla="*/ 444056 w 1301306"/>
                <a:gd name="connsiteY15" fmla="*/ 1188149 h 1316736"/>
                <a:gd name="connsiteX16" fmla="*/ 444056 w 1301306"/>
                <a:gd name="connsiteY16" fmla="*/ 1157288 h 1316736"/>
                <a:gd name="connsiteX17" fmla="*/ 1301306 w 1301306"/>
                <a:gd name="connsiteY17" fmla="*/ 1157288 h 1316736"/>
                <a:gd name="connsiteX18" fmla="*/ 1301306 w 1301306"/>
                <a:gd name="connsiteY18" fmla="*/ 1188149 h 1316736"/>
                <a:gd name="connsiteX19" fmla="*/ 272606 w 1301306"/>
                <a:gd name="connsiteY19" fmla="*/ 802386 h 1316736"/>
                <a:gd name="connsiteX20" fmla="*/ 15431 w 1301306"/>
                <a:gd name="connsiteY20" fmla="*/ 802386 h 1316736"/>
                <a:gd name="connsiteX21" fmla="*/ 0 w 1301306"/>
                <a:gd name="connsiteY21" fmla="*/ 786956 h 1316736"/>
                <a:gd name="connsiteX22" fmla="*/ 0 w 1301306"/>
                <a:gd name="connsiteY22" fmla="*/ 529781 h 1316736"/>
                <a:gd name="connsiteX23" fmla="*/ 15431 w 1301306"/>
                <a:gd name="connsiteY23" fmla="*/ 514350 h 1316736"/>
                <a:gd name="connsiteX24" fmla="*/ 272606 w 1301306"/>
                <a:gd name="connsiteY24" fmla="*/ 514350 h 1316736"/>
                <a:gd name="connsiteX25" fmla="*/ 288036 w 1301306"/>
                <a:gd name="connsiteY25" fmla="*/ 529781 h 1316736"/>
                <a:gd name="connsiteX26" fmla="*/ 288036 w 1301306"/>
                <a:gd name="connsiteY26" fmla="*/ 786956 h 1316736"/>
                <a:gd name="connsiteX27" fmla="*/ 272606 w 1301306"/>
                <a:gd name="connsiteY27" fmla="*/ 802386 h 1316736"/>
                <a:gd name="connsiteX28" fmla="*/ 30861 w 1301306"/>
                <a:gd name="connsiteY28" fmla="*/ 771525 h 1316736"/>
                <a:gd name="connsiteX29" fmla="*/ 257175 w 1301306"/>
                <a:gd name="connsiteY29" fmla="*/ 771525 h 1316736"/>
                <a:gd name="connsiteX30" fmla="*/ 257175 w 1301306"/>
                <a:gd name="connsiteY30" fmla="*/ 545211 h 1316736"/>
                <a:gd name="connsiteX31" fmla="*/ 30861 w 1301306"/>
                <a:gd name="connsiteY31" fmla="*/ 545211 h 1316736"/>
                <a:gd name="connsiteX32" fmla="*/ 30861 w 1301306"/>
                <a:gd name="connsiteY32" fmla="*/ 771525 h 1316736"/>
                <a:gd name="connsiteX33" fmla="*/ 1301306 w 1301306"/>
                <a:gd name="connsiteY33" fmla="*/ 673799 h 1316736"/>
                <a:gd name="connsiteX34" fmla="*/ 444056 w 1301306"/>
                <a:gd name="connsiteY34" fmla="*/ 673799 h 1316736"/>
                <a:gd name="connsiteX35" fmla="*/ 444056 w 1301306"/>
                <a:gd name="connsiteY35" fmla="*/ 642938 h 1316736"/>
                <a:gd name="connsiteX36" fmla="*/ 1301306 w 1301306"/>
                <a:gd name="connsiteY36" fmla="*/ 642938 h 1316736"/>
                <a:gd name="connsiteX37" fmla="*/ 1301306 w 1301306"/>
                <a:gd name="connsiteY37" fmla="*/ 673799 h 1316736"/>
                <a:gd name="connsiteX38" fmla="*/ 272606 w 1301306"/>
                <a:gd name="connsiteY38" fmla="*/ 288036 h 1316736"/>
                <a:gd name="connsiteX39" fmla="*/ 15431 w 1301306"/>
                <a:gd name="connsiteY39" fmla="*/ 288036 h 1316736"/>
                <a:gd name="connsiteX40" fmla="*/ 0 w 1301306"/>
                <a:gd name="connsiteY40" fmla="*/ 272606 h 1316736"/>
                <a:gd name="connsiteX41" fmla="*/ 0 w 1301306"/>
                <a:gd name="connsiteY41" fmla="*/ 15431 h 1316736"/>
                <a:gd name="connsiteX42" fmla="*/ 15431 w 1301306"/>
                <a:gd name="connsiteY42" fmla="*/ 0 h 1316736"/>
                <a:gd name="connsiteX43" fmla="*/ 272606 w 1301306"/>
                <a:gd name="connsiteY43" fmla="*/ 0 h 1316736"/>
                <a:gd name="connsiteX44" fmla="*/ 288036 w 1301306"/>
                <a:gd name="connsiteY44" fmla="*/ 15431 h 1316736"/>
                <a:gd name="connsiteX45" fmla="*/ 288036 w 1301306"/>
                <a:gd name="connsiteY45" fmla="*/ 272606 h 1316736"/>
                <a:gd name="connsiteX46" fmla="*/ 272606 w 1301306"/>
                <a:gd name="connsiteY46" fmla="*/ 288036 h 1316736"/>
                <a:gd name="connsiteX47" fmla="*/ 30861 w 1301306"/>
                <a:gd name="connsiteY47" fmla="*/ 257175 h 1316736"/>
                <a:gd name="connsiteX48" fmla="*/ 257175 w 1301306"/>
                <a:gd name="connsiteY48" fmla="*/ 257175 h 1316736"/>
                <a:gd name="connsiteX49" fmla="*/ 132461 w 1301306"/>
                <a:gd name="connsiteY49" fmla="*/ 34036 h 1316736"/>
                <a:gd name="connsiteX50" fmla="*/ 30861 w 1301306"/>
                <a:gd name="connsiteY50" fmla="*/ 257175 h 1316736"/>
                <a:gd name="connsiteX51" fmla="*/ 1301306 w 1301306"/>
                <a:gd name="connsiteY51" fmla="*/ 159449 h 1316736"/>
                <a:gd name="connsiteX52" fmla="*/ 444056 w 1301306"/>
                <a:gd name="connsiteY52" fmla="*/ 159449 h 1316736"/>
                <a:gd name="connsiteX53" fmla="*/ 444056 w 1301306"/>
                <a:gd name="connsiteY53" fmla="*/ 128588 h 1316736"/>
                <a:gd name="connsiteX54" fmla="*/ 1301306 w 1301306"/>
                <a:gd name="connsiteY54" fmla="*/ 128588 h 1316736"/>
                <a:gd name="connsiteX55" fmla="*/ 1301306 w 1301306"/>
                <a:gd name="connsiteY55" fmla="*/ 159449 h 1316736"/>
                <a:gd name="connsiteX0" fmla="*/ 272606 w 1301306"/>
                <a:gd name="connsiteY0" fmla="*/ 1316736 h 1316736"/>
                <a:gd name="connsiteX1" fmla="*/ 15431 w 1301306"/>
                <a:gd name="connsiteY1" fmla="*/ 1316736 h 1316736"/>
                <a:gd name="connsiteX2" fmla="*/ 0 w 1301306"/>
                <a:gd name="connsiteY2" fmla="*/ 1301306 h 1316736"/>
                <a:gd name="connsiteX3" fmla="*/ 0 w 1301306"/>
                <a:gd name="connsiteY3" fmla="*/ 1044131 h 1316736"/>
                <a:gd name="connsiteX4" fmla="*/ 15431 w 1301306"/>
                <a:gd name="connsiteY4" fmla="*/ 1028700 h 1316736"/>
                <a:gd name="connsiteX5" fmla="*/ 272606 w 1301306"/>
                <a:gd name="connsiteY5" fmla="*/ 1028700 h 1316736"/>
                <a:gd name="connsiteX6" fmla="*/ 288036 w 1301306"/>
                <a:gd name="connsiteY6" fmla="*/ 1044131 h 1316736"/>
                <a:gd name="connsiteX7" fmla="*/ 288036 w 1301306"/>
                <a:gd name="connsiteY7" fmla="*/ 1301306 h 1316736"/>
                <a:gd name="connsiteX8" fmla="*/ 272606 w 1301306"/>
                <a:gd name="connsiteY8" fmla="*/ 1316736 h 1316736"/>
                <a:gd name="connsiteX9" fmla="*/ 30861 w 1301306"/>
                <a:gd name="connsiteY9" fmla="*/ 1285875 h 1316736"/>
                <a:gd name="connsiteX10" fmla="*/ 257175 w 1301306"/>
                <a:gd name="connsiteY10" fmla="*/ 1285875 h 1316736"/>
                <a:gd name="connsiteX11" fmla="*/ 257175 w 1301306"/>
                <a:gd name="connsiteY11" fmla="*/ 1059561 h 1316736"/>
                <a:gd name="connsiteX12" fmla="*/ 30861 w 1301306"/>
                <a:gd name="connsiteY12" fmla="*/ 1059561 h 1316736"/>
                <a:gd name="connsiteX13" fmla="*/ 30861 w 1301306"/>
                <a:gd name="connsiteY13" fmla="*/ 1285875 h 1316736"/>
                <a:gd name="connsiteX14" fmla="*/ 1301306 w 1301306"/>
                <a:gd name="connsiteY14" fmla="*/ 1188149 h 1316736"/>
                <a:gd name="connsiteX15" fmla="*/ 444056 w 1301306"/>
                <a:gd name="connsiteY15" fmla="*/ 1188149 h 1316736"/>
                <a:gd name="connsiteX16" fmla="*/ 444056 w 1301306"/>
                <a:gd name="connsiteY16" fmla="*/ 1157288 h 1316736"/>
                <a:gd name="connsiteX17" fmla="*/ 1301306 w 1301306"/>
                <a:gd name="connsiteY17" fmla="*/ 1157288 h 1316736"/>
                <a:gd name="connsiteX18" fmla="*/ 1301306 w 1301306"/>
                <a:gd name="connsiteY18" fmla="*/ 1188149 h 1316736"/>
                <a:gd name="connsiteX19" fmla="*/ 272606 w 1301306"/>
                <a:gd name="connsiteY19" fmla="*/ 802386 h 1316736"/>
                <a:gd name="connsiteX20" fmla="*/ 15431 w 1301306"/>
                <a:gd name="connsiteY20" fmla="*/ 802386 h 1316736"/>
                <a:gd name="connsiteX21" fmla="*/ 0 w 1301306"/>
                <a:gd name="connsiteY21" fmla="*/ 786956 h 1316736"/>
                <a:gd name="connsiteX22" fmla="*/ 0 w 1301306"/>
                <a:gd name="connsiteY22" fmla="*/ 529781 h 1316736"/>
                <a:gd name="connsiteX23" fmla="*/ 15431 w 1301306"/>
                <a:gd name="connsiteY23" fmla="*/ 514350 h 1316736"/>
                <a:gd name="connsiteX24" fmla="*/ 272606 w 1301306"/>
                <a:gd name="connsiteY24" fmla="*/ 514350 h 1316736"/>
                <a:gd name="connsiteX25" fmla="*/ 288036 w 1301306"/>
                <a:gd name="connsiteY25" fmla="*/ 529781 h 1316736"/>
                <a:gd name="connsiteX26" fmla="*/ 288036 w 1301306"/>
                <a:gd name="connsiteY26" fmla="*/ 786956 h 1316736"/>
                <a:gd name="connsiteX27" fmla="*/ 272606 w 1301306"/>
                <a:gd name="connsiteY27" fmla="*/ 802386 h 1316736"/>
                <a:gd name="connsiteX28" fmla="*/ 30861 w 1301306"/>
                <a:gd name="connsiteY28" fmla="*/ 771525 h 1316736"/>
                <a:gd name="connsiteX29" fmla="*/ 257175 w 1301306"/>
                <a:gd name="connsiteY29" fmla="*/ 771525 h 1316736"/>
                <a:gd name="connsiteX30" fmla="*/ 257175 w 1301306"/>
                <a:gd name="connsiteY30" fmla="*/ 545211 h 1316736"/>
                <a:gd name="connsiteX31" fmla="*/ 30861 w 1301306"/>
                <a:gd name="connsiteY31" fmla="*/ 545211 h 1316736"/>
                <a:gd name="connsiteX32" fmla="*/ 30861 w 1301306"/>
                <a:gd name="connsiteY32" fmla="*/ 771525 h 1316736"/>
                <a:gd name="connsiteX33" fmla="*/ 1301306 w 1301306"/>
                <a:gd name="connsiteY33" fmla="*/ 673799 h 1316736"/>
                <a:gd name="connsiteX34" fmla="*/ 444056 w 1301306"/>
                <a:gd name="connsiteY34" fmla="*/ 673799 h 1316736"/>
                <a:gd name="connsiteX35" fmla="*/ 444056 w 1301306"/>
                <a:gd name="connsiteY35" fmla="*/ 642938 h 1316736"/>
                <a:gd name="connsiteX36" fmla="*/ 1301306 w 1301306"/>
                <a:gd name="connsiteY36" fmla="*/ 642938 h 1316736"/>
                <a:gd name="connsiteX37" fmla="*/ 1301306 w 1301306"/>
                <a:gd name="connsiteY37" fmla="*/ 673799 h 1316736"/>
                <a:gd name="connsiteX38" fmla="*/ 272606 w 1301306"/>
                <a:gd name="connsiteY38" fmla="*/ 288036 h 1316736"/>
                <a:gd name="connsiteX39" fmla="*/ 15431 w 1301306"/>
                <a:gd name="connsiteY39" fmla="*/ 288036 h 1316736"/>
                <a:gd name="connsiteX40" fmla="*/ 0 w 1301306"/>
                <a:gd name="connsiteY40" fmla="*/ 272606 h 1316736"/>
                <a:gd name="connsiteX41" fmla="*/ 0 w 1301306"/>
                <a:gd name="connsiteY41" fmla="*/ 15431 h 1316736"/>
                <a:gd name="connsiteX42" fmla="*/ 15431 w 1301306"/>
                <a:gd name="connsiteY42" fmla="*/ 0 h 1316736"/>
                <a:gd name="connsiteX43" fmla="*/ 272606 w 1301306"/>
                <a:gd name="connsiteY43" fmla="*/ 0 h 1316736"/>
                <a:gd name="connsiteX44" fmla="*/ 288036 w 1301306"/>
                <a:gd name="connsiteY44" fmla="*/ 15431 h 1316736"/>
                <a:gd name="connsiteX45" fmla="*/ 288036 w 1301306"/>
                <a:gd name="connsiteY45" fmla="*/ 272606 h 1316736"/>
                <a:gd name="connsiteX46" fmla="*/ 272606 w 1301306"/>
                <a:gd name="connsiteY46" fmla="*/ 288036 h 1316736"/>
                <a:gd name="connsiteX47" fmla="*/ 30861 w 1301306"/>
                <a:gd name="connsiteY47" fmla="*/ 257175 h 1316736"/>
                <a:gd name="connsiteX48" fmla="*/ 257175 w 1301306"/>
                <a:gd name="connsiteY48" fmla="*/ 257175 h 1316736"/>
                <a:gd name="connsiteX49" fmla="*/ 132461 w 1301306"/>
                <a:gd name="connsiteY49" fmla="*/ 34036 h 1316736"/>
                <a:gd name="connsiteX50" fmla="*/ 30861 w 1301306"/>
                <a:gd name="connsiteY50" fmla="*/ 257175 h 1316736"/>
                <a:gd name="connsiteX51" fmla="*/ 1301306 w 1301306"/>
                <a:gd name="connsiteY51" fmla="*/ 159449 h 1316736"/>
                <a:gd name="connsiteX52" fmla="*/ 444056 w 1301306"/>
                <a:gd name="connsiteY52" fmla="*/ 159449 h 1316736"/>
                <a:gd name="connsiteX53" fmla="*/ 444056 w 1301306"/>
                <a:gd name="connsiteY53" fmla="*/ 128588 h 1316736"/>
                <a:gd name="connsiteX54" fmla="*/ 1301306 w 1301306"/>
                <a:gd name="connsiteY54" fmla="*/ 128588 h 1316736"/>
                <a:gd name="connsiteX55" fmla="*/ 1301306 w 1301306"/>
                <a:gd name="connsiteY55" fmla="*/ 159449 h 1316736"/>
                <a:gd name="connsiteX0" fmla="*/ 272606 w 1301306"/>
                <a:gd name="connsiteY0" fmla="*/ 1316736 h 1316736"/>
                <a:gd name="connsiteX1" fmla="*/ 15431 w 1301306"/>
                <a:gd name="connsiteY1" fmla="*/ 1316736 h 1316736"/>
                <a:gd name="connsiteX2" fmla="*/ 0 w 1301306"/>
                <a:gd name="connsiteY2" fmla="*/ 1301306 h 1316736"/>
                <a:gd name="connsiteX3" fmla="*/ 0 w 1301306"/>
                <a:gd name="connsiteY3" fmla="*/ 1044131 h 1316736"/>
                <a:gd name="connsiteX4" fmla="*/ 15431 w 1301306"/>
                <a:gd name="connsiteY4" fmla="*/ 1028700 h 1316736"/>
                <a:gd name="connsiteX5" fmla="*/ 272606 w 1301306"/>
                <a:gd name="connsiteY5" fmla="*/ 1028700 h 1316736"/>
                <a:gd name="connsiteX6" fmla="*/ 288036 w 1301306"/>
                <a:gd name="connsiteY6" fmla="*/ 1044131 h 1316736"/>
                <a:gd name="connsiteX7" fmla="*/ 288036 w 1301306"/>
                <a:gd name="connsiteY7" fmla="*/ 1301306 h 1316736"/>
                <a:gd name="connsiteX8" fmla="*/ 272606 w 1301306"/>
                <a:gd name="connsiteY8" fmla="*/ 1316736 h 1316736"/>
                <a:gd name="connsiteX9" fmla="*/ 30861 w 1301306"/>
                <a:gd name="connsiteY9" fmla="*/ 1285875 h 1316736"/>
                <a:gd name="connsiteX10" fmla="*/ 257175 w 1301306"/>
                <a:gd name="connsiteY10" fmla="*/ 1285875 h 1316736"/>
                <a:gd name="connsiteX11" fmla="*/ 257175 w 1301306"/>
                <a:gd name="connsiteY11" fmla="*/ 1059561 h 1316736"/>
                <a:gd name="connsiteX12" fmla="*/ 30861 w 1301306"/>
                <a:gd name="connsiteY12" fmla="*/ 1059561 h 1316736"/>
                <a:gd name="connsiteX13" fmla="*/ 30861 w 1301306"/>
                <a:gd name="connsiteY13" fmla="*/ 1285875 h 1316736"/>
                <a:gd name="connsiteX14" fmla="*/ 1301306 w 1301306"/>
                <a:gd name="connsiteY14" fmla="*/ 1188149 h 1316736"/>
                <a:gd name="connsiteX15" fmla="*/ 444056 w 1301306"/>
                <a:gd name="connsiteY15" fmla="*/ 1188149 h 1316736"/>
                <a:gd name="connsiteX16" fmla="*/ 444056 w 1301306"/>
                <a:gd name="connsiteY16" fmla="*/ 1157288 h 1316736"/>
                <a:gd name="connsiteX17" fmla="*/ 1301306 w 1301306"/>
                <a:gd name="connsiteY17" fmla="*/ 1157288 h 1316736"/>
                <a:gd name="connsiteX18" fmla="*/ 1301306 w 1301306"/>
                <a:gd name="connsiteY18" fmla="*/ 1188149 h 1316736"/>
                <a:gd name="connsiteX19" fmla="*/ 272606 w 1301306"/>
                <a:gd name="connsiteY19" fmla="*/ 802386 h 1316736"/>
                <a:gd name="connsiteX20" fmla="*/ 15431 w 1301306"/>
                <a:gd name="connsiteY20" fmla="*/ 802386 h 1316736"/>
                <a:gd name="connsiteX21" fmla="*/ 0 w 1301306"/>
                <a:gd name="connsiteY21" fmla="*/ 786956 h 1316736"/>
                <a:gd name="connsiteX22" fmla="*/ 0 w 1301306"/>
                <a:gd name="connsiteY22" fmla="*/ 529781 h 1316736"/>
                <a:gd name="connsiteX23" fmla="*/ 15431 w 1301306"/>
                <a:gd name="connsiteY23" fmla="*/ 514350 h 1316736"/>
                <a:gd name="connsiteX24" fmla="*/ 272606 w 1301306"/>
                <a:gd name="connsiteY24" fmla="*/ 514350 h 1316736"/>
                <a:gd name="connsiteX25" fmla="*/ 288036 w 1301306"/>
                <a:gd name="connsiteY25" fmla="*/ 529781 h 1316736"/>
                <a:gd name="connsiteX26" fmla="*/ 288036 w 1301306"/>
                <a:gd name="connsiteY26" fmla="*/ 786956 h 1316736"/>
                <a:gd name="connsiteX27" fmla="*/ 272606 w 1301306"/>
                <a:gd name="connsiteY27" fmla="*/ 802386 h 1316736"/>
                <a:gd name="connsiteX28" fmla="*/ 30861 w 1301306"/>
                <a:gd name="connsiteY28" fmla="*/ 771525 h 1316736"/>
                <a:gd name="connsiteX29" fmla="*/ 257175 w 1301306"/>
                <a:gd name="connsiteY29" fmla="*/ 771525 h 1316736"/>
                <a:gd name="connsiteX30" fmla="*/ 257175 w 1301306"/>
                <a:gd name="connsiteY30" fmla="*/ 545211 h 1316736"/>
                <a:gd name="connsiteX31" fmla="*/ 30861 w 1301306"/>
                <a:gd name="connsiteY31" fmla="*/ 545211 h 1316736"/>
                <a:gd name="connsiteX32" fmla="*/ 30861 w 1301306"/>
                <a:gd name="connsiteY32" fmla="*/ 771525 h 1316736"/>
                <a:gd name="connsiteX33" fmla="*/ 1301306 w 1301306"/>
                <a:gd name="connsiteY33" fmla="*/ 673799 h 1316736"/>
                <a:gd name="connsiteX34" fmla="*/ 444056 w 1301306"/>
                <a:gd name="connsiteY34" fmla="*/ 673799 h 1316736"/>
                <a:gd name="connsiteX35" fmla="*/ 444056 w 1301306"/>
                <a:gd name="connsiteY35" fmla="*/ 642938 h 1316736"/>
                <a:gd name="connsiteX36" fmla="*/ 1301306 w 1301306"/>
                <a:gd name="connsiteY36" fmla="*/ 642938 h 1316736"/>
                <a:gd name="connsiteX37" fmla="*/ 1301306 w 1301306"/>
                <a:gd name="connsiteY37" fmla="*/ 673799 h 1316736"/>
                <a:gd name="connsiteX38" fmla="*/ 272606 w 1301306"/>
                <a:gd name="connsiteY38" fmla="*/ 288036 h 1316736"/>
                <a:gd name="connsiteX39" fmla="*/ 15431 w 1301306"/>
                <a:gd name="connsiteY39" fmla="*/ 288036 h 1316736"/>
                <a:gd name="connsiteX40" fmla="*/ 0 w 1301306"/>
                <a:gd name="connsiteY40" fmla="*/ 272606 h 1316736"/>
                <a:gd name="connsiteX41" fmla="*/ 0 w 1301306"/>
                <a:gd name="connsiteY41" fmla="*/ 15431 h 1316736"/>
                <a:gd name="connsiteX42" fmla="*/ 15431 w 1301306"/>
                <a:gd name="connsiteY42" fmla="*/ 0 h 1316736"/>
                <a:gd name="connsiteX43" fmla="*/ 272606 w 1301306"/>
                <a:gd name="connsiteY43" fmla="*/ 0 h 1316736"/>
                <a:gd name="connsiteX44" fmla="*/ 288036 w 1301306"/>
                <a:gd name="connsiteY44" fmla="*/ 15431 h 1316736"/>
                <a:gd name="connsiteX45" fmla="*/ 288036 w 1301306"/>
                <a:gd name="connsiteY45" fmla="*/ 272606 h 1316736"/>
                <a:gd name="connsiteX46" fmla="*/ 272606 w 1301306"/>
                <a:gd name="connsiteY46" fmla="*/ 288036 h 1316736"/>
                <a:gd name="connsiteX47" fmla="*/ 30861 w 1301306"/>
                <a:gd name="connsiteY47" fmla="*/ 257175 h 1316736"/>
                <a:gd name="connsiteX48" fmla="*/ 257175 w 1301306"/>
                <a:gd name="connsiteY48" fmla="*/ 257175 h 1316736"/>
                <a:gd name="connsiteX49" fmla="*/ 135636 w 1301306"/>
                <a:gd name="connsiteY49" fmla="*/ 34036 h 1316736"/>
                <a:gd name="connsiteX50" fmla="*/ 30861 w 1301306"/>
                <a:gd name="connsiteY50" fmla="*/ 257175 h 1316736"/>
                <a:gd name="connsiteX51" fmla="*/ 1301306 w 1301306"/>
                <a:gd name="connsiteY51" fmla="*/ 159449 h 1316736"/>
                <a:gd name="connsiteX52" fmla="*/ 444056 w 1301306"/>
                <a:gd name="connsiteY52" fmla="*/ 159449 h 1316736"/>
                <a:gd name="connsiteX53" fmla="*/ 444056 w 1301306"/>
                <a:gd name="connsiteY53" fmla="*/ 128588 h 1316736"/>
                <a:gd name="connsiteX54" fmla="*/ 1301306 w 1301306"/>
                <a:gd name="connsiteY54" fmla="*/ 128588 h 1316736"/>
                <a:gd name="connsiteX55" fmla="*/ 1301306 w 1301306"/>
                <a:gd name="connsiteY55" fmla="*/ 159449 h 1316736"/>
                <a:gd name="connsiteX0" fmla="*/ 272606 w 1301306"/>
                <a:gd name="connsiteY0" fmla="*/ 1316736 h 1316736"/>
                <a:gd name="connsiteX1" fmla="*/ 15431 w 1301306"/>
                <a:gd name="connsiteY1" fmla="*/ 1316736 h 1316736"/>
                <a:gd name="connsiteX2" fmla="*/ 0 w 1301306"/>
                <a:gd name="connsiteY2" fmla="*/ 1301306 h 1316736"/>
                <a:gd name="connsiteX3" fmla="*/ 0 w 1301306"/>
                <a:gd name="connsiteY3" fmla="*/ 1044131 h 1316736"/>
                <a:gd name="connsiteX4" fmla="*/ 15431 w 1301306"/>
                <a:gd name="connsiteY4" fmla="*/ 1028700 h 1316736"/>
                <a:gd name="connsiteX5" fmla="*/ 272606 w 1301306"/>
                <a:gd name="connsiteY5" fmla="*/ 1028700 h 1316736"/>
                <a:gd name="connsiteX6" fmla="*/ 288036 w 1301306"/>
                <a:gd name="connsiteY6" fmla="*/ 1044131 h 1316736"/>
                <a:gd name="connsiteX7" fmla="*/ 288036 w 1301306"/>
                <a:gd name="connsiteY7" fmla="*/ 1301306 h 1316736"/>
                <a:gd name="connsiteX8" fmla="*/ 272606 w 1301306"/>
                <a:gd name="connsiteY8" fmla="*/ 1316736 h 1316736"/>
                <a:gd name="connsiteX9" fmla="*/ 30861 w 1301306"/>
                <a:gd name="connsiteY9" fmla="*/ 1285875 h 1316736"/>
                <a:gd name="connsiteX10" fmla="*/ 257175 w 1301306"/>
                <a:gd name="connsiteY10" fmla="*/ 1285875 h 1316736"/>
                <a:gd name="connsiteX11" fmla="*/ 257175 w 1301306"/>
                <a:gd name="connsiteY11" fmla="*/ 1059561 h 1316736"/>
                <a:gd name="connsiteX12" fmla="*/ 30861 w 1301306"/>
                <a:gd name="connsiteY12" fmla="*/ 1059561 h 1316736"/>
                <a:gd name="connsiteX13" fmla="*/ 30861 w 1301306"/>
                <a:gd name="connsiteY13" fmla="*/ 1285875 h 1316736"/>
                <a:gd name="connsiteX14" fmla="*/ 1301306 w 1301306"/>
                <a:gd name="connsiteY14" fmla="*/ 1188149 h 1316736"/>
                <a:gd name="connsiteX15" fmla="*/ 444056 w 1301306"/>
                <a:gd name="connsiteY15" fmla="*/ 1188149 h 1316736"/>
                <a:gd name="connsiteX16" fmla="*/ 444056 w 1301306"/>
                <a:gd name="connsiteY16" fmla="*/ 1157288 h 1316736"/>
                <a:gd name="connsiteX17" fmla="*/ 1301306 w 1301306"/>
                <a:gd name="connsiteY17" fmla="*/ 1157288 h 1316736"/>
                <a:gd name="connsiteX18" fmla="*/ 1301306 w 1301306"/>
                <a:gd name="connsiteY18" fmla="*/ 1188149 h 1316736"/>
                <a:gd name="connsiteX19" fmla="*/ 272606 w 1301306"/>
                <a:gd name="connsiteY19" fmla="*/ 802386 h 1316736"/>
                <a:gd name="connsiteX20" fmla="*/ 15431 w 1301306"/>
                <a:gd name="connsiteY20" fmla="*/ 802386 h 1316736"/>
                <a:gd name="connsiteX21" fmla="*/ 0 w 1301306"/>
                <a:gd name="connsiteY21" fmla="*/ 786956 h 1316736"/>
                <a:gd name="connsiteX22" fmla="*/ 0 w 1301306"/>
                <a:gd name="connsiteY22" fmla="*/ 529781 h 1316736"/>
                <a:gd name="connsiteX23" fmla="*/ 15431 w 1301306"/>
                <a:gd name="connsiteY23" fmla="*/ 514350 h 1316736"/>
                <a:gd name="connsiteX24" fmla="*/ 272606 w 1301306"/>
                <a:gd name="connsiteY24" fmla="*/ 514350 h 1316736"/>
                <a:gd name="connsiteX25" fmla="*/ 288036 w 1301306"/>
                <a:gd name="connsiteY25" fmla="*/ 529781 h 1316736"/>
                <a:gd name="connsiteX26" fmla="*/ 288036 w 1301306"/>
                <a:gd name="connsiteY26" fmla="*/ 786956 h 1316736"/>
                <a:gd name="connsiteX27" fmla="*/ 272606 w 1301306"/>
                <a:gd name="connsiteY27" fmla="*/ 802386 h 1316736"/>
                <a:gd name="connsiteX28" fmla="*/ 30861 w 1301306"/>
                <a:gd name="connsiteY28" fmla="*/ 771525 h 1316736"/>
                <a:gd name="connsiteX29" fmla="*/ 257175 w 1301306"/>
                <a:gd name="connsiteY29" fmla="*/ 771525 h 1316736"/>
                <a:gd name="connsiteX30" fmla="*/ 257175 w 1301306"/>
                <a:gd name="connsiteY30" fmla="*/ 545211 h 1316736"/>
                <a:gd name="connsiteX31" fmla="*/ 30861 w 1301306"/>
                <a:gd name="connsiteY31" fmla="*/ 545211 h 1316736"/>
                <a:gd name="connsiteX32" fmla="*/ 30861 w 1301306"/>
                <a:gd name="connsiteY32" fmla="*/ 771525 h 1316736"/>
                <a:gd name="connsiteX33" fmla="*/ 1301306 w 1301306"/>
                <a:gd name="connsiteY33" fmla="*/ 673799 h 1316736"/>
                <a:gd name="connsiteX34" fmla="*/ 444056 w 1301306"/>
                <a:gd name="connsiteY34" fmla="*/ 673799 h 1316736"/>
                <a:gd name="connsiteX35" fmla="*/ 444056 w 1301306"/>
                <a:gd name="connsiteY35" fmla="*/ 642938 h 1316736"/>
                <a:gd name="connsiteX36" fmla="*/ 1301306 w 1301306"/>
                <a:gd name="connsiteY36" fmla="*/ 642938 h 1316736"/>
                <a:gd name="connsiteX37" fmla="*/ 1301306 w 1301306"/>
                <a:gd name="connsiteY37" fmla="*/ 673799 h 1316736"/>
                <a:gd name="connsiteX38" fmla="*/ 272606 w 1301306"/>
                <a:gd name="connsiteY38" fmla="*/ 288036 h 1316736"/>
                <a:gd name="connsiteX39" fmla="*/ 15431 w 1301306"/>
                <a:gd name="connsiteY39" fmla="*/ 288036 h 1316736"/>
                <a:gd name="connsiteX40" fmla="*/ 0 w 1301306"/>
                <a:gd name="connsiteY40" fmla="*/ 272606 h 1316736"/>
                <a:gd name="connsiteX41" fmla="*/ 0 w 1301306"/>
                <a:gd name="connsiteY41" fmla="*/ 15431 h 1316736"/>
                <a:gd name="connsiteX42" fmla="*/ 107506 w 1301306"/>
                <a:gd name="connsiteY42" fmla="*/ 3175 h 1316736"/>
                <a:gd name="connsiteX43" fmla="*/ 272606 w 1301306"/>
                <a:gd name="connsiteY43" fmla="*/ 0 h 1316736"/>
                <a:gd name="connsiteX44" fmla="*/ 288036 w 1301306"/>
                <a:gd name="connsiteY44" fmla="*/ 15431 h 1316736"/>
                <a:gd name="connsiteX45" fmla="*/ 288036 w 1301306"/>
                <a:gd name="connsiteY45" fmla="*/ 272606 h 1316736"/>
                <a:gd name="connsiteX46" fmla="*/ 272606 w 1301306"/>
                <a:gd name="connsiteY46" fmla="*/ 288036 h 1316736"/>
                <a:gd name="connsiteX47" fmla="*/ 30861 w 1301306"/>
                <a:gd name="connsiteY47" fmla="*/ 257175 h 1316736"/>
                <a:gd name="connsiteX48" fmla="*/ 257175 w 1301306"/>
                <a:gd name="connsiteY48" fmla="*/ 257175 h 1316736"/>
                <a:gd name="connsiteX49" fmla="*/ 135636 w 1301306"/>
                <a:gd name="connsiteY49" fmla="*/ 34036 h 1316736"/>
                <a:gd name="connsiteX50" fmla="*/ 30861 w 1301306"/>
                <a:gd name="connsiteY50" fmla="*/ 257175 h 1316736"/>
                <a:gd name="connsiteX51" fmla="*/ 1301306 w 1301306"/>
                <a:gd name="connsiteY51" fmla="*/ 159449 h 1316736"/>
                <a:gd name="connsiteX52" fmla="*/ 444056 w 1301306"/>
                <a:gd name="connsiteY52" fmla="*/ 159449 h 1316736"/>
                <a:gd name="connsiteX53" fmla="*/ 444056 w 1301306"/>
                <a:gd name="connsiteY53" fmla="*/ 128588 h 1316736"/>
                <a:gd name="connsiteX54" fmla="*/ 1301306 w 1301306"/>
                <a:gd name="connsiteY54" fmla="*/ 128588 h 1316736"/>
                <a:gd name="connsiteX55" fmla="*/ 1301306 w 1301306"/>
                <a:gd name="connsiteY55" fmla="*/ 159449 h 1316736"/>
                <a:gd name="connsiteX0" fmla="*/ 272606 w 1301306"/>
                <a:gd name="connsiteY0" fmla="*/ 1313561 h 1313561"/>
                <a:gd name="connsiteX1" fmla="*/ 15431 w 1301306"/>
                <a:gd name="connsiteY1" fmla="*/ 1313561 h 1313561"/>
                <a:gd name="connsiteX2" fmla="*/ 0 w 1301306"/>
                <a:gd name="connsiteY2" fmla="*/ 1298131 h 1313561"/>
                <a:gd name="connsiteX3" fmla="*/ 0 w 1301306"/>
                <a:gd name="connsiteY3" fmla="*/ 1040956 h 1313561"/>
                <a:gd name="connsiteX4" fmla="*/ 15431 w 1301306"/>
                <a:gd name="connsiteY4" fmla="*/ 1025525 h 1313561"/>
                <a:gd name="connsiteX5" fmla="*/ 272606 w 1301306"/>
                <a:gd name="connsiteY5" fmla="*/ 1025525 h 1313561"/>
                <a:gd name="connsiteX6" fmla="*/ 288036 w 1301306"/>
                <a:gd name="connsiteY6" fmla="*/ 1040956 h 1313561"/>
                <a:gd name="connsiteX7" fmla="*/ 288036 w 1301306"/>
                <a:gd name="connsiteY7" fmla="*/ 1298131 h 1313561"/>
                <a:gd name="connsiteX8" fmla="*/ 272606 w 1301306"/>
                <a:gd name="connsiteY8" fmla="*/ 1313561 h 1313561"/>
                <a:gd name="connsiteX9" fmla="*/ 30861 w 1301306"/>
                <a:gd name="connsiteY9" fmla="*/ 1282700 h 1313561"/>
                <a:gd name="connsiteX10" fmla="*/ 257175 w 1301306"/>
                <a:gd name="connsiteY10" fmla="*/ 1282700 h 1313561"/>
                <a:gd name="connsiteX11" fmla="*/ 257175 w 1301306"/>
                <a:gd name="connsiteY11" fmla="*/ 1056386 h 1313561"/>
                <a:gd name="connsiteX12" fmla="*/ 30861 w 1301306"/>
                <a:gd name="connsiteY12" fmla="*/ 1056386 h 1313561"/>
                <a:gd name="connsiteX13" fmla="*/ 30861 w 1301306"/>
                <a:gd name="connsiteY13" fmla="*/ 1282700 h 1313561"/>
                <a:gd name="connsiteX14" fmla="*/ 1301306 w 1301306"/>
                <a:gd name="connsiteY14" fmla="*/ 1184974 h 1313561"/>
                <a:gd name="connsiteX15" fmla="*/ 444056 w 1301306"/>
                <a:gd name="connsiteY15" fmla="*/ 1184974 h 1313561"/>
                <a:gd name="connsiteX16" fmla="*/ 444056 w 1301306"/>
                <a:gd name="connsiteY16" fmla="*/ 1154113 h 1313561"/>
                <a:gd name="connsiteX17" fmla="*/ 1301306 w 1301306"/>
                <a:gd name="connsiteY17" fmla="*/ 1154113 h 1313561"/>
                <a:gd name="connsiteX18" fmla="*/ 1301306 w 1301306"/>
                <a:gd name="connsiteY18" fmla="*/ 1184974 h 1313561"/>
                <a:gd name="connsiteX19" fmla="*/ 272606 w 1301306"/>
                <a:gd name="connsiteY19" fmla="*/ 799211 h 1313561"/>
                <a:gd name="connsiteX20" fmla="*/ 15431 w 1301306"/>
                <a:gd name="connsiteY20" fmla="*/ 799211 h 1313561"/>
                <a:gd name="connsiteX21" fmla="*/ 0 w 1301306"/>
                <a:gd name="connsiteY21" fmla="*/ 783781 h 1313561"/>
                <a:gd name="connsiteX22" fmla="*/ 0 w 1301306"/>
                <a:gd name="connsiteY22" fmla="*/ 526606 h 1313561"/>
                <a:gd name="connsiteX23" fmla="*/ 15431 w 1301306"/>
                <a:gd name="connsiteY23" fmla="*/ 511175 h 1313561"/>
                <a:gd name="connsiteX24" fmla="*/ 272606 w 1301306"/>
                <a:gd name="connsiteY24" fmla="*/ 511175 h 1313561"/>
                <a:gd name="connsiteX25" fmla="*/ 288036 w 1301306"/>
                <a:gd name="connsiteY25" fmla="*/ 526606 h 1313561"/>
                <a:gd name="connsiteX26" fmla="*/ 288036 w 1301306"/>
                <a:gd name="connsiteY26" fmla="*/ 783781 h 1313561"/>
                <a:gd name="connsiteX27" fmla="*/ 272606 w 1301306"/>
                <a:gd name="connsiteY27" fmla="*/ 799211 h 1313561"/>
                <a:gd name="connsiteX28" fmla="*/ 30861 w 1301306"/>
                <a:gd name="connsiteY28" fmla="*/ 768350 h 1313561"/>
                <a:gd name="connsiteX29" fmla="*/ 257175 w 1301306"/>
                <a:gd name="connsiteY29" fmla="*/ 768350 h 1313561"/>
                <a:gd name="connsiteX30" fmla="*/ 257175 w 1301306"/>
                <a:gd name="connsiteY30" fmla="*/ 542036 h 1313561"/>
                <a:gd name="connsiteX31" fmla="*/ 30861 w 1301306"/>
                <a:gd name="connsiteY31" fmla="*/ 542036 h 1313561"/>
                <a:gd name="connsiteX32" fmla="*/ 30861 w 1301306"/>
                <a:gd name="connsiteY32" fmla="*/ 768350 h 1313561"/>
                <a:gd name="connsiteX33" fmla="*/ 1301306 w 1301306"/>
                <a:gd name="connsiteY33" fmla="*/ 670624 h 1313561"/>
                <a:gd name="connsiteX34" fmla="*/ 444056 w 1301306"/>
                <a:gd name="connsiteY34" fmla="*/ 670624 h 1313561"/>
                <a:gd name="connsiteX35" fmla="*/ 444056 w 1301306"/>
                <a:gd name="connsiteY35" fmla="*/ 639763 h 1313561"/>
                <a:gd name="connsiteX36" fmla="*/ 1301306 w 1301306"/>
                <a:gd name="connsiteY36" fmla="*/ 639763 h 1313561"/>
                <a:gd name="connsiteX37" fmla="*/ 1301306 w 1301306"/>
                <a:gd name="connsiteY37" fmla="*/ 670624 h 1313561"/>
                <a:gd name="connsiteX38" fmla="*/ 272606 w 1301306"/>
                <a:gd name="connsiteY38" fmla="*/ 284861 h 1313561"/>
                <a:gd name="connsiteX39" fmla="*/ 15431 w 1301306"/>
                <a:gd name="connsiteY39" fmla="*/ 284861 h 1313561"/>
                <a:gd name="connsiteX40" fmla="*/ 0 w 1301306"/>
                <a:gd name="connsiteY40" fmla="*/ 269431 h 1313561"/>
                <a:gd name="connsiteX41" fmla="*/ 0 w 1301306"/>
                <a:gd name="connsiteY41" fmla="*/ 12256 h 1313561"/>
                <a:gd name="connsiteX42" fmla="*/ 107506 w 1301306"/>
                <a:gd name="connsiteY42" fmla="*/ 0 h 1313561"/>
                <a:gd name="connsiteX43" fmla="*/ 142431 w 1301306"/>
                <a:gd name="connsiteY43" fmla="*/ 3175 h 1313561"/>
                <a:gd name="connsiteX44" fmla="*/ 288036 w 1301306"/>
                <a:gd name="connsiteY44" fmla="*/ 12256 h 1313561"/>
                <a:gd name="connsiteX45" fmla="*/ 288036 w 1301306"/>
                <a:gd name="connsiteY45" fmla="*/ 269431 h 1313561"/>
                <a:gd name="connsiteX46" fmla="*/ 272606 w 1301306"/>
                <a:gd name="connsiteY46" fmla="*/ 284861 h 1313561"/>
                <a:gd name="connsiteX47" fmla="*/ 30861 w 1301306"/>
                <a:gd name="connsiteY47" fmla="*/ 254000 h 1313561"/>
                <a:gd name="connsiteX48" fmla="*/ 257175 w 1301306"/>
                <a:gd name="connsiteY48" fmla="*/ 254000 h 1313561"/>
                <a:gd name="connsiteX49" fmla="*/ 135636 w 1301306"/>
                <a:gd name="connsiteY49" fmla="*/ 30861 h 1313561"/>
                <a:gd name="connsiteX50" fmla="*/ 30861 w 1301306"/>
                <a:gd name="connsiteY50" fmla="*/ 254000 h 1313561"/>
                <a:gd name="connsiteX51" fmla="*/ 1301306 w 1301306"/>
                <a:gd name="connsiteY51" fmla="*/ 156274 h 1313561"/>
                <a:gd name="connsiteX52" fmla="*/ 444056 w 1301306"/>
                <a:gd name="connsiteY52" fmla="*/ 156274 h 1313561"/>
                <a:gd name="connsiteX53" fmla="*/ 444056 w 1301306"/>
                <a:gd name="connsiteY53" fmla="*/ 125413 h 1313561"/>
                <a:gd name="connsiteX54" fmla="*/ 1301306 w 1301306"/>
                <a:gd name="connsiteY54" fmla="*/ 125413 h 1313561"/>
                <a:gd name="connsiteX55" fmla="*/ 1301306 w 1301306"/>
                <a:gd name="connsiteY55" fmla="*/ 156274 h 1313561"/>
                <a:gd name="connsiteX0" fmla="*/ 272606 w 1301306"/>
                <a:gd name="connsiteY0" fmla="*/ 1313561 h 1313561"/>
                <a:gd name="connsiteX1" fmla="*/ 15431 w 1301306"/>
                <a:gd name="connsiteY1" fmla="*/ 1313561 h 1313561"/>
                <a:gd name="connsiteX2" fmla="*/ 0 w 1301306"/>
                <a:gd name="connsiteY2" fmla="*/ 1298131 h 1313561"/>
                <a:gd name="connsiteX3" fmla="*/ 0 w 1301306"/>
                <a:gd name="connsiteY3" fmla="*/ 1040956 h 1313561"/>
                <a:gd name="connsiteX4" fmla="*/ 15431 w 1301306"/>
                <a:gd name="connsiteY4" fmla="*/ 1025525 h 1313561"/>
                <a:gd name="connsiteX5" fmla="*/ 272606 w 1301306"/>
                <a:gd name="connsiteY5" fmla="*/ 1025525 h 1313561"/>
                <a:gd name="connsiteX6" fmla="*/ 288036 w 1301306"/>
                <a:gd name="connsiteY6" fmla="*/ 1040956 h 1313561"/>
                <a:gd name="connsiteX7" fmla="*/ 288036 w 1301306"/>
                <a:gd name="connsiteY7" fmla="*/ 1298131 h 1313561"/>
                <a:gd name="connsiteX8" fmla="*/ 272606 w 1301306"/>
                <a:gd name="connsiteY8" fmla="*/ 1313561 h 1313561"/>
                <a:gd name="connsiteX9" fmla="*/ 30861 w 1301306"/>
                <a:gd name="connsiteY9" fmla="*/ 1282700 h 1313561"/>
                <a:gd name="connsiteX10" fmla="*/ 257175 w 1301306"/>
                <a:gd name="connsiteY10" fmla="*/ 1282700 h 1313561"/>
                <a:gd name="connsiteX11" fmla="*/ 257175 w 1301306"/>
                <a:gd name="connsiteY11" fmla="*/ 1056386 h 1313561"/>
                <a:gd name="connsiteX12" fmla="*/ 30861 w 1301306"/>
                <a:gd name="connsiteY12" fmla="*/ 1056386 h 1313561"/>
                <a:gd name="connsiteX13" fmla="*/ 30861 w 1301306"/>
                <a:gd name="connsiteY13" fmla="*/ 1282700 h 1313561"/>
                <a:gd name="connsiteX14" fmla="*/ 1301306 w 1301306"/>
                <a:gd name="connsiteY14" fmla="*/ 1184974 h 1313561"/>
                <a:gd name="connsiteX15" fmla="*/ 444056 w 1301306"/>
                <a:gd name="connsiteY15" fmla="*/ 1184974 h 1313561"/>
                <a:gd name="connsiteX16" fmla="*/ 444056 w 1301306"/>
                <a:gd name="connsiteY16" fmla="*/ 1154113 h 1313561"/>
                <a:gd name="connsiteX17" fmla="*/ 1301306 w 1301306"/>
                <a:gd name="connsiteY17" fmla="*/ 1154113 h 1313561"/>
                <a:gd name="connsiteX18" fmla="*/ 1301306 w 1301306"/>
                <a:gd name="connsiteY18" fmla="*/ 1184974 h 1313561"/>
                <a:gd name="connsiteX19" fmla="*/ 272606 w 1301306"/>
                <a:gd name="connsiteY19" fmla="*/ 799211 h 1313561"/>
                <a:gd name="connsiteX20" fmla="*/ 15431 w 1301306"/>
                <a:gd name="connsiteY20" fmla="*/ 799211 h 1313561"/>
                <a:gd name="connsiteX21" fmla="*/ 0 w 1301306"/>
                <a:gd name="connsiteY21" fmla="*/ 783781 h 1313561"/>
                <a:gd name="connsiteX22" fmla="*/ 0 w 1301306"/>
                <a:gd name="connsiteY22" fmla="*/ 526606 h 1313561"/>
                <a:gd name="connsiteX23" fmla="*/ 15431 w 1301306"/>
                <a:gd name="connsiteY23" fmla="*/ 511175 h 1313561"/>
                <a:gd name="connsiteX24" fmla="*/ 272606 w 1301306"/>
                <a:gd name="connsiteY24" fmla="*/ 511175 h 1313561"/>
                <a:gd name="connsiteX25" fmla="*/ 288036 w 1301306"/>
                <a:gd name="connsiteY25" fmla="*/ 526606 h 1313561"/>
                <a:gd name="connsiteX26" fmla="*/ 288036 w 1301306"/>
                <a:gd name="connsiteY26" fmla="*/ 783781 h 1313561"/>
                <a:gd name="connsiteX27" fmla="*/ 272606 w 1301306"/>
                <a:gd name="connsiteY27" fmla="*/ 799211 h 1313561"/>
                <a:gd name="connsiteX28" fmla="*/ 30861 w 1301306"/>
                <a:gd name="connsiteY28" fmla="*/ 768350 h 1313561"/>
                <a:gd name="connsiteX29" fmla="*/ 257175 w 1301306"/>
                <a:gd name="connsiteY29" fmla="*/ 768350 h 1313561"/>
                <a:gd name="connsiteX30" fmla="*/ 257175 w 1301306"/>
                <a:gd name="connsiteY30" fmla="*/ 542036 h 1313561"/>
                <a:gd name="connsiteX31" fmla="*/ 30861 w 1301306"/>
                <a:gd name="connsiteY31" fmla="*/ 542036 h 1313561"/>
                <a:gd name="connsiteX32" fmla="*/ 30861 w 1301306"/>
                <a:gd name="connsiteY32" fmla="*/ 768350 h 1313561"/>
                <a:gd name="connsiteX33" fmla="*/ 1301306 w 1301306"/>
                <a:gd name="connsiteY33" fmla="*/ 670624 h 1313561"/>
                <a:gd name="connsiteX34" fmla="*/ 444056 w 1301306"/>
                <a:gd name="connsiteY34" fmla="*/ 670624 h 1313561"/>
                <a:gd name="connsiteX35" fmla="*/ 444056 w 1301306"/>
                <a:gd name="connsiteY35" fmla="*/ 639763 h 1313561"/>
                <a:gd name="connsiteX36" fmla="*/ 1301306 w 1301306"/>
                <a:gd name="connsiteY36" fmla="*/ 639763 h 1313561"/>
                <a:gd name="connsiteX37" fmla="*/ 1301306 w 1301306"/>
                <a:gd name="connsiteY37" fmla="*/ 670624 h 1313561"/>
                <a:gd name="connsiteX38" fmla="*/ 272606 w 1301306"/>
                <a:gd name="connsiteY38" fmla="*/ 284861 h 1313561"/>
                <a:gd name="connsiteX39" fmla="*/ 15431 w 1301306"/>
                <a:gd name="connsiteY39" fmla="*/ 284861 h 1313561"/>
                <a:gd name="connsiteX40" fmla="*/ 0 w 1301306"/>
                <a:gd name="connsiteY40" fmla="*/ 269431 h 1313561"/>
                <a:gd name="connsiteX41" fmla="*/ 0 w 1301306"/>
                <a:gd name="connsiteY41" fmla="*/ 12256 h 1313561"/>
                <a:gd name="connsiteX42" fmla="*/ 107506 w 1301306"/>
                <a:gd name="connsiteY42" fmla="*/ 0 h 1313561"/>
                <a:gd name="connsiteX43" fmla="*/ 142431 w 1301306"/>
                <a:gd name="connsiteY43" fmla="*/ 3175 h 1313561"/>
                <a:gd name="connsiteX44" fmla="*/ 288036 w 1301306"/>
                <a:gd name="connsiteY44" fmla="*/ 269431 h 1313561"/>
                <a:gd name="connsiteX45" fmla="*/ 272606 w 1301306"/>
                <a:gd name="connsiteY45" fmla="*/ 284861 h 1313561"/>
                <a:gd name="connsiteX46" fmla="*/ 30861 w 1301306"/>
                <a:gd name="connsiteY46" fmla="*/ 254000 h 1313561"/>
                <a:gd name="connsiteX47" fmla="*/ 257175 w 1301306"/>
                <a:gd name="connsiteY47" fmla="*/ 254000 h 1313561"/>
                <a:gd name="connsiteX48" fmla="*/ 135636 w 1301306"/>
                <a:gd name="connsiteY48" fmla="*/ 30861 h 1313561"/>
                <a:gd name="connsiteX49" fmla="*/ 30861 w 1301306"/>
                <a:gd name="connsiteY49" fmla="*/ 254000 h 1313561"/>
                <a:gd name="connsiteX50" fmla="*/ 1301306 w 1301306"/>
                <a:gd name="connsiteY50" fmla="*/ 156274 h 1313561"/>
                <a:gd name="connsiteX51" fmla="*/ 444056 w 1301306"/>
                <a:gd name="connsiteY51" fmla="*/ 156274 h 1313561"/>
                <a:gd name="connsiteX52" fmla="*/ 444056 w 1301306"/>
                <a:gd name="connsiteY52" fmla="*/ 125413 h 1313561"/>
                <a:gd name="connsiteX53" fmla="*/ 1301306 w 1301306"/>
                <a:gd name="connsiteY53" fmla="*/ 125413 h 1313561"/>
                <a:gd name="connsiteX54" fmla="*/ 1301306 w 1301306"/>
                <a:gd name="connsiteY54" fmla="*/ 156274 h 1313561"/>
                <a:gd name="connsiteX0" fmla="*/ 272606 w 1301306"/>
                <a:gd name="connsiteY0" fmla="*/ 1313561 h 1313561"/>
                <a:gd name="connsiteX1" fmla="*/ 15431 w 1301306"/>
                <a:gd name="connsiteY1" fmla="*/ 1313561 h 1313561"/>
                <a:gd name="connsiteX2" fmla="*/ 0 w 1301306"/>
                <a:gd name="connsiteY2" fmla="*/ 1298131 h 1313561"/>
                <a:gd name="connsiteX3" fmla="*/ 0 w 1301306"/>
                <a:gd name="connsiteY3" fmla="*/ 1040956 h 1313561"/>
                <a:gd name="connsiteX4" fmla="*/ 15431 w 1301306"/>
                <a:gd name="connsiteY4" fmla="*/ 1025525 h 1313561"/>
                <a:gd name="connsiteX5" fmla="*/ 272606 w 1301306"/>
                <a:gd name="connsiteY5" fmla="*/ 1025525 h 1313561"/>
                <a:gd name="connsiteX6" fmla="*/ 288036 w 1301306"/>
                <a:gd name="connsiteY6" fmla="*/ 1040956 h 1313561"/>
                <a:gd name="connsiteX7" fmla="*/ 288036 w 1301306"/>
                <a:gd name="connsiteY7" fmla="*/ 1298131 h 1313561"/>
                <a:gd name="connsiteX8" fmla="*/ 272606 w 1301306"/>
                <a:gd name="connsiteY8" fmla="*/ 1313561 h 1313561"/>
                <a:gd name="connsiteX9" fmla="*/ 30861 w 1301306"/>
                <a:gd name="connsiteY9" fmla="*/ 1282700 h 1313561"/>
                <a:gd name="connsiteX10" fmla="*/ 257175 w 1301306"/>
                <a:gd name="connsiteY10" fmla="*/ 1282700 h 1313561"/>
                <a:gd name="connsiteX11" fmla="*/ 257175 w 1301306"/>
                <a:gd name="connsiteY11" fmla="*/ 1056386 h 1313561"/>
                <a:gd name="connsiteX12" fmla="*/ 30861 w 1301306"/>
                <a:gd name="connsiteY12" fmla="*/ 1056386 h 1313561"/>
                <a:gd name="connsiteX13" fmla="*/ 30861 w 1301306"/>
                <a:gd name="connsiteY13" fmla="*/ 1282700 h 1313561"/>
                <a:gd name="connsiteX14" fmla="*/ 1301306 w 1301306"/>
                <a:gd name="connsiteY14" fmla="*/ 1184974 h 1313561"/>
                <a:gd name="connsiteX15" fmla="*/ 444056 w 1301306"/>
                <a:gd name="connsiteY15" fmla="*/ 1184974 h 1313561"/>
                <a:gd name="connsiteX16" fmla="*/ 444056 w 1301306"/>
                <a:gd name="connsiteY16" fmla="*/ 1154113 h 1313561"/>
                <a:gd name="connsiteX17" fmla="*/ 1301306 w 1301306"/>
                <a:gd name="connsiteY17" fmla="*/ 1154113 h 1313561"/>
                <a:gd name="connsiteX18" fmla="*/ 1301306 w 1301306"/>
                <a:gd name="connsiteY18" fmla="*/ 1184974 h 1313561"/>
                <a:gd name="connsiteX19" fmla="*/ 272606 w 1301306"/>
                <a:gd name="connsiteY19" fmla="*/ 799211 h 1313561"/>
                <a:gd name="connsiteX20" fmla="*/ 15431 w 1301306"/>
                <a:gd name="connsiteY20" fmla="*/ 799211 h 1313561"/>
                <a:gd name="connsiteX21" fmla="*/ 0 w 1301306"/>
                <a:gd name="connsiteY21" fmla="*/ 783781 h 1313561"/>
                <a:gd name="connsiteX22" fmla="*/ 0 w 1301306"/>
                <a:gd name="connsiteY22" fmla="*/ 526606 h 1313561"/>
                <a:gd name="connsiteX23" fmla="*/ 15431 w 1301306"/>
                <a:gd name="connsiteY23" fmla="*/ 511175 h 1313561"/>
                <a:gd name="connsiteX24" fmla="*/ 272606 w 1301306"/>
                <a:gd name="connsiteY24" fmla="*/ 511175 h 1313561"/>
                <a:gd name="connsiteX25" fmla="*/ 288036 w 1301306"/>
                <a:gd name="connsiteY25" fmla="*/ 526606 h 1313561"/>
                <a:gd name="connsiteX26" fmla="*/ 288036 w 1301306"/>
                <a:gd name="connsiteY26" fmla="*/ 783781 h 1313561"/>
                <a:gd name="connsiteX27" fmla="*/ 272606 w 1301306"/>
                <a:gd name="connsiteY27" fmla="*/ 799211 h 1313561"/>
                <a:gd name="connsiteX28" fmla="*/ 30861 w 1301306"/>
                <a:gd name="connsiteY28" fmla="*/ 768350 h 1313561"/>
                <a:gd name="connsiteX29" fmla="*/ 257175 w 1301306"/>
                <a:gd name="connsiteY29" fmla="*/ 768350 h 1313561"/>
                <a:gd name="connsiteX30" fmla="*/ 257175 w 1301306"/>
                <a:gd name="connsiteY30" fmla="*/ 542036 h 1313561"/>
                <a:gd name="connsiteX31" fmla="*/ 30861 w 1301306"/>
                <a:gd name="connsiteY31" fmla="*/ 542036 h 1313561"/>
                <a:gd name="connsiteX32" fmla="*/ 30861 w 1301306"/>
                <a:gd name="connsiteY32" fmla="*/ 768350 h 1313561"/>
                <a:gd name="connsiteX33" fmla="*/ 1301306 w 1301306"/>
                <a:gd name="connsiteY33" fmla="*/ 670624 h 1313561"/>
                <a:gd name="connsiteX34" fmla="*/ 444056 w 1301306"/>
                <a:gd name="connsiteY34" fmla="*/ 670624 h 1313561"/>
                <a:gd name="connsiteX35" fmla="*/ 444056 w 1301306"/>
                <a:gd name="connsiteY35" fmla="*/ 639763 h 1313561"/>
                <a:gd name="connsiteX36" fmla="*/ 1301306 w 1301306"/>
                <a:gd name="connsiteY36" fmla="*/ 639763 h 1313561"/>
                <a:gd name="connsiteX37" fmla="*/ 1301306 w 1301306"/>
                <a:gd name="connsiteY37" fmla="*/ 670624 h 1313561"/>
                <a:gd name="connsiteX38" fmla="*/ 272606 w 1301306"/>
                <a:gd name="connsiteY38" fmla="*/ 284861 h 1313561"/>
                <a:gd name="connsiteX39" fmla="*/ 15431 w 1301306"/>
                <a:gd name="connsiteY39" fmla="*/ 284861 h 1313561"/>
                <a:gd name="connsiteX40" fmla="*/ 0 w 1301306"/>
                <a:gd name="connsiteY40" fmla="*/ 269431 h 1313561"/>
                <a:gd name="connsiteX41" fmla="*/ 107506 w 1301306"/>
                <a:gd name="connsiteY41" fmla="*/ 0 h 1313561"/>
                <a:gd name="connsiteX42" fmla="*/ 142431 w 1301306"/>
                <a:gd name="connsiteY42" fmla="*/ 3175 h 1313561"/>
                <a:gd name="connsiteX43" fmla="*/ 288036 w 1301306"/>
                <a:gd name="connsiteY43" fmla="*/ 269431 h 1313561"/>
                <a:gd name="connsiteX44" fmla="*/ 272606 w 1301306"/>
                <a:gd name="connsiteY44" fmla="*/ 284861 h 1313561"/>
                <a:gd name="connsiteX45" fmla="*/ 30861 w 1301306"/>
                <a:gd name="connsiteY45" fmla="*/ 254000 h 1313561"/>
                <a:gd name="connsiteX46" fmla="*/ 257175 w 1301306"/>
                <a:gd name="connsiteY46" fmla="*/ 254000 h 1313561"/>
                <a:gd name="connsiteX47" fmla="*/ 135636 w 1301306"/>
                <a:gd name="connsiteY47" fmla="*/ 30861 h 1313561"/>
                <a:gd name="connsiteX48" fmla="*/ 30861 w 1301306"/>
                <a:gd name="connsiteY48" fmla="*/ 254000 h 1313561"/>
                <a:gd name="connsiteX49" fmla="*/ 1301306 w 1301306"/>
                <a:gd name="connsiteY49" fmla="*/ 156274 h 1313561"/>
                <a:gd name="connsiteX50" fmla="*/ 444056 w 1301306"/>
                <a:gd name="connsiteY50" fmla="*/ 156274 h 1313561"/>
                <a:gd name="connsiteX51" fmla="*/ 444056 w 1301306"/>
                <a:gd name="connsiteY51" fmla="*/ 125413 h 1313561"/>
                <a:gd name="connsiteX52" fmla="*/ 1301306 w 1301306"/>
                <a:gd name="connsiteY52" fmla="*/ 125413 h 1313561"/>
                <a:gd name="connsiteX53" fmla="*/ 1301306 w 1301306"/>
                <a:gd name="connsiteY53" fmla="*/ 156274 h 1313561"/>
                <a:gd name="connsiteX0" fmla="*/ 272606 w 1301306"/>
                <a:gd name="connsiteY0" fmla="*/ 1310386 h 1310386"/>
                <a:gd name="connsiteX1" fmla="*/ 15431 w 1301306"/>
                <a:gd name="connsiteY1" fmla="*/ 1310386 h 1310386"/>
                <a:gd name="connsiteX2" fmla="*/ 0 w 1301306"/>
                <a:gd name="connsiteY2" fmla="*/ 1294956 h 1310386"/>
                <a:gd name="connsiteX3" fmla="*/ 0 w 1301306"/>
                <a:gd name="connsiteY3" fmla="*/ 1037781 h 1310386"/>
                <a:gd name="connsiteX4" fmla="*/ 15431 w 1301306"/>
                <a:gd name="connsiteY4" fmla="*/ 1022350 h 1310386"/>
                <a:gd name="connsiteX5" fmla="*/ 272606 w 1301306"/>
                <a:gd name="connsiteY5" fmla="*/ 1022350 h 1310386"/>
                <a:gd name="connsiteX6" fmla="*/ 288036 w 1301306"/>
                <a:gd name="connsiteY6" fmla="*/ 1037781 h 1310386"/>
                <a:gd name="connsiteX7" fmla="*/ 288036 w 1301306"/>
                <a:gd name="connsiteY7" fmla="*/ 1294956 h 1310386"/>
                <a:gd name="connsiteX8" fmla="*/ 272606 w 1301306"/>
                <a:gd name="connsiteY8" fmla="*/ 1310386 h 1310386"/>
                <a:gd name="connsiteX9" fmla="*/ 30861 w 1301306"/>
                <a:gd name="connsiteY9" fmla="*/ 1279525 h 1310386"/>
                <a:gd name="connsiteX10" fmla="*/ 257175 w 1301306"/>
                <a:gd name="connsiteY10" fmla="*/ 1279525 h 1310386"/>
                <a:gd name="connsiteX11" fmla="*/ 257175 w 1301306"/>
                <a:gd name="connsiteY11" fmla="*/ 1053211 h 1310386"/>
                <a:gd name="connsiteX12" fmla="*/ 30861 w 1301306"/>
                <a:gd name="connsiteY12" fmla="*/ 1053211 h 1310386"/>
                <a:gd name="connsiteX13" fmla="*/ 30861 w 1301306"/>
                <a:gd name="connsiteY13" fmla="*/ 1279525 h 1310386"/>
                <a:gd name="connsiteX14" fmla="*/ 1301306 w 1301306"/>
                <a:gd name="connsiteY14" fmla="*/ 1181799 h 1310386"/>
                <a:gd name="connsiteX15" fmla="*/ 444056 w 1301306"/>
                <a:gd name="connsiteY15" fmla="*/ 1181799 h 1310386"/>
                <a:gd name="connsiteX16" fmla="*/ 444056 w 1301306"/>
                <a:gd name="connsiteY16" fmla="*/ 1150938 h 1310386"/>
                <a:gd name="connsiteX17" fmla="*/ 1301306 w 1301306"/>
                <a:gd name="connsiteY17" fmla="*/ 1150938 h 1310386"/>
                <a:gd name="connsiteX18" fmla="*/ 1301306 w 1301306"/>
                <a:gd name="connsiteY18" fmla="*/ 1181799 h 1310386"/>
                <a:gd name="connsiteX19" fmla="*/ 272606 w 1301306"/>
                <a:gd name="connsiteY19" fmla="*/ 796036 h 1310386"/>
                <a:gd name="connsiteX20" fmla="*/ 15431 w 1301306"/>
                <a:gd name="connsiteY20" fmla="*/ 796036 h 1310386"/>
                <a:gd name="connsiteX21" fmla="*/ 0 w 1301306"/>
                <a:gd name="connsiteY21" fmla="*/ 780606 h 1310386"/>
                <a:gd name="connsiteX22" fmla="*/ 0 w 1301306"/>
                <a:gd name="connsiteY22" fmla="*/ 523431 h 1310386"/>
                <a:gd name="connsiteX23" fmla="*/ 15431 w 1301306"/>
                <a:gd name="connsiteY23" fmla="*/ 508000 h 1310386"/>
                <a:gd name="connsiteX24" fmla="*/ 272606 w 1301306"/>
                <a:gd name="connsiteY24" fmla="*/ 508000 h 1310386"/>
                <a:gd name="connsiteX25" fmla="*/ 288036 w 1301306"/>
                <a:gd name="connsiteY25" fmla="*/ 523431 h 1310386"/>
                <a:gd name="connsiteX26" fmla="*/ 288036 w 1301306"/>
                <a:gd name="connsiteY26" fmla="*/ 780606 h 1310386"/>
                <a:gd name="connsiteX27" fmla="*/ 272606 w 1301306"/>
                <a:gd name="connsiteY27" fmla="*/ 796036 h 1310386"/>
                <a:gd name="connsiteX28" fmla="*/ 30861 w 1301306"/>
                <a:gd name="connsiteY28" fmla="*/ 765175 h 1310386"/>
                <a:gd name="connsiteX29" fmla="*/ 257175 w 1301306"/>
                <a:gd name="connsiteY29" fmla="*/ 765175 h 1310386"/>
                <a:gd name="connsiteX30" fmla="*/ 257175 w 1301306"/>
                <a:gd name="connsiteY30" fmla="*/ 538861 h 1310386"/>
                <a:gd name="connsiteX31" fmla="*/ 30861 w 1301306"/>
                <a:gd name="connsiteY31" fmla="*/ 538861 h 1310386"/>
                <a:gd name="connsiteX32" fmla="*/ 30861 w 1301306"/>
                <a:gd name="connsiteY32" fmla="*/ 765175 h 1310386"/>
                <a:gd name="connsiteX33" fmla="*/ 1301306 w 1301306"/>
                <a:gd name="connsiteY33" fmla="*/ 667449 h 1310386"/>
                <a:gd name="connsiteX34" fmla="*/ 444056 w 1301306"/>
                <a:gd name="connsiteY34" fmla="*/ 667449 h 1310386"/>
                <a:gd name="connsiteX35" fmla="*/ 444056 w 1301306"/>
                <a:gd name="connsiteY35" fmla="*/ 636588 h 1310386"/>
                <a:gd name="connsiteX36" fmla="*/ 1301306 w 1301306"/>
                <a:gd name="connsiteY36" fmla="*/ 636588 h 1310386"/>
                <a:gd name="connsiteX37" fmla="*/ 1301306 w 1301306"/>
                <a:gd name="connsiteY37" fmla="*/ 667449 h 1310386"/>
                <a:gd name="connsiteX38" fmla="*/ 272606 w 1301306"/>
                <a:gd name="connsiteY38" fmla="*/ 281686 h 1310386"/>
                <a:gd name="connsiteX39" fmla="*/ 15431 w 1301306"/>
                <a:gd name="connsiteY39" fmla="*/ 281686 h 1310386"/>
                <a:gd name="connsiteX40" fmla="*/ 0 w 1301306"/>
                <a:gd name="connsiteY40" fmla="*/ 266256 h 1310386"/>
                <a:gd name="connsiteX41" fmla="*/ 119004 w 1301306"/>
                <a:gd name="connsiteY41" fmla="*/ 1452 h 1310386"/>
                <a:gd name="connsiteX42" fmla="*/ 142431 w 1301306"/>
                <a:gd name="connsiteY42" fmla="*/ 0 h 1310386"/>
                <a:gd name="connsiteX43" fmla="*/ 288036 w 1301306"/>
                <a:gd name="connsiteY43" fmla="*/ 266256 h 1310386"/>
                <a:gd name="connsiteX44" fmla="*/ 272606 w 1301306"/>
                <a:gd name="connsiteY44" fmla="*/ 281686 h 1310386"/>
                <a:gd name="connsiteX45" fmla="*/ 30861 w 1301306"/>
                <a:gd name="connsiteY45" fmla="*/ 250825 h 1310386"/>
                <a:gd name="connsiteX46" fmla="*/ 257175 w 1301306"/>
                <a:gd name="connsiteY46" fmla="*/ 250825 h 1310386"/>
                <a:gd name="connsiteX47" fmla="*/ 135636 w 1301306"/>
                <a:gd name="connsiteY47" fmla="*/ 27686 h 1310386"/>
                <a:gd name="connsiteX48" fmla="*/ 30861 w 1301306"/>
                <a:gd name="connsiteY48" fmla="*/ 250825 h 1310386"/>
                <a:gd name="connsiteX49" fmla="*/ 1301306 w 1301306"/>
                <a:gd name="connsiteY49" fmla="*/ 153099 h 1310386"/>
                <a:gd name="connsiteX50" fmla="*/ 444056 w 1301306"/>
                <a:gd name="connsiteY50" fmla="*/ 153099 h 1310386"/>
                <a:gd name="connsiteX51" fmla="*/ 444056 w 1301306"/>
                <a:gd name="connsiteY51" fmla="*/ 122238 h 1310386"/>
                <a:gd name="connsiteX52" fmla="*/ 1301306 w 1301306"/>
                <a:gd name="connsiteY52" fmla="*/ 122238 h 1310386"/>
                <a:gd name="connsiteX53" fmla="*/ 1301306 w 1301306"/>
                <a:gd name="connsiteY53" fmla="*/ 153099 h 1310386"/>
                <a:gd name="connsiteX0" fmla="*/ 272606 w 1301306"/>
                <a:gd name="connsiteY0" fmla="*/ 1310386 h 1310386"/>
                <a:gd name="connsiteX1" fmla="*/ 15431 w 1301306"/>
                <a:gd name="connsiteY1" fmla="*/ 1310386 h 1310386"/>
                <a:gd name="connsiteX2" fmla="*/ 0 w 1301306"/>
                <a:gd name="connsiteY2" fmla="*/ 1294956 h 1310386"/>
                <a:gd name="connsiteX3" fmla="*/ 0 w 1301306"/>
                <a:gd name="connsiteY3" fmla="*/ 1037781 h 1310386"/>
                <a:gd name="connsiteX4" fmla="*/ 15431 w 1301306"/>
                <a:gd name="connsiteY4" fmla="*/ 1022350 h 1310386"/>
                <a:gd name="connsiteX5" fmla="*/ 272606 w 1301306"/>
                <a:gd name="connsiteY5" fmla="*/ 1022350 h 1310386"/>
                <a:gd name="connsiteX6" fmla="*/ 288036 w 1301306"/>
                <a:gd name="connsiteY6" fmla="*/ 1037781 h 1310386"/>
                <a:gd name="connsiteX7" fmla="*/ 288036 w 1301306"/>
                <a:gd name="connsiteY7" fmla="*/ 1294956 h 1310386"/>
                <a:gd name="connsiteX8" fmla="*/ 272606 w 1301306"/>
                <a:gd name="connsiteY8" fmla="*/ 1310386 h 1310386"/>
                <a:gd name="connsiteX9" fmla="*/ 30861 w 1301306"/>
                <a:gd name="connsiteY9" fmla="*/ 1279525 h 1310386"/>
                <a:gd name="connsiteX10" fmla="*/ 257175 w 1301306"/>
                <a:gd name="connsiteY10" fmla="*/ 1279525 h 1310386"/>
                <a:gd name="connsiteX11" fmla="*/ 257175 w 1301306"/>
                <a:gd name="connsiteY11" fmla="*/ 1053211 h 1310386"/>
                <a:gd name="connsiteX12" fmla="*/ 30861 w 1301306"/>
                <a:gd name="connsiteY12" fmla="*/ 1053211 h 1310386"/>
                <a:gd name="connsiteX13" fmla="*/ 30861 w 1301306"/>
                <a:gd name="connsiteY13" fmla="*/ 1279525 h 1310386"/>
                <a:gd name="connsiteX14" fmla="*/ 1301306 w 1301306"/>
                <a:gd name="connsiteY14" fmla="*/ 1181799 h 1310386"/>
                <a:gd name="connsiteX15" fmla="*/ 444056 w 1301306"/>
                <a:gd name="connsiteY15" fmla="*/ 1181799 h 1310386"/>
                <a:gd name="connsiteX16" fmla="*/ 444056 w 1301306"/>
                <a:gd name="connsiteY16" fmla="*/ 1150938 h 1310386"/>
                <a:gd name="connsiteX17" fmla="*/ 1301306 w 1301306"/>
                <a:gd name="connsiteY17" fmla="*/ 1150938 h 1310386"/>
                <a:gd name="connsiteX18" fmla="*/ 1301306 w 1301306"/>
                <a:gd name="connsiteY18" fmla="*/ 1181799 h 1310386"/>
                <a:gd name="connsiteX19" fmla="*/ 272606 w 1301306"/>
                <a:gd name="connsiteY19" fmla="*/ 796036 h 1310386"/>
                <a:gd name="connsiteX20" fmla="*/ 15431 w 1301306"/>
                <a:gd name="connsiteY20" fmla="*/ 796036 h 1310386"/>
                <a:gd name="connsiteX21" fmla="*/ 0 w 1301306"/>
                <a:gd name="connsiteY21" fmla="*/ 780606 h 1310386"/>
                <a:gd name="connsiteX22" fmla="*/ 0 w 1301306"/>
                <a:gd name="connsiteY22" fmla="*/ 523431 h 1310386"/>
                <a:gd name="connsiteX23" fmla="*/ 15431 w 1301306"/>
                <a:gd name="connsiteY23" fmla="*/ 508000 h 1310386"/>
                <a:gd name="connsiteX24" fmla="*/ 272606 w 1301306"/>
                <a:gd name="connsiteY24" fmla="*/ 508000 h 1310386"/>
                <a:gd name="connsiteX25" fmla="*/ 288036 w 1301306"/>
                <a:gd name="connsiteY25" fmla="*/ 523431 h 1310386"/>
                <a:gd name="connsiteX26" fmla="*/ 288036 w 1301306"/>
                <a:gd name="connsiteY26" fmla="*/ 780606 h 1310386"/>
                <a:gd name="connsiteX27" fmla="*/ 272606 w 1301306"/>
                <a:gd name="connsiteY27" fmla="*/ 796036 h 1310386"/>
                <a:gd name="connsiteX28" fmla="*/ 30861 w 1301306"/>
                <a:gd name="connsiteY28" fmla="*/ 765175 h 1310386"/>
                <a:gd name="connsiteX29" fmla="*/ 257175 w 1301306"/>
                <a:gd name="connsiteY29" fmla="*/ 765175 h 1310386"/>
                <a:gd name="connsiteX30" fmla="*/ 257175 w 1301306"/>
                <a:gd name="connsiteY30" fmla="*/ 538861 h 1310386"/>
                <a:gd name="connsiteX31" fmla="*/ 30861 w 1301306"/>
                <a:gd name="connsiteY31" fmla="*/ 538861 h 1310386"/>
                <a:gd name="connsiteX32" fmla="*/ 30861 w 1301306"/>
                <a:gd name="connsiteY32" fmla="*/ 765175 h 1310386"/>
                <a:gd name="connsiteX33" fmla="*/ 1301306 w 1301306"/>
                <a:gd name="connsiteY33" fmla="*/ 667449 h 1310386"/>
                <a:gd name="connsiteX34" fmla="*/ 444056 w 1301306"/>
                <a:gd name="connsiteY34" fmla="*/ 667449 h 1310386"/>
                <a:gd name="connsiteX35" fmla="*/ 444056 w 1301306"/>
                <a:gd name="connsiteY35" fmla="*/ 636588 h 1310386"/>
                <a:gd name="connsiteX36" fmla="*/ 1301306 w 1301306"/>
                <a:gd name="connsiteY36" fmla="*/ 636588 h 1310386"/>
                <a:gd name="connsiteX37" fmla="*/ 1301306 w 1301306"/>
                <a:gd name="connsiteY37" fmla="*/ 667449 h 1310386"/>
                <a:gd name="connsiteX38" fmla="*/ 272606 w 1301306"/>
                <a:gd name="connsiteY38" fmla="*/ 281686 h 1310386"/>
                <a:gd name="connsiteX39" fmla="*/ 15431 w 1301306"/>
                <a:gd name="connsiteY39" fmla="*/ 281686 h 1310386"/>
                <a:gd name="connsiteX40" fmla="*/ 0 w 1301306"/>
                <a:gd name="connsiteY40" fmla="*/ 266256 h 1310386"/>
                <a:gd name="connsiteX41" fmla="*/ 123316 w 1301306"/>
                <a:gd name="connsiteY41" fmla="*/ 2994 h 1310386"/>
                <a:gd name="connsiteX42" fmla="*/ 142431 w 1301306"/>
                <a:gd name="connsiteY42" fmla="*/ 0 h 1310386"/>
                <a:gd name="connsiteX43" fmla="*/ 288036 w 1301306"/>
                <a:gd name="connsiteY43" fmla="*/ 266256 h 1310386"/>
                <a:gd name="connsiteX44" fmla="*/ 272606 w 1301306"/>
                <a:gd name="connsiteY44" fmla="*/ 281686 h 1310386"/>
                <a:gd name="connsiteX45" fmla="*/ 30861 w 1301306"/>
                <a:gd name="connsiteY45" fmla="*/ 250825 h 1310386"/>
                <a:gd name="connsiteX46" fmla="*/ 257175 w 1301306"/>
                <a:gd name="connsiteY46" fmla="*/ 250825 h 1310386"/>
                <a:gd name="connsiteX47" fmla="*/ 135636 w 1301306"/>
                <a:gd name="connsiteY47" fmla="*/ 27686 h 1310386"/>
                <a:gd name="connsiteX48" fmla="*/ 30861 w 1301306"/>
                <a:gd name="connsiteY48" fmla="*/ 250825 h 1310386"/>
                <a:gd name="connsiteX49" fmla="*/ 1301306 w 1301306"/>
                <a:gd name="connsiteY49" fmla="*/ 153099 h 1310386"/>
                <a:gd name="connsiteX50" fmla="*/ 444056 w 1301306"/>
                <a:gd name="connsiteY50" fmla="*/ 153099 h 1310386"/>
                <a:gd name="connsiteX51" fmla="*/ 444056 w 1301306"/>
                <a:gd name="connsiteY51" fmla="*/ 122238 h 1310386"/>
                <a:gd name="connsiteX52" fmla="*/ 1301306 w 1301306"/>
                <a:gd name="connsiteY52" fmla="*/ 122238 h 1310386"/>
                <a:gd name="connsiteX53" fmla="*/ 1301306 w 1301306"/>
                <a:gd name="connsiteY53" fmla="*/ 153099 h 1310386"/>
                <a:gd name="connsiteX0" fmla="*/ 272606 w 1301306"/>
                <a:gd name="connsiteY0" fmla="*/ 1308844 h 1308844"/>
                <a:gd name="connsiteX1" fmla="*/ 15431 w 1301306"/>
                <a:gd name="connsiteY1" fmla="*/ 1308844 h 1308844"/>
                <a:gd name="connsiteX2" fmla="*/ 0 w 1301306"/>
                <a:gd name="connsiteY2" fmla="*/ 1293414 h 1308844"/>
                <a:gd name="connsiteX3" fmla="*/ 0 w 1301306"/>
                <a:gd name="connsiteY3" fmla="*/ 1036239 h 1308844"/>
                <a:gd name="connsiteX4" fmla="*/ 15431 w 1301306"/>
                <a:gd name="connsiteY4" fmla="*/ 1020808 h 1308844"/>
                <a:gd name="connsiteX5" fmla="*/ 272606 w 1301306"/>
                <a:gd name="connsiteY5" fmla="*/ 1020808 h 1308844"/>
                <a:gd name="connsiteX6" fmla="*/ 288036 w 1301306"/>
                <a:gd name="connsiteY6" fmla="*/ 1036239 h 1308844"/>
                <a:gd name="connsiteX7" fmla="*/ 288036 w 1301306"/>
                <a:gd name="connsiteY7" fmla="*/ 1293414 h 1308844"/>
                <a:gd name="connsiteX8" fmla="*/ 272606 w 1301306"/>
                <a:gd name="connsiteY8" fmla="*/ 1308844 h 1308844"/>
                <a:gd name="connsiteX9" fmla="*/ 30861 w 1301306"/>
                <a:gd name="connsiteY9" fmla="*/ 1277983 h 1308844"/>
                <a:gd name="connsiteX10" fmla="*/ 257175 w 1301306"/>
                <a:gd name="connsiteY10" fmla="*/ 1277983 h 1308844"/>
                <a:gd name="connsiteX11" fmla="*/ 257175 w 1301306"/>
                <a:gd name="connsiteY11" fmla="*/ 1051669 h 1308844"/>
                <a:gd name="connsiteX12" fmla="*/ 30861 w 1301306"/>
                <a:gd name="connsiteY12" fmla="*/ 1051669 h 1308844"/>
                <a:gd name="connsiteX13" fmla="*/ 30861 w 1301306"/>
                <a:gd name="connsiteY13" fmla="*/ 1277983 h 1308844"/>
                <a:gd name="connsiteX14" fmla="*/ 1301306 w 1301306"/>
                <a:gd name="connsiteY14" fmla="*/ 1180257 h 1308844"/>
                <a:gd name="connsiteX15" fmla="*/ 444056 w 1301306"/>
                <a:gd name="connsiteY15" fmla="*/ 1180257 h 1308844"/>
                <a:gd name="connsiteX16" fmla="*/ 444056 w 1301306"/>
                <a:gd name="connsiteY16" fmla="*/ 1149396 h 1308844"/>
                <a:gd name="connsiteX17" fmla="*/ 1301306 w 1301306"/>
                <a:gd name="connsiteY17" fmla="*/ 1149396 h 1308844"/>
                <a:gd name="connsiteX18" fmla="*/ 1301306 w 1301306"/>
                <a:gd name="connsiteY18" fmla="*/ 1180257 h 1308844"/>
                <a:gd name="connsiteX19" fmla="*/ 272606 w 1301306"/>
                <a:gd name="connsiteY19" fmla="*/ 794494 h 1308844"/>
                <a:gd name="connsiteX20" fmla="*/ 15431 w 1301306"/>
                <a:gd name="connsiteY20" fmla="*/ 794494 h 1308844"/>
                <a:gd name="connsiteX21" fmla="*/ 0 w 1301306"/>
                <a:gd name="connsiteY21" fmla="*/ 779064 h 1308844"/>
                <a:gd name="connsiteX22" fmla="*/ 0 w 1301306"/>
                <a:gd name="connsiteY22" fmla="*/ 521889 h 1308844"/>
                <a:gd name="connsiteX23" fmla="*/ 15431 w 1301306"/>
                <a:gd name="connsiteY23" fmla="*/ 506458 h 1308844"/>
                <a:gd name="connsiteX24" fmla="*/ 272606 w 1301306"/>
                <a:gd name="connsiteY24" fmla="*/ 506458 h 1308844"/>
                <a:gd name="connsiteX25" fmla="*/ 288036 w 1301306"/>
                <a:gd name="connsiteY25" fmla="*/ 521889 h 1308844"/>
                <a:gd name="connsiteX26" fmla="*/ 288036 w 1301306"/>
                <a:gd name="connsiteY26" fmla="*/ 779064 h 1308844"/>
                <a:gd name="connsiteX27" fmla="*/ 272606 w 1301306"/>
                <a:gd name="connsiteY27" fmla="*/ 794494 h 1308844"/>
                <a:gd name="connsiteX28" fmla="*/ 30861 w 1301306"/>
                <a:gd name="connsiteY28" fmla="*/ 763633 h 1308844"/>
                <a:gd name="connsiteX29" fmla="*/ 257175 w 1301306"/>
                <a:gd name="connsiteY29" fmla="*/ 763633 h 1308844"/>
                <a:gd name="connsiteX30" fmla="*/ 257175 w 1301306"/>
                <a:gd name="connsiteY30" fmla="*/ 537319 h 1308844"/>
                <a:gd name="connsiteX31" fmla="*/ 30861 w 1301306"/>
                <a:gd name="connsiteY31" fmla="*/ 537319 h 1308844"/>
                <a:gd name="connsiteX32" fmla="*/ 30861 w 1301306"/>
                <a:gd name="connsiteY32" fmla="*/ 763633 h 1308844"/>
                <a:gd name="connsiteX33" fmla="*/ 1301306 w 1301306"/>
                <a:gd name="connsiteY33" fmla="*/ 665907 h 1308844"/>
                <a:gd name="connsiteX34" fmla="*/ 444056 w 1301306"/>
                <a:gd name="connsiteY34" fmla="*/ 665907 h 1308844"/>
                <a:gd name="connsiteX35" fmla="*/ 444056 w 1301306"/>
                <a:gd name="connsiteY35" fmla="*/ 635046 h 1308844"/>
                <a:gd name="connsiteX36" fmla="*/ 1301306 w 1301306"/>
                <a:gd name="connsiteY36" fmla="*/ 635046 h 1308844"/>
                <a:gd name="connsiteX37" fmla="*/ 1301306 w 1301306"/>
                <a:gd name="connsiteY37" fmla="*/ 665907 h 1308844"/>
                <a:gd name="connsiteX38" fmla="*/ 272606 w 1301306"/>
                <a:gd name="connsiteY38" fmla="*/ 280144 h 1308844"/>
                <a:gd name="connsiteX39" fmla="*/ 15431 w 1301306"/>
                <a:gd name="connsiteY39" fmla="*/ 280144 h 1308844"/>
                <a:gd name="connsiteX40" fmla="*/ 0 w 1301306"/>
                <a:gd name="connsiteY40" fmla="*/ 264714 h 1308844"/>
                <a:gd name="connsiteX41" fmla="*/ 123316 w 1301306"/>
                <a:gd name="connsiteY41" fmla="*/ 1452 h 1308844"/>
                <a:gd name="connsiteX42" fmla="*/ 148180 w 1301306"/>
                <a:gd name="connsiteY42" fmla="*/ 0 h 1308844"/>
                <a:gd name="connsiteX43" fmla="*/ 288036 w 1301306"/>
                <a:gd name="connsiteY43" fmla="*/ 264714 h 1308844"/>
                <a:gd name="connsiteX44" fmla="*/ 272606 w 1301306"/>
                <a:gd name="connsiteY44" fmla="*/ 280144 h 1308844"/>
                <a:gd name="connsiteX45" fmla="*/ 30861 w 1301306"/>
                <a:gd name="connsiteY45" fmla="*/ 249283 h 1308844"/>
                <a:gd name="connsiteX46" fmla="*/ 257175 w 1301306"/>
                <a:gd name="connsiteY46" fmla="*/ 249283 h 1308844"/>
                <a:gd name="connsiteX47" fmla="*/ 135636 w 1301306"/>
                <a:gd name="connsiteY47" fmla="*/ 26144 h 1308844"/>
                <a:gd name="connsiteX48" fmla="*/ 30861 w 1301306"/>
                <a:gd name="connsiteY48" fmla="*/ 249283 h 1308844"/>
                <a:gd name="connsiteX49" fmla="*/ 1301306 w 1301306"/>
                <a:gd name="connsiteY49" fmla="*/ 151557 h 1308844"/>
                <a:gd name="connsiteX50" fmla="*/ 444056 w 1301306"/>
                <a:gd name="connsiteY50" fmla="*/ 151557 h 1308844"/>
                <a:gd name="connsiteX51" fmla="*/ 444056 w 1301306"/>
                <a:gd name="connsiteY51" fmla="*/ 120696 h 1308844"/>
                <a:gd name="connsiteX52" fmla="*/ 1301306 w 1301306"/>
                <a:gd name="connsiteY52" fmla="*/ 120696 h 1308844"/>
                <a:gd name="connsiteX53" fmla="*/ 1301306 w 1301306"/>
                <a:gd name="connsiteY53" fmla="*/ 151557 h 1308844"/>
                <a:gd name="connsiteX0" fmla="*/ 272606 w 1301306"/>
                <a:gd name="connsiteY0" fmla="*/ 1308844 h 1308844"/>
                <a:gd name="connsiteX1" fmla="*/ 15431 w 1301306"/>
                <a:gd name="connsiteY1" fmla="*/ 1308844 h 1308844"/>
                <a:gd name="connsiteX2" fmla="*/ 0 w 1301306"/>
                <a:gd name="connsiteY2" fmla="*/ 1293414 h 1308844"/>
                <a:gd name="connsiteX3" fmla="*/ 0 w 1301306"/>
                <a:gd name="connsiteY3" fmla="*/ 1036239 h 1308844"/>
                <a:gd name="connsiteX4" fmla="*/ 15431 w 1301306"/>
                <a:gd name="connsiteY4" fmla="*/ 1020808 h 1308844"/>
                <a:gd name="connsiteX5" fmla="*/ 272606 w 1301306"/>
                <a:gd name="connsiteY5" fmla="*/ 1020808 h 1308844"/>
                <a:gd name="connsiteX6" fmla="*/ 288036 w 1301306"/>
                <a:gd name="connsiteY6" fmla="*/ 1036239 h 1308844"/>
                <a:gd name="connsiteX7" fmla="*/ 288036 w 1301306"/>
                <a:gd name="connsiteY7" fmla="*/ 1293414 h 1308844"/>
                <a:gd name="connsiteX8" fmla="*/ 272606 w 1301306"/>
                <a:gd name="connsiteY8" fmla="*/ 1308844 h 1308844"/>
                <a:gd name="connsiteX9" fmla="*/ 30861 w 1301306"/>
                <a:gd name="connsiteY9" fmla="*/ 1277983 h 1308844"/>
                <a:gd name="connsiteX10" fmla="*/ 257175 w 1301306"/>
                <a:gd name="connsiteY10" fmla="*/ 1277983 h 1308844"/>
                <a:gd name="connsiteX11" fmla="*/ 257175 w 1301306"/>
                <a:gd name="connsiteY11" fmla="*/ 1051669 h 1308844"/>
                <a:gd name="connsiteX12" fmla="*/ 30861 w 1301306"/>
                <a:gd name="connsiteY12" fmla="*/ 1051669 h 1308844"/>
                <a:gd name="connsiteX13" fmla="*/ 30861 w 1301306"/>
                <a:gd name="connsiteY13" fmla="*/ 1277983 h 1308844"/>
                <a:gd name="connsiteX14" fmla="*/ 1301306 w 1301306"/>
                <a:gd name="connsiteY14" fmla="*/ 1180257 h 1308844"/>
                <a:gd name="connsiteX15" fmla="*/ 444056 w 1301306"/>
                <a:gd name="connsiteY15" fmla="*/ 1180257 h 1308844"/>
                <a:gd name="connsiteX16" fmla="*/ 444056 w 1301306"/>
                <a:gd name="connsiteY16" fmla="*/ 1149396 h 1308844"/>
                <a:gd name="connsiteX17" fmla="*/ 1301306 w 1301306"/>
                <a:gd name="connsiteY17" fmla="*/ 1149396 h 1308844"/>
                <a:gd name="connsiteX18" fmla="*/ 1301306 w 1301306"/>
                <a:gd name="connsiteY18" fmla="*/ 1180257 h 1308844"/>
                <a:gd name="connsiteX19" fmla="*/ 272606 w 1301306"/>
                <a:gd name="connsiteY19" fmla="*/ 794494 h 1308844"/>
                <a:gd name="connsiteX20" fmla="*/ 15431 w 1301306"/>
                <a:gd name="connsiteY20" fmla="*/ 794494 h 1308844"/>
                <a:gd name="connsiteX21" fmla="*/ 0 w 1301306"/>
                <a:gd name="connsiteY21" fmla="*/ 779064 h 1308844"/>
                <a:gd name="connsiteX22" fmla="*/ 0 w 1301306"/>
                <a:gd name="connsiteY22" fmla="*/ 521889 h 1308844"/>
                <a:gd name="connsiteX23" fmla="*/ 15431 w 1301306"/>
                <a:gd name="connsiteY23" fmla="*/ 506458 h 1308844"/>
                <a:gd name="connsiteX24" fmla="*/ 272606 w 1301306"/>
                <a:gd name="connsiteY24" fmla="*/ 506458 h 1308844"/>
                <a:gd name="connsiteX25" fmla="*/ 288036 w 1301306"/>
                <a:gd name="connsiteY25" fmla="*/ 521889 h 1308844"/>
                <a:gd name="connsiteX26" fmla="*/ 288036 w 1301306"/>
                <a:gd name="connsiteY26" fmla="*/ 779064 h 1308844"/>
                <a:gd name="connsiteX27" fmla="*/ 272606 w 1301306"/>
                <a:gd name="connsiteY27" fmla="*/ 794494 h 1308844"/>
                <a:gd name="connsiteX28" fmla="*/ 30861 w 1301306"/>
                <a:gd name="connsiteY28" fmla="*/ 763633 h 1308844"/>
                <a:gd name="connsiteX29" fmla="*/ 257175 w 1301306"/>
                <a:gd name="connsiteY29" fmla="*/ 763633 h 1308844"/>
                <a:gd name="connsiteX30" fmla="*/ 257175 w 1301306"/>
                <a:gd name="connsiteY30" fmla="*/ 537319 h 1308844"/>
                <a:gd name="connsiteX31" fmla="*/ 30861 w 1301306"/>
                <a:gd name="connsiteY31" fmla="*/ 537319 h 1308844"/>
                <a:gd name="connsiteX32" fmla="*/ 30861 w 1301306"/>
                <a:gd name="connsiteY32" fmla="*/ 763633 h 1308844"/>
                <a:gd name="connsiteX33" fmla="*/ 1301306 w 1301306"/>
                <a:gd name="connsiteY33" fmla="*/ 665907 h 1308844"/>
                <a:gd name="connsiteX34" fmla="*/ 444056 w 1301306"/>
                <a:gd name="connsiteY34" fmla="*/ 665907 h 1308844"/>
                <a:gd name="connsiteX35" fmla="*/ 444056 w 1301306"/>
                <a:gd name="connsiteY35" fmla="*/ 635046 h 1308844"/>
                <a:gd name="connsiteX36" fmla="*/ 1301306 w 1301306"/>
                <a:gd name="connsiteY36" fmla="*/ 635046 h 1308844"/>
                <a:gd name="connsiteX37" fmla="*/ 1301306 w 1301306"/>
                <a:gd name="connsiteY37" fmla="*/ 665907 h 1308844"/>
                <a:gd name="connsiteX38" fmla="*/ 272606 w 1301306"/>
                <a:gd name="connsiteY38" fmla="*/ 280144 h 1308844"/>
                <a:gd name="connsiteX39" fmla="*/ 15431 w 1301306"/>
                <a:gd name="connsiteY39" fmla="*/ 280144 h 1308844"/>
                <a:gd name="connsiteX40" fmla="*/ 0 w 1301306"/>
                <a:gd name="connsiteY40" fmla="*/ 264714 h 1308844"/>
                <a:gd name="connsiteX41" fmla="*/ 123316 w 1301306"/>
                <a:gd name="connsiteY41" fmla="*/ 1452 h 1308844"/>
                <a:gd name="connsiteX42" fmla="*/ 148180 w 1301306"/>
                <a:gd name="connsiteY42" fmla="*/ 0 h 1308844"/>
                <a:gd name="connsiteX43" fmla="*/ 288036 w 1301306"/>
                <a:gd name="connsiteY43" fmla="*/ 264714 h 1308844"/>
                <a:gd name="connsiteX44" fmla="*/ 272606 w 1301306"/>
                <a:gd name="connsiteY44" fmla="*/ 280144 h 1308844"/>
                <a:gd name="connsiteX45" fmla="*/ 30861 w 1301306"/>
                <a:gd name="connsiteY45" fmla="*/ 249283 h 1308844"/>
                <a:gd name="connsiteX46" fmla="*/ 257175 w 1301306"/>
                <a:gd name="connsiteY46" fmla="*/ 249283 h 1308844"/>
                <a:gd name="connsiteX47" fmla="*/ 135636 w 1301306"/>
                <a:gd name="connsiteY47" fmla="*/ 26144 h 1308844"/>
                <a:gd name="connsiteX48" fmla="*/ 30861 w 1301306"/>
                <a:gd name="connsiteY48" fmla="*/ 249283 h 1308844"/>
                <a:gd name="connsiteX49" fmla="*/ 1301306 w 1301306"/>
                <a:gd name="connsiteY49" fmla="*/ 151557 h 1308844"/>
                <a:gd name="connsiteX50" fmla="*/ 444056 w 1301306"/>
                <a:gd name="connsiteY50" fmla="*/ 151557 h 1308844"/>
                <a:gd name="connsiteX51" fmla="*/ 444056 w 1301306"/>
                <a:gd name="connsiteY51" fmla="*/ 120696 h 1308844"/>
                <a:gd name="connsiteX52" fmla="*/ 1301306 w 1301306"/>
                <a:gd name="connsiteY52" fmla="*/ 120696 h 1308844"/>
                <a:gd name="connsiteX53" fmla="*/ 1301306 w 1301306"/>
                <a:gd name="connsiteY53" fmla="*/ 151557 h 1308844"/>
                <a:gd name="connsiteX0" fmla="*/ 272606 w 1301306"/>
                <a:gd name="connsiteY0" fmla="*/ 1308844 h 1308844"/>
                <a:gd name="connsiteX1" fmla="*/ 15431 w 1301306"/>
                <a:gd name="connsiteY1" fmla="*/ 1308844 h 1308844"/>
                <a:gd name="connsiteX2" fmla="*/ 0 w 1301306"/>
                <a:gd name="connsiteY2" fmla="*/ 1293414 h 1308844"/>
                <a:gd name="connsiteX3" fmla="*/ 0 w 1301306"/>
                <a:gd name="connsiteY3" fmla="*/ 1036239 h 1308844"/>
                <a:gd name="connsiteX4" fmla="*/ 15431 w 1301306"/>
                <a:gd name="connsiteY4" fmla="*/ 1020808 h 1308844"/>
                <a:gd name="connsiteX5" fmla="*/ 272606 w 1301306"/>
                <a:gd name="connsiteY5" fmla="*/ 1020808 h 1308844"/>
                <a:gd name="connsiteX6" fmla="*/ 288036 w 1301306"/>
                <a:gd name="connsiteY6" fmla="*/ 1036239 h 1308844"/>
                <a:gd name="connsiteX7" fmla="*/ 288036 w 1301306"/>
                <a:gd name="connsiteY7" fmla="*/ 1293414 h 1308844"/>
                <a:gd name="connsiteX8" fmla="*/ 272606 w 1301306"/>
                <a:gd name="connsiteY8" fmla="*/ 1308844 h 1308844"/>
                <a:gd name="connsiteX9" fmla="*/ 30861 w 1301306"/>
                <a:gd name="connsiteY9" fmla="*/ 1277983 h 1308844"/>
                <a:gd name="connsiteX10" fmla="*/ 257175 w 1301306"/>
                <a:gd name="connsiteY10" fmla="*/ 1277983 h 1308844"/>
                <a:gd name="connsiteX11" fmla="*/ 257175 w 1301306"/>
                <a:gd name="connsiteY11" fmla="*/ 1051669 h 1308844"/>
                <a:gd name="connsiteX12" fmla="*/ 30861 w 1301306"/>
                <a:gd name="connsiteY12" fmla="*/ 1051669 h 1308844"/>
                <a:gd name="connsiteX13" fmla="*/ 30861 w 1301306"/>
                <a:gd name="connsiteY13" fmla="*/ 1277983 h 1308844"/>
                <a:gd name="connsiteX14" fmla="*/ 1301306 w 1301306"/>
                <a:gd name="connsiteY14" fmla="*/ 1180257 h 1308844"/>
                <a:gd name="connsiteX15" fmla="*/ 444056 w 1301306"/>
                <a:gd name="connsiteY15" fmla="*/ 1180257 h 1308844"/>
                <a:gd name="connsiteX16" fmla="*/ 444056 w 1301306"/>
                <a:gd name="connsiteY16" fmla="*/ 1149396 h 1308844"/>
                <a:gd name="connsiteX17" fmla="*/ 1301306 w 1301306"/>
                <a:gd name="connsiteY17" fmla="*/ 1149396 h 1308844"/>
                <a:gd name="connsiteX18" fmla="*/ 1301306 w 1301306"/>
                <a:gd name="connsiteY18" fmla="*/ 1180257 h 1308844"/>
                <a:gd name="connsiteX19" fmla="*/ 272606 w 1301306"/>
                <a:gd name="connsiteY19" fmla="*/ 794494 h 1308844"/>
                <a:gd name="connsiteX20" fmla="*/ 15431 w 1301306"/>
                <a:gd name="connsiteY20" fmla="*/ 794494 h 1308844"/>
                <a:gd name="connsiteX21" fmla="*/ 0 w 1301306"/>
                <a:gd name="connsiteY21" fmla="*/ 779064 h 1308844"/>
                <a:gd name="connsiteX22" fmla="*/ 0 w 1301306"/>
                <a:gd name="connsiteY22" fmla="*/ 521889 h 1308844"/>
                <a:gd name="connsiteX23" fmla="*/ 15431 w 1301306"/>
                <a:gd name="connsiteY23" fmla="*/ 506458 h 1308844"/>
                <a:gd name="connsiteX24" fmla="*/ 272606 w 1301306"/>
                <a:gd name="connsiteY24" fmla="*/ 506458 h 1308844"/>
                <a:gd name="connsiteX25" fmla="*/ 288036 w 1301306"/>
                <a:gd name="connsiteY25" fmla="*/ 521889 h 1308844"/>
                <a:gd name="connsiteX26" fmla="*/ 288036 w 1301306"/>
                <a:gd name="connsiteY26" fmla="*/ 779064 h 1308844"/>
                <a:gd name="connsiteX27" fmla="*/ 272606 w 1301306"/>
                <a:gd name="connsiteY27" fmla="*/ 794494 h 1308844"/>
                <a:gd name="connsiteX28" fmla="*/ 30861 w 1301306"/>
                <a:gd name="connsiteY28" fmla="*/ 763633 h 1308844"/>
                <a:gd name="connsiteX29" fmla="*/ 257175 w 1301306"/>
                <a:gd name="connsiteY29" fmla="*/ 763633 h 1308844"/>
                <a:gd name="connsiteX30" fmla="*/ 257175 w 1301306"/>
                <a:gd name="connsiteY30" fmla="*/ 537319 h 1308844"/>
                <a:gd name="connsiteX31" fmla="*/ 30861 w 1301306"/>
                <a:gd name="connsiteY31" fmla="*/ 537319 h 1308844"/>
                <a:gd name="connsiteX32" fmla="*/ 30861 w 1301306"/>
                <a:gd name="connsiteY32" fmla="*/ 763633 h 1308844"/>
                <a:gd name="connsiteX33" fmla="*/ 1301306 w 1301306"/>
                <a:gd name="connsiteY33" fmla="*/ 665907 h 1308844"/>
                <a:gd name="connsiteX34" fmla="*/ 444056 w 1301306"/>
                <a:gd name="connsiteY34" fmla="*/ 665907 h 1308844"/>
                <a:gd name="connsiteX35" fmla="*/ 444056 w 1301306"/>
                <a:gd name="connsiteY35" fmla="*/ 635046 h 1308844"/>
                <a:gd name="connsiteX36" fmla="*/ 1301306 w 1301306"/>
                <a:gd name="connsiteY36" fmla="*/ 635046 h 1308844"/>
                <a:gd name="connsiteX37" fmla="*/ 1301306 w 1301306"/>
                <a:gd name="connsiteY37" fmla="*/ 665907 h 1308844"/>
                <a:gd name="connsiteX38" fmla="*/ 272606 w 1301306"/>
                <a:gd name="connsiteY38" fmla="*/ 280144 h 1308844"/>
                <a:gd name="connsiteX39" fmla="*/ 15431 w 1301306"/>
                <a:gd name="connsiteY39" fmla="*/ 280144 h 1308844"/>
                <a:gd name="connsiteX40" fmla="*/ 0 w 1301306"/>
                <a:gd name="connsiteY40" fmla="*/ 264714 h 1308844"/>
                <a:gd name="connsiteX41" fmla="*/ 123316 w 1301306"/>
                <a:gd name="connsiteY41" fmla="*/ 1452 h 1308844"/>
                <a:gd name="connsiteX42" fmla="*/ 148180 w 1301306"/>
                <a:gd name="connsiteY42" fmla="*/ 0 h 1308844"/>
                <a:gd name="connsiteX43" fmla="*/ 288036 w 1301306"/>
                <a:gd name="connsiteY43" fmla="*/ 264714 h 1308844"/>
                <a:gd name="connsiteX44" fmla="*/ 272606 w 1301306"/>
                <a:gd name="connsiteY44" fmla="*/ 280144 h 1308844"/>
                <a:gd name="connsiteX45" fmla="*/ 30861 w 1301306"/>
                <a:gd name="connsiteY45" fmla="*/ 249283 h 1308844"/>
                <a:gd name="connsiteX46" fmla="*/ 257175 w 1301306"/>
                <a:gd name="connsiteY46" fmla="*/ 249283 h 1308844"/>
                <a:gd name="connsiteX47" fmla="*/ 135636 w 1301306"/>
                <a:gd name="connsiteY47" fmla="*/ 26144 h 1308844"/>
                <a:gd name="connsiteX48" fmla="*/ 30861 w 1301306"/>
                <a:gd name="connsiteY48" fmla="*/ 249283 h 1308844"/>
                <a:gd name="connsiteX49" fmla="*/ 1301306 w 1301306"/>
                <a:gd name="connsiteY49" fmla="*/ 151557 h 1308844"/>
                <a:gd name="connsiteX50" fmla="*/ 444056 w 1301306"/>
                <a:gd name="connsiteY50" fmla="*/ 151557 h 1308844"/>
                <a:gd name="connsiteX51" fmla="*/ 444056 w 1301306"/>
                <a:gd name="connsiteY51" fmla="*/ 120696 h 1308844"/>
                <a:gd name="connsiteX52" fmla="*/ 1301306 w 1301306"/>
                <a:gd name="connsiteY52" fmla="*/ 120696 h 1308844"/>
                <a:gd name="connsiteX53" fmla="*/ 1301306 w 1301306"/>
                <a:gd name="connsiteY53" fmla="*/ 151557 h 1308844"/>
                <a:gd name="connsiteX0" fmla="*/ 272606 w 1301306"/>
                <a:gd name="connsiteY0" fmla="*/ 1308844 h 1308844"/>
                <a:gd name="connsiteX1" fmla="*/ 15431 w 1301306"/>
                <a:gd name="connsiteY1" fmla="*/ 1308844 h 1308844"/>
                <a:gd name="connsiteX2" fmla="*/ 0 w 1301306"/>
                <a:gd name="connsiteY2" fmla="*/ 1293414 h 1308844"/>
                <a:gd name="connsiteX3" fmla="*/ 0 w 1301306"/>
                <a:gd name="connsiteY3" fmla="*/ 1036239 h 1308844"/>
                <a:gd name="connsiteX4" fmla="*/ 15431 w 1301306"/>
                <a:gd name="connsiteY4" fmla="*/ 1020808 h 1308844"/>
                <a:gd name="connsiteX5" fmla="*/ 272606 w 1301306"/>
                <a:gd name="connsiteY5" fmla="*/ 1020808 h 1308844"/>
                <a:gd name="connsiteX6" fmla="*/ 288036 w 1301306"/>
                <a:gd name="connsiteY6" fmla="*/ 1036239 h 1308844"/>
                <a:gd name="connsiteX7" fmla="*/ 288036 w 1301306"/>
                <a:gd name="connsiteY7" fmla="*/ 1293414 h 1308844"/>
                <a:gd name="connsiteX8" fmla="*/ 272606 w 1301306"/>
                <a:gd name="connsiteY8" fmla="*/ 1308844 h 1308844"/>
                <a:gd name="connsiteX9" fmla="*/ 30861 w 1301306"/>
                <a:gd name="connsiteY9" fmla="*/ 1277983 h 1308844"/>
                <a:gd name="connsiteX10" fmla="*/ 257175 w 1301306"/>
                <a:gd name="connsiteY10" fmla="*/ 1277983 h 1308844"/>
                <a:gd name="connsiteX11" fmla="*/ 257175 w 1301306"/>
                <a:gd name="connsiteY11" fmla="*/ 1051669 h 1308844"/>
                <a:gd name="connsiteX12" fmla="*/ 30861 w 1301306"/>
                <a:gd name="connsiteY12" fmla="*/ 1051669 h 1308844"/>
                <a:gd name="connsiteX13" fmla="*/ 30861 w 1301306"/>
                <a:gd name="connsiteY13" fmla="*/ 1277983 h 1308844"/>
                <a:gd name="connsiteX14" fmla="*/ 1301306 w 1301306"/>
                <a:gd name="connsiteY14" fmla="*/ 1180257 h 1308844"/>
                <a:gd name="connsiteX15" fmla="*/ 444056 w 1301306"/>
                <a:gd name="connsiteY15" fmla="*/ 1180257 h 1308844"/>
                <a:gd name="connsiteX16" fmla="*/ 444056 w 1301306"/>
                <a:gd name="connsiteY16" fmla="*/ 1149396 h 1308844"/>
                <a:gd name="connsiteX17" fmla="*/ 1301306 w 1301306"/>
                <a:gd name="connsiteY17" fmla="*/ 1149396 h 1308844"/>
                <a:gd name="connsiteX18" fmla="*/ 1301306 w 1301306"/>
                <a:gd name="connsiteY18" fmla="*/ 1180257 h 1308844"/>
                <a:gd name="connsiteX19" fmla="*/ 272606 w 1301306"/>
                <a:gd name="connsiteY19" fmla="*/ 794494 h 1308844"/>
                <a:gd name="connsiteX20" fmla="*/ 15431 w 1301306"/>
                <a:gd name="connsiteY20" fmla="*/ 794494 h 1308844"/>
                <a:gd name="connsiteX21" fmla="*/ 0 w 1301306"/>
                <a:gd name="connsiteY21" fmla="*/ 779064 h 1308844"/>
                <a:gd name="connsiteX22" fmla="*/ 0 w 1301306"/>
                <a:gd name="connsiteY22" fmla="*/ 521889 h 1308844"/>
                <a:gd name="connsiteX23" fmla="*/ 15431 w 1301306"/>
                <a:gd name="connsiteY23" fmla="*/ 506458 h 1308844"/>
                <a:gd name="connsiteX24" fmla="*/ 272606 w 1301306"/>
                <a:gd name="connsiteY24" fmla="*/ 506458 h 1308844"/>
                <a:gd name="connsiteX25" fmla="*/ 288036 w 1301306"/>
                <a:gd name="connsiteY25" fmla="*/ 521889 h 1308844"/>
                <a:gd name="connsiteX26" fmla="*/ 288036 w 1301306"/>
                <a:gd name="connsiteY26" fmla="*/ 779064 h 1308844"/>
                <a:gd name="connsiteX27" fmla="*/ 272606 w 1301306"/>
                <a:gd name="connsiteY27" fmla="*/ 794494 h 1308844"/>
                <a:gd name="connsiteX28" fmla="*/ 30861 w 1301306"/>
                <a:gd name="connsiteY28" fmla="*/ 763633 h 1308844"/>
                <a:gd name="connsiteX29" fmla="*/ 257175 w 1301306"/>
                <a:gd name="connsiteY29" fmla="*/ 763633 h 1308844"/>
                <a:gd name="connsiteX30" fmla="*/ 257175 w 1301306"/>
                <a:gd name="connsiteY30" fmla="*/ 537319 h 1308844"/>
                <a:gd name="connsiteX31" fmla="*/ 30861 w 1301306"/>
                <a:gd name="connsiteY31" fmla="*/ 537319 h 1308844"/>
                <a:gd name="connsiteX32" fmla="*/ 30861 w 1301306"/>
                <a:gd name="connsiteY32" fmla="*/ 763633 h 1308844"/>
                <a:gd name="connsiteX33" fmla="*/ 1301306 w 1301306"/>
                <a:gd name="connsiteY33" fmla="*/ 665907 h 1308844"/>
                <a:gd name="connsiteX34" fmla="*/ 444056 w 1301306"/>
                <a:gd name="connsiteY34" fmla="*/ 665907 h 1308844"/>
                <a:gd name="connsiteX35" fmla="*/ 444056 w 1301306"/>
                <a:gd name="connsiteY35" fmla="*/ 635046 h 1308844"/>
                <a:gd name="connsiteX36" fmla="*/ 1301306 w 1301306"/>
                <a:gd name="connsiteY36" fmla="*/ 635046 h 1308844"/>
                <a:gd name="connsiteX37" fmla="*/ 1301306 w 1301306"/>
                <a:gd name="connsiteY37" fmla="*/ 665907 h 1308844"/>
                <a:gd name="connsiteX38" fmla="*/ 272606 w 1301306"/>
                <a:gd name="connsiteY38" fmla="*/ 280144 h 1308844"/>
                <a:gd name="connsiteX39" fmla="*/ 15431 w 1301306"/>
                <a:gd name="connsiteY39" fmla="*/ 280144 h 1308844"/>
                <a:gd name="connsiteX40" fmla="*/ 0 w 1301306"/>
                <a:gd name="connsiteY40" fmla="*/ 264714 h 1308844"/>
                <a:gd name="connsiteX41" fmla="*/ 123316 w 1301306"/>
                <a:gd name="connsiteY41" fmla="*/ 1452 h 1308844"/>
                <a:gd name="connsiteX42" fmla="*/ 148180 w 1301306"/>
                <a:gd name="connsiteY42" fmla="*/ 0 h 1308844"/>
                <a:gd name="connsiteX43" fmla="*/ 288036 w 1301306"/>
                <a:gd name="connsiteY43" fmla="*/ 264714 h 1308844"/>
                <a:gd name="connsiteX44" fmla="*/ 272606 w 1301306"/>
                <a:gd name="connsiteY44" fmla="*/ 280144 h 1308844"/>
                <a:gd name="connsiteX45" fmla="*/ 32792 w 1301306"/>
                <a:gd name="connsiteY45" fmla="*/ 249283 h 1308844"/>
                <a:gd name="connsiteX46" fmla="*/ 257175 w 1301306"/>
                <a:gd name="connsiteY46" fmla="*/ 249283 h 1308844"/>
                <a:gd name="connsiteX47" fmla="*/ 135636 w 1301306"/>
                <a:gd name="connsiteY47" fmla="*/ 26144 h 1308844"/>
                <a:gd name="connsiteX48" fmla="*/ 32792 w 1301306"/>
                <a:gd name="connsiteY48" fmla="*/ 249283 h 1308844"/>
                <a:gd name="connsiteX49" fmla="*/ 1301306 w 1301306"/>
                <a:gd name="connsiteY49" fmla="*/ 151557 h 1308844"/>
                <a:gd name="connsiteX50" fmla="*/ 444056 w 1301306"/>
                <a:gd name="connsiteY50" fmla="*/ 151557 h 1308844"/>
                <a:gd name="connsiteX51" fmla="*/ 444056 w 1301306"/>
                <a:gd name="connsiteY51" fmla="*/ 120696 h 1308844"/>
                <a:gd name="connsiteX52" fmla="*/ 1301306 w 1301306"/>
                <a:gd name="connsiteY52" fmla="*/ 120696 h 1308844"/>
                <a:gd name="connsiteX53" fmla="*/ 1301306 w 1301306"/>
                <a:gd name="connsiteY53" fmla="*/ 151557 h 1308844"/>
                <a:gd name="connsiteX0" fmla="*/ 272606 w 1301306"/>
                <a:gd name="connsiteY0" fmla="*/ 1308844 h 1308844"/>
                <a:gd name="connsiteX1" fmla="*/ 15431 w 1301306"/>
                <a:gd name="connsiteY1" fmla="*/ 1308844 h 1308844"/>
                <a:gd name="connsiteX2" fmla="*/ 0 w 1301306"/>
                <a:gd name="connsiteY2" fmla="*/ 1293414 h 1308844"/>
                <a:gd name="connsiteX3" fmla="*/ 0 w 1301306"/>
                <a:gd name="connsiteY3" fmla="*/ 1036239 h 1308844"/>
                <a:gd name="connsiteX4" fmla="*/ 15431 w 1301306"/>
                <a:gd name="connsiteY4" fmla="*/ 1020808 h 1308844"/>
                <a:gd name="connsiteX5" fmla="*/ 272606 w 1301306"/>
                <a:gd name="connsiteY5" fmla="*/ 1020808 h 1308844"/>
                <a:gd name="connsiteX6" fmla="*/ 288036 w 1301306"/>
                <a:gd name="connsiteY6" fmla="*/ 1036239 h 1308844"/>
                <a:gd name="connsiteX7" fmla="*/ 288036 w 1301306"/>
                <a:gd name="connsiteY7" fmla="*/ 1293414 h 1308844"/>
                <a:gd name="connsiteX8" fmla="*/ 272606 w 1301306"/>
                <a:gd name="connsiteY8" fmla="*/ 1308844 h 1308844"/>
                <a:gd name="connsiteX9" fmla="*/ 30861 w 1301306"/>
                <a:gd name="connsiteY9" fmla="*/ 1277983 h 1308844"/>
                <a:gd name="connsiteX10" fmla="*/ 257175 w 1301306"/>
                <a:gd name="connsiteY10" fmla="*/ 1277983 h 1308844"/>
                <a:gd name="connsiteX11" fmla="*/ 257175 w 1301306"/>
                <a:gd name="connsiteY11" fmla="*/ 1051669 h 1308844"/>
                <a:gd name="connsiteX12" fmla="*/ 30861 w 1301306"/>
                <a:gd name="connsiteY12" fmla="*/ 1051669 h 1308844"/>
                <a:gd name="connsiteX13" fmla="*/ 30861 w 1301306"/>
                <a:gd name="connsiteY13" fmla="*/ 1277983 h 1308844"/>
                <a:gd name="connsiteX14" fmla="*/ 1301306 w 1301306"/>
                <a:gd name="connsiteY14" fmla="*/ 1180257 h 1308844"/>
                <a:gd name="connsiteX15" fmla="*/ 444056 w 1301306"/>
                <a:gd name="connsiteY15" fmla="*/ 1180257 h 1308844"/>
                <a:gd name="connsiteX16" fmla="*/ 444056 w 1301306"/>
                <a:gd name="connsiteY16" fmla="*/ 1149396 h 1308844"/>
                <a:gd name="connsiteX17" fmla="*/ 1301306 w 1301306"/>
                <a:gd name="connsiteY17" fmla="*/ 1149396 h 1308844"/>
                <a:gd name="connsiteX18" fmla="*/ 1301306 w 1301306"/>
                <a:gd name="connsiteY18" fmla="*/ 1180257 h 1308844"/>
                <a:gd name="connsiteX19" fmla="*/ 272606 w 1301306"/>
                <a:gd name="connsiteY19" fmla="*/ 794494 h 1308844"/>
                <a:gd name="connsiteX20" fmla="*/ 15431 w 1301306"/>
                <a:gd name="connsiteY20" fmla="*/ 794494 h 1308844"/>
                <a:gd name="connsiteX21" fmla="*/ 0 w 1301306"/>
                <a:gd name="connsiteY21" fmla="*/ 779064 h 1308844"/>
                <a:gd name="connsiteX22" fmla="*/ 0 w 1301306"/>
                <a:gd name="connsiteY22" fmla="*/ 521889 h 1308844"/>
                <a:gd name="connsiteX23" fmla="*/ 15431 w 1301306"/>
                <a:gd name="connsiteY23" fmla="*/ 506458 h 1308844"/>
                <a:gd name="connsiteX24" fmla="*/ 272606 w 1301306"/>
                <a:gd name="connsiteY24" fmla="*/ 506458 h 1308844"/>
                <a:gd name="connsiteX25" fmla="*/ 288036 w 1301306"/>
                <a:gd name="connsiteY25" fmla="*/ 521889 h 1308844"/>
                <a:gd name="connsiteX26" fmla="*/ 288036 w 1301306"/>
                <a:gd name="connsiteY26" fmla="*/ 779064 h 1308844"/>
                <a:gd name="connsiteX27" fmla="*/ 272606 w 1301306"/>
                <a:gd name="connsiteY27" fmla="*/ 794494 h 1308844"/>
                <a:gd name="connsiteX28" fmla="*/ 30861 w 1301306"/>
                <a:gd name="connsiteY28" fmla="*/ 763633 h 1308844"/>
                <a:gd name="connsiteX29" fmla="*/ 257175 w 1301306"/>
                <a:gd name="connsiteY29" fmla="*/ 763633 h 1308844"/>
                <a:gd name="connsiteX30" fmla="*/ 257175 w 1301306"/>
                <a:gd name="connsiteY30" fmla="*/ 537319 h 1308844"/>
                <a:gd name="connsiteX31" fmla="*/ 30861 w 1301306"/>
                <a:gd name="connsiteY31" fmla="*/ 537319 h 1308844"/>
                <a:gd name="connsiteX32" fmla="*/ 30861 w 1301306"/>
                <a:gd name="connsiteY32" fmla="*/ 763633 h 1308844"/>
                <a:gd name="connsiteX33" fmla="*/ 1301306 w 1301306"/>
                <a:gd name="connsiteY33" fmla="*/ 665907 h 1308844"/>
                <a:gd name="connsiteX34" fmla="*/ 444056 w 1301306"/>
                <a:gd name="connsiteY34" fmla="*/ 665907 h 1308844"/>
                <a:gd name="connsiteX35" fmla="*/ 444056 w 1301306"/>
                <a:gd name="connsiteY35" fmla="*/ 635046 h 1308844"/>
                <a:gd name="connsiteX36" fmla="*/ 1301306 w 1301306"/>
                <a:gd name="connsiteY36" fmla="*/ 635046 h 1308844"/>
                <a:gd name="connsiteX37" fmla="*/ 1301306 w 1301306"/>
                <a:gd name="connsiteY37" fmla="*/ 665907 h 1308844"/>
                <a:gd name="connsiteX38" fmla="*/ 272606 w 1301306"/>
                <a:gd name="connsiteY38" fmla="*/ 280144 h 1308844"/>
                <a:gd name="connsiteX39" fmla="*/ 15431 w 1301306"/>
                <a:gd name="connsiteY39" fmla="*/ 280144 h 1308844"/>
                <a:gd name="connsiteX40" fmla="*/ 0 w 1301306"/>
                <a:gd name="connsiteY40" fmla="*/ 264714 h 1308844"/>
                <a:gd name="connsiteX41" fmla="*/ 123316 w 1301306"/>
                <a:gd name="connsiteY41" fmla="*/ 1452 h 1308844"/>
                <a:gd name="connsiteX42" fmla="*/ 148180 w 1301306"/>
                <a:gd name="connsiteY42" fmla="*/ 0 h 1308844"/>
                <a:gd name="connsiteX43" fmla="*/ 288036 w 1301306"/>
                <a:gd name="connsiteY43" fmla="*/ 264714 h 1308844"/>
                <a:gd name="connsiteX44" fmla="*/ 272606 w 1301306"/>
                <a:gd name="connsiteY44" fmla="*/ 280144 h 1308844"/>
                <a:gd name="connsiteX45" fmla="*/ 32792 w 1301306"/>
                <a:gd name="connsiteY45" fmla="*/ 249283 h 1308844"/>
                <a:gd name="connsiteX46" fmla="*/ 257175 w 1301306"/>
                <a:gd name="connsiteY46" fmla="*/ 249283 h 1308844"/>
                <a:gd name="connsiteX47" fmla="*/ 135636 w 1301306"/>
                <a:gd name="connsiteY47" fmla="*/ 26144 h 1308844"/>
                <a:gd name="connsiteX48" fmla="*/ 32792 w 1301306"/>
                <a:gd name="connsiteY48" fmla="*/ 249283 h 1308844"/>
                <a:gd name="connsiteX49" fmla="*/ 1301306 w 1301306"/>
                <a:gd name="connsiteY49" fmla="*/ 151557 h 1308844"/>
                <a:gd name="connsiteX50" fmla="*/ 444056 w 1301306"/>
                <a:gd name="connsiteY50" fmla="*/ 151557 h 1308844"/>
                <a:gd name="connsiteX51" fmla="*/ 444056 w 1301306"/>
                <a:gd name="connsiteY51" fmla="*/ 120696 h 1308844"/>
                <a:gd name="connsiteX52" fmla="*/ 1301306 w 1301306"/>
                <a:gd name="connsiteY52" fmla="*/ 120696 h 1308844"/>
                <a:gd name="connsiteX53" fmla="*/ 1301306 w 1301306"/>
                <a:gd name="connsiteY53" fmla="*/ 151557 h 1308844"/>
                <a:gd name="connsiteX0" fmla="*/ 272606 w 1301306"/>
                <a:gd name="connsiteY0" fmla="*/ 1308844 h 1308844"/>
                <a:gd name="connsiteX1" fmla="*/ 15431 w 1301306"/>
                <a:gd name="connsiteY1" fmla="*/ 1308844 h 1308844"/>
                <a:gd name="connsiteX2" fmla="*/ 0 w 1301306"/>
                <a:gd name="connsiteY2" fmla="*/ 1293414 h 1308844"/>
                <a:gd name="connsiteX3" fmla="*/ 0 w 1301306"/>
                <a:gd name="connsiteY3" fmla="*/ 1036239 h 1308844"/>
                <a:gd name="connsiteX4" fmla="*/ 15431 w 1301306"/>
                <a:gd name="connsiteY4" fmla="*/ 1020808 h 1308844"/>
                <a:gd name="connsiteX5" fmla="*/ 272606 w 1301306"/>
                <a:gd name="connsiteY5" fmla="*/ 1020808 h 1308844"/>
                <a:gd name="connsiteX6" fmla="*/ 288036 w 1301306"/>
                <a:gd name="connsiteY6" fmla="*/ 1036239 h 1308844"/>
                <a:gd name="connsiteX7" fmla="*/ 288036 w 1301306"/>
                <a:gd name="connsiteY7" fmla="*/ 1293414 h 1308844"/>
                <a:gd name="connsiteX8" fmla="*/ 272606 w 1301306"/>
                <a:gd name="connsiteY8" fmla="*/ 1308844 h 1308844"/>
                <a:gd name="connsiteX9" fmla="*/ 30861 w 1301306"/>
                <a:gd name="connsiteY9" fmla="*/ 1277983 h 1308844"/>
                <a:gd name="connsiteX10" fmla="*/ 257175 w 1301306"/>
                <a:gd name="connsiteY10" fmla="*/ 1277983 h 1308844"/>
                <a:gd name="connsiteX11" fmla="*/ 257175 w 1301306"/>
                <a:gd name="connsiteY11" fmla="*/ 1051669 h 1308844"/>
                <a:gd name="connsiteX12" fmla="*/ 30861 w 1301306"/>
                <a:gd name="connsiteY12" fmla="*/ 1051669 h 1308844"/>
                <a:gd name="connsiteX13" fmla="*/ 30861 w 1301306"/>
                <a:gd name="connsiteY13" fmla="*/ 1277983 h 1308844"/>
                <a:gd name="connsiteX14" fmla="*/ 1301306 w 1301306"/>
                <a:gd name="connsiteY14" fmla="*/ 1180257 h 1308844"/>
                <a:gd name="connsiteX15" fmla="*/ 444056 w 1301306"/>
                <a:gd name="connsiteY15" fmla="*/ 1180257 h 1308844"/>
                <a:gd name="connsiteX16" fmla="*/ 444056 w 1301306"/>
                <a:gd name="connsiteY16" fmla="*/ 1149396 h 1308844"/>
                <a:gd name="connsiteX17" fmla="*/ 1301306 w 1301306"/>
                <a:gd name="connsiteY17" fmla="*/ 1149396 h 1308844"/>
                <a:gd name="connsiteX18" fmla="*/ 1301306 w 1301306"/>
                <a:gd name="connsiteY18" fmla="*/ 1180257 h 1308844"/>
                <a:gd name="connsiteX19" fmla="*/ 272606 w 1301306"/>
                <a:gd name="connsiteY19" fmla="*/ 794494 h 1308844"/>
                <a:gd name="connsiteX20" fmla="*/ 15431 w 1301306"/>
                <a:gd name="connsiteY20" fmla="*/ 794494 h 1308844"/>
                <a:gd name="connsiteX21" fmla="*/ 0 w 1301306"/>
                <a:gd name="connsiteY21" fmla="*/ 779064 h 1308844"/>
                <a:gd name="connsiteX22" fmla="*/ 0 w 1301306"/>
                <a:gd name="connsiteY22" fmla="*/ 521889 h 1308844"/>
                <a:gd name="connsiteX23" fmla="*/ 15431 w 1301306"/>
                <a:gd name="connsiteY23" fmla="*/ 506458 h 1308844"/>
                <a:gd name="connsiteX24" fmla="*/ 272606 w 1301306"/>
                <a:gd name="connsiteY24" fmla="*/ 506458 h 1308844"/>
                <a:gd name="connsiteX25" fmla="*/ 288036 w 1301306"/>
                <a:gd name="connsiteY25" fmla="*/ 521889 h 1308844"/>
                <a:gd name="connsiteX26" fmla="*/ 288036 w 1301306"/>
                <a:gd name="connsiteY26" fmla="*/ 779064 h 1308844"/>
                <a:gd name="connsiteX27" fmla="*/ 272606 w 1301306"/>
                <a:gd name="connsiteY27" fmla="*/ 794494 h 1308844"/>
                <a:gd name="connsiteX28" fmla="*/ 30861 w 1301306"/>
                <a:gd name="connsiteY28" fmla="*/ 763633 h 1308844"/>
                <a:gd name="connsiteX29" fmla="*/ 257175 w 1301306"/>
                <a:gd name="connsiteY29" fmla="*/ 763633 h 1308844"/>
                <a:gd name="connsiteX30" fmla="*/ 257175 w 1301306"/>
                <a:gd name="connsiteY30" fmla="*/ 537319 h 1308844"/>
                <a:gd name="connsiteX31" fmla="*/ 30861 w 1301306"/>
                <a:gd name="connsiteY31" fmla="*/ 537319 h 1308844"/>
                <a:gd name="connsiteX32" fmla="*/ 30861 w 1301306"/>
                <a:gd name="connsiteY32" fmla="*/ 763633 h 1308844"/>
                <a:gd name="connsiteX33" fmla="*/ 1301306 w 1301306"/>
                <a:gd name="connsiteY33" fmla="*/ 665907 h 1308844"/>
                <a:gd name="connsiteX34" fmla="*/ 444056 w 1301306"/>
                <a:gd name="connsiteY34" fmla="*/ 665907 h 1308844"/>
                <a:gd name="connsiteX35" fmla="*/ 444056 w 1301306"/>
                <a:gd name="connsiteY35" fmla="*/ 635046 h 1308844"/>
                <a:gd name="connsiteX36" fmla="*/ 1301306 w 1301306"/>
                <a:gd name="connsiteY36" fmla="*/ 635046 h 1308844"/>
                <a:gd name="connsiteX37" fmla="*/ 1301306 w 1301306"/>
                <a:gd name="connsiteY37" fmla="*/ 665907 h 1308844"/>
                <a:gd name="connsiteX38" fmla="*/ 272606 w 1301306"/>
                <a:gd name="connsiteY38" fmla="*/ 280144 h 1308844"/>
                <a:gd name="connsiteX39" fmla="*/ 15431 w 1301306"/>
                <a:gd name="connsiteY39" fmla="*/ 280144 h 1308844"/>
                <a:gd name="connsiteX40" fmla="*/ 0 w 1301306"/>
                <a:gd name="connsiteY40" fmla="*/ 264714 h 1308844"/>
                <a:gd name="connsiteX41" fmla="*/ 123316 w 1301306"/>
                <a:gd name="connsiteY41" fmla="*/ 1452 h 1308844"/>
                <a:gd name="connsiteX42" fmla="*/ 148180 w 1301306"/>
                <a:gd name="connsiteY42" fmla="*/ 0 h 1308844"/>
                <a:gd name="connsiteX43" fmla="*/ 288036 w 1301306"/>
                <a:gd name="connsiteY43" fmla="*/ 264714 h 1308844"/>
                <a:gd name="connsiteX44" fmla="*/ 272606 w 1301306"/>
                <a:gd name="connsiteY44" fmla="*/ 280144 h 1308844"/>
                <a:gd name="connsiteX45" fmla="*/ 32792 w 1301306"/>
                <a:gd name="connsiteY45" fmla="*/ 249283 h 1308844"/>
                <a:gd name="connsiteX46" fmla="*/ 257175 w 1301306"/>
                <a:gd name="connsiteY46" fmla="*/ 249283 h 1308844"/>
                <a:gd name="connsiteX47" fmla="*/ 135636 w 1301306"/>
                <a:gd name="connsiteY47" fmla="*/ 26144 h 1308844"/>
                <a:gd name="connsiteX48" fmla="*/ 32792 w 1301306"/>
                <a:gd name="connsiteY48" fmla="*/ 249283 h 1308844"/>
                <a:gd name="connsiteX49" fmla="*/ 1301306 w 1301306"/>
                <a:gd name="connsiteY49" fmla="*/ 151557 h 1308844"/>
                <a:gd name="connsiteX50" fmla="*/ 444056 w 1301306"/>
                <a:gd name="connsiteY50" fmla="*/ 151557 h 1308844"/>
                <a:gd name="connsiteX51" fmla="*/ 444056 w 1301306"/>
                <a:gd name="connsiteY51" fmla="*/ 120696 h 1308844"/>
                <a:gd name="connsiteX52" fmla="*/ 1301306 w 1301306"/>
                <a:gd name="connsiteY52" fmla="*/ 120696 h 1308844"/>
                <a:gd name="connsiteX53" fmla="*/ 1301306 w 1301306"/>
                <a:gd name="connsiteY53" fmla="*/ 151557 h 1308844"/>
                <a:gd name="connsiteX0" fmla="*/ 272606 w 1301306"/>
                <a:gd name="connsiteY0" fmla="*/ 1310763 h 1310763"/>
                <a:gd name="connsiteX1" fmla="*/ 15431 w 1301306"/>
                <a:gd name="connsiteY1" fmla="*/ 1310763 h 1310763"/>
                <a:gd name="connsiteX2" fmla="*/ 0 w 1301306"/>
                <a:gd name="connsiteY2" fmla="*/ 1295333 h 1310763"/>
                <a:gd name="connsiteX3" fmla="*/ 0 w 1301306"/>
                <a:gd name="connsiteY3" fmla="*/ 1038158 h 1310763"/>
                <a:gd name="connsiteX4" fmla="*/ 15431 w 1301306"/>
                <a:gd name="connsiteY4" fmla="*/ 1022727 h 1310763"/>
                <a:gd name="connsiteX5" fmla="*/ 272606 w 1301306"/>
                <a:gd name="connsiteY5" fmla="*/ 1022727 h 1310763"/>
                <a:gd name="connsiteX6" fmla="*/ 288036 w 1301306"/>
                <a:gd name="connsiteY6" fmla="*/ 1038158 h 1310763"/>
                <a:gd name="connsiteX7" fmla="*/ 288036 w 1301306"/>
                <a:gd name="connsiteY7" fmla="*/ 1295333 h 1310763"/>
                <a:gd name="connsiteX8" fmla="*/ 272606 w 1301306"/>
                <a:gd name="connsiteY8" fmla="*/ 1310763 h 1310763"/>
                <a:gd name="connsiteX9" fmla="*/ 30861 w 1301306"/>
                <a:gd name="connsiteY9" fmla="*/ 1279902 h 1310763"/>
                <a:gd name="connsiteX10" fmla="*/ 257175 w 1301306"/>
                <a:gd name="connsiteY10" fmla="*/ 1279902 h 1310763"/>
                <a:gd name="connsiteX11" fmla="*/ 257175 w 1301306"/>
                <a:gd name="connsiteY11" fmla="*/ 1053588 h 1310763"/>
                <a:gd name="connsiteX12" fmla="*/ 30861 w 1301306"/>
                <a:gd name="connsiteY12" fmla="*/ 1053588 h 1310763"/>
                <a:gd name="connsiteX13" fmla="*/ 30861 w 1301306"/>
                <a:gd name="connsiteY13" fmla="*/ 1279902 h 1310763"/>
                <a:gd name="connsiteX14" fmla="*/ 1301306 w 1301306"/>
                <a:gd name="connsiteY14" fmla="*/ 1182176 h 1310763"/>
                <a:gd name="connsiteX15" fmla="*/ 444056 w 1301306"/>
                <a:gd name="connsiteY15" fmla="*/ 1182176 h 1310763"/>
                <a:gd name="connsiteX16" fmla="*/ 444056 w 1301306"/>
                <a:gd name="connsiteY16" fmla="*/ 1151315 h 1310763"/>
                <a:gd name="connsiteX17" fmla="*/ 1301306 w 1301306"/>
                <a:gd name="connsiteY17" fmla="*/ 1151315 h 1310763"/>
                <a:gd name="connsiteX18" fmla="*/ 1301306 w 1301306"/>
                <a:gd name="connsiteY18" fmla="*/ 1182176 h 1310763"/>
                <a:gd name="connsiteX19" fmla="*/ 272606 w 1301306"/>
                <a:gd name="connsiteY19" fmla="*/ 796413 h 1310763"/>
                <a:gd name="connsiteX20" fmla="*/ 15431 w 1301306"/>
                <a:gd name="connsiteY20" fmla="*/ 796413 h 1310763"/>
                <a:gd name="connsiteX21" fmla="*/ 0 w 1301306"/>
                <a:gd name="connsiteY21" fmla="*/ 780983 h 1310763"/>
                <a:gd name="connsiteX22" fmla="*/ 0 w 1301306"/>
                <a:gd name="connsiteY22" fmla="*/ 523808 h 1310763"/>
                <a:gd name="connsiteX23" fmla="*/ 15431 w 1301306"/>
                <a:gd name="connsiteY23" fmla="*/ 508377 h 1310763"/>
                <a:gd name="connsiteX24" fmla="*/ 272606 w 1301306"/>
                <a:gd name="connsiteY24" fmla="*/ 508377 h 1310763"/>
                <a:gd name="connsiteX25" fmla="*/ 288036 w 1301306"/>
                <a:gd name="connsiteY25" fmla="*/ 523808 h 1310763"/>
                <a:gd name="connsiteX26" fmla="*/ 288036 w 1301306"/>
                <a:gd name="connsiteY26" fmla="*/ 780983 h 1310763"/>
                <a:gd name="connsiteX27" fmla="*/ 272606 w 1301306"/>
                <a:gd name="connsiteY27" fmla="*/ 796413 h 1310763"/>
                <a:gd name="connsiteX28" fmla="*/ 30861 w 1301306"/>
                <a:gd name="connsiteY28" fmla="*/ 765552 h 1310763"/>
                <a:gd name="connsiteX29" fmla="*/ 257175 w 1301306"/>
                <a:gd name="connsiteY29" fmla="*/ 765552 h 1310763"/>
                <a:gd name="connsiteX30" fmla="*/ 257175 w 1301306"/>
                <a:gd name="connsiteY30" fmla="*/ 539238 h 1310763"/>
                <a:gd name="connsiteX31" fmla="*/ 30861 w 1301306"/>
                <a:gd name="connsiteY31" fmla="*/ 539238 h 1310763"/>
                <a:gd name="connsiteX32" fmla="*/ 30861 w 1301306"/>
                <a:gd name="connsiteY32" fmla="*/ 765552 h 1310763"/>
                <a:gd name="connsiteX33" fmla="*/ 1301306 w 1301306"/>
                <a:gd name="connsiteY33" fmla="*/ 667826 h 1310763"/>
                <a:gd name="connsiteX34" fmla="*/ 444056 w 1301306"/>
                <a:gd name="connsiteY34" fmla="*/ 667826 h 1310763"/>
                <a:gd name="connsiteX35" fmla="*/ 444056 w 1301306"/>
                <a:gd name="connsiteY35" fmla="*/ 636965 h 1310763"/>
                <a:gd name="connsiteX36" fmla="*/ 1301306 w 1301306"/>
                <a:gd name="connsiteY36" fmla="*/ 636965 h 1310763"/>
                <a:gd name="connsiteX37" fmla="*/ 1301306 w 1301306"/>
                <a:gd name="connsiteY37" fmla="*/ 667826 h 1310763"/>
                <a:gd name="connsiteX38" fmla="*/ 272606 w 1301306"/>
                <a:gd name="connsiteY38" fmla="*/ 282063 h 1310763"/>
                <a:gd name="connsiteX39" fmla="*/ 15431 w 1301306"/>
                <a:gd name="connsiteY39" fmla="*/ 282063 h 1310763"/>
                <a:gd name="connsiteX40" fmla="*/ 0 w 1301306"/>
                <a:gd name="connsiteY40" fmla="*/ 266633 h 1310763"/>
                <a:gd name="connsiteX41" fmla="*/ 123316 w 1301306"/>
                <a:gd name="connsiteY41" fmla="*/ 3371 h 1310763"/>
                <a:gd name="connsiteX42" fmla="*/ 148180 w 1301306"/>
                <a:gd name="connsiteY42" fmla="*/ 1919 h 1310763"/>
                <a:gd name="connsiteX43" fmla="*/ 288036 w 1301306"/>
                <a:gd name="connsiteY43" fmla="*/ 266633 h 1310763"/>
                <a:gd name="connsiteX44" fmla="*/ 272606 w 1301306"/>
                <a:gd name="connsiteY44" fmla="*/ 282063 h 1310763"/>
                <a:gd name="connsiteX45" fmla="*/ 32792 w 1301306"/>
                <a:gd name="connsiteY45" fmla="*/ 251202 h 1310763"/>
                <a:gd name="connsiteX46" fmla="*/ 257175 w 1301306"/>
                <a:gd name="connsiteY46" fmla="*/ 251202 h 1310763"/>
                <a:gd name="connsiteX47" fmla="*/ 135636 w 1301306"/>
                <a:gd name="connsiteY47" fmla="*/ 28063 h 1310763"/>
                <a:gd name="connsiteX48" fmla="*/ 32792 w 1301306"/>
                <a:gd name="connsiteY48" fmla="*/ 251202 h 1310763"/>
                <a:gd name="connsiteX49" fmla="*/ 1301306 w 1301306"/>
                <a:gd name="connsiteY49" fmla="*/ 153476 h 1310763"/>
                <a:gd name="connsiteX50" fmla="*/ 444056 w 1301306"/>
                <a:gd name="connsiteY50" fmla="*/ 153476 h 1310763"/>
                <a:gd name="connsiteX51" fmla="*/ 444056 w 1301306"/>
                <a:gd name="connsiteY51" fmla="*/ 122615 h 1310763"/>
                <a:gd name="connsiteX52" fmla="*/ 1301306 w 1301306"/>
                <a:gd name="connsiteY52" fmla="*/ 122615 h 1310763"/>
                <a:gd name="connsiteX53" fmla="*/ 1301306 w 1301306"/>
                <a:gd name="connsiteY53" fmla="*/ 153476 h 1310763"/>
                <a:gd name="connsiteX0" fmla="*/ 272606 w 1301306"/>
                <a:gd name="connsiteY0" fmla="*/ 1311980 h 1311980"/>
                <a:gd name="connsiteX1" fmla="*/ 15431 w 1301306"/>
                <a:gd name="connsiteY1" fmla="*/ 1311980 h 1311980"/>
                <a:gd name="connsiteX2" fmla="*/ 0 w 1301306"/>
                <a:gd name="connsiteY2" fmla="*/ 1296550 h 1311980"/>
                <a:gd name="connsiteX3" fmla="*/ 0 w 1301306"/>
                <a:gd name="connsiteY3" fmla="*/ 1039375 h 1311980"/>
                <a:gd name="connsiteX4" fmla="*/ 15431 w 1301306"/>
                <a:gd name="connsiteY4" fmla="*/ 1023944 h 1311980"/>
                <a:gd name="connsiteX5" fmla="*/ 272606 w 1301306"/>
                <a:gd name="connsiteY5" fmla="*/ 1023944 h 1311980"/>
                <a:gd name="connsiteX6" fmla="*/ 288036 w 1301306"/>
                <a:gd name="connsiteY6" fmla="*/ 1039375 h 1311980"/>
                <a:gd name="connsiteX7" fmla="*/ 288036 w 1301306"/>
                <a:gd name="connsiteY7" fmla="*/ 1296550 h 1311980"/>
                <a:gd name="connsiteX8" fmla="*/ 272606 w 1301306"/>
                <a:gd name="connsiteY8" fmla="*/ 1311980 h 1311980"/>
                <a:gd name="connsiteX9" fmla="*/ 30861 w 1301306"/>
                <a:gd name="connsiteY9" fmla="*/ 1281119 h 1311980"/>
                <a:gd name="connsiteX10" fmla="*/ 257175 w 1301306"/>
                <a:gd name="connsiteY10" fmla="*/ 1281119 h 1311980"/>
                <a:gd name="connsiteX11" fmla="*/ 257175 w 1301306"/>
                <a:gd name="connsiteY11" fmla="*/ 1054805 h 1311980"/>
                <a:gd name="connsiteX12" fmla="*/ 30861 w 1301306"/>
                <a:gd name="connsiteY12" fmla="*/ 1054805 h 1311980"/>
                <a:gd name="connsiteX13" fmla="*/ 30861 w 1301306"/>
                <a:gd name="connsiteY13" fmla="*/ 1281119 h 1311980"/>
                <a:gd name="connsiteX14" fmla="*/ 1301306 w 1301306"/>
                <a:gd name="connsiteY14" fmla="*/ 1183393 h 1311980"/>
                <a:gd name="connsiteX15" fmla="*/ 444056 w 1301306"/>
                <a:gd name="connsiteY15" fmla="*/ 1183393 h 1311980"/>
                <a:gd name="connsiteX16" fmla="*/ 444056 w 1301306"/>
                <a:gd name="connsiteY16" fmla="*/ 1152532 h 1311980"/>
                <a:gd name="connsiteX17" fmla="*/ 1301306 w 1301306"/>
                <a:gd name="connsiteY17" fmla="*/ 1152532 h 1311980"/>
                <a:gd name="connsiteX18" fmla="*/ 1301306 w 1301306"/>
                <a:gd name="connsiteY18" fmla="*/ 1183393 h 1311980"/>
                <a:gd name="connsiteX19" fmla="*/ 272606 w 1301306"/>
                <a:gd name="connsiteY19" fmla="*/ 797630 h 1311980"/>
                <a:gd name="connsiteX20" fmla="*/ 15431 w 1301306"/>
                <a:gd name="connsiteY20" fmla="*/ 797630 h 1311980"/>
                <a:gd name="connsiteX21" fmla="*/ 0 w 1301306"/>
                <a:gd name="connsiteY21" fmla="*/ 782200 h 1311980"/>
                <a:gd name="connsiteX22" fmla="*/ 0 w 1301306"/>
                <a:gd name="connsiteY22" fmla="*/ 525025 h 1311980"/>
                <a:gd name="connsiteX23" fmla="*/ 15431 w 1301306"/>
                <a:gd name="connsiteY23" fmla="*/ 509594 h 1311980"/>
                <a:gd name="connsiteX24" fmla="*/ 272606 w 1301306"/>
                <a:gd name="connsiteY24" fmla="*/ 509594 h 1311980"/>
                <a:gd name="connsiteX25" fmla="*/ 288036 w 1301306"/>
                <a:gd name="connsiteY25" fmla="*/ 525025 h 1311980"/>
                <a:gd name="connsiteX26" fmla="*/ 288036 w 1301306"/>
                <a:gd name="connsiteY26" fmla="*/ 782200 h 1311980"/>
                <a:gd name="connsiteX27" fmla="*/ 272606 w 1301306"/>
                <a:gd name="connsiteY27" fmla="*/ 797630 h 1311980"/>
                <a:gd name="connsiteX28" fmla="*/ 30861 w 1301306"/>
                <a:gd name="connsiteY28" fmla="*/ 766769 h 1311980"/>
                <a:gd name="connsiteX29" fmla="*/ 257175 w 1301306"/>
                <a:gd name="connsiteY29" fmla="*/ 766769 h 1311980"/>
                <a:gd name="connsiteX30" fmla="*/ 257175 w 1301306"/>
                <a:gd name="connsiteY30" fmla="*/ 540455 h 1311980"/>
                <a:gd name="connsiteX31" fmla="*/ 30861 w 1301306"/>
                <a:gd name="connsiteY31" fmla="*/ 540455 h 1311980"/>
                <a:gd name="connsiteX32" fmla="*/ 30861 w 1301306"/>
                <a:gd name="connsiteY32" fmla="*/ 766769 h 1311980"/>
                <a:gd name="connsiteX33" fmla="*/ 1301306 w 1301306"/>
                <a:gd name="connsiteY33" fmla="*/ 669043 h 1311980"/>
                <a:gd name="connsiteX34" fmla="*/ 444056 w 1301306"/>
                <a:gd name="connsiteY34" fmla="*/ 669043 h 1311980"/>
                <a:gd name="connsiteX35" fmla="*/ 444056 w 1301306"/>
                <a:gd name="connsiteY35" fmla="*/ 638182 h 1311980"/>
                <a:gd name="connsiteX36" fmla="*/ 1301306 w 1301306"/>
                <a:gd name="connsiteY36" fmla="*/ 638182 h 1311980"/>
                <a:gd name="connsiteX37" fmla="*/ 1301306 w 1301306"/>
                <a:gd name="connsiteY37" fmla="*/ 669043 h 1311980"/>
                <a:gd name="connsiteX38" fmla="*/ 272606 w 1301306"/>
                <a:gd name="connsiteY38" fmla="*/ 283280 h 1311980"/>
                <a:gd name="connsiteX39" fmla="*/ 15431 w 1301306"/>
                <a:gd name="connsiteY39" fmla="*/ 283280 h 1311980"/>
                <a:gd name="connsiteX40" fmla="*/ 0 w 1301306"/>
                <a:gd name="connsiteY40" fmla="*/ 267850 h 1311980"/>
                <a:gd name="connsiteX41" fmla="*/ 123316 w 1301306"/>
                <a:gd name="connsiteY41" fmla="*/ 4588 h 1311980"/>
                <a:gd name="connsiteX42" fmla="*/ 148180 w 1301306"/>
                <a:gd name="connsiteY42" fmla="*/ 3136 h 1311980"/>
                <a:gd name="connsiteX43" fmla="*/ 288036 w 1301306"/>
                <a:gd name="connsiteY43" fmla="*/ 267850 h 1311980"/>
                <a:gd name="connsiteX44" fmla="*/ 272606 w 1301306"/>
                <a:gd name="connsiteY44" fmla="*/ 283280 h 1311980"/>
                <a:gd name="connsiteX45" fmla="*/ 32792 w 1301306"/>
                <a:gd name="connsiteY45" fmla="*/ 252419 h 1311980"/>
                <a:gd name="connsiteX46" fmla="*/ 257175 w 1301306"/>
                <a:gd name="connsiteY46" fmla="*/ 252419 h 1311980"/>
                <a:gd name="connsiteX47" fmla="*/ 135636 w 1301306"/>
                <a:gd name="connsiteY47" fmla="*/ 29280 h 1311980"/>
                <a:gd name="connsiteX48" fmla="*/ 32792 w 1301306"/>
                <a:gd name="connsiteY48" fmla="*/ 252419 h 1311980"/>
                <a:gd name="connsiteX49" fmla="*/ 1301306 w 1301306"/>
                <a:gd name="connsiteY49" fmla="*/ 154693 h 1311980"/>
                <a:gd name="connsiteX50" fmla="*/ 444056 w 1301306"/>
                <a:gd name="connsiteY50" fmla="*/ 154693 h 1311980"/>
                <a:gd name="connsiteX51" fmla="*/ 444056 w 1301306"/>
                <a:gd name="connsiteY51" fmla="*/ 123832 h 1311980"/>
                <a:gd name="connsiteX52" fmla="*/ 1301306 w 1301306"/>
                <a:gd name="connsiteY52" fmla="*/ 123832 h 1311980"/>
                <a:gd name="connsiteX53" fmla="*/ 1301306 w 1301306"/>
                <a:gd name="connsiteY53" fmla="*/ 154693 h 1311980"/>
                <a:gd name="connsiteX0" fmla="*/ 272606 w 1301306"/>
                <a:gd name="connsiteY0" fmla="*/ 1311980 h 1311980"/>
                <a:gd name="connsiteX1" fmla="*/ 15431 w 1301306"/>
                <a:gd name="connsiteY1" fmla="*/ 1311980 h 1311980"/>
                <a:gd name="connsiteX2" fmla="*/ 0 w 1301306"/>
                <a:gd name="connsiteY2" fmla="*/ 1296550 h 1311980"/>
                <a:gd name="connsiteX3" fmla="*/ 0 w 1301306"/>
                <a:gd name="connsiteY3" fmla="*/ 1039375 h 1311980"/>
                <a:gd name="connsiteX4" fmla="*/ 15431 w 1301306"/>
                <a:gd name="connsiteY4" fmla="*/ 1023944 h 1311980"/>
                <a:gd name="connsiteX5" fmla="*/ 272606 w 1301306"/>
                <a:gd name="connsiteY5" fmla="*/ 1023944 h 1311980"/>
                <a:gd name="connsiteX6" fmla="*/ 288036 w 1301306"/>
                <a:gd name="connsiteY6" fmla="*/ 1039375 h 1311980"/>
                <a:gd name="connsiteX7" fmla="*/ 288036 w 1301306"/>
                <a:gd name="connsiteY7" fmla="*/ 1296550 h 1311980"/>
                <a:gd name="connsiteX8" fmla="*/ 272606 w 1301306"/>
                <a:gd name="connsiteY8" fmla="*/ 1311980 h 1311980"/>
                <a:gd name="connsiteX9" fmla="*/ 30861 w 1301306"/>
                <a:gd name="connsiteY9" fmla="*/ 1281119 h 1311980"/>
                <a:gd name="connsiteX10" fmla="*/ 257175 w 1301306"/>
                <a:gd name="connsiteY10" fmla="*/ 1281119 h 1311980"/>
                <a:gd name="connsiteX11" fmla="*/ 257175 w 1301306"/>
                <a:gd name="connsiteY11" fmla="*/ 1054805 h 1311980"/>
                <a:gd name="connsiteX12" fmla="*/ 30861 w 1301306"/>
                <a:gd name="connsiteY12" fmla="*/ 1054805 h 1311980"/>
                <a:gd name="connsiteX13" fmla="*/ 30861 w 1301306"/>
                <a:gd name="connsiteY13" fmla="*/ 1281119 h 1311980"/>
                <a:gd name="connsiteX14" fmla="*/ 1301306 w 1301306"/>
                <a:gd name="connsiteY14" fmla="*/ 1183393 h 1311980"/>
                <a:gd name="connsiteX15" fmla="*/ 444056 w 1301306"/>
                <a:gd name="connsiteY15" fmla="*/ 1183393 h 1311980"/>
                <a:gd name="connsiteX16" fmla="*/ 444056 w 1301306"/>
                <a:gd name="connsiteY16" fmla="*/ 1152532 h 1311980"/>
                <a:gd name="connsiteX17" fmla="*/ 1301306 w 1301306"/>
                <a:gd name="connsiteY17" fmla="*/ 1152532 h 1311980"/>
                <a:gd name="connsiteX18" fmla="*/ 1301306 w 1301306"/>
                <a:gd name="connsiteY18" fmla="*/ 1183393 h 1311980"/>
                <a:gd name="connsiteX19" fmla="*/ 272606 w 1301306"/>
                <a:gd name="connsiteY19" fmla="*/ 797630 h 1311980"/>
                <a:gd name="connsiteX20" fmla="*/ 15431 w 1301306"/>
                <a:gd name="connsiteY20" fmla="*/ 797630 h 1311980"/>
                <a:gd name="connsiteX21" fmla="*/ 0 w 1301306"/>
                <a:gd name="connsiteY21" fmla="*/ 782200 h 1311980"/>
                <a:gd name="connsiteX22" fmla="*/ 0 w 1301306"/>
                <a:gd name="connsiteY22" fmla="*/ 525025 h 1311980"/>
                <a:gd name="connsiteX23" fmla="*/ 15431 w 1301306"/>
                <a:gd name="connsiteY23" fmla="*/ 509594 h 1311980"/>
                <a:gd name="connsiteX24" fmla="*/ 272606 w 1301306"/>
                <a:gd name="connsiteY24" fmla="*/ 509594 h 1311980"/>
                <a:gd name="connsiteX25" fmla="*/ 288036 w 1301306"/>
                <a:gd name="connsiteY25" fmla="*/ 525025 h 1311980"/>
                <a:gd name="connsiteX26" fmla="*/ 288036 w 1301306"/>
                <a:gd name="connsiteY26" fmla="*/ 782200 h 1311980"/>
                <a:gd name="connsiteX27" fmla="*/ 272606 w 1301306"/>
                <a:gd name="connsiteY27" fmla="*/ 797630 h 1311980"/>
                <a:gd name="connsiteX28" fmla="*/ 30861 w 1301306"/>
                <a:gd name="connsiteY28" fmla="*/ 766769 h 1311980"/>
                <a:gd name="connsiteX29" fmla="*/ 257175 w 1301306"/>
                <a:gd name="connsiteY29" fmla="*/ 766769 h 1311980"/>
                <a:gd name="connsiteX30" fmla="*/ 257175 w 1301306"/>
                <a:gd name="connsiteY30" fmla="*/ 540455 h 1311980"/>
                <a:gd name="connsiteX31" fmla="*/ 30861 w 1301306"/>
                <a:gd name="connsiteY31" fmla="*/ 540455 h 1311980"/>
                <a:gd name="connsiteX32" fmla="*/ 30861 w 1301306"/>
                <a:gd name="connsiteY32" fmla="*/ 766769 h 1311980"/>
                <a:gd name="connsiteX33" fmla="*/ 1301306 w 1301306"/>
                <a:gd name="connsiteY33" fmla="*/ 669043 h 1311980"/>
                <a:gd name="connsiteX34" fmla="*/ 444056 w 1301306"/>
                <a:gd name="connsiteY34" fmla="*/ 669043 h 1311980"/>
                <a:gd name="connsiteX35" fmla="*/ 444056 w 1301306"/>
                <a:gd name="connsiteY35" fmla="*/ 638182 h 1311980"/>
                <a:gd name="connsiteX36" fmla="*/ 1301306 w 1301306"/>
                <a:gd name="connsiteY36" fmla="*/ 638182 h 1311980"/>
                <a:gd name="connsiteX37" fmla="*/ 1301306 w 1301306"/>
                <a:gd name="connsiteY37" fmla="*/ 669043 h 1311980"/>
                <a:gd name="connsiteX38" fmla="*/ 272606 w 1301306"/>
                <a:gd name="connsiteY38" fmla="*/ 283280 h 1311980"/>
                <a:gd name="connsiteX39" fmla="*/ 15431 w 1301306"/>
                <a:gd name="connsiteY39" fmla="*/ 283280 h 1311980"/>
                <a:gd name="connsiteX40" fmla="*/ 0 w 1301306"/>
                <a:gd name="connsiteY40" fmla="*/ 267850 h 1311980"/>
                <a:gd name="connsiteX41" fmla="*/ 123316 w 1301306"/>
                <a:gd name="connsiteY41" fmla="*/ 4588 h 1311980"/>
                <a:gd name="connsiteX42" fmla="*/ 148180 w 1301306"/>
                <a:gd name="connsiteY42" fmla="*/ 3136 h 1311980"/>
                <a:gd name="connsiteX43" fmla="*/ 288036 w 1301306"/>
                <a:gd name="connsiteY43" fmla="*/ 267850 h 1311980"/>
                <a:gd name="connsiteX44" fmla="*/ 272606 w 1301306"/>
                <a:gd name="connsiteY44" fmla="*/ 283280 h 1311980"/>
                <a:gd name="connsiteX45" fmla="*/ 32792 w 1301306"/>
                <a:gd name="connsiteY45" fmla="*/ 252419 h 1311980"/>
                <a:gd name="connsiteX46" fmla="*/ 257175 w 1301306"/>
                <a:gd name="connsiteY46" fmla="*/ 252419 h 1311980"/>
                <a:gd name="connsiteX47" fmla="*/ 135636 w 1301306"/>
                <a:gd name="connsiteY47" fmla="*/ 29280 h 1311980"/>
                <a:gd name="connsiteX48" fmla="*/ 32792 w 1301306"/>
                <a:gd name="connsiteY48" fmla="*/ 252419 h 1311980"/>
                <a:gd name="connsiteX49" fmla="*/ 1301306 w 1301306"/>
                <a:gd name="connsiteY49" fmla="*/ 154693 h 1311980"/>
                <a:gd name="connsiteX50" fmla="*/ 444056 w 1301306"/>
                <a:gd name="connsiteY50" fmla="*/ 154693 h 1311980"/>
                <a:gd name="connsiteX51" fmla="*/ 444056 w 1301306"/>
                <a:gd name="connsiteY51" fmla="*/ 123832 h 1311980"/>
                <a:gd name="connsiteX52" fmla="*/ 1301306 w 1301306"/>
                <a:gd name="connsiteY52" fmla="*/ 123832 h 1311980"/>
                <a:gd name="connsiteX53" fmla="*/ 1301306 w 1301306"/>
                <a:gd name="connsiteY53" fmla="*/ 154693 h 1311980"/>
                <a:gd name="connsiteX0" fmla="*/ 272606 w 1301306"/>
                <a:gd name="connsiteY0" fmla="*/ 1311980 h 1311980"/>
                <a:gd name="connsiteX1" fmla="*/ 15431 w 1301306"/>
                <a:gd name="connsiteY1" fmla="*/ 1311980 h 1311980"/>
                <a:gd name="connsiteX2" fmla="*/ 0 w 1301306"/>
                <a:gd name="connsiteY2" fmla="*/ 1296550 h 1311980"/>
                <a:gd name="connsiteX3" fmla="*/ 0 w 1301306"/>
                <a:gd name="connsiteY3" fmla="*/ 1039375 h 1311980"/>
                <a:gd name="connsiteX4" fmla="*/ 15431 w 1301306"/>
                <a:gd name="connsiteY4" fmla="*/ 1023944 h 1311980"/>
                <a:gd name="connsiteX5" fmla="*/ 272606 w 1301306"/>
                <a:gd name="connsiteY5" fmla="*/ 1023944 h 1311980"/>
                <a:gd name="connsiteX6" fmla="*/ 288036 w 1301306"/>
                <a:gd name="connsiteY6" fmla="*/ 1039375 h 1311980"/>
                <a:gd name="connsiteX7" fmla="*/ 288036 w 1301306"/>
                <a:gd name="connsiteY7" fmla="*/ 1296550 h 1311980"/>
                <a:gd name="connsiteX8" fmla="*/ 272606 w 1301306"/>
                <a:gd name="connsiteY8" fmla="*/ 1311980 h 1311980"/>
                <a:gd name="connsiteX9" fmla="*/ 30861 w 1301306"/>
                <a:gd name="connsiteY9" fmla="*/ 1281119 h 1311980"/>
                <a:gd name="connsiteX10" fmla="*/ 257175 w 1301306"/>
                <a:gd name="connsiteY10" fmla="*/ 1281119 h 1311980"/>
                <a:gd name="connsiteX11" fmla="*/ 257175 w 1301306"/>
                <a:gd name="connsiteY11" fmla="*/ 1054805 h 1311980"/>
                <a:gd name="connsiteX12" fmla="*/ 30861 w 1301306"/>
                <a:gd name="connsiteY12" fmla="*/ 1054805 h 1311980"/>
                <a:gd name="connsiteX13" fmla="*/ 30861 w 1301306"/>
                <a:gd name="connsiteY13" fmla="*/ 1281119 h 1311980"/>
                <a:gd name="connsiteX14" fmla="*/ 1301306 w 1301306"/>
                <a:gd name="connsiteY14" fmla="*/ 1183393 h 1311980"/>
                <a:gd name="connsiteX15" fmla="*/ 444056 w 1301306"/>
                <a:gd name="connsiteY15" fmla="*/ 1183393 h 1311980"/>
                <a:gd name="connsiteX16" fmla="*/ 444056 w 1301306"/>
                <a:gd name="connsiteY16" fmla="*/ 1152532 h 1311980"/>
                <a:gd name="connsiteX17" fmla="*/ 1301306 w 1301306"/>
                <a:gd name="connsiteY17" fmla="*/ 1152532 h 1311980"/>
                <a:gd name="connsiteX18" fmla="*/ 1301306 w 1301306"/>
                <a:gd name="connsiteY18" fmla="*/ 1183393 h 1311980"/>
                <a:gd name="connsiteX19" fmla="*/ 272606 w 1301306"/>
                <a:gd name="connsiteY19" fmla="*/ 797630 h 1311980"/>
                <a:gd name="connsiteX20" fmla="*/ 15431 w 1301306"/>
                <a:gd name="connsiteY20" fmla="*/ 797630 h 1311980"/>
                <a:gd name="connsiteX21" fmla="*/ 0 w 1301306"/>
                <a:gd name="connsiteY21" fmla="*/ 782200 h 1311980"/>
                <a:gd name="connsiteX22" fmla="*/ 0 w 1301306"/>
                <a:gd name="connsiteY22" fmla="*/ 525025 h 1311980"/>
                <a:gd name="connsiteX23" fmla="*/ 15431 w 1301306"/>
                <a:gd name="connsiteY23" fmla="*/ 509594 h 1311980"/>
                <a:gd name="connsiteX24" fmla="*/ 272606 w 1301306"/>
                <a:gd name="connsiteY24" fmla="*/ 509594 h 1311980"/>
                <a:gd name="connsiteX25" fmla="*/ 288036 w 1301306"/>
                <a:gd name="connsiteY25" fmla="*/ 525025 h 1311980"/>
                <a:gd name="connsiteX26" fmla="*/ 288036 w 1301306"/>
                <a:gd name="connsiteY26" fmla="*/ 782200 h 1311980"/>
                <a:gd name="connsiteX27" fmla="*/ 272606 w 1301306"/>
                <a:gd name="connsiteY27" fmla="*/ 797630 h 1311980"/>
                <a:gd name="connsiteX28" fmla="*/ 30861 w 1301306"/>
                <a:gd name="connsiteY28" fmla="*/ 766769 h 1311980"/>
                <a:gd name="connsiteX29" fmla="*/ 257175 w 1301306"/>
                <a:gd name="connsiteY29" fmla="*/ 766769 h 1311980"/>
                <a:gd name="connsiteX30" fmla="*/ 257175 w 1301306"/>
                <a:gd name="connsiteY30" fmla="*/ 540455 h 1311980"/>
                <a:gd name="connsiteX31" fmla="*/ 30861 w 1301306"/>
                <a:gd name="connsiteY31" fmla="*/ 540455 h 1311980"/>
                <a:gd name="connsiteX32" fmla="*/ 30861 w 1301306"/>
                <a:gd name="connsiteY32" fmla="*/ 766769 h 1311980"/>
                <a:gd name="connsiteX33" fmla="*/ 1301306 w 1301306"/>
                <a:gd name="connsiteY33" fmla="*/ 669043 h 1311980"/>
                <a:gd name="connsiteX34" fmla="*/ 444056 w 1301306"/>
                <a:gd name="connsiteY34" fmla="*/ 669043 h 1311980"/>
                <a:gd name="connsiteX35" fmla="*/ 444056 w 1301306"/>
                <a:gd name="connsiteY35" fmla="*/ 638182 h 1311980"/>
                <a:gd name="connsiteX36" fmla="*/ 1301306 w 1301306"/>
                <a:gd name="connsiteY36" fmla="*/ 638182 h 1311980"/>
                <a:gd name="connsiteX37" fmla="*/ 1301306 w 1301306"/>
                <a:gd name="connsiteY37" fmla="*/ 669043 h 1311980"/>
                <a:gd name="connsiteX38" fmla="*/ 272606 w 1301306"/>
                <a:gd name="connsiteY38" fmla="*/ 283280 h 1311980"/>
                <a:gd name="connsiteX39" fmla="*/ 15431 w 1301306"/>
                <a:gd name="connsiteY39" fmla="*/ 283280 h 1311980"/>
                <a:gd name="connsiteX40" fmla="*/ 0 w 1301306"/>
                <a:gd name="connsiteY40" fmla="*/ 267850 h 1311980"/>
                <a:gd name="connsiteX41" fmla="*/ 123316 w 1301306"/>
                <a:gd name="connsiteY41" fmla="*/ 4588 h 1311980"/>
                <a:gd name="connsiteX42" fmla="*/ 148180 w 1301306"/>
                <a:gd name="connsiteY42" fmla="*/ 3136 h 1311980"/>
                <a:gd name="connsiteX43" fmla="*/ 285139 w 1301306"/>
                <a:gd name="connsiteY43" fmla="*/ 263347 h 1311980"/>
                <a:gd name="connsiteX44" fmla="*/ 272606 w 1301306"/>
                <a:gd name="connsiteY44" fmla="*/ 283280 h 1311980"/>
                <a:gd name="connsiteX45" fmla="*/ 32792 w 1301306"/>
                <a:gd name="connsiteY45" fmla="*/ 252419 h 1311980"/>
                <a:gd name="connsiteX46" fmla="*/ 257175 w 1301306"/>
                <a:gd name="connsiteY46" fmla="*/ 252419 h 1311980"/>
                <a:gd name="connsiteX47" fmla="*/ 135636 w 1301306"/>
                <a:gd name="connsiteY47" fmla="*/ 29280 h 1311980"/>
                <a:gd name="connsiteX48" fmla="*/ 32792 w 1301306"/>
                <a:gd name="connsiteY48" fmla="*/ 252419 h 1311980"/>
                <a:gd name="connsiteX49" fmla="*/ 1301306 w 1301306"/>
                <a:gd name="connsiteY49" fmla="*/ 154693 h 1311980"/>
                <a:gd name="connsiteX50" fmla="*/ 444056 w 1301306"/>
                <a:gd name="connsiteY50" fmla="*/ 154693 h 1311980"/>
                <a:gd name="connsiteX51" fmla="*/ 444056 w 1301306"/>
                <a:gd name="connsiteY51" fmla="*/ 123832 h 1311980"/>
                <a:gd name="connsiteX52" fmla="*/ 1301306 w 1301306"/>
                <a:gd name="connsiteY52" fmla="*/ 123832 h 1311980"/>
                <a:gd name="connsiteX53" fmla="*/ 1301306 w 1301306"/>
                <a:gd name="connsiteY53" fmla="*/ 154693 h 1311980"/>
                <a:gd name="connsiteX0" fmla="*/ 272606 w 1301306"/>
                <a:gd name="connsiteY0" fmla="*/ 1311980 h 1311980"/>
                <a:gd name="connsiteX1" fmla="*/ 15431 w 1301306"/>
                <a:gd name="connsiteY1" fmla="*/ 1311980 h 1311980"/>
                <a:gd name="connsiteX2" fmla="*/ 0 w 1301306"/>
                <a:gd name="connsiteY2" fmla="*/ 1296550 h 1311980"/>
                <a:gd name="connsiteX3" fmla="*/ 0 w 1301306"/>
                <a:gd name="connsiteY3" fmla="*/ 1039375 h 1311980"/>
                <a:gd name="connsiteX4" fmla="*/ 15431 w 1301306"/>
                <a:gd name="connsiteY4" fmla="*/ 1023944 h 1311980"/>
                <a:gd name="connsiteX5" fmla="*/ 272606 w 1301306"/>
                <a:gd name="connsiteY5" fmla="*/ 1023944 h 1311980"/>
                <a:gd name="connsiteX6" fmla="*/ 288036 w 1301306"/>
                <a:gd name="connsiteY6" fmla="*/ 1039375 h 1311980"/>
                <a:gd name="connsiteX7" fmla="*/ 288036 w 1301306"/>
                <a:gd name="connsiteY7" fmla="*/ 1296550 h 1311980"/>
                <a:gd name="connsiteX8" fmla="*/ 272606 w 1301306"/>
                <a:gd name="connsiteY8" fmla="*/ 1311980 h 1311980"/>
                <a:gd name="connsiteX9" fmla="*/ 30861 w 1301306"/>
                <a:gd name="connsiteY9" fmla="*/ 1281119 h 1311980"/>
                <a:gd name="connsiteX10" fmla="*/ 257175 w 1301306"/>
                <a:gd name="connsiteY10" fmla="*/ 1281119 h 1311980"/>
                <a:gd name="connsiteX11" fmla="*/ 257175 w 1301306"/>
                <a:gd name="connsiteY11" fmla="*/ 1054805 h 1311980"/>
                <a:gd name="connsiteX12" fmla="*/ 30861 w 1301306"/>
                <a:gd name="connsiteY12" fmla="*/ 1054805 h 1311980"/>
                <a:gd name="connsiteX13" fmla="*/ 30861 w 1301306"/>
                <a:gd name="connsiteY13" fmla="*/ 1281119 h 1311980"/>
                <a:gd name="connsiteX14" fmla="*/ 1301306 w 1301306"/>
                <a:gd name="connsiteY14" fmla="*/ 1183393 h 1311980"/>
                <a:gd name="connsiteX15" fmla="*/ 444056 w 1301306"/>
                <a:gd name="connsiteY15" fmla="*/ 1183393 h 1311980"/>
                <a:gd name="connsiteX16" fmla="*/ 444056 w 1301306"/>
                <a:gd name="connsiteY16" fmla="*/ 1152532 h 1311980"/>
                <a:gd name="connsiteX17" fmla="*/ 1301306 w 1301306"/>
                <a:gd name="connsiteY17" fmla="*/ 1152532 h 1311980"/>
                <a:gd name="connsiteX18" fmla="*/ 1301306 w 1301306"/>
                <a:gd name="connsiteY18" fmla="*/ 1183393 h 1311980"/>
                <a:gd name="connsiteX19" fmla="*/ 272606 w 1301306"/>
                <a:gd name="connsiteY19" fmla="*/ 797630 h 1311980"/>
                <a:gd name="connsiteX20" fmla="*/ 15431 w 1301306"/>
                <a:gd name="connsiteY20" fmla="*/ 797630 h 1311980"/>
                <a:gd name="connsiteX21" fmla="*/ 0 w 1301306"/>
                <a:gd name="connsiteY21" fmla="*/ 782200 h 1311980"/>
                <a:gd name="connsiteX22" fmla="*/ 0 w 1301306"/>
                <a:gd name="connsiteY22" fmla="*/ 525025 h 1311980"/>
                <a:gd name="connsiteX23" fmla="*/ 15431 w 1301306"/>
                <a:gd name="connsiteY23" fmla="*/ 509594 h 1311980"/>
                <a:gd name="connsiteX24" fmla="*/ 272606 w 1301306"/>
                <a:gd name="connsiteY24" fmla="*/ 509594 h 1311980"/>
                <a:gd name="connsiteX25" fmla="*/ 288036 w 1301306"/>
                <a:gd name="connsiteY25" fmla="*/ 525025 h 1311980"/>
                <a:gd name="connsiteX26" fmla="*/ 288036 w 1301306"/>
                <a:gd name="connsiteY26" fmla="*/ 782200 h 1311980"/>
                <a:gd name="connsiteX27" fmla="*/ 272606 w 1301306"/>
                <a:gd name="connsiteY27" fmla="*/ 797630 h 1311980"/>
                <a:gd name="connsiteX28" fmla="*/ 30861 w 1301306"/>
                <a:gd name="connsiteY28" fmla="*/ 766769 h 1311980"/>
                <a:gd name="connsiteX29" fmla="*/ 257175 w 1301306"/>
                <a:gd name="connsiteY29" fmla="*/ 766769 h 1311980"/>
                <a:gd name="connsiteX30" fmla="*/ 257175 w 1301306"/>
                <a:gd name="connsiteY30" fmla="*/ 540455 h 1311980"/>
                <a:gd name="connsiteX31" fmla="*/ 30861 w 1301306"/>
                <a:gd name="connsiteY31" fmla="*/ 540455 h 1311980"/>
                <a:gd name="connsiteX32" fmla="*/ 30861 w 1301306"/>
                <a:gd name="connsiteY32" fmla="*/ 766769 h 1311980"/>
                <a:gd name="connsiteX33" fmla="*/ 1301306 w 1301306"/>
                <a:gd name="connsiteY33" fmla="*/ 669043 h 1311980"/>
                <a:gd name="connsiteX34" fmla="*/ 444056 w 1301306"/>
                <a:gd name="connsiteY34" fmla="*/ 669043 h 1311980"/>
                <a:gd name="connsiteX35" fmla="*/ 444056 w 1301306"/>
                <a:gd name="connsiteY35" fmla="*/ 638182 h 1311980"/>
                <a:gd name="connsiteX36" fmla="*/ 1301306 w 1301306"/>
                <a:gd name="connsiteY36" fmla="*/ 638182 h 1311980"/>
                <a:gd name="connsiteX37" fmla="*/ 1301306 w 1301306"/>
                <a:gd name="connsiteY37" fmla="*/ 669043 h 1311980"/>
                <a:gd name="connsiteX38" fmla="*/ 272606 w 1301306"/>
                <a:gd name="connsiteY38" fmla="*/ 283280 h 1311980"/>
                <a:gd name="connsiteX39" fmla="*/ 15431 w 1301306"/>
                <a:gd name="connsiteY39" fmla="*/ 283280 h 1311980"/>
                <a:gd name="connsiteX40" fmla="*/ 0 w 1301306"/>
                <a:gd name="connsiteY40" fmla="*/ 267850 h 1311980"/>
                <a:gd name="connsiteX41" fmla="*/ 123316 w 1301306"/>
                <a:gd name="connsiteY41" fmla="*/ 4588 h 1311980"/>
                <a:gd name="connsiteX42" fmla="*/ 148180 w 1301306"/>
                <a:gd name="connsiteY42" fmla="*/ 3136 h 1311980"/>
                <a:gd name="connsiteX43" fmla="*/ 285139 w 1301306"/>
                <a:gd name="connsiteY43" fmla="*/ 263347 h 1311980"/>
                <a:gd name="connsiteX44" fmla="*/ 272606 w 1301306"/>
                <a:gd name="connsiteY44" fmla="*/ 283280 h 1311980"/>
                <a:gd name="connsiteX45" fmla="*/ 32792 w 1301306"/>
                <a:gd name="connsiteY45" fmla="*/ 252419 h 1311980"/>
                <a:gd name="connsiteX46" fmla="*/ 257175 w 1301306"/>
                <a:gd name="connsiteY46" fmla="*/ 252419 h 1311980"/>
                <a:gd name="connsiteX47" fmla="*/ 135636 w 1301306"/>
                <a:gd name="connsiteY47" fmla="*/ 29280 h 1311980"/>
                <a:gd name="connsiteX48" fmla="*/ 32792 w 1301306"/>
                <a:gd name="connsiteY48" fmla="*/ 252419 h 1311980"/>
                <a:gd name="connsiteX49" fmla="*/ 1301306 w 1301306"/>
                <a:gd name="connsiteY49" fmla="*/ 154693 h 1311980"/>
                <a:gd name="connsiteX50" fmla="*/ 444056 w 1301306"/>
                <a:gd name="connsiteY50" fmla="*/ 154693 h 1311980"/>
                <a:gd name="connsiteX51" fmla="*/ 444056 w 1301306"/>
                <a:gd name="connsiteY51" fmla="*/ 123832 h 1311980"/>
                <a:gd name="connsiteX52" fmla="*/ 1301306 w 1301306"/>
                <a:gd name="connsiteY52" fmla="*/ 123832 h 1311980"/>
                <a:gd name="connsiteX53" fmla="*/ 1301306 w 1301306"/>
                <a:gd name="connsiteY53" fmla="*/ 154693 h 1311980"/>
                <a:gd name="connsiteX0" fmla="*/ 272606 w 1301306"/>
                <a:gd name="connsiteY0" fmla="*/ 1311980 h 1311980"/>
                <a:gd name="connsiteX1" fmla="*/ 15431 w 1301306"/>
                <a:gd name="connsiteY1" fmla="*/ 1311980 h 1311980"/>
                <a:gd name="connsiteX2" fmla="*/ 0 w 1301306"/>
                <a:gd name="connsiteY2" fmla="*/ 1296550 h 1311980"/>
                <a:gd name="connsiteX3" fmla="*/ 0 w 1301306"/>
                <a:gd name="connsiteY3" fmla="*/ 1039375 h 1311980"/>
                <a:gd name="connsiteX4" fmla="*/ 15431 w 1301306"/>
                <a:gd name="connsiteY4" fmla="*/ 1023944 h 1311980"/>
                <a:gd name="connsiteX5" fmla="*/ 272606 w 1301306"/>
                <a:gd name="connsiteY5" fmla="*/ 1023944 h 1311980"/>
                <a:gd name="connsiteX6" fmla="*/ 288036 w 1301306"/>
                <a:gd name="connsiteY6" fmla="*/ 1039375 h 1311980"/>
                <a:gd name="connsiteX7" fmla="*/ 288036 w 1301306"/>
                <a:gd name="connsiteY7" fmla="*/ 1296550 h 1311980"/>
                <a:gd name="connsiteX8" fmla="*/ 272606 w 1301306"/>
                <a:gd name="connsiteY8" fmla="*/ 1311980 h 1311980"/>
                <a:gd name="connsiteX9" fmla="*/ 30861 w 1301306"/>
                <a:gd name="connsiteY9" fmla="*/ 1281119 h 1311980"/>
                <a:gd name="connsiteX10" fmla="*/ 257175 w 1301306"/>
                <a:gd name="connsiteY10" fmla="*/ 1281119 h 1311980"/>
                <a:gd name="connsiteX11" fmla="*/ 257175 w 1301306"/>
                <a:gd name="connsiteY11" fmla="*/ 1054805 h 1311980"/>
                <a:gd name="connsiteX12" fmla="*/ 30861 w 1301306"/>
                <a:gd name="connsiteY12" fmla="*/ 1054805 h 1311980"/>
                <a:gd name="connsiteX13" fmla="*/ 30861 w 1301306"/>
                <a:gd name="connsiteY13" fmla="*/ 1281119 h 1311980"/>
                <a:gd name="connsiteX14" fmla="*/ 1301306 w 1301306"/>
                <a:gd name="connsiteY14" fmla="*/ 1183393 h 1311980"/>
                <a:gd name="connsiteX15" fmla="*/ 444056 w 1301306"/>
                <a:gd name="connsiteY15" fmla="*/ 1183393 h 1311980"/>
                <a:gd name="connsiteX16" fmla="*/ 444056 w 1301306"/>
                <a:gd name="connsiteY16" fmla="*/ 1152532 h 1311980"/>
                <a:gd name="connsiteX17" fmla="*/ 1301306 w 1301306"/>
                <a:gd name="connsiteY17" fmla="*/ 1152532 h 1311980"/>
                <a:gd name="connsiteX18" fmla="*/ 1301306 w 1301306"/>
                <a:gd name="connsiteY18" fmla="*/ 1183393 h 1311980"/>
                <a:gd name="connsiteX19" fmla="*/ 272606 w 1301306"/>
                <a:gd name="connsiteY19" fmla="*/ 797630 h 1311980"/>
                <a:gd name="connsiteX20" fmla="*/ 15431 w 1301306"/>
                <a:gd name="connsiteY20" fmla="*/ 797630 h 1311980"/>
                <a:gd name="connsiteX21" fmla="*/ 0 w 1301306"/>
                <a:gd name="connsiteY21" fmla="*/ 782200 h 1311980"/>
                <a:gd name="connsiteX22" fmla="*/ 0 w 1301306"/>
                <a:gd name="connsiteY22" fmla="*/ 525025 h 1311980"/>
                <a:gd name="connsiteX23" fmla="*/ 15431 w 1301306"/>
                <a:gd name="connsiteY23" fmla="*/ 509594 h 1311980"/>
                <a:gd name="connsiteX24" fmla="*/ 272606 w 1301306"/>
                <a:gd name="connsiteY24" fmla="*/ 509594 h 1311980"/>
                <a:gd name="connsiteX25" fmla="*/ 288036 w 1301306"/>
                <a:gd name="connsiteY25" fmla="*/ 525025 h 1311980"/>
                <a:gd name="connsiteX26" fmla="*/ 288036 w 1301306"/>
                <a:gd name="connsiteY26" fmla="*/ 782200 h 1311980"/>
                <a:gd name="connsiteX27" fmla="*/ 272606 w 1301306"/>
                <a:gd name="connsiteY27" fmla="*/ 797630 h 1311980"/>
                <a:gd name="connsiteX28" fmla="*/ 30861 w 1301306"/>
                <a:gd name="connsiteY28" fmla="*/ 766769 h 1311980"/>
                <a:gd name="connsiteX29" fmla="*/ 257175 w 1301306"/>
                <a:gd name="connsiteY29" fmla="*/ 766769 h 1311980"/>
                <a:gd name="connsiteX30" fmla="*/ 257175 w 1301306"/>
                <a:gd name="connsiteY30" fmla="*/ 540455 h 1311980"/>
                <a:gd name="connsiteX31" fmla="*/ 30861 w 1301306"/>
                <a:gd name="connsiteY31" fmla="*/ 540455 h 1311980"/>
                <a:gd name="connsiteX32" fmla="*/ 30861 w 1301306"/>
                <a:gd name="connsiteY32" fmla="*/ 766769 h 1311980"/>
                <a:gd name="connsiteX33" fmla="*/ 1301306 w 1301306"/>
                <a:gd name="connsiteY33" fmla="*/ 669043 h 1311980"/>
                <a:gd name="connsiteX34" fmla="*/ 444056 w 1301306"/>
                <a:gd name="connsiteY34" fmla="*/ 669043 h 1311980"/>
                <a:gd name="connsiteX35" fmla="*/ 444056 w 1301306"/>
                <a:gd name="connsiteY35" fmla="*/ 638182 h 1311980"/>
                <a:gd name="connsiteX36" fmla="*/ 1301306 w 1301306"/>
                <a:gd name="connsiteY36" fmla="*/ 638182 h 1311980"/>
                <a:gd name="connsiteX37" fmla="*/ 1301306 w 1301306"/>
                <a:gd name="connsiteY37" fmla="*/ 669043 h 1311980"/>
                <a:gd name="connsiteX38" fmla="*/ 272606 w 1301306"/>
                <a:gd name="connsiteY38" fmla="*/ 283280 h 1311980"/>
                <a:gd name="connsiteX39" fmla="*/ 15431 w 1301306"/>
                <a:gd name="connsiteY39" fmla="*/ 283280 h 1311980"/>
                <a:gd name="connsiteX40" fmla="*/ 2897 w 1301306"/>
                <a:gd name="connsiteY40" fmla="*/ 261418 h 1311980"/>
                <a:gd name="connsiteX41" fmla="*/ 123316 w 1301306"/>
                <a:gd name="connsiteY41" fmla="*/ 4588 h 1311980"/>
                <a:gd name="connsiteX42" fmla="*/ 148180 w 1301306"/>
                <a:gd name="connsiteY42" fmla="*/ 3136 h 1311980"/>
                <a:gd name="connsiteX43" fmla="*/ 285139 w 1301306"/>
                <a:gd name="connsiteY43" fmla="*/ 263347 h 1311980"/>
                <a:gd name="connsiteX44" fmla="*/ 272606 w 1301306"/>
                <a:gd name="connsiteY44" fmla="*/ 283280 h 1311980"/>
                <a:gd name="connsiteX45" fmla="*/ 32792 w 1301306"/>
                <a:gd name="connsiteY45" fmla="*/ 252419 h 1311980"/>
                <a:gd name="connsiteX46" fmla="*/ 257175 w 1301306"/>
                <a:gd name="connsiteY46" fmla="*/ 252419 h 1311980"/>
                <a:gd name="connsiteX47" fmla="*/ 135636 w 1301306"/>
                <a:gd name="connsiteY47" fmla="*/ 29280 h 1311980"/>
                <a:gd name="connsiteX48" fmla="*/ 32792 w 1301306"/>
                <a:gd name="connsiteY48" fmla="*/ 252419 h 1311980"/>
                <a:gd name="connsiteX49" fmla="*/ 1301306 w 1301306"/>
                <a:gd name="connsiteY49" fmla="*/ 154693 h 1311980"/>
                <a:gd name="connsiteX50" fmla="*/ 444056 w 1301306"/>
                <a:gd name="connsiteY50" fmla="*/ 154693 h 1311980"/>
                <a:gd name="connsiteX51" fmla="*/ 444056 w 1301306"/>
                <a:gd name="connsiteY51" fmla="*/ 123832 h 1311980"/>
                <a:gd name="connsiteX52" fmla="*/ 1301306 w 1301306"/>
                <a:gd name="connsiteY52" fmla="*/ 123832 h 1311980"/>
                <a:gd name="connsiteX53" fmla="*/ 1301306 w 1301306"/>
                <a:gd name="connsiteY53" fmla="*/ 154693 h 1311980"/>
                <a:gd name="connsiteX0" fmla="*/ 272606 w 1301306"/>
                <a:gd name="connsiteY0" fmla="*/ 1311980 h 1311980"/>
                <a:gd name="connsiteX1" fmla="*/ 15431 w 1301306"/>
                <a:gd name="connsiteY1" fmla="*/ 1311980 h 1311980"/>
                <a:gd name="connsiteX2" fmla="*/ 0 w 1301306"/>
                <a:gd name="connsiteY2" fmla="*/ 1296550 h 1311980"/>
                <a:gd name="connsiteX3" fmla="*/ 0 w 1301306"/>
                <a:gd name="connsiteY3" fmla="*/ 1039375 h 1311980"/>
                <a:gd name="connsiteX4" fmla="*/ 15431 w 1301306"/>
                <a:gd name="connsiteY4" fmla="*/ 1023944 h 1311980"/>
                <a:gd name="connsiteX5" fmla="*/ 272606 w 1301306"/>
                <a:gd name="connsiteY5" fmla="*/ 1023944 h 1311980"/>
                <a:gd name="connsiteX6" fmla="*/ 288036 w 1301306"/>
                <a:gd name="connsiteY6" fmla="*/ 1039375 h 1311980"/>
                <a:gd name="connsiteX7" fmla="*/ 288036 w 1301306"/>
                <a:gd name="connsiteY7" fmla="*/ 1296550 h 1311980"/>
                <a:gd name="connsiteX8" fmla="*/ 272606 w 1301306"/>
                <a:gd name="connsiteY8" fmla="*/ 1311980 h 1311980"/>
                <a:gd name="connsiteX9" fmla="*/ 30861 w 1301306"/>
                <a:gd name="connsiteY9" fmla="*/ 1281119 h 1311980"/>
                <a:gd name="connsiteX10" fmla="*/ 257175 w 1301306"/>
                <a:gd name="connsiteY10" fmla="*/ 1281119 h 1311980"/>
                <a:gd name="connsiteX11" fmla="*/ 257175 w 1301306"/>
                <a:gd name="connsiteY11" fmla="*/ 1054805 h 1311980"/>
                <a:gd name="connsiteX12" fmla="*/ 30861 w 1301306"/>
                <a:gd name="connsiteY12" fmla="*/ 1054805 h 1311980"/>
                <a:gd name="connsiteX13" fmla="*/ 30861 w 1301306"/>
                <a:gd name="connsiteY13" fmla="*/ 1281119 h 1311980"/>
                <a:gd name="connsiteX14" fmla="*/ 1301306 w 1301306"/>
                <a:gd name="connsiteY14" fmla="*/ 1183393 h 1311980"/>
                <a:gd name="connsiteX15" fmla="*/ 444056 w 1301306"/>
                <a:gd name="connsiteY15" fmla="*/ 1183393 h 1311980"/>
                <a:gd name="connsiteX16" fmla="*/ 444056 w 1301306"/>
                <a:gd name="connsiteY16" fmla="*/ 1152532 h 1311980"/>
                <a:gd name="connsiteX17" fmla="*/ 1301306 w 1301306"/>
                <a:gd name="connsiteY17" fmla="*/ 1152532 h 1311980"/>
                <a:gd name="connsiteX18" fmla="*/ 1301306 w 1301306"/>
                <a:gd name="connsiteY18" fmla="*/ 1183393 h 1311980"/>
                <a:gd name="connsiteX19" fmla="*/ 272606 w 1301306"/>
                <a:gd name="connsiteY19" fmla="*/ 797630 h 1311980"/>
                <a:gd name="connsiteX20" fmla="*/ 15431 w 1301306"/>
                <a:gd name="connsiteY20" fmla="*/ 797630 h 1311980"/>
                <a:gd name="connsiteX21" fmla="*/ 0 w 1301306"/>
                <a:gd name="connsiteY21" fmla="*/ 782200 h 1311980"/>
                <a:gd name="connsiteX22" fmla="*/ 0 w 1301306"/>
                <a:gd name="connsiteY22" fmla="*/ 525025 h 1311980"/>
                <a:gd name="connsiteX23" fmla="*/ 15431 w 1301306"/>
                <a:gd name="connsiteY23" fmla="*/ 509594 h 1311980"/>
                <a:gd name="connsiteX24" fmla="*/ 272606 w 1301306"/>
                <a:gd name="connsiteY24" fmla="*/ 509594 h 1311980"/>
                <a:gd name="connsiteX25" fmla="*/ 288036 w 1301306"/>
                <a:gd name="connsiteY25" fmla="*/ 525025 h 1311980"/>
                <a:gd name="connsiteX26" fmla="*/ 288036 w 1301306"/>
                <a:gd name="connsiteY26" fmla="*/ 782200 h 1311980"/>
                <a:gd name="connsiteX27" fmla="*/ 272606 w 1301306"/>
                <a:gd name="connsiteY27" fmla="*/ 797630 h 1311980"/>
                <a:gd name="connsiteX28" fmla="*/ 30861 w 1301306"/>
                <a:gd name="connsiteY28" fmla="*/ 766769 h 1311980"/>
                <a:gd name="connsiteX29" fmla="*/ 257175 w 1301306"/>
                <a:gd name="connsiteY29" fmla="*/ 766769 h 1311980"/>
                <a:gd name="connsiteX30" fmla="*/ 257175 w 1301306"/>
                <a:gd name="connsiteY30" fmla="*/ 540455 h 1311980"/>
                <a:gd name="connsiteX31" fmla="*/ 30861 w 1301306"/>
                <a:gd name="connsiteY31" fmla="*/ 540455 h 1311980"/>
                <a:gd name="connsiteX32" fmla="*/ 30861 w 1301306"/>
                <a:gd name="connsiteY32" fmla="*/ 766769 h 1311980"/>
                <a:gd name="connsiteX33" fmla="*/ 1301306 w 1301306"/>
                <a:gd name="connsiteY33" fmla="*/ 669043 h 1311980"/>
                <a:gd name="connsiteX34" fmla="*/ 444056 w 1301306"/>
                <a:gd name="connsiteY34" fmla="*/ 669043 h 1311980"/>
                <a:gd name="connsiteX35" fmla="*/ 444056 w 1301306"/>
                <a:gd name="connsiteY35" fmla="*/ 638182 h 1311980"/>
                <a:gd name="connsiteX36" fmla="*/ 1301306 w 1301306"/>
                <a:gd name="connsiteY36" fmla="*/ 638182 h 1311980"/>
                <a:gd name="connsiteX37" fmla="*/ 1301306 w 1301306"/>
                <a:gd name="connsiteY37" fmla="*/ 669043 h 1311980"/>
                <a:gd name="connsiteX38" fmla="*/ 272606 w 1301306"/>
                <a:gd name="connsiteY38" fmla="*/ 283280 h 1311980"/>
                <a:gd name="connsiteX39" fmla="*/ 15431 w 1301306"/>
                <a:gd name="connsiteY39" fmla="*/ 283280 h 1311980"/>
                <a:gd name="connsiteX40" fmla="*/ 2897 w 1301306"/>
                <a:gd name="connsiteY40" fmla="*/ 261418 h 1311980"/>
                <a:gd name="connsiteX41" fmla="*/ 123316 w 1301306"/>
                <a:gd name="connsiteY41" fmla="*/ 4588 h 1311980"/>
                <a:gd name="connsiteX42" fmla="*/ 148180 w 1301306"/>
                <a:gd name="connsiteY42" fmla="*/ 3136 h 1311980"/>
                <a:gd name="connsiteX43" fmla="*/ 285139 w 1301306"/>
                <a:gd name="connsiteY43" fmla="*/ 263347 h 1311980"/>
                <a:gd name="connsiteX44" fmla="*/ 272606 w 1301306"/>
                <a:gd name="connsiteY44" fmla="*/ 283280 h 1311980"/>
                <a:gd name="connsiteX45" fmla="*/ 32792 w 1301306"/>
                <a:gd name="connsiteY45" fmla="*/ 252419 h 1311980"/>
                <a:gd name="connsiteX46" fmla="*/ 257175 w 1301306"/>
                <a:gd name="connsiteY46" fmla="*/ 252419 h 1311980"/>
                <a:gd name="connsiteX47" fmla="*/ 135636 w 1301306"/>
                <a:gd name="connsiteY47" fmla="*/ 29280 h 1311980"/>
                <a:gd name="connsiteX48" fmla="*/ 32792 w 1301306"/>
                <a:gd name="connsiteY48" fmla="*/ 252419 h 1311980"/>
                <a:gd name="connsiteX49" fmla="*/ 1301306 w 1301306"/>
                <a:gd name="connsiteY49" fmla="*/ 154693 h 1311980"/>
                <a:gd name="connsiteX50" fmla="*/ 444056 w 1301306"/>
                <a:gd name="connsiteY50" fmla="*/ 154693 h 1311980"/>
                <a:gd name="connsiteX51" fmla="*/ 444056 w 1301306"/>
                <a:gd name="connsiteY51" fmla="*/ 123832 h 1311980"/>
                <a:gd name="connsiteX52" fmla="*/ 1301306 w 1301306"/>
                <a:gd name="connsiteY52" fmla="*/ 123832 h 1311980"/>
                <a:gd name="connsiteX53" fmla="*/ 1301306 w 1301306"/>
                <a:gd name="connsiteY53" fmla="*/ 154693 h 1311980"/>
                <a:gd name="connsiteX0" fmla="*/ 272606 w 1301306"/>
                <a:gd name="connsiteY0" fmla="*/ 1311980 h 1311980"/>
                <a:gd name="connsiteX1" fmla="*/ 15431 w 1301306"/>
                <a:gd name="connsiteY1" fmla="*/ 1311980 h 1311980"/>
                <a:gd name="connsiteX2" fmla="*/ 0 w 1301306"/>
                <a:gd name="connsiteY2" fmla="*/ 1296550 h 1311980"/>
                <a:gd name="connsiteX3" fmla="*/ 0 w 1301306"/>
                <a:gd name="connsiteY3" fmla="*/ 1039375 h 1311980"/>
                <a:gd name="connsiteX4" fmla="*/ 15431 w 1301306"/>
                <a:gd name="connsiteY4" fmla="*/ 1023944 h 1311980"/>
                <a:gd name="connsiteX5" fmla="*/ 272606 w 1301306"/>
                <a:gd name="connsiteY5" fmla="*/ 1023944 h 1311980"/>
                <a:gd name="connsiteX6" fmla="*/ 288036 w 1301306"/>
                <a:gd name="connsiteY6" fmla="*/ 1039375 h 1311980"/>
                <a:gd name="connsiteX7" fmla="*/ 288036 w 1301306"/>
                <a:gd name="connsiteY7" fmla="*/ 1296550 h 1311980"/>
                <a:gd name="connsiteX8" fmla="*/ 272606 w 1301306"/>
                <a:gd name="connsiteY8" fmla="*/ 1311980 h 1311980"/>
                <a:gd name="connsiteX9" fmla="*/ 30861 w 1301306"/>
                <a:gd name="connsiteY9" fmla="*/ 1281119 h 1311980"/>
                <a:gd name="connsiteX10" fmla="*/ 257175 w 1301306"/>
                <a:gd name="connsiteY10" fmla="*/ 1281119 h 1311980"/>
                <a:gd name="connsiteX11" fmla="*/ 257175 w 1301306"/>
                <a:gd name="connsiteY11" fmla="*/ 1054805 h 1311980"/>
                <a:gd name="connsiteX12" fmla="*/ 30861 w 1301306"/>
                <a:gd name="connsiteY12" fmla="*/ 1054805 h 1311980"/>
                <a:gd name="connsiteX13" fmla="*/ 30861 w 1301306"/>
                <a:gd name="connsiteY13" fmla="*/ 1281119 h 1311980"/>
                <a:gd name="connsiteX14" fmla="*/ 1301306 w 1301306"/>
                <a:gd name="connsiteY14" fmla="*/ 1183393 h 1311980"/>
                <a:gd name="connsiteX15" fmla="*/ 444056 w 1301306"/>
                <a:gd name="connsiteY15" fmla="*/ 1183393 h 1311980"/>
                <a:gd name="connsiteX16" fmla="*/ 444056 w 1301306"/>
                <a:gd name="connsiteY16" fmla="*/ 1152532 h 1311980"/>
                <a:gd name="connsiteX17" fmla="*/ 1301306 w 1301306"/>
                <a:gd name="connsiteY17" fmla="*/ 1152532 h 1311980"/>
                <a:gd name="connsiteX18" fmla="*/ 1301306 w 1301306"/>
                <a:gd name="connsiteY18" fmla="*/ 1183393 h 1311980"/>
                <a:gd name="connsiteX19" fmla="*/ 272606 w 1301306"/>
                <a:gd name="connsiteY19" fmla="*/ 797630 h 1311980"/>
                <a:gd name="connsiteX20" fmla="*/ 15431 w 1301306"/>
                <a:gd name="connsiteY20" fmla="*/ 797630 h 1311980"/>
                <a:gd name="connsiteX21" fmla="*/ 0 w 1301306"/>
                <a:gd name="connsiteY21" fmla="*/ 782200 h 1311980"/>
                <a:gd name="connsiteX22" fmla="*/ 0 w 1301306"/>
                <a:gd name="connsiteY22" fmla="*/ 525025 h 1311980"/>
                <a:gd name="connsiteX23" fmla="*/ 15431 w 1301306"/>
                <a:gd name="connsiteY23" fmla="*/ 509594 h 1311980"/>
                <a:gd name="connsiteX24" fmla="*/ 272606 w 1301306"/>
                <a:gd name="connsiteY24" fmla="*/ 509594 h 1311980"/>
                <a:gd name="connsiteX25" fmla="*/ 288036 w 1301306"/>
                <a:gd name="connsiteY25" fmla="*/ 525025 h 1311980"/>
                <a:gd name="connsiteX26" fmla="*/ 288036 w 1301306"/>
                <a:gd name="connsiteY26" fmla="*/ 782200 h 1311980"/>
                <a:gd name="connsiteX27" fmla="*/ 272606 w 1301306"/>
                <a:gd name="connsiteY27" fmla="*/ 797630 h 1311980"/>
                <a:gd name="connsiteX28" fmla="*/ 30861 w 1301306"/>
                <a:gd name="connsiteY28" fmla="*/ 766769 h 1311980"/>
                <a:gd name="connsiteX29" fmla="*/ 257175 w 1301306"/>
                <a:gd name="connsiteY29" fmla="*/ 766769 h 1311980"/>
                <a:gd name="connsiteX30" fmla="*/ 257175 w 1301306"/>
                <a:gd name="connsiteY30" fmla="*/ 540455 h 1311980"/>
                <a:gd name="connsiteX31" fmla="*/ 30861 w 1301306"/>
                <a:gd name="connsiteY31" fmla="*/ 540455 h 1311980"/>
                <a:gd name="connsiteX32" fmla="*/ 30861 w 1301306"/>
                <a:gd name="connsiteY32" fmla="*/ 766769 h 1311980"/>
                <a:gd name="connsiteX33" fmla="*/ 1301306 w 1301306"/>
                <a:gd name="connsiteY33" fmla="*/ 669043 h 1311980"/>
                <a:gd name="connsiteX34" fmla="*/ 444056 w 1301306"/>
                <a:gd name="connsiteY34" fmla="*/ 669043 h 1311980"/>
                <a:gd name="connsiteX35" fmla="*/ 444056 w 1301306"/>
                <a:gd name="connsiteY35" fmla="*/ 638182 h 1311980"/>
                <a:gd name="connsiteX36" fmla="*/ 1301306 w 1301306"/>
                <a:gd name="connsiteY36" fmla="*/ 638182 h 1311980"/>
                <a:gd name="connsiteX37" fmla="*/ 1301306 w 1301306"/>
                <a:gd name="connsiteY37" fmla="*/ 669043 h 1311980"/>
                <a:gd name="connsiteX38" fmla="*/ 272606 w 1301306"/>
                <a:gd name="connsiteY38" fmla="*/ 283280 h 1311980"/>
                <a:gd name="connsiteX39" fmla="*/ 15431 w 1301306"/>
                <a:gd name="connsiteY39" fmla="*/ 283280 h 1311980"/>
                <a:gd name="connsiteX40" fmla="*/ 2897 w 1301306"/>
                <a:gd name="connsiteY40" fmla="*/ 261418 h 1311980"/>
                <a:gd name="connsiteX41" fmla="*/ 123316 w 1301306"/>
                <a:gd name="connsiteY41" fmla="*/ 4588 h 1311980"/>
                <a:gd name="connsiteX42" fmla="*/ 148180 w 1301306"/>
                <a:gd name="connsiteY42" fmla="*/ 3136 h 1311980"/>
                <a:gd name="connsiteX43" fmla="*/ 282725 w 1301306"/>
                <a:gd name="connsiteY43" fmla="*/ 258845 h 1311980"/>
                <a:gd name="connsiteX44" fmla="*/ 272606 w 1301306"/>
                <a:gd name="connsiteY44" fmla="*/ 283280 h 1311980"/>
                <a:gd name="connsiteX45" fmla="*/ 32792 w 1301306"/>
                <a:gd name="connsiteY45" fmla="*/ 252419 h 1311980"/>
                <a:gd name="connsiteX46" fmla="*/ 257175 w 1301306"/>
                <a:gd name="connsiteY46" fmla="*/ 252419 h 1311980"/>
                <a:gd name="connsiteX47" fmla="*/ 135636 w 1301306"/>
                <a:gd name="connsiteY47" fmla="*/ 29280 h 1311980"/>
                <a:gd name="connsiteX48" fmla="*/ 32792 w 1301306"/>
                <a:gd name="connsiteY48" fmla="*/ 252419 h 1311980"/>
                <a:gd name="connsiteX49" fmla="*/ 1301306 w 1301306"/>
                <a:gd name="connsiteY49" fmla="*/ 154693 h 1311980"/>
                <a:gd name="connsiteX50" fmla="*/ 444056 w 1301306"/>
                <a:gd name="connsiteY50" fmla="*/ 154693 h 1311980"/>
                <a:gd name="connsiteX51" fmla="*/ 444056 w 1301306"/>
                <a:gd name="connsiteY51" fmla="*/ 123832 h 1311980"/>
                <a:gd name="connsiteX52" fmla="*/ 1301306 w 1301306"/>
                <a:gd name="connsiteY52" fmla="*/ 123832 h 1311980"/>
                <a:gd name="connsiteX53" fmla="*/ 1301306 w 1301306"/>
                <a:gd name="connsiteY53" fmla="*/ 154693 h 1311980"/>
                <a:gd name="connsiteX0" fmla="*/ 272606 w 1301306"/>
                <a:gd name="connsiteY0" fmla="*/ 1311980 h 1311980"/>
                <a:gd name="connsiteX1" fmla="*/ 15431 w 1301306"/>
                <a:gd name="connsiteY1" fmla="*/ 1311980 h 1311980"/>
                <a:gd name="connsiteX2" fmla="*/ 0 w 1301306"/>
                <a:gd name="connsiteY2" fmla="*/ 1296550 h 1311980"/>
                <a:gd name="connsiteX3" fmla="*/ 0 w 1301306"/>
                <a:gd name="connsiteY3" fmla="*/ 1039375 h 1311980"/>
                <a:gd name="connsiteX4" fmla="*/ 15431 w 1301306"/>
                <a:gd name="connsiteY4" fmla="*/ 1023944 h 1311980"/>
                <a:gd name="connsiteX5" fmla="*/ 272606 w 1301306"/>
                <a:gd name="connsiteY5" fmla="*/ 1023944 h 1311980"/>
                <a:gd name="connsiteX6" fmla="*/ 288036 w 1301306"/>
                <a:gd name="connsiteY6" fmla="*/ 1039375 h 1311980"/>
                <a:gd name="connsiteX7" fmla="*/ 288036 w 1301306"/>
                <a:gd name="connsiteY7" fmla="*/ 1296550 h 1311980"/>
                <a:gd name="connsiteX8" fmla="*/ 272606 w 1301306"/>
                <a:gd name="connsiteY8" fmla="*/ 1311980 h 1311980"/>
                <a:gd name="connsiteX9" fmla="*/ 30861 w 1301306"/>
                <a:gd name="connsiteY9" fmla="*/ 1281119 h 1311980"/>
                <a:gd name="connsiteX10" fmla="*/ 257175 w 1301306"/>
                <a:gd name="connsiteY10" fmla="*/ 1281119 h 1311980"/>
                <a:gd name="connsiteX11" fmla="*/ 257175 w 1301306"/>
                <a:gd name="connsiteY11" fmla="*/ 1054805 h 1311980"/>
                <a:gd name="connsiteX12" fmla="*/ 30861 w 1301306"/>
                <a:gd name="connsiteY12" fmla="*/ 1054805 h 1311980"/>
                <a:gd name="connsiteX13" fmla="*/ 30861 w 1301306"/>
                <a:gd name="connsiteY13" fmla="*/ 1281119 h 1311980"/>
                <a:gd name="connsiteX14" fmla="*/ 1301306 w 1301306"/>
                <a:gd name="connsiteY14" fmla="*/ 1183393 h 1311980"/>
                <a:gd name="connsiteX15" fmla="*/ 444056 w 1301306"/>
                <a:gd name="connsiteY15" fmla="*/ 1183393 h 1311980"/>
                <a:gd name="connsiteX16" fmla="*/ 444056 w 1301306"/>
                <a:gd name="connsiteY16" fmla="*/ 1152532 h 1311980"/>
                <a:gd name="connsiteX17" fmla="*/ 1301306 w 1301306"/>
                <a:gd name="connsiteY17" fmla="*/ 1152532 h 1311980"/>
                <a:gd name="connsiteX18" fmla="*/ 1301306 w 1301306"/>
                <a:gd name="connsiteY18" fmla="*/ 1183393 h 1311980"/>
                <a:gd name="connsiteX19" fmla="*/ 272606 w 1301306"/>
                <a:gd name="connsiteY19" fmla="*/ 797630 h 1311980"/>
                <a:gd name="connsiteX20" fmla="*/ 15431 w 1301306"/>
                <a:gd name="connsiteY20" fmla="*/ 797630 h 1311980"/>
                <a:gd name="connsiteX21" fmla="*/ 0 w 1301306"/>
                <a:gd name="connsiteY21" fmla="*/ 782200 h 1311980"/>
                <a:gd name="connsiteX22" fmla="*/ 0 w 1301306"/>
                <a:gd name="connsiteY22" fmla="*/ 525025 h 1311980"/>
                <a:gd name="connsiteX23" fmla="*/ 15431 w 1301306"/>
                <a:gd name="connsiteY23" fmla="*/ 509594 h 1311980"/>
                <a:gd name="connsiteX24" fmla="*/ 272606 w 1301306"/>
                <a:gd name="connsiteY24" fmla="*/ 509594 h 1311980"/>
                <a:gd name="connsiteX25" fmla="*/ 288036 w 1301306"/>
                <a:gd name="connsiteY25" fmla="*/ 525025 h 1311980"/>
                <a:gd name="connsiteX26" fmla="*/ 288036 w 1301306"/>
                <a:gd name="connsiteY26" fmla="*/ 782200 h 1311980"/>
                <a:gd name="connsiteX27" fmla="*/ 272606 w 1301306"/>
                <a:gd name="connsiteY27" fmla="*/ 797630 h 1311980"/>
                <a:gd name="connsiteX28" fmla="*/ 30861 w 1301306"/>
                <a:gd name="connsiteY28" fmla="*/ 766769 h 1311980"/>
                <a:gd name="connsiteX29" fmla="*/ 257175 w 1301306"/>
                <a:gd name="connsiteY29" fmla="*/ 766769 h 1311980"/>
                <a:gd name="connsiteX30" fmla="*/ 257175 w 1301306"/>
                <a:gd name="connsiteY30" fmla="*/ 540455 h 1311980"/>
                <a:gd name="connsiteX31" fmla="*/ 30861 w 1301306"/>
                <a:gd name="connsiteY31" fmla="*/ 540455 h 1311980"/>
                <a:gd name="connsiteX32" fmla="*/ 30861 w 1301306"/>
                <a:gd name="connsiteY32" fmla="*/ 766769 h 1311980"/>
                <a:gd name="connsiteX33" fmla="*/ 1301306 w 1301306"/>
                <a:gd name="connsiteY33" fmla="*/ 669043 h 1311980"/>
                <a:gd name="connsiteX34" fmla="*/ 444056 w 1301306"/>
                <a:gd name="connsiteY34" fmla="*/ 669043 h 1311980"/>
                <a:gd name="connsiteX35" fmla="*/ 444056 w 1301306"/>
                <a:gd name="connsiteY35" fmla="*/ 638182 h 1311980"/>
                <a:gd name="connsiteX36" fmla="*/ 1301306 w 1301306"/>
                <a:gd name="connsiteY36" fmla="*/ 638182 h 1311980"/>
                <a:gd name="connsiteX37" fmla="*/ 1301306 w 1301306"/>
                <a:gd name="connsiteY37" fmla="*/ 669043 h 1311980"/>
                <a:gd name="connsiteX38" fmla="*/ 272606 w 1301306"/>
                <a:gd name="connsiteY38" fmla="*/ 283280 h 1311980"/>
                <a:gd name="connsiteX39" fmla="*/ 15431 w 1301306"/>
                <a:gd name="connsiteY39" fmla="*/ 283280 h 1311980"/>
                <a:gd name="connsiteX40" fmla="*/ 2897 w 1301306"/>
                <a:gd name="connsiteY40" fmla="*/ 261418 h 1311980"/>
                <a:gd name="connsiteX41" fmla="*/ 123316 w 1301306"/>
                <a:gd name="connsiteY41" fmla="*/ 4588 h 1311980"/>
                <a:gd name="connsiteX42" fmla="*/ 148180 w 1301306"/>
                <a:gd name="connsiteY42" fmla="*/ 3136 h 1311980"/>
                <a:gd name="connsiteX43" fmla="*/ 282725 w 1301306"/>
                <a:gd name="connsiteY43" fmla="*/ 258845 h 1311980"/>
                <a:gd name="connsiteX44" fmla="*/ 272606 w 1301306"/>
                <a:gd name="connsiteY44" fmla="*/ 283280 h 1311980"/>
                <a:gd name="connsiteX45" fmla="*/ 32792 w 1301306"/>
                <a:gd name="connsiteY45" fmla="*/ 252419 h 1311980"/>
                <a:gd name="connsiteX46" fmla="*/ 257175 w 1301306"/>
                <a:gd name="connsiteY46" fmla="*/ 252419 h 1311980"/>
                <a:gd name="connsiteX47" fmla="*/ 135636 w 1301306"/>
                <a:gd name="connsiteY47" fmla="*/ 29280 h 1311980"/>
                <a:gd name="connsiteX48" fmla="*/ 32792 w 1301306"/>
                <a:gd name="connsiteY48" fmla="*/ 252419 h 1311980"/>
                <a:gd name="connsiteX49" fmla="*/ 1301306 w 1301306"/>
                <a:gd name="connsiteY49" fmla="*/ 154693 h 1311980"/>
                <a:gd name="connsiteX50" fmla="*/ 444056 w 1301306"/>
                <a:gd name="connsiteY50" fmla="*/ 154693 h 1311980"/>
                <a:gd name="connsiteX51" fmla="*/ 444056 w 1301306"/>
                <a:gd name="connsiteY51" fmla="*/ 123832 h 1311980"/>
                <a:gd name="connsiteX52" fmla="*/ 1301306 w 1301306"/>
                <a:gd name="connsiteY52" fmla="*/ 123832 h 1311980"/>
                <a:gd name="connsiteX53" fmla="*/ 1301306 w 1301306"/>
                <a:gd name="connsiteY53" fmla="*/ 154693 h 1311980"/>
                <a:gd name="connsiteX0" fmla="*/ 272606 w 1301306"/>
                <a:gd name="connsiteY0" fmla="*/ 1311980 h 1311980"/>
                <a:gd name="connsiteX1" fmla="*/ 15431 w 1301306"/>
                <a:gd name="connsiteY1" fmla="*/ 1311980 h 1311980"/>
                <a:gd name="connsiteX2" fmla="*/ 0 w 1301306"/>
                <a:gd name="connsiteY2" fmla="*/ 1296550 h 1311980"/>
                <a:gd name="connsiteX3" fmla="*/ 0 w 1301306"/>
                <a:gd name="connsiteY3" fmla="*/ 1039375 h 1311980"/>
                <a:gd name="connsiteX4" fmla="*/ 15431 w 1301306"/>
                <a:gd name="connsiteY4" fmla="*/ 1023944 h 1311980"/>
                <a:gd name="connsiteX5" fmla="*/ 272606 w 1301306"/>
                <a:gd name="connsiteY5" fmla="*/ 1023944 h 1311980"/>
                <a:gd name="connsiteX6" fmla="*/ 288036 w 1301306"/>
                <a:gd name="connsiteY6" fmla="*/ 1039375 h 1311980"/>
                <a:gd name="connsiteX7" fmla="*/ 288036 w 1301306"/>
                <a:gd name="connsiteY7" fmla="*/ 1296550 h 1311980"/>
                <a:gd name="connsiteX8" fmla="*/ 272606 w 1301306"/>
                <a:gd name="connsiteY8" fmla="*/ 1311980 h 1311980"/>
                <a:gd name="connsiteX9" fmla="*/ 30861 w 1301306"/>
                <a:gd name="connsiteY9" fmla="*/ 1281119 h 1311980"/>
                <a:gd name="connsiteX10" fmla="*/ 257175 w 1301306"/>
                <a:gd name="connsiteY10" fmla="*/ 1281119 h 1311980"/>
                <a:gd name="connsiteX11" fmla="*/ 257175 w 1301306"/>
                <a:gd name="connsiteY11" fmla="*/ 1054805 h 1311980"/>
                <a:gd name="connsiteX12" fmla="*/ 30861 w 1301306"/>
                <a:gd name="connsiteY12" fmla="*/ 1054805 h 1311980"/>
                <a:gd name="connsiteX13" fmla="*/ 30861 w 1301306"/>
                <a:gd name="connsiteY13" fmla="*/ 1281119 h 1311980"/>
                <a:gd name="connsiteX14" fmla="*/ 1301306 w 1301306"/>
                <a:gd name="connsiteY14" fmla="*/ 1183393 h 1311980"/>
                <a:gd name="connsiteX15" fmla="*/ 444056 w 1301306"/>
                <a:gd name="connsiteY15" fmla="*/ 1183393 h 1311980"/>
                <a:gd name="connsiteX16" fmla="*/ 444056 w 1301306"/>
                <a:gd name="connsiteY16" fmla="*/ 1152532 h 1311980"/>
                <a:gd name="connsiteX17" fmla="*/ 1301306 w 1301306"/>
                <a:gd name="connsiteY17" fmla="*/ 1152532 h 1311980"/>
                <a:gd name="connsiteX18" fmla="*/ 1301306 w 1301306"/>
                <a:gd name="connsiteY18" fmla="*/ 1183393 h 1311980"/>
                <a:gd name="connsiteX19" fmla="*/ 272606 w 1301306"/>
                <a:gd name="connsiteY19" fmla="*/ 797630 h 1311980"/>
                <a:gd name="connsiteX20" fmla="*/ 15431 w 1301306"/>
                <a:gd name="connsiteY20" fmla="*/ 797630 h 1311980"/>
                <a:gd name="connsiteX21" fmla="*/ 0 w 1301306"/>
                <a:gd name="connsiteY21" fmla="*/ 782200 h 1311980"/>
                <a:gd name="connsiteX22" fmla="*/ 0 w 1301306"/>
                <a:gd name="connsiteY22" fmla="*/ 525025 h 1311980"/>
                <a:gd name="connsiteX23" fmla="*/ 15431 w 1301306"/>
                <a:gd name="connsiteY23" fmla="*/ 509594 h 1311980"/>
                <a:gd name="connsiteX24" fmla="*/ 272606 w 1301306"/>
                <a:gd name="connsiteY24" fmla="*/ 509594 h 1311980"/>
                <a:gd name="connsiteX25" fmla="*/ 288036 w 1301306"/>
                <a:gd name="connsiteY25" fmla="*/ 525025 h 1311980"/>
                <a:gd name="connsiteX26" fmla="*/ 288036 w 1301306"/>
                <a:gd name="connsiteY26" fmla="*/ 782200 h 1311980"/>
                <a:gd name="connsiteX27" fmla="*/ 272606 w 1301306"/>
                <a:gd name="connsiteY27" fmla="*/ 797630 h 1311980"/>
                <a:gd name="connsiteX28" fmla="*/ 30861 w 1301306"/>
                <a:gd name="connsiteY28" fmla="*/ 766769 h 1311980"/>
                <a:gd name="connsiteX29" fmla="*/ 257175 w 1301306"/>
                <a:gd name="connsiteY29" fmla="*/ 766769 h 1311980"/>
                <a:gd name="connsiteX30" fmla="*/ 257175 w 1301306"/>
                <a:gd name="connsiteY30" fmla="*/ 540455 h 1311980"/>
                <a:gd name="connsiteX31" fmla="*/ 30861 w 1301306"/>
                <a:gd name="connsiteY31" fmla="*/ 540455 h 1311980"/>
                <a:gd name="connsiteX32" fmla="*/ 30861 w 1301306"/>
                <a:gd name="connsiteY32" fmla="*/ 766769 h 1311980"/>
                <a:gd name="connsiteX33" fmla="*/ 1301306 w 1301306"/>
                <a:gd name="connsiteY33" fmla="*/ 669043 h 1311980"/>
                <a:gd name="connsiteX34" fmla="*/ 444056 w 1301306"/>
                <a:gd name="connsiteY34" fmla="*/ 669043 h 1311980"/>
                <a:gd name="connsiteX35" fmla="*/ 444056 w 1301306"/>
                <a:gd name="connsiteY35" fmla="*/ 638182 h 1311980"/>
                <a:gd name="connsiteX36" fmla="*/ 1301306 w 1301306"/>
                <a:gd name="connsiteY36" fmla="*/ 638182 h 1311980"/>
                <a:gd name="connsiteX37" fmla="*/ 1301306 w 1301306"/>
                <a:gd name="connsiteY37" fmla="*/ 669043 h 1311980"/>
                <a:gd name="connsiteX38" fmla="*/ 272606 w 1301306"/>
                <a:gd name="connsiteY38" fmla="*/ 283280 h 1311980"/>
                <a:gd name="connsiteX39" fmla="*/ 15431 w 1301306"/>
                <a:gd name="connsiteY39" fmla="*/ 283280 h 1311980"/>
                <a:gd name="connsiteX40" fmla="*/ 2897 w 1301306"/>
                <a:gd name="connsiteY40" fmla="*/ 261418 h 1311980"/>
                <a:gd name="connsiteX41" fmla="*/ 123316 w 1301306"/>
                <a:gd name="connsiteY41" fmla="*/ 4588 h 1311980"/>
                <a:gd name="connsiteX42" fmla="*/ 148180 w 1301306"/>
                <a:gd name="connsiteY42" fmla="*/ 3136 h 1311980"/>
                <a:gd name="connsiteX43" fmla="*/ 282725 w 1301306"/>
                <a:gd name="connsiteY43" fmla="*/ 258845 h 1311980"/>
                <a:gd name="connsiteX44" fmla="*/ 272606 w 1301306"/>
                <a:gd name="connsiteY44" fmla="*/ 283280 h 1311980"/>
                <a:gd name="connsiteX45" fmla="*/ 39155 w 1301306"/>
                <a:gd name="connsiteY45" fmla="*/ 252419 h 1311980"/>
                <a:gd name="connsiteX46" fmla="*/ 257175 w 1301306"/>
                <a:gd name="connsiteY46" fmla="*/ 252419 h 1311980"/>
                <a:gd name="connsiteX47" fmla="*/ 135636 w 1301306"/>
                <a:gd name="connsiteY47" fmla="*/ 29280 h 1311980"/>
                <a:gd name="connsiteX48" fmla="*/ 39155 w 1301306"/>
                <a:gd name="connsiteY48" fmla="*/ 252419 h 1311980"/>
                <a:gd name="connsiteX49" fmla="*/ 1301306 w 1301306"/>
                <a:gd name="connsiteY49" fmla="*/ 154693 h 1311980"/>
                <a:gd name="connsiteX50" fmla="*/ 444056 w 1301306"/>
                <a:gd name="connsiteY50" fmla="*/ 154693 h 1311980"/>
                <a:gd name="connsiteX51" fmla="*/ 444056 w 1301306"/>
                <a:gd name="connsiteY51" fmla="*/ 123832 h 1311980"/>
                <a:gd name="connsiteX52" fmla="*/ 1301306 w 1301306"/>
                <a:gd name="connsiteY52" fmla="*/ 123832 h 1311980"/>
                <a:gd name="connsiteX53" fmla="*/ 1301306 w 1301306"/>
                <a:gd name="connsiteY53" fmla="*/ 154693 h 1311980"/>
                <a:gd name="connsiteX0" fmla="*/ 272606 w 1301306"/>
                <a:gd name="connsiteY0" fmla="*/ 1311980 h 1311980"/>
                <a:gd name="connsiteX1" fmla="*/ 15431 w 1301306"/>
                <a:gd name="connsiteY1" fmla="*/ 1311980 h 1311980"/>
                <a:gd name="connsiteX2" fmla="*/ 0 w 1301306"/>
                <a:gd name="connsiteY2" fmla="*/ 1296550 h 1311980"/>
                <a:gd name="connsiteX3" fmla="*/ 0 w 1301306"/>
                <a:gd name="connsiteY3" fmla="*/ 1039375 h 1311980"/>
                <a:gd name="connsiteX4" fmla="*/ 15431 w 1301306"/>
                <a:gd name="connsiteY4" fmla="*/ 1023944 h 1311980"/>
                <a:gd name="connsiteX5" fmla="*/ 272606 w 1301306"/>
                <a:gd name="connsiteY5" fmla="*/ 1023944 h 1311980"/>
                <a:gd name="connsiteX6" fmla="*/ 288036 w 1301306"/>
                <a:gd name="connsiteY6" fmla="*/ 1039375 h 1311980"/>
                <a:gd name="connsiteX7" fmla="*/ 288036 w 1301306"/>
                <a:gd name="connsiteY7" fmla="*/ 1296550 h 1311980"/>
                <a:gd name="connsiteX8" fmla="*/ 272606 w 1301306"/>
                <a:gd name="connsiteY8" fmla="*/ 1311980 h 1311980"/>
                <a:gd name="connsiteX9" fmla="*/ 30861 w 1301306"/>
                <a:gd name="connsiteY9" fmla="*/ 1281119 h 1311980"/>
                <a:gd name="connsiteX10" fmla="*/ 257175 w 1301306"/>
                <a:gd name="connsiteY10" fmla="*/ 1281119 h 1311980"/>
                <a:gd name="connsiteX11" fmla="*/ 257175 w 1301306"/>
                <a:gd name="connsiteY11" fmla="*/ 1054805 h 1311980"/>
                <a:gd name="connsiteX12" fmla="*/ 30861 w 1301306"/>
                <a:gd name="connsiteY12" fmla="*/ 1054805 h 1311980"/>
                <a:gd name="connsiteX13" fmla="*/ 30861 w 1301306"/>
                <a:gd name="connsiteY13" fmla="*/ 1281119 h 1311980"/>
                <a:gd name="connsiteX14" fmla="*/ 1301306 w 1301306"/>
                <a:gd name="connsiteY14" fmla="*/ 1183393 h 1311980"/>
                <a:gd name="connsiteX15" fmla="*/ 444056 w 1301306"/>
                <a:gd name="connsiteY15" fmla="*/ 1183393 h 1311980"/>
                <a:gd name="connsiteX16" fmla="*/ 444056 w 1301306"/>
                <a:gd name="connsiteY16" fmla="*/ 1152532 h 1311980"/>
                <a:gd name="connsiteX17" fmla="*/ 1301306 w 1301306"/>
                <a:gd name="connsiteY17" fmla="*/ 1152532 h 1311980"/>
                <a:gd name="connsiteX18" fmla="*/ 1301306 w 1301306"/>
                <a:gd name="connsiteY18" fmla="*/ 1183393 h 1311980"/>
                <a:gd name="connsiteX19" fmla="*/ 272606 w 1301306"/>
                <a:gd name="connsiteY19" fmla="*/ 797630 h 1311980"/>
                <a:gd name="connsiteX20" fmla="*/ 15431 w 1301306"/>
                <a:gd name="connsiteY20" fmla="*/ 797630 h 1311980"/>
                <a:gd name="connsiteX21" fmla="*/ 0 w 1301306"/>
                <a:gd name="connsiteY21" fmla="*/ 782200 h 1311980"/>
                <a:gd name="connsiteX22" fmla="*/ 0 w 1301306"/>
                <a:gd name="connsiteY22" fmla="*/ 525025 h 1311980"/>
                <a:gd name="connsiteX23" fmla="*/ 15431 w 1301306"/>
                <a:gd name="connsiteY23" fmla="*/ 509594 h 1311980"/>
                <a:gd name="connsiteX24" fmla="*/ 272606 w 1301306"/>
                <a:gd name="connsiteY24" fmla="*/ 509594 h 1311980"/>
                <a:gd name="connsiteX25" fmla="*/ 288036 w 1301306"/>
                <a:gd name="connsiteY25" fmla="*/ 525025 h 1311980"/>
                <a:gd name="connsiteX26" fmla="*/ 288036 w 1301306"/>
                <a:gd name="connsiteY26" fmla="*/ 782200 h 1311980"/>
                <a:gd name="connsiteX27" fmla="*/ 272606 w 1301306"/>
                <a:gd name="connsiteY27" fmla="*/ 797630 h 1311980"/>
                <a:gd name="connsiteX28" fmla="*/ 30861 w 1301306"/>
                <a:gd name="connsiteY28" fmla="*/ 766769 h 1311980"/>
                <a:gd name="connsiteX29" fmla="*/ 257175 w 1301306"/>
                <a:gd name="connsiteY29" fmla="*/ 766769 h 1311980"/>
                <a:gd name="connsiteX30" fmla="*/ 257175 w 1301306"/>
                <a:gd name="connsiteY30" fmla="*/ 540455 h 1311980"/>
                <a:gd name="connsiteX31" fmla="*/ 30861 w 1301306"/>
                <a:gd name="connsiteY31" fmla="*/ 540455 h 1311980"/>
                <a:gd name="connsiteX32" fmla="*/ 30861 w 1301306"/>
                <a:gd name="connsiteY32" fmla="*/ 766769 h 1311980"/>
                <a:gd name="connsiteX33" fmla="*/ 1301306 w 1301306"/>
                <a:gd name="connsiteY33" fmla="*/ 669043 h 1311980"/>
                <a:gd name="connsiteX34" fmla="*/ 444056 w 1301306"/>
                <a:gd name="connsiteY34" fmla="*/ 669043 h 1311980"/>
                <a:gd name="connsiteX35" fmla="*/ 444056 w 1301306"/>
                <a:gd name="connsiteY35" fmla="*/ 638182 h 1311980"/>
                <a:gd name="connsiteX36" fmla="*/ 1301306 w 1301306"/>
                <a:gd name="connsiteY36" fmla="*/ 638182 h 1311980"/>
                <a:gd name="connsiteX37" fmla="*/ 1301306 w 1301306"/>
                <a:gd name="connsiteY37" fmla="*/ 669043 h 1311980"/>
                <a:gd name="connsiteX38" fmla="*/ 272606 w 1301306"/>
                <a:gd name="connsiteY38" fmla="*/ 283280 h 1311980"/>
                <a:gd name="connsiteX39" fmla="*/ 15431 w 1301306"/>
                <a:gd name="connsiteY39" fmla="*/ 283280 h 1311980"/>
                <a:gd name="connsiteX40" fmla="*/ 2897 w 1301306"/>
                <a:gd name="connsiteY40" fmla="*/ 261418 h 1311980"/>
                <a:gd name="connsiteX41" fmla="*/ 123316 w 1301306"/>
                <a:gd name="connsiteY41" fmla="*/ 4588 h 1311980"/>
                <a:gd name="connsiteX42" fmla="*/ 148180 w 1301306"/>
                <a:gd name="connsiteY42" fmla="*/ 3136 h 1311980"/>
                <a:gd name="connsiteX43" fmla="*/ 282725 w 1301306"/>
                <a:gd name="connsiteY43" fmla="*/ 258845 h 1311980"/>
                <a:gd name="connsiteX44" fmla="*/ 272606 w 1301306"/>
                <a:gd name="connsiteY44" fmla="*/ 283280 h 1311980"/>
                <a:gd name="connsiteX45" fmla="*/ 39155 w 1301306"/>
                <a:gd name="connsiteY45" fmla="*/ 252419 h 1311980"/>
                <a:gd name="connsiteX46" fmla="*/ 251448 w 1301306"/>
                <a:gd name="connsiteY46" fmla="*/ 252419 h 1311980"/>
                <a:gd name="connsiteX47" fmla="*/ 135636 w 1301306"/>
                <a:gd name="connsiteY47" fmla="*/ 29280 h 1311980"/>
                <a:gd name="connsiteX48" fmla="*/ 39155 w 1301306"/>
                <a:gd name="connsiteY48" fmla="*/ 252419 h 1311980"/>
                <a:gd name="connsiteX49" fmla="*/ 1301306 w 1301306"/>
                <a:gd name="connsiteY49" fmla="*/ 154693 h 1311980"/>
                <a:gd name="connsiteX50" fmla="*/ 444056 w 1301306"/>
                <a:gd name="connsiteY50" fmla="*/ 154693 h 1311980"/>
                <a:gd name="connsiteX51" fmla="*/ 444056 w 1301306"/>
                <a:gd name="connsiteY51" fmla="*/ 123832 h 1311980"/>
                <a:gd name="connsiteX52" fmla="*/ 1301306 w 1301306"/>
                <a:gd name="connsiteY52" fmla="*/ 123832 h 1311980"/>
                <a:gd name="connsiteX53" fmla="*/ 1301306 w 1301306"/>
                <a:gd name="connsiteY53" fmla="*/ 154693 h 1311980"/>
                <a:gd name="connsiteX0" fmla="*/ 272606 w 1301306"/>
                <a:gd name="connsiteY0" fmla="*/ 1311980 h 1311980"/>
                <a:gd name="connsiteX1" fmla="*/ 15431 w 1301306"/>
                <a:gd name="connsiteY1" fmla="*/ 1311980 h 1311980"/>
                <a:gd name="connsiteX2" fmla="*/ 0 w 1301306"/>
                <a:gd name="connsiteY2" fmla="*/ 1296550 h 1311980"/>
                <a:gd name="connsiteX3" fmla="*/ 0 w 1301306"/>
                <a:gd name="connsiteY3" fmla="*/ 1039375 h 1311980"/>
                <a:gd name="connsiteX4" fmla="*/ 15431 w 1301306"/>
                <a:gd name="connsiteY4" fmla="*/ 1023944 h 1311980"/>
                <a:gd name="connsiteX5" fmla="*/ 272606 w 1301306"/>
                <a:gd name="connsiteY5" fmla="*/ 1023944 h 1311980"/>
                <a:gd name="connsiteX6" fmla="*/ 288036 w 1301306"/>
                <a:gd name="connsiteY6" fmla="*/ 1039375 h 1311980"/>
                <a:gd name="connsiteX7" fmla="*/ 288036 w 1301306"/>
                <a:gd name="connsiteY7" fmla="*/ 1296550 h 1311980"/>
                <a:gd name="connsiteX8" fmla="*/ 272606 w 1301306"/>
                <a:gd name="connsiteY8" fmla="*/ 1311980 h 1311980"/>
                <a:gd name="connsiteX9" fmla="*/ 30861 w 1301306"/>
                <a:gd name="connsiteY9" fmla="*/ 1281119 h 1311980"/>
                <a:gd name="connsiteX10" fmla="*/ 257175 w 1301306"/>
                <a:gd name="connsiteY10" fmla="*/ 1281119 h 1311980"/>
                <a:gd name="connsiteX11" fmla="*/ 257175 w 1301306"/>
                <a:gd name="connsiteY11" fmla="*/ 1054805 h 1311980"/>
                <a:gd name="connsiteX12" fmla="*/ 30861 w 1301306"/>
                <a:gd name="connsiteY12" fmla="*/ 1054805 h 1311980"/>
                <a:gd name="connsiteX13" fmla="*/ 30861 w 1301306"/>
                <a:gd name="connsiteY13" fmla="*/ 1281119 h 1311980"/>
                <a:gd name="connsiteX14" fmla="*/ 1301306 w 1301306"/>
                <a:gd name="connsiteY14" fmla="*/ 1183393 h 1311980"/>
                <a:gd name="connsiteX15" fmla="*/ 444056 w 1301306"/>
                <a:gd name="connsiteY15" fmla="*/ 1183393 h 1311980"/>
                <a:gd name="connsiteX16" fmla="*/ 444056 w 1301306"/>
                <a:gd name="connsiteY16" fmla="*/ 1152532 h 1311980"/>
                <a:gd name="connsiteX17" fmla="*/ 1301306 w 1301306"/>
                <a:gd name="connsiteY17" fmla="*/ 1152532 h 1311980"/>
                <a:gd name="connsiteX18" fmla="*/ 1301306 w 1301306"/>
                <a:gd name="connsiteY18" fmla="*/ 1183393 h 1311980"/>
                <a:gd name="connsiteX19" fmla="*/ 272606 w 1301306"/>
                <a:gd name="connsiteY19" fmla="*/ 797630 h 1311980"/>
                <a:gd name="connsiteX20" fmla="*/ 15431 w 1301306"/>
                <a:gd name="connsiteY20" fmla="*/ 797630 h 1311980"/>
                <a:gd name="connsiteX21" fmla="*/ 0 w 1301306"/>
                <a:gd name="connsiteY21" fmla="*/ 782200 h 1311980"/>
                <a:gd name="connsiteX22" fmla="*/ 0 w 1301306"/>
                <a:gd name="connsiteY22" fmla="*/ 525025 h 1311980"/>
                <a:gd name="connsiteX23" fmla="*/ 15431 w 1301306"/>
                <a:gd name="connsiteY23" fmla="*/ 509594 h 1311980"/>
                <a:gd name="connsiteX24" fmla="*/ 272606 w 1301306"/>
                <a:gd name="connsiteY24" fmla="*/ 509594 h 1311980"/>
                <a:gd name="connsiteX25" fmla="*/ 288036 w 1301306"/>
                <a:gd name="connsiteY25" fmla="*/ 525025 h 1311980"/>
                <a:gd name="connsiteX26" fmla="*/ 288036 w 1301306"/>
                <a:gd name="connsiteY26" fmla="*/ 782200 h 1311980"/>
                <a:gd name="connsiteX27" fmla="*/ 272606 w 1301306"/>
                <a:gd name="connsiteY27" fmla="*/ 797630 h 1311980"/>
                <a:gd name="connsiteX28" fmla="*/ 30861 w 1301306"/>
                <a:gd name="connsiteY28" fmla="*/ 766769 h 1311980"/>
                <a:gd name="connsiteX29" fmla="*/ 257175 w 1301306"/>
                <a:gd name="connsiteY29" fmla="*/ 766769 h 1311980"/>
                <a:gd name="connsiteX30" fmla="*/ 257175 w 1301306"/>
                <a:gd name="connsiteY30" fmla="*/ 540455 h 1311980"/>
                <a:gd name="connsiteX31" fmla="*/ 30861 w 1301306"/>
                <a:gd name="connsiteY31" fmla="*/ 540455 h 1311980"/>
                <a:gd name="connsiteX32" fmla="*/ 30861 w 1301306"/>
                <a:gd name="connsiteY32" fmla="*/ 766769 h 1311980"/>
                <a:gd name="connsiteX33" fmla="*/ 1301306 w 1301306"/>
                <a:gd name="connsiteY33" fmla="*/ 669043 h 1311980"/>
                <a:gd name="connsiteX34" fmla="*/ 444056 w 1301306"/>
                <a:gd name="connsiteY34" fmla="*/ 669043 h 1311980"/>
                <a:gd name="connsiteX35" fmla="*/ 444056 w 1301306"/>
                <a:gd name="connsiteY35" fmla="*/ 638182 h 1311980"/>
                <a:gd name="connsiteX36" fmla="*/ 1301306 w 1301306"/>
                <a:gd name="connsiteY36" fmla="*/ 638182 h 1311980"/>
                <a:gd name="connsiteX37" fmla="*/ 1301306 w 1301306"/>
                <a:gd name="connsiteY37" fmla="*/ 669043 h 1311980"/>
                <a:gd name="connsiteX38" fmla="*/ 272606 w 1301306"/>
                <a:gd name="connsiteY38" fmla="*/ 283280 h 1311980"/>
                <a:gd name="connsiteX39" fmla="*/ 15431 w 1301306"/>
                <a:gd name="connsiteY39" fmla="*/ 283280 h 1311980"/>
                <a:gd name="connsiteX40" fmla="*/ 2897 w 1301306"/>
                <a:gd name="connsiteY40" fmla="*/ 261418 h 1311980"/>
                <a:gd name="connsiteX41" fmla="*/ 123316 w 1301306"/>
                <a:gd name="connsiteY41" fmla="*/ 4588 h 1311980"/>
                <a:gd name="connsiteX42" fmla="*/ 148180 w 1301306"/>
                <a:gd name="connsiteY42" fmla="*/ 3136 h 1311980"/>
                <a:gd name="connsiteX43" fmla="*/ 282725 w 1301306"/>
                <a:gd name="connsiteY43" fmla="*/ 258845 h 1311980"/>
                <a:gd name="connsiteX44" fmla="*/ 272606 w 1301306"/>
                <a:gd name="connsiteY44" fmla="*/ 283280 h 1311980"/>
                <a:gd name="connsiteX45" fmla="*/ 39155 w 1301306"/>
                <a:gd name="connsiteY45" fmla="*/ 252419 h 1311980"/>
                <a:gd name="connsiteX46" fmla="*/ 251448 w 1301306"/>
                <a:gd name="connsiteY46" fmla="*/ 252419 h 1311980"/>
                <a:gd name="connsiteX47" fmla="*/ 135636 w 1301306"/>
                <a:gd name="connsiteY47" fmla="*/ 36251 h 1311980"/>
                <a:gd name="connsiteX48" fmla="*/ 39155 w 1301306"/>
                <a:gd name="connsiteY48" fmla="*/ 252419 h 1311980"/>
                <a:gd name="connsiteX49" fmla="*/ 1301306 w 1301306"/>
                <a:gd name="connsiteY49" fmla="*/ 154693 h 1311980"/>
                <a:gd name="connsiteX50" fmla="*/ 444056 w 1301306"/>
                <a:gd name="connsiteY50" fmla="*/ 154693 h 1311980"/>
                <a:gd name="connsiteX51" fmla="*/ 444056 w 1301306"/>
                <a:gd name="connsiteY51" fmla="*/ 123832 h 1311980"/>
                <a:gd name="connsiteX52" fmla="*/ 1301306 w 1301306"/>
                <a:gd name="connsiteY52" fmla="*/ 123832 h 1311980"/>
                <a:gd name="connsiteX53" fmla="*/ 1301306 w 1301306"/>
                <a:gd name="connsiteY53" fmla="*/ 154693 h 1311980"/>
                <a:gd name="connsiteX0" fmla="*/ 272606 w 1301306"/>
                <a:gd name="connsiteY0" fmla="*/ 1311980 h 1311980"/>
                <a:gd name="connsiteX1" fmla="*/ 15431 w 1301306"/>
                <a:gd name="connsiteY1" fmla="*/ 1311980 h 1311980"/>
                <a:gd name="connsiteX2" fmla="*/ 0 w 1301306"/>
                <a:gd name="connsiteY2" fmla="*/ 1296550 h 1311980"/>
                <a:gd name="connsiteX3" fmla="*/ 0 w 1301306"/>
                <a:gd name="connsiteY3" fmla="*/ 1039375 h 1311980"/>
                <a:gd name="connsiteX4" fmla="*/ 15431 w 1301306"/>
                <a:gd name="connsiteY4" fmla="*/ 1023944 h 1311980"/>
                <a:gd name="connsiteX5" fmla="*/ 272606 w 1301306"/>
                <a:gd name="connsiteY5" fmla="*/ 1023944 h 1311980"/>
                <a:gd name="connsiteX6" fmla="*/ 288036 w 1301306"/>
                <a:gd name="connsiteY6" fmla="*/ 1039375 h 1311980"/>
                <a:gd name="connsiteX7" fmla="*/ 288036 w 1301306"/>
                <a:gd name="connsiteY7" fmla="*/ 1296550 h 1311980"/>
                <a:gd name="connsiteX8" fmla="*/ 272606 w 1301306"/>
                <a:gd name="connsiteY8" fmla="*/ 1311980 h 1311980"/>
                <a:gd name="connsiteX9" fmla="*/ 30861 w 1301306"/>
                <a:gd name="connsiteY9" fmla="*/ 1281119 h 1311980"/>
                <a:gd name="connsiteX10" fmla="*/ 257175 w 1301306"/>
                <a:gd name="connsiteY10" fmla="*/ 1281119 h 1311980"/>
                <a:gd name="connsiteX11" fmla="*/ 257175 w 1301306"/>
                <a:gd name="connsiteY11" fmla="*/ 1054805 h 1311980"/>
                <a:gd name="connsiteX12" fmla="*/ 30861 w 1301306"/>
                <a:gd name="connsiteY12" fmla="*/ 1054805 h 1311980"/>
                <a:gd name="connsiteX13" fmla="*/ 30861 w 1301306"/>
                <a:gd name="connsiteY13" fmla="*/ 1281119 h 1311980"/>
                <a:gd name="connsiteX14" fmla="*/ 1301306 w 1301306"/>
                <a:gd name="connsiteY14" fmla="*/ 1183393 h 1311980"/>
                <a:gd name="connsiteX15" fmla="*/ 444056 w 1301306"/>
                <a:gd name="connsiteY15" fmla="*/ 1183393 h 1311980"/>
                <a:gd name="connsiteX16" fmla="*/ 444056 w 1301306"/>
                <a:gd name="connsiteY16" fmla="*/ 1152532 h 1311980"/>
                <a:gd name="connsiteX17" fmla="*/ 1301306 w 1301306"/>
                <a:gd name="connsiteY17" fmla="*/ 1152532 h 1311980"/>
                <a:gd name="connsiteX18" fmla="*/ 1301306 w 1301306"/>
                <a:gd name="connsiteY18" fmla="*/ 1183393 h 1311980"/>
                <a:gd name="connsiteX19" fmla="*/ 272606 w 1301306"/>
                <a:gd name="connsiteY19" fmla="*/ 797630 h 1311980"/>
                <a:gd name="connsiteX20" fmla="*/ 15431 w 1301306"/>
                <a:gd name="connsiteY20" fmla="*/ 797630 h 1311980"/>
                <a:gd name="connsiteX21" fmla="*/ 0 w 1301306"/>
                <a:gd name="connsiteY21" fmla="*/ 782200 h 1311980"/>
                <a:gd name="connsiteX22" fmla="*/ 0 w 1301306"/>
                <a:gd name="connsiteY22" fmla="*/ 525025 h 1311980"/>
                <a:gd name="connsiteX23" fmla="*/ 15431 w 1301306"/>
                <a:gd name="connsiteY23" fmla="*/ 509594 h 1311980"/>
                <a:gd name="connsiteX24" fmla="*/ 272606 w 1301306"/>
                <a:gd name="connsiteY24" fmla="*/ 509594 h 1311980"/>
                <a:gd name="connsiteX25" fmla="*/ 288036 w 1301306"/>
                <a:gd name="connsiteY25" fmla="*/ 525025 h 1311980"/>
                <a:gd name="connsiteX26" fmla="*/ 288036 w 1301306"/>
                <a:gd name="connsiteY26" fmla="*/ 782200 h 1311980"/>
                <a:gd name="connsiteX27" fmla="*/ 272606 w 1301306"/>
                <a:gd name="connsiteY27" fmla="*/ 797630 h 1311980"/>
                <a:gd name="connsiteX28" fmla="*/ 30861 w 1301306"/>
                <a:gd name="connsiteY28" fmla="*/ 766769 h 1311980"/>
                <a:gd name="connsiteX29" fmla="*/ 257175 w 1301306"/>
                <a:gd name="connsiteY29" fmla="*/ 766769 h 1311980"/>
                <a:gd name="connsiteX30" fmla="*/ 257175 w 1301306"/>
                <a:gd name="connsiteY30" fmla="*/ 540455 h 1311980"/>
                <a:gd name="connsiteX31" fmla="*/ 30861 w 1301306"/>
                <a:gd name="connsiteY31" fmla="*/ 540455 h 1311980"/>
                <a:gd name="connsiteX32" fmla="*/ 30861 w 1301306"/>
                <a:gd name="connsiteY32" fmla="*/ 766769 h 1311980"/>
                <a:gd name="connsiteX33" fmla="*/ 1301306 w 1301306"/>
                <a:gd name="connsiteY33" fmla="*/ 669043 h 1311980"/>
                <a:gd name="connsiteX34" fmla="*/ 444056 w 1301306"/>
                <a:gd name="connsiteY34" fmla="*/ 669043 h 1311980"/>
                <a:gd name="connsiteX35" fmla="*/ 444056 w 1301306"/>
                <a:gd name="connsiteY35" fmla="*/ 638182 h 1311980"/>
                <a:gd name="connsiteX36" fmla="*/ 1301306 w 1301306"/>
                <a:gd name="connsiteY36" fmla="*/ 638182 h 1311980"/>
                <a:gd name="connsiteX37" fmla="*/ 1301306 w 1301306"/>
                <a:gd name="connsiteY37" fmla="*/ 669043 h 1311980"/>
                <a:gd name="connsiteX38" fmla="*/ 272606 w 1301306"/>
                <a:gd name="connsiteY38" fmla="*/ 283280 h 1311980"/>
                <a:gd name="connsiteX39" fmla="*/ 15431 w 1301306"/>
                <a:gd name="connsiteY39" fmla="*/ 283280 h 1311980"/>
                <a:gd name="connsiteX40" fmla="*/ 2897 w 1301306"/>
                <a:gd name="connsiteY40" fmla="*/ 261418 h 1311980"/>
                <a:gd name="connsiteX41" fmla="*/ 123316 w 1301306"/>
                <a:gd name="connsiteY41" fmla="*/ 4588 h 1311980"/>
                <a:gd name="connsiteX42" fmla="*/ 148180 w 1301306"/>
                <a:gd name="connsiteY42" fmla="*/ 3136 h 1311980"/>
                <a:gd name="connsiteX43" fmla="*/ 282725 w 1301306"/>
                <a:gd name="connsiteY43" fmla="*/ 258845 h 1311980"/>
                <a:gd name="connsiteX44" fmla="*/ 272606 w 1301306"/>
                <a:gd name="connsiteY44" fmla="*/ 283280 h 1311980"/>
                <a:gd name="connsiteX45" fmla="*/ 39155 w 1301306"/>
                <a:gd name="connsiteY45" fmla="*/ 252419 h 1311980"/>
                <a:gd name="connsiteX46" fmla="*/ 251448 w 1301306"/>
                <a:gd name="connsiteY46" fmla="*/ 252419 h 1311980"/>
                <a:gd name="connsiteX47" fmla="*/ 136909 w 1301306"/>
                <a:gd name="connsiteY47" fmla="*/ 36885 h 1311980"/>
                <a:gd name="connsiteX48" fmla="*/ 39155 w 1301306"/>
                <a:gd name="connsiteY48" fmla="*/ 252419 h 1311980"/>
                <a:gd name="connsiteX49" fmla="*/ 1301306 w 1301306"/>
                <a:gd name="connsiteY49" fmla="*/ 154693 h 1311980"/>
                <a:gd name="connsiteX50" fmla="*/ 444056 w 1301306"/>
                <a:gd name="connsiteY50" fmla="*/ 154693 h 1311980"/>
                <a:gd name="connsiteX51" fmla="*/ 444056 w 1301306"/>
                <a:gd name="connsiteY51" fmla="*/ 123832 h 1311980"/>
                <a:gd name="connsiteX52" fmla="*/ 1301306 w 1301306"/>
                <a:gd name="connsiteY52" fmla="*/ 123832 h 1311980"/>
                <a:gd name="connsiteX53" fmla="*/ 1301306 w 1301306"/>
                <a:gd name="connsiteY53" fmla="*/ 154693 h 1311980"/>
                <a:gd name="connsiteX0" fmla="*/ 272606 w 1301306"/>
                <a:gd name="connsiteY0" fmla="*/ 1311980 h 1311980"/>
                <a:gd name="connsiteX1" fmla="*/ 15431 w 1301306"/>
                <a:gd name="connsiteY1" fmla="*/ 1311980 h 1311980"/>
                <a:gd name="connsiteX2" fmla="*/ 0 w 1301306"/>
                <a:gd name="connsiteY2" fmla="*/ 1296550 h 1311980"/>
                <a:gd name="connsiteX3" fmla="*/ 0 w 1301306"/>
                <a:gd name="connsiteY3" fmla="*/ 1039375 h 1311980"/>
                <a:gd name="connsiteX4" fmla="*/ 15431 w 1301306"/>
                <a:gd name="connsiteY4" fmla="*/ 1023944 h 1311980"/>
                <a:gd name="connsiteX5" fmla="*/ 272606 w 1301306"/>
                <a:gd name="connsiteY5" fmla="*/ 1023944 h 1311980"/>
                <a:gd name="connsiteX6" fmla="*/ 288036 w 1301306"/>
                <a:gd name="connsiteY6" fmla="*/ 1039375 h 1311980"/>
                <a:gd name="connsiteX7" fmla="*/ 288036 w 1301306"/>
                <a:gd name="connsiteY7" fmla="*/ 1296550 h 1311980"/>
                <a:gd name="connsiteX8" fmla="*/ 272606 w 1301306"/>
                <a:gd name="connsiteY8" fmla="*/ 1311980 h 1311980"/>
                <a:gd name="connsiteX9" fmla="*/ 30861 w 1301306"/>
                <a:gd name="connsiteY9" fmla="*/ 1281119 h 1311980"/>
                <a:gd name="connsiteX10" fmla="*/ 257175 w 1301306"/>
                <a:gd name="connsiteY10" fmla="*/ 1281119 h 1311980"/>
                <a:gd name="connsiteX11" fmla="*/ 257175 w 1301306"/>
                <a:gd name="connsiteY11" fmla="*/ 1054805 h 1311980"/>
                <a:gd name="connsiteX12" fmla="*/ 30861 w 1301306"/>
                <a:gd name="connsiteY12" fmla="*/ 1054805 h 1311980"/>
                <a:gd name="connsiteX13" fmla="*/ 30861 w 1301306"/>
                <a:gd name="connsiteY13" fmla="*/ 1281119 h 1311980"/>
                <a:gd name="connsiteX14" fmla="*/ 1301306 w 1301306"/>
                <a:gd name="connsiteY14" fmla="*/ 1183393 h 1311980"/>
                <a:gd name="connsiteX15" fmla="*/ 444056 w 1301306"/>
                <a:gd name="connsiteY15" fmla="*/ 1183393 h 1311980"/>
                <a:gd name="connsiteX16" fmla="*/ 444056 w 1301306"/>
                <a:gd name="connsiteY16" fmla="*/ 1152532 h 1311980"/>
                <a:gd name="connsiteX17" fmla="*/ 1301306 w 1301306"/>
                <a:gd name="connsiteY17" fmla="*/ 1152532 h 1311980"/>
                <a:gd name="connsiteX18" fmla="*/ 1301306 w 1301306"/>
                <a:gd name="connsiteY18" fmla="*/ 1183393 h 1311980"/>
                <a:gd name="connsiteX19" fmla="*/ 272606 w 1301306"/>
                <a:gd name="connsiteY19" fmla="*/ 797630 h 1311980"/>
                <a:gd name="connsiteX20" fmla="*/ 15431 w 1301306"/>
                <a:gd name="connsiteY20" fmla="*/ 797630 h 1311980"/>
                <a:gd name="connsiteX21" fmla="*/ 0 w 1301306"/>
                <a:gd name="connsiteY21" fmla="*/ 782200 h 1311980"/>
                <a:gd name="connsiteX22" fmla="*/ 0 w 1301306"/>
                <a:gd name="connsiteY22" fmla="*/ 525025 h 1311980"/>
                <a:gd name="connsiteX23" fmla="*/ 15431 w 1301306"/>
                <a:gd name="connsiteY23" fmla="*/ 509594 h 1311980"/>
                <a:gd name="connsiteX24" fmla="*/ 272606 w 1301306"/>
                <a:gd name="connsiteY24" fmla="*/ 509594 h 1311980"/>
                <a:gd name="connsiteX25" fmla="*/ 288036 w 1301306"/>
                <a:gd name="connsiteY25" fmla="*/ 525025 h 1311980"/>
                <a:gd name="connsiteX26" fmla="*/ 288036 w 1301306"/>
                <a:gd name="connsiteY26" fmla="*/ 782200 h 1311980"/>
                <a:gd name="connsiteX27" fmla="*/ 272606 w 1301306"/>
                <a:gd name="connsiteY27" fmla="*/ 797630 h 1311980"/>
                <a:gd name="connsiteX28" fmla="*/ 30861 w 1301306"/>
                <a:gd name="connsiteY28" fmla="*/ 766769 h 1311980"/>
                <a:gd name="connsiteX29" fmla="*/ 257175 w 1301306"/>
                <a:gd name="connsiteY29" fmla="*/ 766769 h 1311980"/>
                <a:gd name="connsiteX30" fmla="*/ 257175 w 1301306"/>
                <a:gd name="connsiteY30" fmla="*/ 540455 h 1311980"/>
                <a:gd name="connsiteX31" fmla="*/ 30861 w 1301306"/>
                <a:gd name="connsiteY31" fmla="*/ 540455 h 1311980"/>
                <a:gd name="connsiteX32" fmla="*/ 30861 w 1301306"/>
                <a:gd name="connsiteY32" fmla="*/ 766769 h 1311980"/>
                <a:gd name="connsiteX33" fmla="*/ 1301306 w 1301306"/>
                <a:gd name="connsiteY33" fmla="*/ 669043 h 1311980"/>
                <a:gd name="connsiteX34" fmla="*/ 444056 w 1301306"/>
                <a:gd name="connsiteY34" fmla="*/ 669043 h 1311980"/>
                <a:gd name="connsiteX35" fmla="*/ 444056 w 1301306"/>
                <a:gd name="connsiteY35" fmla="*/ 638182 h 1311980"/>
                <a:gd name="connsiteX36" fmla="*/ 1301306 w 1301306"/>
                <a:gd name="connsiteY36" fmla="*/ 638182 h 1311980"/>
                <a:gd name="connsiteX37" fmla="*/ 1301306 w 1301306"/>
                <a:gd name="connsiteY37" fmla="*/ 669043 h 1311980"/>
                <a:gd name="connsiteX38" fmla="*/ 272606 w 1301306"/>
                <a:gd name="connsiteY38" fmla="*/ 283280 h 1311980"/>
                <a:gd name="connsiteX39" fmla="*/ 15431 w 1301306"/>
                <a:gd name="connsiteY39" fmla="*/ 283280 h 1311980"/>
                <a:gd name="connsiteX40" fmla="*/ 2897 w 1301306"/>
                <a:gd name="connsiteY40" fmla="*/ 261418 h 1311980"/>
                <a:gd name="connsiteX41" fmla="*/ 123316 w 1301306"/>
                <a:gd name="connsiteY41" fmla="*/ 4588 h 1311980"/>
                <a:gd name="connsiteX42" fmla="*/ 148180 w 1301306"/>
                <a:gd name="connsiteY42" fmla="*/ 3136 h 1311980"/>
                <a:gd name="connsiteX43" fmla="*/ 282725 w 1301306"/>
                <a:gd name="connsiteY43" fmla="*/ 258845 h 1311980"/>
                <a:gd name="connsiteX44" fmla="*/ 272606 w 1301306"/>
                <a:gd name="connsiteY44" fmla="*/ 283280 h 1311980"/>
                <a:gd name="connsiteX45" fmla="*/ 39155 w 1301306"/>
                <a:gd name="connsiteY45" fmla="*/ 252419 h 1311980"/>
                <a:gd name="connsiteX46" fmla="*/ 251448 w 1301306"/>
                <a:gd name="connsiteY46" fmla="*/ 252419 h 1311980"/>
                <a:gd name="connsiteX47" fmla="*/ 136909 w 1301306"/>
                <a:gd name="connsiteY47" fmla="*/ 40053 h 1311980"/>
                <a:gd name="connsiteX48" fmla="*/ 39155 w 1301306"/>
                <a:gd name="connsiteY48" fmla="*/ 252419 h 1311980"/>
                <a:gd name="connsiteX49" fmla="*/ 1301306 w 1301306"/>
                <a:gd name="connsiteY49" fmla="*/ 154693 h 1311980"/>
                <a:gd name="connsiteX50" fmla="*/ 444056 w 1301306"/>
                <a:gd name="connsiteY50" fmla="*/ 154693 h 1311980"/>
                <a:gd name="connsiteX51" fmla="*/ 444056 w 1301306"/>
                <a:gd name="connsiteY51" fmla="*/ 123832 h 1311980"/>
                <a:gd name="connsiteX52" fmla="*/ 1301306 w 1301306"/>
                <a:gd name="connsiteY52" fmla="*/ 123832 h 1311980"/>
                <a:gd name="connsiteX53" fmla="*/ 1301306 w 1301306"/>
                <a:gd name="connsiteY53" fmla="*/ 154693 h 1311980"/>
                <a:gd name="connsiteX0" fmla="*/ 282323 w 1311023"/>
                <a:gd name="connsiteY0" fmla="*/ 1311980 h 1311980"/>
                <a:gd name="connsiteX1" fmla="*/ 25148 w 1311023"/>
                <a:gd name="connsiteY1" fmla="*/ 1311980 h 1311980"/>
                <a:gd name="connsiteX2" fmla="*/ 9717 w 1311023"/>
                <a:gd name="connsiteY2" fmla="*/ 1039375 h 1311980"/>
                <a:gd name="connsiteX3" fmla="*/ 25148 w 1311023"/>
                <a:gd name="connsiteY3" fmla="*/ 1023944 h 1311980"/>
                <a:gd name="connsiteX4" fmla="*/ 282323 w 1311023"/>
                <a:gd name="connsiteY4" fmla="*/ 1023944 h 1311980"/>
                <a:gd name="connsiteX5" fmla="*/ 297753 w 1311023"/>
                <a:gd name="connsiteY5" fmla="*/ 1039375 h 1311980"/>
                <a:gd name="connsiteX6" fmla="*/ 297753 w 1311023"/>
                <a:gd name="connsiteY6" fmla="*/ 1296550 h 1311980"/>
                <a:gd name="connsiteX7" fmla="*/ 282323 w 1311023"/>
                <a:gd name="connsiteY7" fmla="*/ 1311980 h 1311980"/>
                <a:gd name="connsiteX8" fmla="*/ 40578 w 1311023"/>
                <a:gd name="connsiteY8" fmla="*/ 1281119 h 1311980"/>
                <a:gd name="connsiteX9" fmla="*/ 266892 w 1311023"/>
                <a:gd name="connsiteY9" fmla="*/ 1281119 h 1311980"/>
                <a:gd name="connsiteX10" fmla="*/ 266892 w 1311023"/>
                <a:gd name="connsiteY10" fmla="*/ 1054805 h 1311980"/>
                <a:gd name="connsiteX11" fmla="*/ 40578 w 1311023"/>
                <a:gd name="connsiteY11" fmla="*/ 1054805 h 1311980"/>
                <a:gd name="connsiteX12" fmla="*/ 40578 w 1311023"/>
                <a:gd name="connsiteY12" fmla="*/ 1281119 h 1311980"/>
                <a:gd name="connsiteX13" fmla="*/ 1311023 w 1311023"/>
                <a:gd name="connsiteY13" fmla="*/ 1183393 h 1311980"/>
                <a:gd name="connsiteX14" fmla="*/ 453773 w 1311023"/>
                <a:gd name="connsiteY14" fmla="*/ 1183393 h 1311980"/>
                <a:gd name="connsiteX15" fmla="*/ 453773 w 1311023"/>
                <a:gd name="connsiteY15" fmla="*/ 1152532 h 1311980"/>
                <a:gd name="connsiteX16" fmla="*/ 1311023 w 1311023"/>
                <a:gd name="connsiteY16" fmla="*/ 1152532 h 1311980"/>
                <a:gd name="connsiteX17" fmla="*/ 1311023 w 1311023"/>
                <a:gd name="connsiteY17" fmla="*/ 1183393 h 1311980"/>
                <a:gd name="connsiteX18" fmla="*/ 282323 w 1311023"/>
                <a:gd name="connsiteY18" fmla="*/ 797630 h 1311980"/>
                <a:gd name="connsiteX19" fmla="*/ 25148 w 1311023"/>
                <a:gd name="connsiteY19" fmla="*/ 797630 h 1311980"/>
                <a:gd name="connsiteX20" fmla="*/ 9717 w 1311023"/>
                <a:gd name="connsiteY20" fmla="*/ 782200 h 1311980"/>
                <a:gd name="connsiteX21" fmla="*/ 9717 w 1311023"/>
                <a:gd name="connsiteY21" fmla="*/ 525025 h 1311980"/>
                <a:gd name="connsiteX22" fmla="*/ 25148 w 1311023"/>
                <a:gd name="connsiteY22" fmla="*/ 509594 h 1311980"/>
                <a:gd name="connsiteX23" fmla="*/ 282323 w 1311023"/>
                <a:gd name="connsiteY23" fmla="*/ 509594 h 1311980"/>
                <a:gd name="connsiteX24" fmla="*/ 297753 w 1311023"/>
                <a:gd name="connsiteY24" fmla="*/ 525025 h 1311980"/>
                <a:gd name="connsiteX25" fmla="*/ 297753 w 1311023"/>
                <a:gd name="connsiteY25" fmla="*/ 782200 h 1311980"/>
                <a:gd name="connsiteX26" fmla="*/ 282323 w 1311023"/>
                <a:gd name="connsiteY26" fmla="*/ 797630 h 1311980"/>
                <a:gd name="connsiteX27" fmla="*/ 40578 w 1311023"/>
                <a:gd name="connsiteY27" fmla="*/ 766769 h 1311980"/>
                <a:gd name="connsiteX28" fmla="*/ 266892 w 1311023"/>
                <a:gd name="connsiteY28" fmla="*/ 766769 h 1311980"/>
                <a:gd name="connsiteX29" fmla="*/ 266892 w 1311023"/>
                <a:gd name="connsiteY29" fmla="*/ 540455 h 1311980"/>
                <a:gd name="connsiteX30" fmla="*/ 40578 w 1311023"/>
                <a:gd name="connsiteY30" fmla="*/ 540455 h 1311980"/>
                <a:gd name="connsiteX31" fmla="*/ 40578 w 1311023"/>
                <a:gd name="connsiteY31" fmla="*/ 766769 h 1311980"/>
                <a:gd name="connsiteX32" fmla="*/ 1311023 w 1311023"/>
                <a:gd name="connsiteY32" fmla="*/ 669043 h 1311980"/>
                <a:gd name="connsiteX33" fmla="*/ 453773 w 1311023"/>
                <a:gd name="connsiteY33" fmla="*/ 669043 h 1311980"/>
                <a:gd name="connsiteX34" fmla="*/ 453773 w 1311023"/>
                <a:gd name="connsiteY34" fmla="*/ 638182 h 1311980"/>
                <a:gd name="connsiteX35" fmla="*/ 1311023 w 1311023"/>
                <a:gd name="connsiteY35" fmla="*/ 638182 h 1311980"/>
                <a:gd name="connsiteX36" fmla="*/ 1311023 w 1311023"/>
                <a:gd name="connsiteY36" fmla="*/ 669043 h 1311980"/>
                <a:gd name="connsiteX37" fmla="*/ 282323 w 1311023"/>
                <a:gd name="connsiteY37" fmla="*/ 283280 h 1311980"/>
                <a:gd name="connsiteX38" fmla="*/ 25148 w 1311023"/>
                <a:gd name="connsiteY38" fmla="*/ 283280 h 1311980"/>
                <a:gd name="connsiteX39" fmla="*/ 12614 w 1311023"/>
                <a:gd name="connsiteY39" fmla="*/ 261418 h 1311980"/>
                <a:gd name="connsiteX40" fmla="*/ 133033 w 1311023"/>
                <a:gd name="connsiteY40" fmla="*/ 4588 h 1311980"/>
                <a:gd name="connsiteX41" fmla="*/ 157897 w 1311023"/>
                <a:gd name="connsiteY41" fmla="*/ 3136 h 1311980"/>
                <a:gd name="connsiteX42" fmla="*/ 292442 w 1311023"/>
                <a:gd name="connsiteY42" fmla="*/ 258845 h 1311980"/>
                <a:gd name="connsiteX43" fmla="*/ 282323 w 1311023"/>
                <a:gd name="connsiteY43" fmla="*/ 283280 h 1311980"/>
                <a:gd name="connsiteX44" fmla="*/ 48872 w 1311023"/>
                <a:gd name="connsiteY44" fmla="*/ 252419 h 1311980"/>
                <a:gd name="connsiteX45" fmla="*/ 261165 w 1311023"/>
                <a:gd name="connsiteY45" fmla="*/ 252419 h 1311980"/>
                <a:gd name="connsiteX46" fmla="*/ 146626 w 1311023"/>
                <a:gd name="connsiteY46" fmla="*/ 40053 h 1311980"/>
                <a:gd name="connsiteX47" fmla="*/ 48872 w 1311023"/>
                <a:gd name="connsiteY47" fmla="*/ 252419 h 1311980"/>
                <a:gd name="connsiteX48" fmla="*/ 1311023 w 1311023"/>
                <a:gd name="connsiteY48" fmla="*/ 154693 h 1311980"/>
                <a:gd name="connsiteX49" fmla="*/ 453773 w 1311023"/>
                <a:gd name="connsiteY49" fmla="*/ 154693 h 1311980"/>
                <a:gd name="connsiteX50" fmla="*/ 453773 w 1311023"/>
                <a:gd name="connsiteY50" fmla="*/ 123832 h 1311980"/>
                <a:gd name="connsiteX51" fmla="*/ 1311023 w 1311023"/>
                <a:gd name="connsiteY51" fmla="*/ 123832 h 1311980"/>
                <a:gd name="connsiteX52" fmla="*/ 1311023 w 1311023"/>
                <a:gd name="connsiteY52" fmla="*/ 154693 h 1311980"/>
                <a:gd name="connsiteX0" fmla="*/ 289321 w 1318021"/>
                <a:gd name="connsiteY0" fmla="*/ 1311980 h 1311980"/>
                <a:gd name="connsiteX1" fmla="*/ 32146 w 1318021"/>
                <a:gd name="connsiteY1" fmla="*/ 1311980 h 1311980"/>
                <a:gd name="connsiteX2" fmla="*/ 32146 w 1318021"/>
                <a:gd name="connsiteY2" fmla="*/ 1023944 h 1311980"/>
                <a:gd name="connsiteX3" fmla="*/ 289321 w 1318021"/>
                <a:gd name="connsiteY3" fmla="*/ 1023944 h 1311980"/>
                <a:gd name="connsiteX4" fmla="*/ 304751 w 1318021"/>
                <a:gd name="connsiteY4" fmla="*/ 1039375 h 1311980"/>
                <a:gd name="connsiteX5" fmla="*/ 304751 w 1318021"/>
                <a:gd name="connsiteY5" fmla="*/ 1296550 h 1311980"/>
                <a:gd name="connsiteX6" fmla="*/ 289321 w 1318021"/>
                <a:gd name="connsiteY6" fmla="*/ 1311980 h 1311980"/>
                <a:gd name="connsiteX7" fmla="*/ 47576 w 1318021"/>
                <a:gd name="connsiteY7" fmla="*/ 1281119 h 1311980"/>
                <a:gd name="connsiteX8" fmla="*/ 273890 w 1318021"/>
                <a:gd name="connsiteY8" fmla="*/ 1281119 h 1311980"/>
                <a:gd name="connsiteX9" fmla="*/ 273890 w 1318021"/>
                <a:gd name="connsiteY9" fmla="*/ 1054805 h 1311980"/>
                <a:gd name="connsiteX10" fmla="*/ 47576 w 1318021"/>
                <a:gd name="connsiteY10" fmla="*/ 1054805 h 1311980"/>
                <a:gd name="connsiteX11" fmla="*/ 47576 w 1318021"/>
                <a:gd name="connsiteY11" fmla="*/ 1281119 h 1311980"/>
                <a:gd name="connsiteX12" fmla="*/ 1318021 w 1318021"/>
                <a:gd name="connsiteY12" fmla="*/ 1183393 h 1311980"/>
                <a:gd name="connsiteX13" fmla="*/ 460771 w 1318021"/>
                <a:gd name="connsiteY13" fmla="*/ 1183393 h 1311980"/>
                <a:gd name="connsiteX14" fmla="*/ 460771 w 1318021"/>
                <a:gd name="connsiteY14" fmla="*/ 1152532 h 1311980"/>
                <a:gd name="connsiteX15" fmla="*/ 1318021 w 1318021"/>
                <a:gd name="connsiteY15" fmla="*/ 1152532 h 1311980"/>
                <a:gd name="connsiteX16" fmla="*/ 1318021 w 1318021"/>
                <a:gd name="connsiteY16" fmla="*/ 1183393 h 1311980"/>
                <a:gd name="connsiteX17" fmla="*/ 289321 w 1318021"/>
                <a:gd name="connsiteY17" fmla="*/ 797630 h 1311980"/>
                <a:gd name="connsiteX18" fmla="*/ 32146 w 1318021"/>
                <a:gd name="connsiteY18" fmla="*/ 797630 h 1311980"/>
                <a:gd name="connsiteX19" fmla="*/ 16715 w 1318021"/>
                <a:gd name="connsiteY19" fmla="*/ 782200 h 1311980"/>
                <a:gd name="connsiteX20" fmla="*/ 16715 w 1318021"/>
                <a:gd name="connsiteY20" fmla="*/ 525025 h 1311980"/>
                <a:gd name="connsiteX21" fmla="*/ 32146 w 1318021"/>
                <a:gd name="connsiteY21" fmla="*/ 509594 h 1311980"/>
                <a:gd name="connsiteX22" fmla="*/ 289321 w 1318021"/>
                <a:gd name="connsiteY22" fmla="*/ 509594 h 1311980"/>
                <a:gd name="connsiteX23" fmla="*/ 304751 w 1318021"/>
                <a:gd name="connsiteY23" fmla="*/ 525025 h 1311980"/>
                <a:gd name="connsiteX24" fmla="*/ 304751 w 1318021"/>
                <a:gd name="connsiteY24" fmla="*/ 782200 h 1311980"/>
                <a:gd name="connsiteX25" fmla="*/ 289321 w 1318021"/>
                <a:gd name="connsiteY25" fmla="*/ 797630 h 1311980"/>
                <a:gd name="connsiteX26" fmla="*/ 47576 w 1318021"/>
                <a:gd name="connsiteY26" fmla="*/ 766769 h 1311980"/>
                <a:gd name="connsiteX27" fmla="*/ 273890 w 1318021"/>
                <a:gd name="connsiteY27" fmla="*/ 766769 h 1311980"/>
                <a:gd name="connsiteX28" fmla="*/ 273890 w 1318021"/>
                <a:gd name="connsiteY28" fmla="*/ 540455 h 1311980"/>
                <a:gd name="connsiteX29" fmla="*/ 47576 w 1318021"/>
                <a:gd name="connsiteY29" fmla="*/ 540455 h 1311980"/>
                <a:gd name="connsiteX30" fmla="*/ 47576 w 1318021"/>
                <a:gd name="connsiteY30" fmla="*/ 766769 h 1311980"/>
                <a:gd name="connsiteX31" fmla="*/ 1318021 w 1318021"/>
                <a:gd name="connsiteY31" fmla="*/ 669043 h 1311980"/>
                <a:gd name="connsiteX32" fmla="*/ 460771 w 1318021"/>
                <a:gd name="connsiteY32" fmla="*/ 669043 h 1311980"/>
                <a:gd name="connsiteX33" fmla="*/ 460771 w 1318021"/>
                <a:gd name="connsiteY33" fmla="*/ 638182 h 1311980"/>
                <a:gd name="connsiteX34" fmla="*/ 1318021 w 1318021"/>
                <a:gd name="connsiteY34" fmla="*/ 638182 h 1311980"/>
                <a:gd name="connsiteX35" fmla="*/ 1318021 w 1318021"/>
                <a:gd name="connsiteY35" fmla="*/ 669043 h 1311980"/>
                <a:gd name="connsiteX36" fmla="*/ 289321 w 1318021"/>
                <a:gd name="connsiteY36" fmla="*/ 283280 h 1311980"/>
                <a:gd name="connsiteX37" fmla="*/ 32146 w 1318021"/>
                <a:gd name="connsiteY37" fmla="*/ 283280 h 1311980"/>
                <a:gd name="connsiteX38" fmla="*/ 19612 w 1318021"/>
                <a:gd name="connsiteY38" fmla="*/ 261418 h 1311980"/>
                <a:gd name="connsiteX39" fmla="*/ 140031 w 1318021"/>
                <a:gd name="connsiteY39" fmla="*/ 4588 h 1311980"/>
                <a:gd name="connsiteX40" fmla="*/ 164895 w 1318021"/>
                <a:gd name="connsiteY40" fmla="*/ 3136 h 1311980"/>
                <a:gd name="connsiteX41" fmla="*/ 299440 w 1318021"/>
                <a:gd name="connsiteY41" fmla="*/ 258845 h 1311980"/>
                <a:gd name="connsiteX42" fmla="*/ 289321 w 1318021"/>
                <a:gd name="connsiteY42" fmla="*/ 283280 h 1311980"/>
                <a:gd name="connsiteX43" fmla="*/ 55870 w 1318021"/>
                <a:gd name="connsiteY43" fmla="*/ 252419 h 1311980"/>
                <a:gd name="connsiteX44" fmla="*/ 268163 w 1318021"/>
                <a:gd name="connsiteY44" fmla="*/ 252419 h 1311980"/>
                <a:gd name="connsiteX45" fmla="*/ 153624 w 1318021"/>
                <a:gd name="connsiteY45" fmla="*/ 40053 h 1311980"/>
                <a:gd name="connsiteX46" fmla="*/ 55870 w 1318021"/>
                <a:gd name="connsiteY46" fmla="*/ 252419 h 1311980"/>
                <a:gd name="connsiteX47" fmla="*/ 1318021 w 1318021"/>
                <a:gd name="connsiteY47" fmla="*/ 154693 h 1311980"/>
                <a:gd name="connsiteX48" fmla="*/ 460771 w 1318021"/>
                <a:gd name="connsiteY48" fmla="*/ 154693 h 1311980"/>
                <a:gd name="connsiteX49" fmla="*/ 460771 w 1318021"/>
                <a:gd name="connsiteY49" fmla="*/ 123832 h 1311980"/>
                <a:gd name="connsiteX50" fmla="*/ 1318021 w 1318021"/>
                <a:gd name="connsiteY50" fmla="*/ 123832 h 1311980"/>
                <a:gd name="connsiteX51" fmla="*/ 1318021 w 1318021"/>
                <a:gd name="connsiteY51" fmla="*/ 154693 h 1311980"/>
                <a:gd name="connsiteX0" fmla="*/ 289321 w 1318021"/>
                <a:gd name="connsiteY0" fmla="*/ 1311980 h 1311980"/>
                <a:gd name="connsiteX1" fmla="*/ 32146 w 1318021"/>
                <a:gd name="connsiteY1" fmla="*/ 1311980 h 1311980"/>
                <a:gd name="connsiteX2" fmla="*/ 32146 w 1318021"/>
                <a:gd name="connsiteY2" fmla="*/ 1023944 h 1311980"/>
                <a:gd name="connsiteX3" fmla="*/ 304751 w 1318021"/>
                <a:gd name="connsiteY3" fmla="*/ 1039375 h 1311980"/>
                <a:gd name="connsiteX4" fmla="*/ 304751 w 1318021"/>
                <a:gd name="connsiteY4" fmla="*/ 1296550 h 1311980"/>
                <a:gd name="connsiteX5" fmla="*/ 289321 w 1318021"/>
                <a:gd name="connsiteY5" fmla="*/ 1311980 h 1311980"/>
                <a:gd name="connsiteX6" fmla="*/ 47576 w 1318021"/>
                <a:gd name="connsiteY6" fmla="*/ 1281119 h 1311980"/>
                <a:gd name="connsiteX7" fmla="*/ 273890 w 1318021"/>
                <a:gd name="connsiteY7" fmla="*/ 1281119 h 1311980"/>
                <a:gd name="connsiteX8" fmla="*/ 273890 w 1318021"/>
                <a:gd name="connsiteY8" fmla="*/ 1054805 h 1311980"/>
                <a:gd name="connsiteX9" fmla="*/ 47576 w 1318021"/>
                <a:gd name="connsiteY9" fmla="*/ 1054805 h 1311980"/>
                <a:gd name="connsiteX10" fmla="*/ 47576 w 1318021"/>
                <a:gd name="connsiteY10" fmla="*/ 1281119 h 1311980"/>
                <a:gd name="connsiteX11" fmla="*/ 1318021 w 1318021"/>
                <a:gd name="connsiteY11" fmla="*/ 1183393 h 1311980"/>
                <a:gd name="connsiteX12" fmla="*/ 460771 w 1318021"/>
                <a:gd name="connsiteY12" fmla="*/ 1183393 h 1311980"/>
                <a:gd name="connsiteX13" fmla="*/ 460771 w 1318021"/>
                <a:gd name="connsiteY13" fmla="*/ 1152532 h 1311980"/>
                <a:gd name="connsiteX14" fmla="*/ 1318021 w 1318021"/>
                <a:gd name="connsiteY14" fmla="*/ 1152532 h 1311980"/>
                <a:gd name="connsiteX15" fmla="*/ 1318021 w 1318021"/>
                <a:gd name="connsiteY15" fmla="*/ 1183393 h 1311980"/>
                <a:gd name="connsiteX16" fmla="*/ 289321 w 1318021"/>
                <a:gd name="connsiteY16" fmla="*/ 797630 h 1311980"/>
                <a:gd name="connsiteX17" fmla="*/ 32146 w 1318021"/>
                <a:gd name="connsiteY17" fmla="*/ 797630 h 1311980"/>
                <a:gd name="connsiteX18" fmla="*/ 16715 w 1318021"/>
                <a:gd name="connsiteY18" fmla="*/ 782200 h 1311980"/>
                <a:gd name="connsiteX19" fmla="*/ 16715 w 1318021"/>
                <a:gd name="connsiteY19" fmla="*/ 525025 h 1311980"/>
                <a:gd name="connsiteX20" fmla="*/ 32146 w 1318021"/>
                <a:gd name="connsiteY20" fmla="*/ 509594 h 1311980"/>
                <a:gd name="connsiteX21" fmla="*/ 289321 w 1318021"/>
                <a:gd name="connsiteY21" fmla="*/ 509594 h 1311980"/>
                <a:gd name="connsiteX22" fmla="*/ 304751 w 1318021"/>
                <a:gd name="connsiteY22" fmla="*/ 525025 h 1311980"/>
                <a:gd name="connsiteX23" fmla="*/ 304751 w 1318021"/>
                <a:gd name="connsiteY23" fmla="*/ 782200 h 1311980"/>
                <a:gd name="connsiteX24" fmla="*/ 289321 w 1318021"/>
                <a:gd name="connsiteY24" fmla="*/ 797630 h 1311980"/>
                <a:gd name="connsiteX25" fmla="*/ 47576 w 1318021"/>
                <a:gd name="connsiteY25" fmla="*/ 766769 h 1311980"/>
                <a:gd name="connsiteX26" fmla="*/ 273890 w 1318021"/>
                <a:gd name="connsiteY26" fmla="*/ 766769 h 1311980"/>
                <a:gd name="connsiteX27" fmla="*/ 273890 w 1318021"/>
                <a:gd name="connsiteY27" fmla="*/ 540455 h 1311980"/>
                <a:gd name="connsiteX28" fmla="*/ 47576 w 1318021"/>
                <a:gd name="connsiteY28" fmla="*/ 540455 h 1311980"/>
                <a:gd name="connsiteX29" fmla="*/ 47576 w 1318021"/>
                <a:gd name="connsiteY29" fmla="*/ 766769 h 1311980"/>
                <a:gd name="connsiteX30" fmla="*/ 1318021 w 1318021"/>
                <a:gd name="connsiteY30" fmla="*/ 669043 h 1311980"/>
                <a:gd name="connsiteX31" fmla="*/ 460771 w 1318021"/>
                <a:gd name="connsiteY31" fmla="*/ 669043 h 1311980"/>
                <a:gd name="connsiteX32" fmla="*/ 460771 w 1318021"/>
                <a:gd name="connsiteY32" fmla="*/ 638182 h 1311980"/>
                <a:gd name="connsiteX33" fmla="*/ 1318021 w 1318021"/>
                <a:gd name="connsiteY33" fmla="*/ 638182 h 1311980"/>
                <a:gd name="connsiteX34" fmla="*/ 1318021 w 1318021"/>
                <a:gd name="connsiteY34" fmla="*/ 669043 h 1311980"/>
                <a:gd name="connsiteX35" fmla="*/ 289321 w 1318021"/>
                <a:gd name="connsiteY35" fmla="*/ 283280 h 1311980"/>
                <a:gd name="connsiteX36" fmla="*/ 32146 w 1318021"/>
                <a:gd name="connsiteY36" fmla="*/ 283280 h 1311980"/>
                <a:gd name="connsiteX37" fmla="*/ 19612 w 1318021"/>
                <a:gd name="connsiteY37" fmla="*/ 261418 h 1311980"/>
                <a:gd name="connsiteX38" fmla="*/ 140031 w 1318021"/>
                <a:gd name="connsiteY38" fmla="*/ 4588 h 1311980"/>
                <a:gd name="connsiteX39" fmla="*/ 164895 w 1318021"/>
                <a:gd name="connsiteY39" fmla="*/ 3136 h 1311980"/>
                <a:gd name="connsiteX40" fmla="*/ 299440 w 1318021"/>
                <a:gd name="connsiteY40" fmla="*/ 258845 h 1311980"/>
                <a:gd name="connsiteX41" fmla="*/ 289321 w 1318021"/>
                <a:gd name="connsiteY41" fmla="*/ 283280 h 1311980"/>
                <a:gd name="connsiteX42" fmla="*/ 55870 w 1318021"/>
                <a:gd name="connsiteY42" fmla="*/ 252419 h 1311980"/>
                <a:gd name="connsiteX43" fmla="*/ 268163 w 1318021"/>
                <a:gd name="connsiteY43" fmla="*/ 252419 h 1311980"/>
                <a:gd name="connsiteX44" fmla="*/ 153624 w 1318021"/>
                <a:gd name="connsiteY44" fmla="*/ 40053 h 1311980"/>
                <a:gd name="connsiteX45" fmla="*/ 55870 w 1318021"/>
                <a:gd name="connsiteY45" fmla="*/ 252419 h 1311980"/>
                <a:gd name="connsiteX46" fmla="*/ 1318021 w 1318021"/>
                <a:gd name="connsiteY46" fmla="*/ 154693 h 1311980"/>
                <a:gd name="connsiteX47" fmla="*/ 460771 w 1318021"/>
                <a:gd name="connsiteY47" fmla="*/ 154693 h 1311980"/>
                <a:gd name="connsiteX48" fmla="*/ 460771 w 1318021"/>
                <a:gd name="connsiteY48" fmla="*/ 123832 h 1311980"/>
                <a:gd name="connsiteX49" fmla="*/ 1318021 w 1318021"/>
                <a:gd name="connsiteY49" fmla="*/ 123832 h 1311980"/>
                <a:gd name="connsiteX50" fmla="*/ 1318021 w 1318021"/>
                <a:gd name="connsiteY50" fmla="*/ 154693 h 1311980"/>
                <a:gd name="connsiteX0" fmla="*/ 289321 w 1318021"/>
                <a:gd name="connsiteY0" fmla="*/ 1311980 h 1311980"/>
                <a:gd name="connsiteX1" fmla="*/ 32146 w 1318021"/>
                <a:gd name="connsiteY1" fmla="*/ 1311980 h 1311980"/>
                <a:gd name="connsiteX2" fmla="*/ 32146 w 1318021"/>
                <a:gd name="connsiteY2" fmla="*/ 1023944 h 1311980"/>
                <a:gd name="connsiteX3" fmla="*/ 304751 w 1318021"/>
                <a:gd name="connsiteY3" fmla="*/ 1039375 h 1311980"/>
                <a:gd name="connsiteX4" fmla="*/ 289321 w 1318021"/>
                <a:gd name="connsiteY4" fmla="*/ 1311980 h 1311980"/>
                <a:gd name="connsiteX5" fmla="*/ 47576 w 1318021"/>
                <a:gd name="connsiteY5" fmla="*/ 1281119 h 1311980"/>
                <a:gd name="connsiteX6" fmla="*/ 273890 w 1318021"/>
                <a:gd name="connsiteY6" fmla="*/ 1281119 h 1311980"/>
                <a:gd name="connsiteX7" fmla="*/ 273890 w 1318021"/>
                <a:gd name="connsiteY7" fmla="*/ 1054805 h 1311980"/>
                <a:gd name="connsiteX8" fmla="*/ 47576 w 1318021"/>
                <a:gd name="connsiteY8" fmla="*/ 1054805 h 1311980"/>
                <a:gd name="connsiteX9" fmla="*/ 47576 w 1318021"/>
                <a:gd name="connsiteY9" fmla="*/ 1281119 h 1311980"/>
                <a:gd name="connsiteX10" fmla="*/ 1318021 w 1318021"/>
                <a:gd name="connsiteY10" fmla="*/ 1183393 h 1311980"/>
                <a:gd name="connsiteX11" fmla="*/ 460771 w 1318021"/>
                <a:gd name="connsiteY11" fmla="*/ 1183393 h 1311980"/>
                <a:gd name="connsiteX12" fmla="*/ 460771 w 1318021"/>
                <a:gd name="connsiteY12" fmla="*/ 1152532 h 1311980"/>
                <a:gd name="connsiteX13" fmla="*/ 1318021 w 1318021"/>
                <a:gd name="connsiteY13" fmla="*/ 1152532 h 1311980"/>
                <a:gd name="connsiteX14" fmla="*/ 1318021 w 1318021"/>
                <a:gd name="connsiteY14" fmla="*/ 1183393 h 1311980"/>
                <a:gd name="connsiteX15" fmla="*/ 289321 w 1318021"/>
                <a:gd name="connsiteY15" fmla="*/ 797630 h 1311980"/>
                <a:gd name="connsiteX16" fmla="*/ 32146 w 1318021"/>
                <a:gd name="connsiteY16" fmla="*/ 797630 h 1311980"/>
                <a:gd name="connsiteX17" fmla="*/ 16715 w 1318021"/>
                <a:gd name="connsiteY17" fmla="*/ 782200 h 1311980"/>
                <a:gd name="connsiteX18" fmla="*/ 16715 w 1318021"/>
                <a:gd name="connsiteY18" fmla="*/ 525025 h 1311980"/>
                <a:gd name="connsiteX19" fmla="*/ 32146 w 1318021"/>
                <a:gd name="connsiteY19" fmla="*/ 509594 h 1311980"/>
                <a:gd name="connsiteX20" fmla="*/ 289321 w 1318021"/>
                <a:gd name="connsiteY20" fmla="*/ 509594 h 1311980"/>
                <a:gd name="connsiteX21" fmla="*/ 304751 w 1318021"/>
                <a:gd name="connsiteY21" fmla="*/ 525025 h 1311980"/>
                <a:gd name="connsiteX22" fmla="*/ 304751 w 1318021"/>
                <a:gd name="connsiteY22" fmla="*/ 782200 h 1311980"/>
                <a:gd name="connsiteX23" fmla="*/ 289321 w 1318021"/>
                <a:gd name="connsiteY23" fmla="*/ 797630 h 1311980"/>
                <a:gd name="connsiteX24" fmla="*/ 47576 w 1318021"/>
                <a:gd name="connsiteY24" fmla="*/ 766769 h 1311980"/>
                <a:gd name="connsiteX25" fmla="*/ 273890 w 1318021"/>
                <a:gd name="connsiteY25" fmla="*/ 766769 h 1311980"/>
                <a:gd name="connsiteX26" fmla="*/ 273890 w 1318021"/>
                <a:gd name="connsiteY26" fmla="*/ 540455 h 1311980"/>
                <a:gd name="connsiteX27" fmla="*/ 47576 w 1318021"/>
                <a:gd name="connsiteY27" fmla="*/ 540455 h 1311980"/>
                <a:gd name="connsiteX28" fmla="*/ 47576 w 1318021"/>
                <a:gd name="connsiteY28" fmla="*/ 766769 h 1311980"/>
                <a:gd name="connsiteX29" fmla="*/ 1318021 w 1318021"/>
                <a:gd name="connsiteY29" fmla="*/ 669043 h 1311980"/>
                <a:gd name="connsiteX30" fmla="*/ 460771 w 1318021"/>
                <a:gd name="connsiteY30" fmla="*/ 669043 h 1311980"/>
                <a:gd name="connsiteX31" fmla="*/ 460771 w 1318021"/>
                <a:gd name="connsiteY31" fmla="*/ 638182 h 1311980"/>
                <a:gd name="connsiteX32" fmla="*/ 1318021 w 1318021"/>
                <a:gd name="connsiteY32" fmla="*/ 638182 h 1311980"/>
                <a:gd name="connsiteX33" fmla="*/ 1318021 w 1318021"/>
                <a:gd name="connsiteY33" fmla="*/ 669043 h 1311980"/>
                <a:gd name="connsiteX34" fmla="*/ 289321 w 1318021"/>
                <a:gd name="connsiteY34" fmla="*/ 283280 h 1311980"/>
                <a:gd name="connsiteX35" fmla="*/ 32146 w 1318021"/>
                <a:gd name="connsiteY35" fmla="*/ 283280 h 1311980"/>
                <a:gd name="connsiteX36" fmla="*/ 19612 w 1318021"/>
                <a:gd name="connsiteY36" fmla="*/ 261418 h 1311980"/>
                <a:gd name="connsiteX37" fmla="*/ 140031 w 1318021"/>
                <a:gd name="connsiteY37" fmla="*/ 4588 h 1311980"/>
                <a:gd name="connsiteX38" fmla="*/ 164895 w 1318021"/>
                <a:gd name="connsiteY38" fmla="*/ 3136 h 1311980"/>
                <a:gd name="connsiteX39" fmla="*/ 299440 w 1318021"/>
                <a:gd name="connsiteY39" fmla="*/ 258845 h 1311980"/>
                <a:gd name="connsiteX40" fmla="*/ 289321 w 1318021"/>
                <a:gd name="connsiteY40" fmla="*/ 283280 h 1311980"/>
                <a:gd name="connsiteX41" fmla="*/ 55870 w 1318021"/>
                <a:gd name="connsiteY41" fmla="*/ 252419 h 1311980"/>
                <a:gd name="connsiteX42" fmla="*/ 268163 w 1318021"/>
                <a:gd name="connsiteY42" fmla="*/ 252419 h 1311980"/>
                <a:gd name="connsiteX43" fmla="*/ 153624 w 1318021"/>
                <a:gd name="connsiteY43" fmla="*/ 40053 h 1311980"/>
                <a:gd name="connsiteX44" fmla="*/ 55870 w 1318021"/>
                <a:gd name="connsiteY44" fmla="*/ 252419 h 1311980"/>
                <a:gd name="connsiteX45" fmla="*/ 1318021 w 1318021"/>
                <a:gd name="connsiteY45" fmla="*/ 154693 h 1311980"/>
                <a:gd name="connsiteX46" fmla="*/ 460771 w 1318021"/>
                <a:gd name="connsiteY46" fmla="*/ 154693 h 1311980"/>
                <a:gd name="connsiteX47" fmla="*/ 460771 w 1318021"/>
                <a:gd name="connsiteY47" fmla="*/ 123832 h 1311980"/>
                <a:gd name="connsiteX48" fmla="*/ 1318021 w 1318021"/>
                <a:gd name="connsiteY48" fmla="*/ 123832 h 1311980"/>
                <a:gd name="connsiteX49" fmla="*/ 1318021 w 1318021"/>
                <a:gd name="connsiteY49" fmla="*/ 154693 h 1311980"/>
                <a:gd name="connsiteX0" fmla="*/ 289321 w 1318021"/>
                <a:gd name="connsiteY0" fmla="*/ 1311980 h 1311980"/>
                <a:gd name="connsiteX1" fmla="*/ 32146 w 1318021"/>
                <a:gd name="connsiteY1" fmla="*/ 1311980 h 1311980"/>
                <a:gd name="connsiteX2" fmla="*/ 32146 w 1318021"/>
                <a:gd name="connsiteY2" fmla="*/ 1023944 h 1311980"/>
                <a:gd name="connsiteX3" fmla="*/ 304751 w 1318021"/>
                <a:gd name="connsiteY3" fmla="*/ 1039375 h 1311980"/>
                <a:gd name="connsiteX4" fmla="*/ 289321 w 1318021"/>
                <a:gd name="connsiteY4" fmla="*/ 1311980 h 1311980"/>
                <a:gd name="connsiteX5" fmla="*/ 47576 w 1318021"/>
                <a:gd name="connsiteY5" fmla="*/ 1281119 h 1311980"/>
                <a:gd name="connsiteX6" fmla="*/ 273890 w 1318021"/>
                <a:gd name="connsiteY6" fmla="*/ 1281119 h 1311980"/>
                <a:gd name="connsiteX7" fmla="*/ 273890 w 1318021"/>
                <a:gd name="connsiteY7" fmla="*/ 1054805 h 1311980"/>
                <a:gd name="connsiteX8" fmla="*/ 47576 w 1318021"/>
                <a:gd name="connsiteY8" fmla="*/ 1054805 h 1311980"/>
                <a:gd name="connsiteX9" fmla="*/ 47576 w 1318021"/>
                <a:gd name="connsiteY9" fmla="*/ 1281119 h 1311980"/>
                <a:gd name="connsiteX10" fmla="*/ 1318021 w 1318021"/>
                <a:gd name="connsiteY10" fmla="*/ 1183393 h 1311980"/>
                <a:gd name="connsiteX11" fmla="*/ 460771 w 1318021"/>
                <a:gd name="connsiteY11" fmla="*/ 1183393 h 1311980"/>
                <a:gd name="connsiteX12" fmla="*/ 460771 w 1318021"/>
                <a:gd name="connsiteY12" fmla="*/ 1152532 h 1311980"/>
                <a:gd name="connsiteX13" fmla="*/ 1318021 w 1318021"/>
                <a:gd name="connsiteY13" fmla="*/ 1152532 h 1311980"/>
                <a:gd name="connsiteX14" fmla="*/ 1318021 w 1318021"/>
                <a:gd name="connsiteY14" fmla="*/ 1183393 h 1311980"/>
                <a:gd name="connsiteX15" fmla="*/ 289321 w 1318021"/>
                <a:gd name="connsiteY15" fmla="*/ 797630 h 1311980"/>
                <a:gd name="connsiteX16" fmla="*/ 32146 w 1318021"/>
                <a:gd name="connsiteY16" fmla="*/ 797630 h 1311980"/>
                <a:gd name="connsiteX17" fmla="*/ 16715 w 1318021"/>
                <a:gd name="connsiteY17" fmla="*/ 782200 h 1311980"/>
                <a:gd name="connsiteX18" fmla="*/ 16715 w 1318021"/>
                <a:gd name="connsiteY18" fmla="*/ 525025 h 1311980"/>
                <a:gd name="connsiteX19" fmla="*/ 32146 w 1318021"/>
                <a:gd name="connsiteY19" fmla="*/ 509594 h 1311980"/>
                <a:gd name="connsiteX20" fmla="*/ 289321 w 1318021"/>
                <a:gd name="connsiteY20" fmla="*/ 509594 h 1311980"/>
                <a:gd name="connsiteX21" fmla="*/ 304751 w 1318021"/>
                <a:gd name="connsiteY21" fmla="*/ 525025 h 1311980"/>
                <a:gd name="connsiteX22" fmla="*/ 304751 w 1318021"/>
                <a:gd name="connsiteY22" fmla="*/ 782200 h 1311980"/>
                <a:gd name="connsiteX23" fmla="*/ 289321 w 1318021"/>
                <a:gd name="connsiteY23" fmla="*/ 797630 h 1311980"/>
                <a:gd name="connsiteX24" fmla="*/ 47576 w 1318021"/>
                <a:gd name="connsiteY24" fmla="*/ 766769 h 1311980"/>
                <a:gd name="connsiteX25" fmla="*/ 273890 w 1318021"/>
                <a:gd name="connsiteY25" fmla="*/ 766769 h 1311980"/>
                <a:gd name="connsiteX26" fmla="*/ 273890 w 1318021"/>
                <a:gd name="connsiteY26" fmla="*/ 540455 h 1311980"/>
                <a:gd name="connsiteX27" fmla="*/ 47576 w 1318021"/>
                <a:gd name="connsiteY27" fmla="*/ 540455 h 1311980"/>
                <a:gd name="connsiteX28" fmla="*/ 47576 w 1318021"/>
                <a:gd name="connsiteY28" fmla="*/ 766769 h 1311980"/>
                <a:gd name="connsiteX29" fmla="*/ 1318021 w 1318021"/>
                <a:gd name="connsiteY29" fmla="*/ 669043 h 1311980"/>
                <a:gd name="connsiteX30" fmla="*/ 460771 w 1318021"/>
                <a:gd name="connsiteY30" fmla="*/ 669043 h 1311980"/>
                <a:gd name="connsiteX31" fmla="*/ 460771 w 1318021"/>
                <a:gd name="connsiteY31" fmla="*/ 638182 h 1311980"/>
                <a:gd name="connsiteX32" fmla="*/ 1318021 w 1318021"/>
                <a:gd name="connsiteY32" fmla="*/ 638182 h 1311980"/>
                <a:gd name="connsiteX33" fmla="*/ 1318021 w 1318021"/>
                <a:gd name="connsiteY33" fmla="*/ 669043 h 1311980"/>
                <a:gd name="connsiteX34" fmla="*/ 289321 w 1318021"/>
                <a:gd name="connsiteY34" fmla="*/ 283280 h 1311980"/>
                <a:gd name="connsiteX35" fmla="*/ 32146 w 1318021"/>
                <a:gd name="connsiteY35" fmla="*/ 283280 h 1311980"/>
                <a:gd name="connsiteX36" fmla="*/ 19612 w 1318021"/>
                <a:gd name="connsiteY36" fmla="*/ 261418 h 1311980"/>
                <a:gd name="connsiteX37" fmla="*/ 140031 w 1318021"/>
                <a:gd name="connsiteY37" fmla="*/ 4588 h 1311980"/>
                <a:gd name="connsiteX38" fmla="*/ 164895 w 1318021"/>
                <a:gd name="connsiteY38" fmla="*/ 3136 h 1311980"/>
                <a:gd name="connsiteX39" fmla="*/ 299440 w 1318021"/>
                <a:gd name="connsiteY39" fmla="*/ 258845 h 1311980"/>
                <a:gd name="connsiteX40" fmla="*/ 289321 w 1318021"/>
                <a:gd name="connsiteY40" fmla="*/ 283280 h 1311980"/>
                <a:gd name="connsiteX41" fmla="*/ 55870 w 1318021"/>
                <a:gd name="connsiteY41" fmla="*/ 252419 h 1311980"/>
                <a:gd name="connsiteX42" fmla="*/ 268163 w 1318021"/>
                <a:gd name="connsiteY42" fmla="*/ 252419 h 1311980"/>
                <a:gd name="connsiteX43" fmla="*/ 153624 w 1318021"/>
                <a:gd name="connsiteY43" fmla="*/ 40053 h 1311980"/>
                <a:gd name="connsiteX44" fmla="*/ 55870 w 1318021"/>
                <a:gd name="connsiteY44" fmla="*/ 252419 h 1311980"/>
                <a:gd name="connsiteX45" fmla="*/ 1318021 w 1318021"/>
                <a:gd name="connsiteY45" fmla="*/ 154693 h 1311980"/>
                <a:gd name="connsiteX46" fmla="*/ 460771 w 1318021"/>
                <a:gd name="connsiteY46" fmla="*/ 154693 h 1311980"/>
                <a:gd name="connsiteX47" fmla="*/ 460771 w 1318021"/>
                <a:gd name="connsiteY47" fmla="*/ 123832 h 1311980"/>
                <a:gd name="connsiteX48" fmla="*/ 1318021 w 1318021"/>
                <a:gd name="connsiteY48" fmla="*/ 123832 h 1311980"/>
                <a:gd name="connsiteX49" fmla="*/ 1318021 w 1318021"/>
                <a:gd name="connsiteY49" fmla="*/ 154693 h 1311980"/>
                <a:gd name="connsiteX0" fmla="*/ 289321 w 1318021"/>
                <a:gd name="connsiteY0" fmla="*/ 1311980 h 1311980"/>
                <a:gd name="connsiteX1" fmla="*/ 32146 w 1318021"/>
                <a:gd name="connsiteY1" fmla="*/ 1311980 h 1311980"/>
                <a:gd name="connsiteX2" fmla="*/ 32146 w 1318021"/>
                <a:gd name="connsiteY2" fmla="*/ 1023944 h 1311980"/>
                <a:gd name="connsiteX3" fmla="*/ 304751 w 1318021"/>
                <a:gd name="connsiteY3" fmla="*/ 1039375 h 1311980"/>
                <a:gd name="connsiteX4" fmla="*/ 289321 w 1318021"/>
                <a:gd name="connsiteY4" fmla="*/ 1311980 h 1311980"/>
                <a:gd name="connsiteX5" fmla="*/ 44640 w 1318021"/>
                <a:gd name="connsiteY5" fmla="*/ 1166128 h 1311980"/>
                <a:gd name="connsiteX6" fmla="*/ 273890 w 1318021"/>
                <a:gd name="connsiteY6" fmla="*/ 1281119 h 1311980"/>
                <a:gd name="connsiteX7" fmla="*/ 273890 w 1318021"/>
                <a:gd name="connsiteY7" fmla="*/ 1054805 h 1311980"/>
                <a:gd name="connsiteX8" fmla="*/ 47576 w 1318021"/>
                <a:gd name="connsiteY8" fmla="*/ 1054805 h 1311980"/>
                <a:gd name="connsiteX9" fmla="*/ 44640 w 1318021"/>
                <a:gd name="connsiteY9" fmla="*/ 1166128 h 1311980"/>
                <a:gd name="connsiteX10" fmla="*/ 1318021 w 1318021"/>
                <a:gd name="connsiteY10" fmla="*/ 1183393 h 1311980"/>
                <a:gd name="connsiteX11" fmla="*/ 460771 w 1318021"/>
                <a:gd name="connsiteY11" fmla="*/ 1183393 h 1311980"/>
                <a:gd name="connsiteX12" fmla="*/ 460771 w 1318021"/>
                <a:gd name="connsiteY12" fmla="*/ 1152532 h 1311980"/>
                <a:gd name="connsiteX13" fmla="*/ 1318021 w 1318021"/>
                <a:gd name="connsiteY13" fmla="*/ 1152532 h 1311980"/>
                <a:gd name="connsiteX14" fmla="*/ 1318021 w 1318021"/>
                <a:gd name="connsiteY14" fmla="*/ 1183393 h 1311980"/>
                <a:gd name="connsiteX15" fmla="*/ 289321 w 1318021"/>
                <a:gd name="connsiteY15" fmla="*/ 797630 h 1311980"/>
                <a:gd name="connsiteX16" fmla="*/ 32146 w 1318021"/>
                <a:gd name="connsiteY16" fmla="*/ 797630 h 1311980"/>
                <a:gd name="connsiteX17" fmla="*/ 16715 w 1318021"/>
                <a:gd name="connsiteY17" fmla="*/ 782200 h 1311980"/>
                <a:gd name="connsiteX18" fmla="*/ 16715 w 1318021"/>
                <a:gd name="connsiteY18" fmla="*/ 525025 h 1311980"/>
                <a:gd name="connsiteX19" fmla="*/ 32146 w 1318021"/>
                <a:gd name="connsiteY19" fmla="*/ 509594 h 1311980"/>
                <a:gd name="connsiteX20" fmla="*/ 289321 w 1318021"/>
                <a:gd name="connsiteY20" fmla="*/ 509594 h 1311980"/>
                <a:gd name="connsiteX21" fmla="*/ 304751 w 1318021"/>
                <a:gd name="connsiteY21" fmla="*/ 525025 h 1311980"/>
                <a:gd name="connsiteX22" fmla="*/ 304751 w 1318021"/>
                <a:gd name="connsiteY22" fmla="*/ 782200 h 1311980"/>
                <a:gd name="connsiteX23" fmla="*/ 289321 w 1318021"/>
                <a:gd name="connsiteY23" fmla="*/ 797630 h 1311980"/>
                <a:gd name="connsiteX24" fmla="*/ 47576 w 1318021"/>
                <a:gd name="connsiteY24" fmla="*/ 766769 h 1311980"/>
                <a:gd name="connsiteX25" fmla="*/ 273890 w 1318021"/>
                <a:gd name="connsiteY25" fmla="*/ 766769 h 1311980"/>
                <a:gd name="connsiteX26" fmla="*/ 273890 w 1318021"/>
                <a:gd name="connsiteY26" fmla="*/ 540455 h 1311980"/>
                <a:gd name="connsiteX27" fmla="*/ 47576 w 1318021"/>
                <a:gd name="connsiteY27" fmla="*/ 540455 h 1311980"/>
                <a:gd name="connsiteX28" fmla="*/ 47576 w 1318021"/>
                <a:gd name="connsiteY28" fmla="*/ 766769 h 1311980"/>
                <a:gd name="connsiteX29" fmla="*/ 1318021 w 1318021"/>
                <a:gd name="connsiteY29" fmla="*/ 669043 h 1311980"/>
                <a:gd name="connsiteX30" fmla="*/ 460771 w 1318021"/>
                <a:gd name="connsiteY30" fmla="*/ 669043 h 1311980"/>
                <a:gd name="connsiteX31" fmla="*/ 460771 w 1318021"/>
                <a:gd name="connsiteY31" fmla="*/ 638182 h 1311980"/>
                <a:gd name="connsiteX32" fmla="*/ 1318021 w 1318021"/>
                <a:gd name="connsiteY32" fmla="*/ 638182 h 1311980"/>
                <a:gd name="connsiteX33" fmla="*/ 1318021 w 1318021"/>
                <a:gd name="connsiteY33" fmla="*/ 669043 h 1311980"/>
                <a:gd name="connsiteX34" fmla="*/ 289321 w 1318021"/>
                <a:gd name="connsiteY34" fmla="*/ 283280 h 1311980"/>
                <a:gd name="connsiteX35" fmla="*/ 32146 w 1318021"/>
                <a:gd name="connsiteY35" fmla="*/ 283280 h 1311980"/>
                <a:gd name="connsiteX36" fmla="*/ 19612 w 1318021"/>
                <a:gd name="connsiteY36" fmla="*/ 261418 h 1311980"/>
                <a:gd name="connsiteX37" fmla="*/ 140031 w 1318021"/>
                <a:gd name="connsiteY37" fmla="*/ 4588 h 1311980"/>
                <a:gd name="connsiteX38" fmla="*/ 164895 w 1318021"/>
                <a:gd name="connsiteY38" fmla="*/ 3136 h 1311980"/>
                <a:gd name="connsiteX39" fmla="*/ 299440 w 1318021"/>
                <a:gd name="connsiteY39" fmla="*/ 258845 h 1311980"/>
                <a:gd name="connsiteX40" fmla="*/ 289321 w 1318021"/>
                <a:gd name="connsiteY40" fmla="*/ 283280 h 1311980"/>
                <a:gd name="connsiteX41" fmla="*/ 55870 w 1318021"/>
                <a:gd name="connsiteY41" fmla="*/ 252419 h 1311980"/>
                <a:gd name="connsiteX42" fmla="*/ 268163 w 1318021"/>
                <a:gd name="connsiteY42" fmla="*/ 252419 h 1311980"/>
                <a:gd name="connsiteX43" fmla="*/ 153624 w 1318021"/>
                <a:gd name="connsiteY43" fmla="*/ 40053 h 1311980"/>
                <a:gd name="connsiteX44" fmla="*/ 55870 w 1318021"/>
                <a:gd name="connsiteY44" fmla="*/ 252419 h 1311980"/>
                <a:gd name="connsiteX45" fmla="*/ 1318021 w 1318021"/>
                <a:gd name="connsiteY45" fmla="*/ 154693 h 1311980"/>
                <a:gd name="connsiteX46" fmla="*/ 460771 w 1318021"/>
                <a:gd name="connsiteY46" fmla="*/ 154693 h 1311980"/>
                <a:gd name="connsiteX47" fmla="*/ 460771 w 1318021"/>
                <a:gd name="connsiteY47" fmla="*/ 123832 h 1311980"/>
                <a:gd name="connsiteX48" fmla="*/ 1318021 w 1318021"/>
                <a:gd name="connsiteY48" fmla="*/ 123832 h 1311980"/>
                <a:gd name="connsiteX49" fmla="*/ 1318021 w 1318021"/>
                <a:gd name="connsiteY49" fmla="*/ 154693 h 1311980"/>
                <a:gd name="connsiteX0" fmla="*/ 289321 w 1318021"/>
                <a:gd name="connsiteY0" fmla="*/ 1311980 h 1311980"/>
                <a:gd name="connsiteX1" fmla="*/ 32146 w 1318021"/>
                <a:gd name="connsiteY1" fmla="*/ 1311980 h 1311980"/>
                <a:gd name="connsiteX2" fmla="*/ 32146 w 1318021"/>
                <a:gd name="connsiteY2" fmla="*/ 1023944 h 1311980"/>
                <a:gd name="connsiteX3" fmla="*/ 304751 w 1318021"/>
                <a:gd name="connsiteY3" fmla="*/ 1039375 h 1311980"/>
                <a:gd name="connsiteX4" fmla="*/ 289321 w 1318021"/>
                <a:gd name="connsiteY4" fmla="*/ 1311980 h 1311980"/>
                <a:gd name="connsiteX5" fmla="*/ 47576 w 1318021"/>
                <a:gd name="connsiteY5" fmla="*/ 1054805 h 1311980"/>
                <a:gd name="connsiteX6" fmla="*/ 273890 w 1318021"/>
                <a:gd name="connsiteY6" fmla="*/ 1281119 h 1311980"/>
                <a:gd name="connsiteX7" fmla="*/ 273890 w 1318021"/>
                <a:gd name="connsiteY7" fmla="*/ 1054805 h 1311980"/>
                <a:gd name="connsiteX8" fmla="*/ 47576 w 1318021"/>
                <a:gd name="connsiteY8" fmla="*/ 1054805 h 1311980"/>
                <a:gd name="connsiteX9" fmla="*/ 1318021 w 1318021"/>
                <a:gd name="connsiteY9" fmla="*/ 1183393 h 1311980"/>
                <a:gd name="connsiteX10" fmla="*/ 460771 w 1318021"/>
                <a:gd name="connsiteY10" fmla="*/ 1183393 h 1311980"/>
                <a:gd name="connsiteX11" fmla="*/ 460771 w 1318021"/>
                <a:gd name="connsiteY11" fmla="*/ 1152532 h 1311980"/>
                <a:gd name="connsiteX12" fmla="*/ 1318021 w 1318021"/>
                <a:gd name="connsiteY12" fmla="*/ 1152532 h 1311980"/>
                <a:gd name="connsiteX13" fmla="*/ 1318021 w 1318021"/>
                <a:gd name="connsiteY13" fmla="*/ 1183393 h 1311980"/>
                <a:gd name="connsiteX14" fmla="*/ 289321 w 1318021"/>
                <a:gd name="connsiteY14" fmla="*/ 797630 h 1311980"/>
                <a:gd name="connsiteX15" fmla="*/ 32146 w 1318021"/>
                <a:gd name="connsiteY15" fmla="*/ 797630 h 1311980"/>
                <a:gd name="connsiteX16" fmla="*/ 16715 w 1318021"/>
                <a:gd name="connsiteY16" fmla="*/ 782200 h 1311980"/>
                <a:gd name="connsiteX17" fmla="*/ 16715 w 1318021"/>
                <a:gd name="connsiteY17" fmla="*/ 525025 h 1311980"/>
                <a:gd name="connsiteX18" fmla="*/ 32146 w 1318021"/>
                <a:gd name="connsiteY18" fmla="*/ 509594 h 1311980"/>
                <a:gd name="connsiteX19" fmla="*/ 289321 w 1318021"/>
                <a:gd name="connsiteY19" fmla="*/ 509594 h 1311980"/>
                <a:gd name="connsiteX20" fmla="*/ 304751 w 1318021"/>
                <a:gd name="connsiteY20" fmla="*/ 525025 h 1311980"/>
                <a:gd name="connsiteX21" fmla="*/ 304751 w 1318021"/>
                <a:gd name="connsiteY21" fmla="*/ 782200 h 1311980"/>
                <a:gd name="connsiteX22" fmla="*/ 289321 w 1318021"/>
                <a:gd name="connsiteY22" fmla="*/ 797630 h 1311980"/>
                <a:gd name="connsiteX23" fmla="*/ 47576 w 1318021"/>
                <a:gd name="connsiteY23" fmla="*/ 766769 h 1311980"/>
                <a:gd name="connsiteX24" fmla="*/ 273890 w 1318021"/>
                <a:gd name="connsiteY24" fmla="*/ 766769 h 1311980"/>
                <a:gd name="connsiteX25" fmla="*/ 273890 w 1318021"/>
                <a:gd name="connsiteY25" fmla="*/ 540455 h 1311980"/>
                <a:gd name="connsiteX26" fmla="*/ 47576 w 1318021"/>
                <a:gd name="connsiteY26" fmla="*/ 540455 h 1311980"/>
                <a:gd name="connsiteX27" fmla="*/ 47576 w 1318021"/>
                <a:gd name="connsiteY27" fmla="*/ 766769 h 1311980"/>
                <a:gd name="connsiteX28" fmla="*/ 1318021 w 1318021"/>
                <a:gd name="connsiteY28" fmla="*/ 669043 h 1311980"/>
                <a:gd name="connsiteX29" fmla="*/ 460771 w 1318021"/>
                <a:gd name="connsiteY29" fmla="*/ 669043 h 1311980"/>
                <a:gd name="connsiteX30" fmla="*/ 460771 w 1318021"/>
                <a:gd name="connsiteY30" fmla="*/ 638182 h 1311980"/>
                <a:gd name="connsiteX31" fmla="*/ 1318021 w 1318021"/>
                <a:gd name="connsiteY31" fmla="*/ 638182 h 1311980"/>
                <a:gd name="connsiteX32" fmla="*/ 1318021 w 1318021"/>
                <a:gd name="connsiteY32" fmla="*/ 669043 h 1311980"/>
                <a:gd name="connsiteX33" fmla="*/ 289321 w 1318021"/>
                <a:gd name="connsiteY33" fmla="*/ 283280 h 1311980"/>
                <a:gd name="connsiteX34" fmla="*/ 32146 w 1318021"/>
                <a:gd name="connsiteY34" fmla="*/ 283280 h 1311980"/>
                <a:gd name="connsiteX35" fmla="*/ 19612 w 1318021"/>
                <a:gd name="connsiteY35" fmla="*/ 261418 h 1311980"/>
                <a:gd name="connsiteX36" fmla="*/ 140031 w 1318021"/>
                <a:gd name="connsiteY36" fmla="*/ 4588 h 1311980"/>
                <a:gd name="connsiteX37" fmla="*/ 164895 w 1318021"/>
                <a:gd name="connsiteY37" fmla="*/ 3136 h 1311980"/>
                <a:gd name="connsiteX38" fmla="*/ 299440 w 1318021"/>
                <a:gd name="connsiteY38" fmla="*/ 258845 h 1311980"/>
                <a:gd name="connsiteX39" fmla="*/ 289321 w 1318021"/>
                <a:gd name="connsiteY39" fmla="*/ 283280 h 1311980"/>
                <a:gd name="connsiteX40" fmla="*/ 55870 w 1318021"/>
                <a:gd name="connsiteY40" fmla="*/ 252419 h 1311980"/>
                <a:gd name="connsiteX41" fmla="*/ 268163 w 1318021"/>
                <a:gd name="connsiteY41" fmla="*/ 252419 h 1311980"/>
                <a:gd name="connsiteX42" fmla="*/ 153624 w 1318021"/>
                <a:gd name="connsiteY42" fmla="*/ 40053 h 1311980"/>
                <a:gd name="connsiteX43" fmla="*/ 55870 w 1318021"/>
                <a:gd name="connsiteY43" fmla="*/ 252419 h 1311980"/>
                <a:gd name="connsiteX44" fmla="*/ 1318021 w 1318021"/>
                <a:gd name="connsiteY44" fmla="*/ 154693 h 1311980"/>
                <a:gd name="connsiteX45" fmla="*/ 460771 w 1318021"/>
                <a:gd name="connsiteY45" fmla="*/ 154693 h 1311980"/>
                <a:gd name="connsiteX46" fmla="*/ 460771 w 1318021"/>
                <a:gd name="connsiteY46" fmla="*/ 123832 h 1311980"/>
                <a:gd name="connsiteX47" fmla="*/ 1318021 w 1318021"/>
                <a:gd name="connsiteY47" fmla="*/ 123832 h 1311980"/>
                <a:gd name="connsiteX48" fmla="*/ 1318021 w 1318021"/>
                <a:gd name="connsiteY48" fmla="*/ 154693 h 1311980"/>
                <a:gd name="connsiteX0" fmla="*/ 289321 w 1318021"/>
                <a:gd name="connsiteY0" fmla="*/ 1311980 h 1311980"/>
                <a:gd name="connsiteX1" fmla="*/ 32146 w 1318021"/>
                <a:gd name="connsiteY1" fmla="*/ 1311980 h 1311980"/>
                <a:gd name="connsiteX2" fmla="*/ 32146 w 1318021"/>
                <a:gd name="connsiteY2" fmla="*/ 1023944 h 1311980"/>
                <a:gd name="connsiteX3" fmla="*/ 304751 w 1318021"/>
                <a:gd name="connsiteY3" fmla="*/ 1039375 h 1311980"/>
                <a:gd name="connsiteX4" fmla="*/ 289321 w 1318021"/>
                <a:gd name="connsiteY4" fmla="*/ 1311980 h 1311980"/>
                <a:gd name="connsiteX5" fmla="*/ 273890 w 1318021"/>
                <a:gd name="connsiteY5" fmla="*/ 1054805 h 1311980"/>
                <a:gd name="connsiteX6" fmla="*/ 273890 w 1318021"/>
                <a:gd name="connsiteY6" fmla="*/ 1281119 h 1311980"/>
                <a:gd name="connsiteX7" fmla="*/ 273890 w 1318021"/>
                <a:gd name="connsiteY7" fmla="*/ 1054805 h 1311980"/>
                <a:gd name="connsiteX8" fmla="*/ 1318021 w 1318021"/>
                <a:gd name="connsiteY8" fmla="*/ 1183393 h 1311980"/>
                <a:gd name="connsiteX9" fmla="*/ 460771 w 1318021"/>
                <a:gd name="connsiteY9" fmla="*/ 1183393 h 1311980"/>
                <a:gd name="connsiteX10" fmla="*/ 460771 w 1318021"/>
                <a:gd name="connsiteY10" fmla="*/ 1152532 h 1311980"/>
                <a:gd name="connsiteX11" fmla="*/ 1318021 w 1318021"/>
                <a:gd name="connsiteY11" fmla="*/ 1152532 h 1311980"/>
                <a:gd name="connsiteX12" fmla="*/ 1318021 w 1318021"/>
                <a:gd name="connsiteY12" fmla="*/ 1183393 h 1311980"/>
                <a:gd name="connsiteX13" fmla="*/ 289321 w 1318021"/>
                <a:gd name="connsiteY13" fmla="*/ 797630 h 1311980"/>
                <a:gd name="connsiteX14" fmla="*/ 32146 w 1318021"/>
                <a:gd name="connsiteY14" fmla="*/ 797630 h 1311980"/>
                <a:gd name="connsiteX15" fmla="*/ 16715 w 1318021"/>
                <a:gd name="connsiteY15" fmla="*/ 782200 h 1311980"/>
                <a:gd name="connsiteX16" fmla="*/ 16715 w 1318021"/>
                <a:gd name="connsiteY16" fmla="*/ 525025 h 1311980"/>
                <a:gd name="connsiteX17" fmla="*/ 32146 w 1318021"/>
                <a:gd name="connsiteY17" fmla="*/ 509594 h 1311980"/>
                <a:gd name="connsiteX18" fmla="*/ 289321 w 1318021"/>
                <a:gd name="connsiteY18" fmla="*/ 509594 h 1311980"/>
                <a:gd name="connsiteX19" fmla="*/ 304751 w 1318021"/>
                <a:gd name="connsiteY19" fmla="*/ 525025 h 1311980"/>
                <a:gd name="connsiteX20" fmla="*/ 304751 w 1318021"/>
                <a:gd name="connsiteY20" fmla="*/ 782200 h 1311980"/>
                <a:gd name="connsiteX21" fmla="*/ 289321 w 1318021"/>
                <a:gd name="connsiteY21" fmla="*/ 797630 h 1311980"/>
                <a:gd name="connsiteX22" fmla="*/ 47576 w 1318021"/>
                <a:gd name="connsiteY22" fmla="*/ 766769 h 1311980"/>
                <a:gd name="connsiteX23" fmla="*/ 273890 w 1318021"/>
                <a:gd name="connsiteY23" fmla="*/ 766769 h 1311980"/>
                <a:gd name="connsiteX24" fmla="*/ 273890 w 1318021"/>
                <a:gd name="connsiteY24" fmla="*/ 540455 h 1311980"/>
                <a:gd name="connsiteX25" fmla="*/ 47576 w 1318021"/>
                <a:gd name="connsiteY25" fmla="*/ 540455 h 1311980"/>
                <a:gd name="connsiteX26" fmla="*/ 47576 w 1318021"/>
                <a:gd name="connsiteY26" fmla="*/ 766769 h 1311980"/>
                <a:gd name="connsiteX27" fmla="*/ 1318021 w 1318021"/>
                <a:gd name="connsiteY27" fmla="*/ 669043 h 1311980"/>
                <a:gd name="connsiteX28" fmla="*/ 460771 w 1318021"/>
                <a:gd name="connsiteY28" fmla="*/ 669043 h 1311980"/>
                <a:gd name="connsiteX29" fmla="*/ 460771 w 1318021"/>
                <a:gd name="connsiteY29" fmla="*/ 638182 h 1311980"/>
                <a:gd name="connsiteX30" fmla="*/ 1318021 w 1318021"/>
                <a:gd name="connsiteY30" fmla="*/ 638182 h 1311980"/>
                <a:gd name="connsiteX31" fmla="*/ 1318021 w 1318021"/>
                <a:gd name="connsiteY31" fmla="*/ 669043 h 1311980"/>
                <a:gd name="connsiteX32" fmla="*/ 289321 w 1318021"/>
                <a:gd name="connsiteY32" fmla="*/ 283280 h 1311980"/>
                <a:gd name="connsiteX33" fmla="*/ 32146 w 1318021"/>
                <a:gd name="connsiteY33" fmla="*/ 283280 h 1311980"/>
                <a:gd name="connsiteX34" fmla="*/ 19612 w 1318021"/>
                <a:gd name="connsiteY34" fmla="*/ 261418 h 1311980"/>
                <a:gd name="connsiteX35" fmla="*/ 140031 w 1318021"/>
                <a:gd name="connsiteY35" fmla="*/ 4588 h 1311980"/>
                <a:gd name="connsiteX36" fmla="*/ 164895 w 1318021"/>
                <a:gd name="connsiteY36" fmla="*/ 3136 h 1311980"/>
                <a:gd name="connsiteX37" fmla="*/ 299440 w 1318021"/>
                <a:gd name="connsiteY37" fmla="*/ 258845 h 1311980"/>
                <a:gd name="connsiteX38" fmla="*/ 289321 w 1318021"/>
                <a:gd name="connsiteY38" fmla="*/ 283280 h 1311980"/>
                <a:gd name="connsiteX39" fmla="*/ 55870 w 1318021"/>
                <a:gd name="connsiteY39" fmla="*/ 252419 h 1311980"/>
                <a:gd name="connsiteX40" fmla="*/ 268163 w 1318021"/>
                <a:gd name="connsiteY40" fmla="*/ 252419 h 1311980"/>
                <a:gd name="connsiteX41" fmla="*/ 153624 w 1318021"/>
                <a:gd name="connsiteY41" fmla="*/ 40053 h 1311980"/>
                <a:gd name="connsiteX42" fmla="*/ 55870 w 1318021"/>
                <a:gd name="connsiteY42" fmla="*/ 252419 h 1311980"/>
                <a:gd name="connsiteX43" fmla="*/ 1318021 w 1318021"/>
                <a:gd name="connsiteY43" fmla="*/ 154693 h 1311980"/>
                <a:gd name="connsiteX44" fmla="*/ 460771 w 1318021"/>
                <a:gd name="connsiteY44" fmla="*/ 154693 h 1311980"/>
                <a:gd name="connsiteX45" fmla="*/ 460771 w 1318021"/>
                <a:gd name="connsiteY45" fmla="*/ 123832 h 1311980"/>
                <a:gd name="connsiteX46" fmla="*/ 1318021 w 1318021"/>
                <a:gd name="connsiteY46" fmla="*/ 123832 h 1311980"/>
                <a:gd name="connsiteX47" fmla="*/ 1318021 w 1318021"/>
                <a:gd name="connsiteY47" fmla="*/ 154693 h 1311980"/>
                <a:gd name="connsiteX0" fmla="*/ 289321 w 1318021"/>
                <a:gd name="connsiteY0" fmla="*/ 1311980 h 1311980"/>
                <a:gd name="connsiteX1" fmla="*/ 32146 w 1318021"/>
                <a:gd name="connsiteY1" fmla="*/ 1311980 h 1311980"/>
                <a:gd name="connsiteX2" fmla="*/ 32146 w 1318021"/>
                <a:gd name="connsiteY2" fmla="*/ 1023944 h 1311980"/>
                <a:gd name="connsiteX3" fmla="*/ 304751 w 1318021"/>
                <a:gd name="connsiteY3" fmla="*/ 1039375 h 1311980"/>
                <a:gd name="connsiteX4" fmla="*/ 289321 w 1318021"/>
                <a:gd name="connsiteY4" fmla="*/ 1311980 h 1311980"/>
                <a:gd name="connsiteX5" fmla="*/ 1318021 w 1318021"/>
                <a:gd name="connsiteY5" fmla="*/ 1183393 h 1311980"/>
                <a:gd name="connsiteX6" fmla="*/ 460771 w 1318021"/>
                <a:gd name="connsiteY6" fmla="*/ 1183393 h 1311980"/>
                <a:gd name="connsiteX7" fmla="*/ 460771 w 1318021"/>
                <a:gd name="connsiteY7" fmla="*/ 1152532 h 1311980"/>
                <a:gd name="connsiteX8" fmla="*/ 1318021 w 1318021"/>
                <a:gd name="connsiteY8" fmla="*/ 1152532 h 1311980"/>
                <a:gd name="connsiteX9" fmla="*/ 1318021 w 1318021"/>
                <a:gd name="connsiteY9" fmla="*/ 1183393 h 1311980"/>
                <a:gd name="connsiteX10" fmla="*/ 289321 w 1318021"/>
                <a:gd name="connsiteY10" fmla="*/ 797630 h 1311980"/>
                <a:gd name="connsiteX11" fmla="*/ 32146 w 1318021"/>
                <a:gd name="connsiteY11" fmla="*/ 797630 h 1311980"/>
                <a:gd name="connsiteX12" fmla="*/ 16715 w 1318021"/>
                <a:gd name="connsiteY12" fmla="*/ 782200 h 1311980"/>
                <a:gd name="connsiteX13" fmla="*/ 16715 w 1318021"/>
                <a:gd name="connsiteY13" fmla="*/ 525025 h 1311980"/>
                <a:gd name="connsiteX14" fmla="*/ 32146 w 1318021"/>
                <a:gd name="connsiteY14" fmla="*/ 509594 h 1311980"/>
                <a:gd name="connsiteX15" fmla="*/ 289321 w 1318021"/>
                <a:gd name="connsiteY15" fmla="*/ 509594 h 1311980"/>
                <a:gd name="connsiteX16" fmla="*/ 304751 w 1318021"/>
                <a:gd name="connsiteY16" fmla="*/ 525025 h 1311980"/>
                <a:gd name="connsiteX17" fmla="*/ 304751 w 1318021"/>
                <a:gd name="connsiteY17" fmla="*/ 782200 h 1311980"/>
                <a:gd name="connsiteX18" fmla="*/ 289321 w 1318021"/>
                <a:gd name="connsiteY18" fmla="*/ 797630 h 1311980"/>
                <a:gd name="connsiteX19" fmla="*/ 47576 w 1318021"/>
                <a:gd name="connsiteY19" fmla="*/ 766769 h 1311980"/>
                <a:gd name="connsiteX20" fmla="*/ 273890 w 1318021"/>
                <a:gd name="connsiteY20" fmla="*/ 766769 h 1311980"/>
                <a:gd name="connsiteX21" fmla="*/ 273890 w 1318021"/>
                <a:gd name="connsiteY21" fmla="*/ 540455 h 1311980"/>
                <a:gd name="connsiteX22" fmla="*/ 47576 w 1318021"/>
                <a:gd name="connsiteY22" fmla="*/ 540455 h 1311980"/>
                <a:gd name="connsiteX23" fmla="*/ 47576 w 1318021"/>
                <a:gd name="connsiteY23" fmla="*/ 766769 h 1311980"/>
                <a:gd name="connsiteX24" fmla="*/ 1318021 w 1318021"/>
                <a:gd name="connsiteY24" fmla="*/ 669043 h 1311980"/>
                <a:gd name="connsiteX25" fmla="*/ 460771 w 1318021"/>
                <a:gd name="connsiteY25" fmla="*/ 669043 h 1311980"/>
                <a:gd name="connsiteX26" fmla="*/ 460771 w 1318021"/>
                <a:gd name="connsiteY26" fmla="*/ 638182 h 1311980"/>
                <a:gd name="connsiteX27" fmla="*/ 1318021 w 1318021"/>
                <a:gd name="connsiteY27" fmla="*/ 638182 h 1311980"/>
                <a:gd name="connsiteX28" fmla="*/ 1318021 w 1318021"/>
                <a:gd name="connsiteY28" fmla="*/ 669043 h 1311980"/>
                <a:gd name="connsiteX29" fmla="*/ 289321 w 1318021"/>
                <a:gd name="connsiteY29" fmla="*/ 283280 h 1311980"/>
                <a:gd name="connsiteX30" fmla="*/ 32146 w 1318021"/>
                <a:gd name="connsiteY30" fmla="*/ 283280 h 1311980"/>
                <a:gd name="connsiteX31" fmla="*/ 19612 w 1318021"/>
                <a:gd name="connsiteY31" fmla="*/ 261418 h 1311980"/>
                <a:gd name="connsiteX32" fmla="*/ 140031 w 1318021"/>
                <a:gd name="connsiteY32" fmla="*/ 4588 h 1311980"/>
                <a:gd name="connsiteX33" fmla="*/ 164895 w 1318021"/>
                <a:gd name="connsiteY33" fmla="*/ 3136 h 1311980"/>
                <a:gd name="connsiteX34" fmla="*/ 299440 w 1318021"/>
                <a:gd name="connsiteY34" fmla="*/ 258845 h 1311980"/>
                <a:gd name="connsiteX35" fmla="*/ 289321 w 1318021"/>
                <a:gd name="connsiteY35" fmla="*/ 283280 h 1311980"/>
                <a:gd name="connsiteX36" fmla="*/ 55870 w 1318021"/>
                <a:gd name="connsiteY36" fmla="*/ 252419 h 1311980"/>
                <a:gd name="connsiteX37" fmla="*/ 268163 w 1318021"/>
                <a:gd name="connsiteY37" fmla="*/ 252419 h 1311980"/>
                <a:gd name="connsiteX38" fmla="*/ 153624 w 1318021"/>
                <a:gd name="connsiteY38" fmla="*/ 40053 h 1311980"/>
                <a:gd name="connsiteX39" fmla="*/ 55870 w 1318021"/>
                <a:gd name="connsiteY39" fmla="*/ 252419 h 1311980"/>
                <a:gd name="connsiteX40" fmla="*/ 1318021 w 1318021"/>
                <a:gd name="connsiteY40" fmla="*/ 154693 h 1311980"/>
                <a:gd name="connsiteX41" fmla="*/ 460771 w 1318021"/>
                <a:gd name="connsiteY41" fmla="*/ 154693 h 1311980"/>
                <a:gd name="connsiteX42" fmla="*/ 460771 w 1318021"/>
                <a:gd name="connsiteY42" fmla="*/ 123832 h 1311980"/>
                <a:gd name="connsiteX43" fmla="*/ 1318021 w 1318021"/>
                <a:gd name="connsiteY43" fmla="*/ 123832 h 1311980"/>
                <a:gd name="connsiteX44" fmla="*/ 1318021 w 1318021"/>
                <a:gd name="connsiteY44" fmla="*/ 154693 h 1311980"/>
                <a:gd name="connsiteX0" fmla="*/ 289321 w 1318021"/>
                <a:gd name="connsiteY0" fmla="*/ 1311980 h 1311980"/>
                <a:gd name="connsiteX1" fmla="*/ 32146 w 1318021"/>
                <a:gd name="connsiteY1" fmla="*/ 1311980 h 1311980"/>
                <a:gd name="connsiteX2" fmla="*/ 32146 w 1318021"/>
                <a:gd name="connsiteY2" fmla="*/ 1023944 h 1311980"/>
                <a:gd name="connsiteX3" fmla="*/ 289321 w 1318021"/>
                <a:gd name="connsiteY3" fmla="*/ 1311980 h 1311980"/>
                <a:gd name="connsiteX4" fmla="*/ 1318021 w 1318021"/>
                <a:gd name="connsiteY4" fmla="*/ 1183393 h 1311980"/>
                <a:gd name="connsiteX5" fmla="*/ 460771 w 1318021"/>
                <a:gd name="connsiteY5" fmla="*/ 1183393 h 1311980"/>
                <a:gd name="connsiteX6" fmla="*/ 460771 w 1318021"/>
                <a:gd name="connsiteY6" fmla="*/ 1152532 h 1311980"/>
                <a:gd name="connsiteX7" fmla="*/ 1318021 w 1318021"/>
                <a:gd name="connsiteY7" fmla="*/ 1152532 h 1311980"/>
                <a:gd name="connsiteX8" fmla="*/ 1318021 w 1318021"/>
                <a:gd name="connsiteY8" fmla="*/ 1183393 h 1311980"/>
                <a:gd name="connsiteX9" fmla="*/ 289321 w 1318021"/>
                <a:gd name="connsiteY9" fmla="*/ 797630 h 1311980"/>
                <a:gd name="connsiteX10" fmla="*/ 32146 w 1318021"/>
                <a:gd name="connsiteY10" fmla="*/ 797630 h 1311980"/>
                <a:gd name="connsiteX11" fmla="*/ 16715 w 1318021"/>
                <a:gd name="connsiteY11" fmla="*/ 782200 h 1311980"/>
                <a:gd name="connsiteX12" fmla="*/ 16715 w 1318021"/>
                <a:gd name="connsiteY12" fmla="*/ 525025 h 1311980"/>
                <a:gd name="connsiteX13" fmla="*/ 32146 w 1318021"/>
                <a:gd name="connsiteY13" fmla="*/ 509594 h 1311980"/>
                <a:gd name="connsiteX14" fmla="*/ 289321 w 1318021"/>
                <a:gd name="connsiteY14" fmla="*/ 509594 h 1311980"/>
                <a:gd name="connsiteX15" fmla="*/ 304751 w 1318021"/>
                <a:gd name="connsiteY15" fmla="*/ 525025 h 1311980"/>
                <a:gd name="connsiteX16" fmla="*/ 304751 w 1318021"/>
                <a:gd name="connsiteY16" fmla="*/ 782200 h 1311980"/>
                <a:gd name="connsiteX17" fmla="*/ 289321 w 1318021"/>
                <a:gd name="connsiteY17" fmla="*/ 797630 h 1311980"/>
                <a:gd name="connsiteX18" fmla="*/ 47576 w 1318021"/>
                <a:gd name="connsiteY18" fmla="*/ 766769 h 1311980"/>
                <a:gd name="connsiteX19" fmla="*/ 273890 w 1318021"/>
                <a:gd name="connsiteY19" fmla="*/ 766769 h 1311980"/>
                <a:gd name="connsiteX20" fmla="*/ 273890 w 1318021"/>
                <a:gd name="connsiteY20" fmla="*/ 540455 h 1311980"/>
                <a:gd name="connsiteX21" fmla="*/ 47576 w 1318021"/>
                <a:gd name="connsiteY21" fmla="*/ 540455 h 1311980"/>
                <a:gd name="connsiteX22" fmla="*/ 47576 w 1318021"/>
                <a:gd name="connsiteY22" fmla="*/ 766769 h 1311980"/>
                <a:gd name="connsiteX23" fmla="*/ 1318021 w 1318021"/>
                <a:gd name="connsiteY23" fmla="*/ 669043 h 1311980"/>
                <a:gd name="connsiteX24" fmla="*/ 460771 w 1318021"/>
                <a:gd name="connsiteY24" fmla="*/ 669043 h 1311980"/>
                <a:gd name="connsiteX25" fmla="*/ 460771 w 1318021"/>
                <a:gd name="connsiteY25" fmla="*/ 638182 h 1311980"/>
                <a:gd name="connsiteX26" fmla="*/ 1318021 w 1318021"/>
                <a:gd name="connsiteY26" fmla="*/ 638182 h 1311980"/>
                <a:gd name="connsiteX27" fmla="*/ 1318021 w 1318021"/>
                <a:gd name="connsiteY27" fmla="*/ 669043 h 1311980"/>
                <a:gd name="connsiteX28" fmla="*/ 289321 w 1318021"/>
                <a:gd name="connsiteY28" fmla="*/ 283280 h 1311980"/>
                <a:gd name="connsiteX29" fmla="*/ 32146 w 1318021"/>
                <a:gd name="connsiteY29" fmla="*/ 283280 h 1311980"/>
                <a:gd name="connsiteX30" fmla="*/ 19612 w 1318021"/>
                <a:gd name="connsiteY30" fmla="*/ 261418 h 1311980"/>
                <a:gd name="connsiteX31" fmla="*/ 140031 w 1318021"/>
                <a:gd name="connsiteY31" fmla="*/ 4588 h 1311980"/>
                <a:gd name="connsiteX32" fmla="*/ 164895 w 1318021"/>
                <a:gd name="connsiteY32" fmla="*/ 3136 h 1311980"/>
                <a:gd name="connsiteX33" fmla="*/ 299440 w 1318021"/>
                <a:gd name="connsiteY33" fmla="*/ 258845 h 1311980"/>
                <a:gd name="connsiteX34" fmla="*/ 289321 w 1318021"/>
                <a:gd name="connsiteY34" fmla="*/ 283280 h 1311980"/>
                <a:gd name="connsiteX35" fmla="*/ 55870 w 1318021"/>
                <a:gd name="connsiteY35" fmla="*/ 252419 h 1311980"/>
                <a:gd name="connsiteX36" fmla="*/ 268163 w 1318021"/>
                <a:gd name="connsiteY36" fmla="*/ 252419 h 1311980"/>
                <a:gd name="connsiteX37" fmla="*/ 153624 w 1318021"/>
                <a:gd name="connsiteY37" fmla="*/ 40053 h 1311980"/>
                <a:gd name="connsiteX38" fmla="*/ 55870 w 1318021"/>
                <a:gd name="connsiteY38" fmla="*/ 252419 h 1311980"/>
                <a:gd name="connsiteX39" fmla="*/ 1318021 w 1318021"/>
                <a:gd name="connsiteY39" fmla="*/ 154693 h 1311980"/>
                <a:gd name="connsiteX40" fmla="*/ 460771 w 1318021"/>
                <a:gd name="connsiteY40" fmla="*/ 154693 h 1311980"/>
                <a:gd name="connsiteX41" fmla="*/ 460771 w 1318021"/>
                <a:gd name="connsiteY41" fmla="*/ 123832 h 1311980"/>
                <a:gd name="connsiteX42" fmla="*/ 1318021 w 1318021"/>
                <a:gd name="connsiteY42" fmla="*/ 123832 h 1311980"/>
                <a:gd name="connsiteX43" fmla="*/ 1318021 w 1318021"/>
                <a:gd name="connsiteY43" fmla="*/ 154693 h 1311980"/>
                <a:gd name="connsiteX0" fmla="*/ 32146 w 1318021"/>
                <a:gd name="connsiteY0" fmla="*/ 1023944 h 1311980"/>
                <a:gd name="connsiteX1" fmla="*/ 32146 w 1318021"/>
                <a:gd name="connsiteY1" fmla="*/ 1311980 h 1311980"/>
                <a:gd name="connsiteX2" fmla="*/ 32146 w 1318021"/>
                <a:gd name="connsiteY2" fmla="*/ 1023944 h 1311980"/>
                <a:gd name="connsiteX3" fmla="*/ 1318021 w 1318021"/>
                <a:gd name="connsiteY3" fmla="*/ 1183393 h 1311980"/>
                <a:gd name="connsiteX4" fmla="*/ 460771 w 1318021"/>
                <a:gd name="connsiteY4" fmla="*/ 1183393 h 1311980"/>
                <a:gd name="connsiteX5" fmla="*/ 460771 w 1318021"/>
                <a:gd name="connsiteY5" fmla="*/ 1152532 h 1311980"/>
                <a:gd name="connsiteX6" fmla="*/ 1318021 w 1318021"/>
                <a:gd name="connsiteY6" fmla="*/ 1152532 h 1311980"/>
                <a:gd name="connsiteX7" fmla="*/ 1318021 w 1318021"/>
                <a:gd name="connsiteY7" fmla="*/ 1183393 h 1311980"/>
                <a:gd name="connsiteX8" fmla="*/ 289321 w 1318021"/>
                <a:gd name="connsiteY8" fmla="*/ 797630 h 1311980"/>
                <a:gd name="connsiteX9" fmla="*/ 32146 w 1318021"/>
                <a:gd name="connsiteY9" fmla="*/ 797630 h 1311980"/>
                <a:gd name="connsiteX10" fmla="*/ 16715 w 1318021"/>
                <a:gd name="connsiteY10" fmla="*/ 782200 h 1311980"/>
                <a:gd name="connsiteX11" fmla="*/ 16715 w 1318021"/>
                <a:gd name="connsiteY11" fmla="*/ 525025 h 1311980"/>
                <a:gd name="connsiteX12" fmla="*/ 32146 w 1318021"/>
                <a:gd name="connsiteY12" fmla="*/ 509594 h 1311980"/>
                <a:gd name="connsiteX13" fmla="*/ 289321 w 1318021"/>
                <a:gd name="connsiteY13" fmla="*/ 509594 h 1311980"/>
                <a:gd name="connsiteX14" fmla="*/ 304751 w 1318021"/>
                <a:gd name="connsiteY14" fmla="*/ 525025 h 1311980"/>
                <a:gd name="connsiteX15" fmla="*/ 304751 w 1318021"/>
                <a:gd name="connsiteY15" fmla="*/ 782200 h 1311980"/>
                <a:gd name="connsiteX16" fmla="*/ 289321 w 1318021"/>
                <a:gd name="connsiteY16" fmla="*/ 797630 h 1311980"/>
                <a:gd name="connsiteX17" fmla="*/ 47576 w 1318021"/>
                <a:gd name="connsiteY17" fmla="*/ 766769 h 1311980"/>
                <a:gd name="connsiteX18" fmla="*/ 273890 w 1318021"/>
                <a:gd name="connsiteY18" fmla="*/ 766769 h 1311980"/>
                <a:gd name="connsiteX19" fmla="*/ 273890 w 1318021"/>
                <a:gd name="connsiteY19" fmla="*/ 540455 h 1311980"/>
                <a:gd name="connsiteX20" fmla="*/ 47576 w 1318021"/>
                <a:gd name="connsiteY20" fmla="*/ 540455 h 1311980"/>
                <a:gd name="connsiteX21" fmla="*/ 47576 w 1318021"/>
                <a:gd name="connsiteY21" fmla="*/ 766769 h 1311980"/>
                <a:gd name="connsiteX22" fmla="*/ 1318021 w 1318021"/>
                <a:gd name="connsiteY22" fmla="*/ 669043 h 1311980"/>
                <a:gd name="connsiteX23" fmla="*/ 460771 w 1318021"/>
                <a:gd name="connsiteY23" fmla="*/ 669043 h 1311980"/>
                <a:gd name="connsiteX24" fmla="*/ 460771 w 1318021"/>
                <a:gd name="connsiteY24" fmla="*/ 638182 h 1311980"/>
                <a:gd name="connsiteX25" fmla="*/ 1318021 w 1318021"/>
                <a:gd name="connsiteY25" fmla="*/ 638182 h 1311980"/>
                <a:gd name="connsiteX26" fmla="*/ 1318021 w 1318021"/>
                <a:gd name="connsiteY26" fmla="*/ 669043 h 1311980"/>
                <a:gd name="connsiteX27" fmla="*/ 289321 w 1318021"/>
                <a:gd name="connsiteY27" fmla="*/ 283280 h 1311980"/>
                <a:gd name="connsiteX28" fmla="*/ 32146 w 1318021"/>
                <a:gd name="connsiteY28" fmla="*/ 283280 h 1311980"/>
                <a:gd name="connsiteX29" fmla="*/ 19612 w 1318021"/>
                <a:gd name="connsiteY29" fmla="*/ 261418 h 1311980"/>
                <a:gd name="connsiteX30" fmla="*/ 140031 w 1318021"/>
                <a:gd name="connsiteY30" fmla="*/ 4588 h 1311980"/>
                <a:gd name="connsiteX31" fmla="*/ 164895 w 1318021"/>
                <a:gd name="connsiteY31" fmla="*/ 3136 h 1311980"/>
                <a:gd name="connsiteX32" fmla="*/ 299440 w 1318021"/>
                <a:gd name="connsiteY32" fmla="*/ 258845 h 1311980"/>
                <a:gd name="connsiteX33" fmla="*/ 289321 w 1318021"/>
                <a:gd name="connsiteY33" fmla="*/ 283280 h 1311980"/>
                <a:gd name="connsiteX34" fmla="*/ 55870 w 1318021"/>
                <a:gd name="connsiteY34" fmla="*/ 252419 h 1311980"/>
                <a:gd name="connsiteX35" fmla="*/ 268163 w 1318021"/>
                <a:gd name="connsiteY35" fmla="*/ 252419 h 1311980"/>
                <a:gd name="connsiteX36" fmla="*/ 153624 w 1318021"/>
                <a:gd name="connsiteY36" fmla="*/ 40053 h 1311980"/>
                <a:gd name="connsiteX37" fmla="*/ 55870 w 1318021"/>
                <a:gd name="connsiteY37" fmla="*/ 252419 h 1311980"/>
                <a:gd name="connsiteX38" fmla="*/ 1318021 w 1318021"/>
                <a:gd name="connsiteY38" fmla="*/ 154693 h 1311980"/>
                <a:gd name="connsiteX39" fmla="*/ 460771 w 1318021"/>
                <a:gd name="connsiteY39" fmla="*/ 154693 h 1311980"/>
                <a:gd name="connsiteX40" fmla="*/ 460771 w 1318021"/>
                <a:gd name="connsiteY40" fmla="*/ 123832 h 1311980"/>
                <a:gd name="connsiteX41" fmla="*/ 1318021 w 1318021"/>
                <a:gd name="connsiteY41" fmla="*/ 123832 h 1311980"/>
                <a:gd name="connsiteX42" fmla="*/ 1318021 w 1318021"/>
                <a:gd name="connsiteY42" fmla="*/ 154693 h 1311980"/>
                <a:gd name="connsiteX0" fmla="*/ 1301306 w 1301306"/>
                <a:gd name="connsiteY0" fmla="*/ 1183393 h 1183393"/>
                <a:gd name="connsiteX1" fmla="*/ 444056 w 1301306"/>
                <a:gd name="connsiteY1" fmla="*/ 1183393 h 1183393"/>
                <a:gd name="connsiteX2" fmla="*/ 444056 w 1301306"/>
                <a:gd name="connsiteY2" fmla="*/ 1152532 h 1183393"/>
                <a:gd name="connsiteX3" fmla="*/ 1301306 w 1301306"/>
                <a:gd name="connsiteY3" fmla="*/ 1152532 h 1183393"/>
                <a:gd name="connsiteX4" fmla="*/ 1301306 w 1301306"/>
                <a:gd name="connsiteY4" fmla="*/ 1183393 h 1183393"/>
                <a:gd name="connsiteX5" fmla="*/ 272606 w 1301306"/>
                <a:gd name="connsiteY5" fmla="*/ 797630 h 1183393"/>
                <a:gd name="connsiteX6" fmla="*/ 15431 w 1301306"/>
                <a:gd name="connsiteY6" fmla="*/ 797630 h 1183393"/>
                <a:gd name="connsiteX7" fmla="*/ 0 w 1301306"/>
                <a:gd name="connsiteY7" fmla="*/ 782200 h 1183393"/>
                <a:gd name="connsiteX8" fmla="*/ 0 w 1301306"/>
                <a:gd name="connsiteY8" fmla="*/ 525025 h 1183393"/>
                <a:gd name="connsiteX9" fmla="*/ 15431 w 1301306"/>
                <a:gd name="connsiteY9" fmla="*/ 509594 h 1183393"/>
                <a:gd name="connsiteX10" fmla="*/ 272606 w 1301306"/>
                <a:gd name="connsiteY10" fmla="*/ 509594 h 1183393"/>
                <a:gd name="connsiteX11" fmla="*/ 288036 w 1301306"/>
                <a:gd name="connsiteY11" fmla="*/ 525025 h 1183393"/>
                <a:gd name="connsiteX12" fmla="*/ 288036 w 1301306"/>
                <a:gd name="connsiteY12" fmla="*/ 782200 h 1183393"/>
                <a:gd name="connsiteX13" fmla="*/ 272606 w 1301306"/>
                <a:gd name="connsiteY13" fmla="*/ 797630 h 1183393"/>
                <a:gd name="connsiteX14" fmla="*/ 30861 w 1301306"/>
                <a:gd name="connsiteY14" fmla="*/ 766769 h 1183393"/>
                <a:gd name="connsiteX15" fmla="*/ 257175 w 1301306"/>
                <a:gd name="connsiteY15" fmla="*/ 766769 h 1183393"/>
                <a:gd name="connsiteX16" fmla="*/ 257175 w 1301306"/>
                <a:gd name="connsiteY16" fmla="*/ 540455 h 1183393"/>
                <a:gd name="connsiteX17" fmla="*/ 30861 w 1301306"/>
                <a:gd name="connsiteY17" fmla="*/ 540455 h 1183393"/>
                <a:gd name="connsiteX18" fmla="*/ 30861 w 1301306"/>
                <a:gd name="connsiteY18" fmla="*/ 766769 h 1183393"/>
                <a:gd name="connsiteX19" fmla="*/ 1301306 w 1301306"/>
                <a:gd name="connsiteY19" fmla="*/ 669043 h 1183393"/>
                <a:gd name="connsiteX20" fmla="*/ 444056 w 1301306"/>
                <a:gd name="connsiteY20" fmla="*/ 669043 h 1183393"/>
                <a:gd name="connsiteX21" fmla="*/ 444056 w 1301306"/>
                <a:gd name="connsiteY21" fmla="*/ 638182 h 1183393"/>
                <a:gd name="connsiteX22" fmla="*/ 1301306 w 1301306"/>
                <a:gd name="connsiteY22" fmla="*/ 638182 h 1183393"/>
                <a:gd name="connsiteX23" fmla="*/ 1301306 w 1301306"/>
                <a:gd name="connsiteY23" fmla="*/ 669043 h 1183393"/>
                <a:gd name="connsiteX24" fmla="*/ 272606 w 1301306"/>
                <a:gd name="connsiteY24" fmla="*/ 283280 h 1183393"/>
                <a:gd name="connsiteX25" fmla="*/ 15431 w 1301306"/>
                <a:gd name="connsiteY25" fmla="*/ 283280 h 1183393"/>
                <a:gd name="connsiteX26" fmla="*/ 2897 w 1301306"/>
                <a:gd name="connsiteY26" fmla="*/ 261418 h 1183393"/>
                <a:gd name="connsiteX27" fmla="*/ 123316 w 1301306"/>
                <a:gd name="connsiteY27" fmla="*/ 4588 h 1183393"/>
                <a:gd name="connsiteX28" fmla="*/ 148180 w 1301306"/>
                <a:gd name="connsiteY28" fmla="*/ 3136 h 1183393"/>
                <a:gd name="connsiteX29" fmla="*/ 282725 w 1301306"/>
                <a:gd name="connsiteY29" fmla="*/ 258845 h 1183393"/>
                <a:gd name="connsiteX30" fmla="*/ 272606 w 1301306"/>
                <a:gd name="connsiteY30" fmla="*/ 283280 h 1183393"/>
                <a:gd name="connsiteX31" fmla="*/ 39155 w 1301306"/>
                <a:gd name="connsiteY31" fmla="*/ 252419 h 1183393"/>
                <a:gd name="connsiteX32" fmla="*/ 251448 w 1301306"/>
                <a:gd name="connsiteY32" fmla="*/ 252419 h 1183393"/>
                <a:gd name="connsiteX33" fmla="*/ 136909 w 1301306"/>
                <a:gd name="connsiteY33" fmla="*/ 40053 h 1183393"/>
                <a:gd name="connsiteX34" fmla="*/ 39155 w 1301306"/>
                <a:gd name="connsiteY34" fmla="*/ 252419 h 1183393"/>
                <a:gd name="connsiteX35" fmla="*/ 1301306 w 1301306"/>
                <a:gd name="connsiteY35" fmla="*/ 154693 h 1183393"/>
                <a:gd name="connsiteX36" fmla="*/ 444056 w 1301306"/>
                <a:gd name="connsiteY36" fmla="*/ 154693 h 1183393"/>
                <a:gd name="connsiteX37" fmla="*/ 444056 w 1301306"/>
                <a:gd name="connsiteY37" fmla="*/ 123832 h 1183393"/>
                <a:gd name="connsiteX38" fmla="*/ 1301306 w 1301306"/>
                <a:gd name="connsiteY38" fmla="*/ 123832 h 1183393"/>
                <a:gd name="connsiteX39" fmla="*/ 1301306 w 1301306"/>
                <a:gd name="connsiteY39" fmla="*/ 154693 h 118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01306" h="1183393">
                  <a:moveTo>
                    <a:pt x="1301306" y="1183393"/>
                  </a:moveTo>
                  <a:lnTo>
                    <a:pt x="444056" y="1183393"/>
                  </a:lnTo>
                  <a:lnTo>
                    <a:pt x="444056" y="1152532"/>
                  </a:lnTo>
                  <a:lnTo>
                    <a:pt x="1301306" y="1152532"/>
                  </a:lnTo>
                  <a:lnTo>
                    <a:pt x="1301306" y="1183393"/>
                  </a:lnTo>
                  <a:close/>
                  <a:moveTo>
                    <a:pt x="272606" y="797630"/>
                  </a:moveTo>
                  <a:lnTo>
                    <a:pt x="15431" y="797630"/>
                  </a:lnTo>
                  <a:cubicBezTo>
                    <a:pt x="6901" y="797630"/>
                    <a:pt x="0" y="790729"/>
                    <a:pt x="0" y="782200"/>
                  </a:cubicBezTo>
                  <a:lnTo>
                    <a:pt x="0" y="525025"/>
                  </a:lnTo>
                  <a:cubicBezTo>
                    <a:pt x="0" y="516495"/>
                    <a:pt x="6901" y="509594"/>
                    <a:pt x="15431" y="509594"/>
                  </a:cubicBezTo>
                  <a:lnTo>
                    <a:pt x="272606" y="509594"/>
                  </a:lnTo>
                  <a:cubicBezTo>
                    <a:pt x="281135" y="509594"/>
                    <a:pt x="288036" y="516495"/>
                    <a:pt x="288036" y="525025"/>
                  </a:cubicBezTo>
                  <a:lnTo>
                    <a:pt x="288036" y="782200"/>
                  </a:lnTo>
                  <a:cubicBezTo>
                    <a:pt x="288036" y="790729"/>
                    <a:pt x="281135" y="797630"/>
                    <a:pt x="272606" y="797630"/>
                  </a:cubicBezTo>
                  <a:close/>
                  <a:moveTo>
                    <a:pt x="30861" y="766769"/>
                  </a:moveTo>
                  <a:lnTo>
                    <a:pt x="257175" y="766769"/>
                  </a:lnTo>
                  <a:lnTo>
                    <a:pt x="257175" y="540455"/>
                  </a:lnTo>
                  <a:lnTo>
                    <a:pt x="30861" y="540455"/>
                  </a:lnTo>
                  <a:lnTo>
                    <a:pt x="30861" y="766769"/>
                  </a:lnTo>
                  <a:close/>
                  <a:moveTo>
                    <a:pt x="1301306" y="669043"/>
                  </a:moveTo>
                  <a:lnTo>
                    <a:pt x="444056" y="669043"/>
                  </a:lnTo>
                  <a:lnTo>
                    <a:pt x="444056" y="638182"/>
                  </a:lnTo>
                  <a:lnTo>
                    <a:pt x="1301306" y="638182"/>
                  </a:lnTo>
                  <a:lnTo>
                    <a:pt x="1301306" y="669043"/>
                  </a:lnTo>
                  <a:close/>
                  <a:moveTo>
                    <a:pt x="272606" y="283280"/>
                  </a:moveTo>
                  <a:lnTo>
                    <a:pt x="15431" y="283280"/>
                  </a:lnTo>
                  <a:cubicBezTo>
                    <a:pt x="6901" y="283280"/>
                    <a:pt x="-1932" y="273163"/>
                    <a:pt x="2897" y="261418"/>
                  </a:cubicBezTo>
                  <a:lnTo>
                    <a:pt x="123316" y="4588"/>
                  </a:lnTo>
                  <a:cubicBezTo>
                    <a:pt x="135950" y="-2328"/>
                    <a:pt x="138443" y="-239"/>
                    <a:pt x="148180" y="3136"/>
                  </a:cubicBezTo>
                  <a:cubicBezTo>
                    <a:pt x="178268" y="48041"/>
                    <a:pt x="261029" y="211897"/>
                    <a:pt x="282725" y="258845"/>
                  </a:cubicBezTo>
                  <a:cubicBezTo>
                    <a:pt x="289003" y="271233"/>
                    <a:pt x="281135" y="283280"/>
                    <a:pt x="272606" y="283280"/>
                  </a:cubicBezTo>
                  <a:close/>
                  <a:moveTo>
                    <a:pt x="39155" y="252419"/>
                  </a:moveTo>
                  <a:cubicBezTo>
                    <a:pt x="40233" y="253062"/>
                    <a:pt x="176010" y="252419"/>
                    <a:pt x="251448" y="252419"/>
                  </a:cubicBezTo>
                  <a:cubicBezTo>
                    <a:pt x="251403" y="253293"/>
                    <a:pt x="137214" y="41154"/>
                    <a:pt x="136909" y="40053"/>
                  </a:cubicBezTo>
                  <a:cubicBezTo>
                    <a:pt x="32134" y="267891"/>
                    <a:pt x="38594" y="252190"/>
                    <a:pt x="39155" y="252419"/>
                  </a:cubicBezTo>
                  <a:close/>
                  <a:moveTo>
                    <a:pt x="1301306" y="154693"/>
                  </a:moveTo>
                  <a:lnTo>
                    <a:pt x="444056" y="154693"/>
                  </a:lnTo>
                  <a:lnTo>
                    <a:pt x="444056" y="123832"/>
                  </a:lnTo>
                  <a:lnTo>
                    <a:pt x="1301306" y="123832"/>
                  </a:lnTo>
                  <a:lnTo>
                    <a:pt x="1301306" y="154693"/>
                  </a:lnTo>
                  <a:close/>
                </a:path>
              </a:pathLst>
            </a:custGeom>
            <a:solidFill>
              <a:srgbClr val="0F62FE"/>
            </a:solidFill>
            <a:ln w="42863" cap="flat">
              <a:noFill/>
              <a:prstDash val="solid"/>
              <a:miter/>
            </a:ln>
          </p:spPr>
          <p:txBody>
            <a:bodyPr rtlCol="0" anchor="ctr"/>
            <a:lstStyle/>
            <a:p>
              <a:endParaRPr lang="en-US" dirty="0"/>
            </a:p>
          </p:txBody>
        </p:sp>
        <p:sp>
          <p:nvSpPr>
            <p:cNvPr id="8" name="Freeform 7">
              <a:extLst>
                <a:ext uri="{FF2B5EF4-FFF2-40B4-BE49-F238E27FC236}">
                  <a16:creationId xmlns:a16="http://schemas.microsoft.com/office/drawing/2014/main" id="{FFE414D7-8CBA-358D-D9D2-C0A66F8EDA94}"/>
                </a:ext>
              </a:extLst>
            </p:cNvPr>
            <p:cNvSpPr>
              <a:spLocks noChangeAspect="1"/>
            </p:cNvSpPr>
            <p:nvPr/>
          </p:nvSpPr>
          <p:spPr>
            <a:xfrm>
              <a:off x="12975822" y="9585707"/>
              <a:ext cx="1631718" cy="1631718"/>
            </a:xfrm>
            <a:custGeom>
              <a:avLst/>
              <a:gdLst>
                <a:gd name="connsiteX0" fmla="*/ 144018 w 1301305"/>
                <a:gd name="connsiteY0" fmla="*/ 1316736 h 1316736"/>
                <a:gd name="connsiteX1" fmla="*/ 0 w 1301305"/>
                <a:gd name="connsiteY1" fmla="*/ 1172718 h 1316736"/>
                <a:gd name="connsiteX2" fmla="*/ 144018 w 1301305"/>
                <a:gd name="connsiteY2" fmla="*/ 1028700 h 1316736"/>
                <a:gd name="connsiteX3" fmla="*/ 288036 w 1301305"/>
                <a:gd name="connsiteY3" fmla="*/ 1172718 h 1316736"/>
                <a:gd name="connsiteX4" fmla="*/ 144018 w 1301305"/>
                <a:gd name="connsiteY4" fmla="*/ 1316736 h 1316736"/>
                <a:gd name="connsiteX5" fmla="*/ 144018 w 1301305"/>
                <a:gd name="connsiteY5" fmla="*/ 1059561 h 1316736"/>
                <a:gd name="connsiteX6" fmla="*/ 30861 w 1301305"/>
                <a:gd name="connsiteY6" fmla="*/ 1172718 h 1316736"/>
                <a:gd name="connsiteX7" fmla="*/ 144018 w 1301305"/>
                <a:gd name="connsiteY7" fmla="*/ 1285875 h 1316736"/>
                <a:gd name="connsiteX8" fmla="*/ 257175 w 1301305"/>
                <a:gd name="connsiteY8" fmla="*/ 1172718 h 1316736"/>
                <a:gd name="connsiteX9" fmla="*/ 144018 w 1301305"/>
                <a:gd name="connsiteY9" fmla="*/ 1059561 h 1316736"/>
                <a:gd name="connsiteX10" fmla="*/ 1301306 w 1301305"/>
                <a:gd name="connsiteY10" fmla="*/ 1188149 h 1316736"/>
                <a:gd name="connsiteX11" fmla="*/ 444056 w 1301305"/>
                <a:gd name="connsiteY11" fmla="*/ 1188149 h 1316736"/>
                <a:gd name="connsiteX12" fmla="*/ 444056 w 1301305"/>
                <a:gd name="connsiteY12" fmla="*/ 1157288 h 1316736"/>
                <a:gd name="connsiteX13" fmla="*/ 1301306 w 1301305"/>
                <a:gd name="connsiteY13" fmla="*/ 1157288 h 1316736"/>
                <a:gd name="connsiteX14" fmla="*/ 1301306 w 1301305"/>
                <a:gd name="connsiteY14" fmla="*/ 1188149 h 1316736"/>
                <a:gd name="connsiteX15" fmla="*/ 144018 w 1301305"/>
                <a:gd name="connsiteY15" fmla="*/ 802386 h 1316736"/>
                <a:gd name="connsiteX16" fmla="*/ 0 w 1301305"/>
                <a:gd name="connsiteY16" fmla="*/ 658368 h 1316736"/>
                <a:gd name="connsiteX17" fmla="*/ 144018 w 1301305"/>
                <a:gd name="connsiteY17" fmla="*/ 514350 h 1316736"/>
                <a:gd name="connsiteX18" fmla="*/ 288036 w 1301305"/>
                <a:gd name="connsiteY18" fmla="*/ 658368 h 1316736"/>
                <a:gd name="connsiteX19" fmla="*/ 144018 w 1301305"/>
                <a:gd name="connsiteY19" fmla="*/ 802386 h 1316736"/>
                <a:gd name="connsiteX20" fmla="*/ 144018 w 1301305"/>
                <a:gd name="connsiteY20" fmla="*/ 545211 h 1316736"/>
                <a:gd name="connsiteX21" fmla="*/ 30861 w 1301305"/>
                <a:gd name="connsiteY21" fmla="*/ 658368 h 1316736"/>
                <a:gd name="connsiteX22" fmla="*/ 144018 w 1301305"/>
                <a:gd name="connsiteY22" fmla="*/ 771525 h 1316736"/>
                <a:gd name="connsiteX23" fmla="*/ 257175 w 1301305"/>
                <a:gd name="connsiteY23" fmla="*/ 658368 h 1316736"/>
                <a:gd name="connsiteX24" fmla="*/ 144018 w 1301305"/>
                <a:gd name="connsiteY24" fmla="*/ 545211 h 1316736"/>
                <a:gd name="connsiteX25" fmla="*/ 1301306 w 1301305"/>
                <a:gd name="connsiteY25" fmla="*/ 673799 h 1316736"/>
                <a:gd name="connsiteX26" fmla="*/ 444056 w 1301305"/>
                <a:gd name="connsiteY26" fmla="*/ 673799 h 1316736"/>
                <a:gd name="connsiteX27" fmla="*/ 444056 w 1301305"/>
                <a:gd name="connsiteY27" fmla="*/ 642938 h 1316736"/>
                <a:gd name="connsiteX28" fmla="*/ 1301306 w 1301305"/>
                <a:gd name="connsiteY28" fmla="*/ 642938 h 1316736"/>
                <a:gd name="connsiteX29" fmla="*/ 1301306 w 1301305"/>
                <a:gd name="connsiteY29" fmla="*/ 673799 h 1316736"/>
                <a:gd name="connsiteX30" fmla="*/ 144018 w 1301305"/>
                <a:gd name="connsiteY30" fmla="*/ 288036 h 1316736"/>
                <a:gd name="connsiteX31" fmla="*/ 0 w 1301305"/>
                <a:gd name="connsiteY31" fmla="*/ 144018 h 1316736"/>
                <a:gd name="connsiteX32" fmla="*/ 144018 w 1301305"/>
                <a:gd name="connsiteY32" fmla="*/ 0 h 1316736"/>
                <a:gd name="connsiteX33" fmla="*/ 288036 w 1301305"/>
                <a:gd name="connsiteY33" fmla="*/ 144018 h 1316736"/>
                <a:gd name="connsiteX34" fmla="*/ 144018 w 1301305"/>
                <a:gd name="connsiteY34" fmla="*/ 288036 h 1316736"/>
                <a:gd name="connsiteX35" fmla="*/ 144018 w 1301305"/>
                <a:gd name="connsiteY35" fmla="*/ 30861 h 1316736"/>
                <a:gd name="connsiteX36" fmla="*/ 30861 w 1301305"/>
                <a:gd name="connsiteY36" fmla="*/ 144018 h 1316736"/>
                <a:gd name="connsiteX37" fmla="*/ 144018 w 1301305"/>
                <a:gd name="connsiteY37" fmla="*/ 257175 h 1316736"/>
                <a:gd name="connsiteX38" fmla="*/ 257175 w 1301305"/>
                <a:gd name="connsiteY38" fmla="*/ 144018 h 1316736"/>
                <a:gd name="connsiteX39" fmla="*/ 144018 w 1301305"/>
                <a:gd name="connsiteY39" fmla="*/ 30861 h 1316736"/>
                <a:gd name="connsiteX40" fmla="*/ 1301306 w 1301305"/>
                <a:gd name="connsiteY40" fmla="*/ 159449 h 1316736"/>
                <a:gd name="connsiteX41" fmla="*/ 444056 w 1301305"/>
                <a:gd name="connsiteY41" fmla="*/ 159449 h 1316736"/>
                <a:gd name="connsiteX42" fmla="*/ 444056 w 1301305"/>
                <a:gd name="connsiteY42" fmla="*/ 128588 h 1316736"/>
                <a:gd name="connsiteX43" fmla="*/ 1301306 w 1301305"/>
                <a:gd name="connsiteY43" fmla="*/ 128588 h 1316736"/>
                <a:gd name="connsiteX44" fmla="*/ 1301306 w 1301305"/>
                <a:gd name="connsiteY44" fmla="*/ 159449 h 1316736"/>
                <a:gd name="connsiteX0" fmla="*/ 144018 w 1301306"/>
                <a:gd name="connsiteY0" fmla="*/ 1316736 h 1316736"/>
                <a:gd name="connsiteX1" fmla="*/ 0 w 1301306"/>
                <a:gd name="connsiteY1" fmla="*/ 1172718 h 1316736"/>
                <a:gd name="connsiteX2" fmla="*/ 144018 w 1301306"/>
                <a:gd name="connsiteY2" fmla="*/ 1028700 h 1316736"/>
                <a:gd name="connsiteX3" fmla="*/ 288036 w 1301306"/>
                <a:gd name="connsiteY3" fmla="*/ 1172718 h 1316736"/>
                <a:gd name="connsiteX4" fmla="*/ 144018 w 1301306"/>
                <a:gd name="connsiteY4" fmla="*/ 1316736 h 1316736"/>
                <a:gd name="connsiteX5" fmla="*/ 144018 w 1301306"/>
                <a:gd name="connsiteY5" fmla="*/ 1059561 h 1316736"/>
                <a:gd name="connsiteX6" fmla="*/ 30861 w 1301306"/>
                <a:gd name="connsiteY6" fmla="*/ 1172718 h 1316736"/>
                <a:gd name="connsiteX7" fmla="*/ 144018 w 1301306"/>
                <a:gd name="connsiteY7" fmla="*/ 1285875 h 1316736"/>
                <a:gd name="connsiteX8" fmla="*/ 257175 w 1301306"/>
                <a:gd name="connsiteY8" fmla="*/ 1172718 h 1316736"/>
                <a:gd name="connsiteX9" fmla="*/ 144018 w 1301306"/>
                <a:gd name="connsiteY9" fmla="*/ 1059561 h 1316736"/>
                <a:gd name="connsiteX10" fmla="*/ 1301306 w 1301306"/>
                <a:gd name="connsiteY10" fmla="*/ 1188149 h 1316736"/>
                <a:gd name="connsiteX11" fmla="*/ 444056 w 1301306"/>
                <a:gd name="connsiteY11" fmla="*/ 1188149 h 1316736"/>
                <a:gd name="connsiteX12" fmla="*/ 444056 w 1301306"/>
                <a:gd name="connsiteY12" fmla="*/ 1157288 h 1316736"/>
                <a:gd name="connsiteX13" fmla="*/ 1301306 w 1301306"/>
                <a:gd name="connsiteY13" fmla="*/ 1157288 h 1316736"/>
                <a:gd name="connsiteX14" fmla="*/ 1301306 w 1301306"/>
                <a:gd name="connsiteY14" fmla="*/ 1188149 h 1316736"/>
                <a:gd name="connsiteX15" fmla="*/ 144018 w 1301306"/>
                <a:gd name="connsiteY15" fmla="*/ 802386 h 1316736"/>
                <a:gd name="connsiteX16" fmla="*/ 0 w 1301306"/>
                <a:gd name="connsiteY16" fmla="*/ 658368 h 1316736"/>
                <a:gd name="connsiteX17" fmla="*/ 144018 w 1301306"/>
                <a:gd name="connsiteY17" fmla="*/ 514350 h 1316736"/>
                <a:gd name="connsiteX18" fmla="*/ 288036 w 1301306"/>
                <a:gd name="connsiteY18" fmla="*/ 658368 h 1316736"/>
                <a:gd name="connsiteX19" fmla="*/ 144018 w 1301306"/>
                <a:gd name="connsiteY19" fmla="*/ 802386 h 1316736"/>
                <a:gd name="connsiteX20" fmla="*/ 144018 w 1301306"/>
                <a:gd name="connsiteY20" fmla="*/ 545211 h 1316736"/>
                <a:gd name="connsiteX21" fmla="*/ 30861 w 1301306"/>
                <a:gd name="connsiteY21" fmla="*/ 658368 h 1316736"/>
                <a:gd name="connsiteX22" fmla="*/ 144018 w 1301306"/>
                <a:gd name="connsiteY22" fmla="*/ 771525 h 1316736"/>
                <a:gd name="connsiteX23" fmla="*/ 257175 w 1301306"/>
                <a:gd name="connsiteY23" fmla="*/ 658368 h 1316736"/>
                <a:gd name="connsiteX24" fmla="*/ 144018 w 1301306"/>
                <a:gd name="connsiteY24" fmla="*/ 545211 h 1316736"/>
                <a:gd name="connsiteX25" fmla="*/ 1301306 w 1301306"/>
                <a:gd name="connsiteY25" fmla="*/ 673799 h 1316736"/>
                <a:gd name="connsiteX26" fmla="*/ 444056 w 1301306"/>
                <a:gd name="connsiteY26" fmla="*/ 673799 h 1316736"/>
                <a:gd name="connsiteX27" fmla="*/ 444056 w 1301306"/>
                <a:gd name="connsiteY27" fmla="*/ 642938 h 1316736"/>
                <a:gd name="connsiteX28" fmla="*/ 1301306 w 1301306"/>
                <a:gd name="connsiteY28" fmla="*/ 642938 h 1316736"/>
                <a:gd name="connsiteX29" fmla="*/ 1301306 w 1301306"/>
                <a:gd name="connsiteY29" fmla="*/ 673799 h 1316736"/>
                <a:gd name="connsiteX30" fmla="*/ 144018 w 1301306"/>
                <a:gd name="connsiteY30" fmla="*/ 288036 h 1316736"/>
                <a:gd name="connsiteX31" fmla="*/ 0 w 1301306"/>
                <a:gd name="connsiteY31" fmla="*/ 144018 h 1316736"/>
                <a:gd name="connsiteX32" fmla="*/ 144018 w 1301306"/>
                <a:gd name="connsiteY32" fmla="*/ 0 h 1316736"/>
                <a:gd name="connsiteX33" fmla="*/ 288036 w 1301306"/>
                <a:gd name="connsiteY33" fmla="*/ 144018 h 1316736"/>
                <a:gd name="connsiteX34" fmla="*/ 144018 w 1301306"/>
                <a:gd name="connsiteY34" fmla="*/ 288036 h 1316736"/>
                <a:gd name="connsiteX35" fmla="*/ 144018 w 1301306"/>
                <a:gd name="connsiteY35" fmla="*/ 30861 h 1316736"/>
                <a:gd name="connsiteX36" fmla="*/ 30861 w 1301306"/>
                <a:gd name="connsiteY36" fmla="*/ 144018 h 1316736"/>
                <a:gd name="connsiteX37" fmla="*/ 144018 w 1301306"/>
                <a:gd name="connsiteY37" fmla="*/ 257175 h 1316736"/>
                <a:gd name="connsiteX38" fmla="*/ 257175 w 1301306"/>
                <a:gd name="connsiteY38" fmla="*/ 144018 h 1316736"/>
                <a:gd name="connsiteX39" fmla="*/ 144018 w 1301306"/>
                <a:gd name="connsiteY39" fmla="*/ 30861 h 1316736"/>
                <a:gd name="connsiteX40" fmla="*/ 1301306 w 1301306"/>
                <a:gd name="connsiteY40" fmla="*/ 159449 h 1316736"/>
                <a:gd name="connsiteX41" fmla="*/ 444056 w 1301306"/>
                <a:gd name="connsiteY41" fmla="*/ 159449 h 1316736"/>
                <a:gd name="connsiteX42" fmla="*/ 1301306 w 1301306"/>
                <a:gd name="connsiteY42" fmla="*/ 128588 h 1316736"/>
                <a:gd name="connsiteX43" fmla="*/ 1301306 w 1301306"/>
                <a:gd name="connsiteY43" fmla="*/ 159449 h 1316736"/>
                <a:gd name="connsiteX0" fmla="*/ 144018 w 1301306"/>
                <a:gd name="connsiteY0" fmla="*/ 1316736 h 1316736"/>
                <a:gd name="connsiteX1" fmla="*/ 0 w 1301306"/>
                <a:gd name="connsiteY1" fmla="*/ 1172718 h 1316736"/>
                <a:gd name="connsiteX2" fmla="*/ 144018 w 1301306"/>
                <a:gd name="connsiteY2" fmla="*/ 1028700 h 1316736"/>
                <a:gd name="connsiteX3" fmla="*/ 288036 w 1301306"/>
                <a:gd name="connsiteY3" fmla="*/ 1172718 h 1316736"/>
                <a:gd name="connsiteX4" fmla="*/ 144018 w 1301306"/>
                <a:gd name="connsiteY4" fmla="*/ 1316736 h 1316736"/>
                <a:gd name="connsiteX5" fmla="*/ 144018 w 1301306"/>
                <a:gd name="connsiteY5" fmla="*/ 1059561 h 1316736"/>
                <a:gd name="connsiteX6" fmla="*/ 30861 w 1301306"/>
                <a:gd name="connsiteY6" fmla="*/ 1172718 h 1316736"/>
                <a:gd name="connsiteX7" fmla="*/ 144018 w 1301306"/>
                <a:gd name="connsiteY7" fmla="*/ 1285875 h 1316736"/>
                <a:gd name="connsiteX8" fmla="*/ 257175 w 1301306"/>
                <a:gd name="connsiteY8" fmla="*/ 1172718 h 1316736"/>
                <a:gd name="connsiteX9" fmla="*/ 144018 w 1301306"/>
                <a:gd name="connsiteY9" fmla="*/ 1059561 h 1316736"/>
                <a:gd name="connsiteX10" fmla="*/ 1301306 w 1301306"/>
                <a:gd name="connsiteY10" fmla="*/ 1188149 h 1316736"/>
                <a:gd name="connsiteX11" fmla="*/ 444056 w 1301306"/>
                <a:gd name="connsiteY11" fmla="*/ 1188149 h 1316736"/>
                <a:gd name="connsiteX12" fmla="*/ 444056 w 1301306"/>
                <a:gd name="connsiteY12" fmla="*/ 1157288 h 1316736"/>
                <a:gd name="connsiteX13" fmla="*/ 1301306 w 1301306"/>
                <a:gd name="connsiteY13" fmla="*/ 1157288 h 1316736"/>
                <a:gd name="connsiteX14" fmla="*/ 1301306 w 1301306"/>
                <a:gd name="connsiteY14" fmla="*/ 1188149 h 1316736"/>
                <a:gd name="connsiteX15" fmla="*/ 144018 w 1301306"/>
                <a:gd name="connsiteY15" fmla="*/ 802386 h 1316736"/>
                <a:gd name="connsiteX16" fmla="*/ 0 w 1301306"/>
                <a:gd name="connsiteY16" fmla="*/ 658368 h 1316736"/>
                <a:gd name="connsiteX17" fmla="*/ 144018 w 1301306"/>
                <a:gd name="connsiteY17" fmla="*/ 514350 h 1316736"/>
                <a:gd name="connsiteX18" fmla="*/ 288036 w 1301306"/>
                <a:gd name="connsiteY18" fmla="*/ 658368 h 1316736"/>
                <a:gd name="connsiteX19" fmla="*/ 144018 w 1301306"/>
                <a:gd name="connsiteY19" fmla="*/ 802386 h 1316736"/>
                <a:gd name="connsiteX20" fmla="*/ 144018 w 1301306"/>
                <a:gd name="connsiteY20" fmla="*/ 545211 h 1316736"/>
                <a:gd name="connsiteX21" fmla="*/ 30861 w 1301306"/>
                <a:gd name="connsiteY21" fmla="*/ 658368 h 1316736"/>
                <a:gd name="connsiteX22" fmla="*/ 144018 w 1301306"/>
                <a:gd name="connsiteY22" fmla="*/ 771525 h 1316736"/>
                <a:gd name="connsiteX23" fmla="*/ 257175 w 1301306"/>
                <a:gd name="connsiteY23" fmla="*/ 658368 h 1316736"/>
                <a:gd name="connsiteX24" fmla="*/ 144018 w 1301306"/>
                <a:gd name="connsiteY24" fmla="*/ 545211 h 1316736"/>
                <a:gd name="connsiteX25" fmla="*/ 1301306 w 1301306"/>
                <a:gd name="connsiteY25" fmla="*/ 673799 h 1316736"/>
                <a:gd name="connsiteX26" fmla="*/ 444056 w 1301306"/>
                <a:gd name="connsiteY26" fmla="*/ 673799 h 1316736"/>
                <a:gd name="connsiteX27" fmla="*/ 444056 w 1301306"/>
                <a:gd name="connsiteY27" fmla="*/ 642938 h 1316736"/>
                <a:gd name="connsiteX28" fmla="*/ 1301306 w 1301306"/>
                <a:gd name="connsiteY28" fmla="*/ 642938 h 1316736"/>
                <a:gd name="connsiteX29" fmla="*/ 1301306 w 1301306"/>
                <a:gd name="connsiteY29" fmla="*/ 673799 h 1316736"/>
                <a:gd name="connsiteX30" fmla="*/ 144018 w 1301306"/>
                <a:gd name="connsiteY30" fmla="*/ 288036 h 1316736"/>
                <a:gd name="connsiteX31" fmla="*/ 0 w 1301306"/>
                <a:gd name="connsiteY31" fmla="*/ 144018 h 1316736"/>
                <a:gd name="connsiteX32" fmla="*/ 144018 w 1301306"/>
                <a:gd name="connsiteY32" fmla="*/ 0 h 1316736"/>
                <a:gd name="connsiteX33" fmla="*/ 288036 w 1301306"/>
                <a:gd name="connsiteY33" fmla="*/ 144018 h 1316736"/>
                <a:gd name="connsiteX34" fmla="*/ 144018 w 1301306"/>
                <a:gd name="connsiteY34" fmla="*/ 288036 h 1316736"/>
                <a:gd name="connsiteX35" fmla="*/ 144018 w 1301306"/>
                <a:gd name="connsiteY35" fmla="*/ 30861 h 1316736"/>
                <a:gd name="connsiteX36" fmla="*/ 30861 w 1301306"/>
                <a:gd name="connsiteY36" fmla="*/ 144018 h 1316736"/>
                <a:gd name="connsiteX37" fmla="*/ 144018 w 1301306"/>
                <a:gd name="connsiteY37" fmla="*/ 257175 h 1316736"/>
                <a:gd name="connsiteX38" fmla="*/ 257175 w 1301306"/>
                <a:gd name="connsiteY38" fmla="*/ 144018 h 1316736"/>
                <a:gd name="connsiteX39" fmla="*/ 144018 w 1301306"/>
                <a:gd name="connsiteY39" fmla="*/ 30861 h 1316736"/>
                <a:gd name="connsiteX40" fmla="*/ 1301306 w 1301306"/>
                <a:gd name="connsiteY40" fmla="*/ 159449 h 1316736"/>
                <a:gd name="connsiteX41" fmla="*/ 1301306 w 1301306"/>
                <a:gd name="connsiteY41" fmla="*/ 128588 h 1316736"/>
                <a:gd name="connsiteX42" fmla="*/ 1301306 w 1301306"/>
                <a:gd name="connsiteY42" fmla="*/ 159449 h 1316736"/>
                <a:gd name="connsiteX0" fmla="*/ 144018 w 1301306"/>
                <a:gd name="connsiteY0" fmla="*/ 1316736 h 1316736"/>
                <a:gd name="connsiteX1" fmla="*/ 0 w 1301306"/>
                <a:gd name="connsiteY1" fmla="*/ 1172718 h 1316736"/>
                <a:gd name="connsiteX2" fmla="*/ 144018 w 1301306"/>
                <a:gd name="connsiteY2" fmla="*/ 1028700 h 1316736"/>
                <a:gd name="connsiteX3" fmla="*/ 288036 w 1301306"/>
                <a:gd name="connsiteY3" fmla="*/ 1172718 h 1316736"/>
                <a:gd name="connsiteX4" fmla="*/ 144018 w 1301306"/>
                <a:gd name="connsiteY4" fmla="*/ 1316736 h 1316736"/>
                <a:gd name="connsiteX5" fmla="*/ 144018 w 1301306"/>
                <a:gd name="connsiteY5" fmla="*/ 1059561 h 1316736"/>
                <a:gd name="connsiteX6" fmla="*/ 30861 w 1301306"/>
                <a:gd name="connsiteY6" fmla="*/ 1172718 h 1316736"/>
                <a:gd name="connsiteX7" fmla="*/ 144018 w 1301306"/>
                <a:gd name="connsiteY7" fmla="*/ 1285875 h 1316736"/>
                <a:gd name="connsiteX8" fmla="*/ 257175 w 1301306"/>
                <a:gd name="connsiteY8" fmla="*/ 1172718 h 1316736"/>
                <a:gd name="connsiteX9" fmla="*/ 144018 w 1301306"/>
                <a:gd name="connsiteY9" fmla="*/ 1059561 h 1316736"/>
                <a:gd name="connsiteX10" fmla="*/ 1301306 w 1301306"/>
                <a:gd name="connsiteY10" fmla="*/ 1188149 h 1316736"/>
                <a:gd name="connsiteX11" fmla="*/ 444056 w 1301306"/>
                <a:gd name="connsiteY11" fmla="*/ 1188149 h 1316736"/>
                <a:gd name="connsiteX12" fmla="*/ 444056 w 1301306"/>
                <a:gd name="connsiteY12" fmla="*/ 1157288 h 1316736"/>
                <a:gd name="connsiteX13" fmla="*/ 1301306 w 1301306"/>
                <a:gd name="connsiteY13" fmla="*/ 1157288 h 1316736"/>
                <a:gd name="connsiteX14" fmla="*/ 1301306 w 1301306"/>
                <a:gd name="connsiteY14" fmla="*/ 1188149 h 1316736"/>
                <a:gd name="connsiteX15" fmla="*/ 144018 w 1301306"/>
                <a:gd name="connsiteY15" fmla="*/ 802386 h 1316736"/>
                <a:gd name="connsiteX16" fmla="*/ 0 w 1301306"/>
                <a:gd name="connsiteY16" fmla="*/ 658368 h 1316736"/>
                <a:gd name="connsiteX17" fmla="*/ 144018 w 1301306"/>
                <a:gd name="connsiteY17" fmla="*/ 514350 h 1316736"/>
                <a:gd name="connsiteX18" fmla="*/ 288036 w 1301306"/>
                <a:gd name="connsiteY18" fmla="*/ 658368 h 1316736"/>
                <a:gd name="connsiteX19" fmla="*/ 144018 w 1301306"/>
                <a:gd name="connsiteY19" fmla="*/ 802386 h 1316736"/>
                <a:gd name="connsiteX20" fmla="*/ 144018 w 1301306"/>
                <a:gd name="connsiteY20" fmla="*/ 545211 h 1316736"/>
                <a:gd name="connsiteX21" fmla="*/ 30861 w 1301306"/>
                <a:gd name="connsiteY21" fmla="*/ 658368 h 1316736"/>
                <a:gd name="connsiteX22" fmla="*/ 144018 w 1301306"/>
                <a:gd name="connsiteY22" fmla="*/ 771525 h 1316736"/>
                <a:gd name="connsiteX23" fmla="*/ 257175 w 1301306"/>
                <a:gd name="connsiteY23" fmla="*/ 658368 h 1316736"/>
                <a:gd name="connsiteX24" fmla="*/ 144018 w 1301306"/>
                <a:gd name="connsiteY24" fmla="*/ 545211 h 1316736"/>
                <a:gd name="connsiteX25" fmla="*/ 1301306 w 1301306"/>
                <a:gd name="connsiteY25" fmla="*/ 673799 h 1316736"/>
                <a:gd name="connsiteX26" fmla="*/ 444056 w 1301306"/>
                <a:gd name="connsiteY26" fmla="*/ 673799 h 1316736"/>
                <a:gd name="connsiteX27" fmla="*/ 444056 w 1301306"/>
                <a:gd name="connsiteY27" fmla="*/ 642938 h 1316736"/>
                <a:gd name="connsiteX28" fmla="*/ 1301306 w 1301306"/>
                <a:gd name="connsiteY28" fmla="*/ 642938 h 1316736"/>
                <a:gd name="connsiteX29" fmla="*/ 1301306 w 1301306"/>
                <a:gd name="connsiteY29" fmla="*/ 673799 h 1316736"/>
                <a:gd name="connsiteX30" fmla="*/ 144018 w 1301306"/>
                <a:gd name="connsiteY30" fmla="*/ 288036 h 1316736"/>
                <a:gd name="connsiteX31" fmla="*/ 0 w 1301306"/>
                <a:gd name="connsiteY31" fmla="*/ 144018 h 1316736"/>
                <a:gd name="connsiteX32" fmla="*/ 144018 w 1301306"/>
                <a:gd name="connsiteY32" fmla="*/ 0 h 1316736"/>
                <a:gd name="connsiteX33" fmla="*/ 288036 w 1301306"/>
                <a:gd name="connsiteY33" fmla="*/ 144018 h 1316736"/>
                <a:gd name="connsiteX34" fmla="*/ 144018 w 1301306"/>
                <a:gd name="connsiteY34" fmla="*/ 288036 h 1316736"/>
                <a:gd name="connsiteX35" fmla="*/ 144018 w 1301306"/>
                <a:gd name="connsiteY35" fmla="*/ 30861 h 1316736"/>
                <a:gd name="connsiteX36" fmla="*/ 30861 w 1301306"/>
                <a:gd name="connsiteY36" fmla="*/ 144018 h 1316736"/>
                <a:gd name="connsiteX37" fmla="*/ 144018 w 1301306"/>
                <a:gd name="connsiteY37" fmla="*/ 257175 h 1316736"/>
                <a:gd name="connsiteX38" fmla="*/ 257175 w 1301306"/>
                <a:gd name="connsiteY38" fmla="*/ 144018 h 1316736"/>
                <a:gd name="connsiteX39" fmla="*/ 144018 w 1301306"/>
                <a:gd name="connsiteY39" fmla="*/ 30861 h 1316736"/>
                <a:gd name="connsiteX0" fmla="*/ 144018 w 1301306"/>
                <a:gd name="connsiteY0" fmla="*/ 1316736 h 1316736"/>
                <a:gd name="connsiteX1" fmla="*/ 0 w 1301306"/>
                <a:gd name="connsiteY1" fmla="*/ 1172718 h 1316736"/>
                <a:gd name="connsiteX2" fmla="*/ 144018 w 1301306"/>
                <a:gd name="connsiteY2" fmla="*/ 1028700 h 1316736"/>
                <a:gd name="connsiteX3" fmla="*/ 288036 w 1301306"/>
                <a:gd name="connsiteY3" fmla="*/ 1172718 h 1316736"/>
                <a:gd name="connsiteX4" fmla="*/ 144018 w 1301306"/>
                <a:gd name="connsiteY4" fmla="*/ 1316736 h 1316736"/>
                <a:gd name="connsiteX5" fmla="*/ 144018 w 1301306"/>
                <a:gd name="connsiteY5" fmla="*/ 1059561 h 1316736"/>
                <a:gd name="connsiteX6" fmla="*/ 30861 w 1301306"/>
                <a:gd name="connsiteY6" fmla="*/ 1172718 h 1316736"/>
                <a:gd name="connsiteX7" fmla="*/ 144018 w 1301306"/>
                <a:gd name="connsiteY7" fmla="*/ 1285875 h 1316736"/>
                <a:gd name="connsiteX8" fmla="*/ 257175 w 1301306"/>
                <a:gd name="connsiteY8" fmla="*/ 1172718 h 1316736"/>
                <a:gd name="connsiteX9" fmla="*/ 144018 w 1301306"/>
                <a:gd name="connsiteY9" fmla="*/ 1059561 h 1316736"/>
                <a:gd name="connsiteX10" fmla="*/ 1301306 w 1301306"/>
                <a:gd name="connsiteY10" fmla="*/ 1188149 h 1316736"/>
                <a:gd name="connsiteX11" fmla="*/ 444056 w 1301306"/>
                <a:gd name="connsiteY11" fmla="*/ 1188149 h 1316736"/>
                <a:gd name="connsiteX12" fmla="*/ 444056 w 1301306"/>
                <a:gd name="connsiteY12" fmla="*/ 1157288 h 1316736"/>
                <a:gd name="connsiteX13" fmla="*/ 1301306 w 1301306"/>
                <a:gd name="connsiteY13" fmla="*/ 1157288 h 1316736"/>
                <a:gd name="connsiteX14" fmla="*/ 1301306 w 1301306"/>
                <a:gd name="connsiteY14" fmla="*/ 1188149 h 1316736"/>
                <a:gd name="connsiteX15" fmla="*/ 144018 w 1301306"/>
                <a:gd name="connsiteY15" fmla="*/ 802386 h 1316736"/>
                <a:gd name="connsiteX16" fmla="*/ 0 w 1301306"/>
                <a:gd name="connsiteY16" fmla="*/ 658368 h 1316736"/>
                <a:gd name="connsiteX17" fmla="*/ 144018 w 1301306"/>
                <a:gd name="connsiteY17" fmla="*/ 514350 h 1316736"/>
                <a:gd name="connsiteX18" fmla="*/ 288036 w 1301306"/>
                <a:gd name="connsiteY18" fmla="*/ 658368 h 1316736"/>
                <a:gd name="connsiteX19" fmla="*/ 144018 w 1301306"/>
                <a:gd name="connsiteY19" fmla="*/ 802386 h 1316736"/>
                <a:gd name="connsiteX20" fmla="*/ 144018 w 1301306"/>
                <a:gd name="connsiteY20" fmla="*/ 545211 h 1316736"/>
                <a:gd name="connsiteX21" fmla="*/ 30861 w 1301306"/>
                <a:gd name="connsiteY21" fmla="*/ 658368 h 1316736"/>
                <a:gd name="connsiteX22" fmla="*/ 144018 w 1301306"/>
                <a:gd name="connsiteY22" fmla="*/ 771525 h 1316736"/>
                <a:gd name="connsiteX23" fmla="*/ 257175 w 1301306"/>
                <a:gd name="connsiteY23" fmla="*/ 658368 h 1316736"/>
                <a:gd name="connsiteX24" fmla="*/ 144018 w 1301306"/>
                <a:gd name="connsiteY24" fmla="*/ 545211 h 1316736"/>
                <a:gd name="connsiteX25" fmla="*/ 1301306 w 1301306"/>
                <a:gd name="connsiteY25" fmla="*/ 673799 h 1316736"/>
                <a:gd name="connsiteX26" fmla="*/ 444056 w 1301306"/>
                <a:gd name="connsiteY26" fmla="*/ 673799 h 1316736"/>
                <a:gd name="connsiteX27" fmla="*/ 444056 w 1301306"/>
                <a:gd name="connsiteY27" fmla="*/ 642938 h 1316736"/>
                <a:gd name="connsiteX28" fmla="*/ 1301306 w 1301306"/>
                <a:gd name="connsiteY28" fmla="*/ 642938 h 1316736"/>
                <a:gd name="connsiteX29" fmla="*/ 1301306 w 1301306"/>
                <a:gd name="connsiteY29" fmla="*/ 673799 h 1316736"/>
                <a:gd name="connsiteX30" fmla="*/ 144018 w 1301306"/>
                <a:gd name="connsiteY30" fmla="*/ 288036 h 1316736"/>
                <a:gd name="connsiteX31" fmla="*/ 0 w 1301306"/>
                <a:gd name="connsiteY31" fmla="*/ 144018 h 1316736"/>
                <a:gd name="connsiteX32" fmla="*/ 144018 w 1301306"/>
                <a:gd name="connsiteY32" fmla="*/ 0 h 1316736"/>
                <a:gd name="connsiteX33" fmla="*/ 288036 w 1301306"/>
                <a:gd name="connsiteY33" fmla="*/ 144018 h 1316736"/>
                <a:gd name="connsiteX34" fmla="*/ 144018 w 1301306"/>
                <a:gd name="connsiteY34" fmla="*/ 288036 h 1316736"/>
                <a:gd name="connsiteX35" fmla="*/ 144018 w 1301306"/>
                <a:gd name="connsiteY35" fmla="*/ 30861 h 1316736"/>
                <a:gd name="connsiteX36" fmla="*/ 30861 w 1301306"/>
                <a:gd name="connsiteY36" fmla="*/ 144018 h 1316736"/>
                <a:gd name="connsiteX37" fmla="*/ 144018 w 1301306"/>
                <a:gd name="connsiteY37" fmla="*/ 257175 h 1316736"/>
                <a:gd name="connsiteX38" fmla="*/ 144018 w 1301306"/>
                <a:gd name="connsiteY38" fmla="*/ 30861 h 1316736"/>
                <a:gd name="connsiteX0" fmla="*/ 144018 w 1301306"/>
                <a:gd name="connsiteY0" fmla="*/ 1320735 h 1320735"/>
                <a:gd name="connsiteX1" fmla="*/ 0 w 1301306"/>
                <a:gd name="connsiteY1" fmla="*/ 1176717 h 1320735"/>
                <a:gd name="connsiteX2" fmla="*/ 144018 w 1301306"/>
                <a:gd name="connsiteY2" fmla="*/ 1032699 h 1320735"/>
                <a:gd name="connsiteX3" fmla="*/ 288036 w 1301306"/>
                <a:gd name="connsiteY3" fmla="*/ 1176717 h 1320735"/>
                <a:gd name="connsiteX4" fmla="*/ 144018 w 1301306"/>
                <a:gd name="connsiteY4" fmla="*/ 1320735 h 1320735"/>
                <a:gd name="connsiteX5" fmla="*/ 144018 w 1301306"/>
                <a:gd name="connsiteY5" fmla="*/ 1063560 h 1320735"/>
                <a:gd name="connsiteX6" fmla="*/ 30861 w 1301306"/>
                <a:gd name="connsiteY6" fmla="*/ 1176717 h 1320735"/>
                <a:gd name="connsiteX7" fmla="*/ 144018 w 1301306"/>
                <a:gd name="connsiteY7" fmla="*/ 1289874 h 1320735"/>
                <a:gd name="connsiteX8" fmla="*/ 257175 w 1301306"/>
                <a:gd name="connsiteY8" fmla="*/ 1176717 h 1320735"/>
                <a:gd name="connsiteX9" fmla="*/ 144018 w 1301306"/>
                <a:gd name="connsiteY9" fmla="*/ 1063560 h 1320735"/>
                <a:gd name="connsiteX10" fmla="*/ 1301306 w 1301306"/>
                <a:gd name="connsiteY10" fmla="*/ 1192148 h 1320735"/>
                <a:gd name="connsiteX11" fmla="*/ 444056 w 1301306"/>
                <a:gd name="connsiteY11" fmla="*/ 1192148 h 1320735"/>
                <a:gd name="connsiteX12" fmla="*/ 444056 w 1301306"/>
                <a:gd name="connsiteY12" fmla="*/ 1161287 h 1320735"/>
                <a:gd name="connsiteX13" fmla="*/ 1301306 w 1301306"/>
                <a:gd name="connsiteY13" fmla="*/ 1161287 h 1320735"/>
                <a:gd name="connsiteX14" fmla="*/ 1301306 w 1301306"/>
                <a:gd name="connsiteY14" fmla="*/ 1192148 h 1320735"/>
                <a:gd name="connsiteX15" fmla="*/ 144018 w 1301306"/>
                <a:gd name="connsiteY15" fmla="*/ 806385 h 1320735"/>
                <a:gd name="connsiteX16" fmla="*/ 0 w 1301306"/>
                <a:gd name="connsiteY16" fmla="*/ 662367 h 1320735"/>
                <a:gd name="connsiteX17" fmla="*/ 144018 w 1301306"/>
                <a:gd name="connsiteY17" fmla="*/ 518349 h 1320735"/>
                <a:gd name="connsiteX18" fmla="*/ 288036 w 1301306"/>
                <a:gd name="connsiteY18" fmla="*/ 662367 h 1320735"/>
                <a:gd name="connsiteX19" fmla="*/ 144018 w 1301306"/>
                <a:gd name="connsiteY19" fmla="*/ 806385 h 1320735"/>
                <a:gd name="connsiteX20" fmla="*/ 144018 w 1301306"/>
                <a:gd name="connsiteY20" fmla="*/ 549210 h 1320735"/>
                <a:gd name="connsiteX21" fmla="*/ 30861 w 1301306"/>
                <a:gd name="connsiteY21" fmla="*/ 662367 h 1320735"/>
                <a:gd name="connsiteX22" fmla="*/ 144018 w 1301306"/>
                <a:gd name="connsiteY22" fmla="*/ 775524 h 1320735"/>
                <a:gd name="connsiteX23" fmla="*/ 257175 w 1301306"/>
                <a:gd name="connsiteY23" fmla="*/ 662367 h 1320735"/>
                <a:gd name="connsiteX24" fmla="*/ 144018 w 1301306"/>
                <a:gd name="connsiteY24" fmla="*/ 549210 h 1320735"/>
                <a:gd name="connsiteX25" fmla="*/ 1301306 w 1301306"/>
                <a:gd name="connsiteY25" fmla="*/ 677798 h 1320735"/>
                <a:gd name="connsiteX26" fmla="*/ 444056 w 1301306"/>
                <a:gd name="connsiteY26" fmla="*/ 677798 h 1320735"/>
                <a:gd name="connsiteX27" fmla="*/ 444056 w 1301306"/>
                <a:gd name="connsiteY27" fmla="*/ 646937 h 1320735"/>
                <a:gd name="connsiteX28" fmla="*/ 1301306 w 1301306"/>
                <a:gd name="connsiteY28" fmla="*/ 646937 h 1320735"/>
                <a:gd name="connsiteX29" fmla="*/ 1301306 w 1301306"/>
                <a:gd name="connsiteY29" fmla="*/ 677798 h 1320735"/>
                <a:gd name="connsiteX30" fmla="*/ 144018 w 1301306"/>
                <a:gd name="connsiteY30" fmla="*/ 292035 h 1320735"/>
                <a:gd name="connsiteX31" fmla="*/ 0 w 1301306"/>
                <a:gd name="connsiteY31" fmla="*/ 148017 h 1320735"/>
                <a:gd name="connsiteX32" fmla="*/ 144018 w 1301306"/>
                <a:gd name="connsiteY32" fmla="*/ 3999 h 1320735"/>
                <a:gd name="connsiteX33" fmla="*/ 144018 w 1301306"/>
                <a:gd name="connsiteY33" fmla="*/ 292035 h 1320735"/>
                <a:gd name="connsiteX34" fmla="*/ 144018 w 1301306"/>
                <a:gd name="connsiteY34" fmla="*/ 34860 h 1320735"/>
                <a:gd name="connsiteX35" fmla="*/ 30861 w 1301306"/>
                <a:gd name="connsiteY35" fmla="*/ 148017 h 1320735"/>
                <a:gd name="connsiteX36" fmla="*/ 144018 w 1301306"/>
                <a:gd name="connsiteY36" fmla="*/ 261174 h 1320735"/>
                <a:gd name="connsiteX37" fmla="*/ 144018 w 1301306"/>
                <a:gd name="connsiteY37" fmla="*/ 34860 h 1320735"/>
                <a:gd name="connsiteX0" fmla="*/ 144018 w 1301306"/>
                <a:gd name="connsiteY0" fmla="*/ 1320735 h 1320735"/>
                <a:gd name="connsiteX1" fmla="*/ 0 w 1301306"/>
                <a:gd name="connsiteY1" fmla="*/ 1176717 h 1320735"/>
                <a:gd name="connsiteX2" fmla="*/ 144018 w 1301306"/>
                <a:gd name="connsiteY2" fmla="*/ 1032699 h 1320735"/>
                <a:gd name="connsiteX3" fmla="*/ 288036 w 1301306"/>
                <a:gd name="connsiteY3" fmla="*/ 1176717 h 1320735"/>
                <a:gd name="connsiteX4" fmla="*/ 144018 w 1301306"/>
                <a:gd name="connsiteY4" fmla="*/ 1320735 h 1320735"/>
                <a:gd name="connsiteX5" fmla="*/ 144018 w 1301306"/>
                <a:gd name="connsiteY5" fmla="*/ 1063560 h 1320735"/>
                <a:gd name="connsiteX6" fmla="*/ 30861 w 1301306"/>
                <a:gd name="connsiteY6" fmla="*/ 1176717 h 1320735"/>
                <a:gd name="connsiteX7" fmla="*/ 144018 w 1301306"/>
                <a:gd name="connsiteY7" fmla="*/ 1289874 h 1320735"/>
                <a:gd name="connsiteX8" fmla="*/ 257175 w 1301306"/>
                <a:gd name="connsiteY8" fmla="*/ 1176717 h 1320735"/>
                <a:gd name="connsiteX9" fmla="*/ 144018 w 1301306"/>
                <a:gd name="connsiteY9" fmla="*/ 1063560 h 1320735"/>
                <a:gd name="connsiteX10" fmla="*/ 1301306 w 1301306"/>
                <a:gd name="connsiteY10" fmla="*/ 1192148 h 1320735"/>
                <a:gd name="connsiteX11" fmla="*/ 444056 w 1301306"/>
                <a:gd name="connsiteY11" fmla="*/ 1192148 h 1320735"/>
                <a:gd name="connsiteX12" fmla="*/ 444056 w 1301306"/>
                <a:gd name="connsiteY12" fmla="*/ 1161287 h 1320735"/>
                <a:gd name="connsiteX13" fmla="*/ 1301306 w 1301306"/>
                <a:gd name="connsiteY13" fmla="*/ 1161287 h 1320735"/>
                <a:gd name="connsiteX14" fmla="*/ 1301306 w 1301306"/>
                <a:gd name="connsiteY14" fmla="*/ 1192148 h 1320735"/>
                <a:gd name="connsiteX15" fmla="*/ 144018 w 1301306"/>
                <a:gd name="connsiteY15" fmla="*/ 806385 h 1320735"/>
                <a:gd name="connsiteX16" fmla="*/ 0 w 1301306"/>
                <a:gd name="connsiteY16" fmla="*/ 662367 h 1320735"/>
                <a:gd name="connsiteX17" fmla="*/ 144018 w 1301306"/>
                <a:gd name="connsiteY17" fmla="*/ 518349 h 1320735"/>
                <a:gd name="connsiteX18" fmla="*/ 288036 w 1301306"/>
                <a:gd name="connsiteY18" fmla="*/ 662367 h 1320735"/>
                <a:gd name="connsiteX19" fmla="*/ 144018 w 1301306"/>
                <a:gd name="connsiteY19" fmla="*/ 806385 h 1320735"/>
                <a:gd name="connsiteX20" fmla="*/ 144018 w 1301306"/>
                <a:gd name="connsiteY20" fmla="*/ 549210 h 1320735"/>
                <a:gd name="connsiteX21" fmla="*/ 30861 w 1301306"/>
                <a:gd name="connsiteY21" fmla="*/ 662367 h 1320735"/>
                <a:gd name="connsiteX22" fmla="*/ 144018 w 1301306"/>
                <a:gd name="connsiteY22" fmla="*/ 775524 h 1320735"/>
                <a:gd name="connsiteX23" fmla="*/ 257175 w 1301306"/>
                <a:gd name="connsiteY23" fmla="*/ 662367 h 1320735"/>
                <a:gd name="connsiteX24" fmla="*/ 144018 w 1301306"/>
                <a:gd name="connsiteY24" fmla="*/ 549210 h 1320735"/>
                <a:gd name="connsiteX25" fmla="*/ 1301306 w 1301306"/>
                <a:gd name="connsiteY25" fmla="*/ 677798 h 1320735"/>
                <a:gd name="connsiteX26" fmla="*/ 444056 w 1301306"/>
                <a:gd name="connsiteY26" fmla="*/ 677798 h 1320735"/>
                <a:gd name="connsiteX27" fmla="*/ 444056 w 1301306"/>
                <a:gd name="connsiteY27" fmla="*/ 646937 h 1320735"/>
                <a:gd name="connsiteX28" fmla="*/ 1301306 w 1301306"/>
                <a:gd name="connsiteY28" fmla="*/ 646937 h 1320735"/>
                <a:gd name="connsiteX29" fmla="*/ 1301306 w 1301306"/>
                <a:gd name="connsiteY29" fmla="*/ 677798 h 1320735"/>
                <a:gd name="connsiteX30" fmla="*/ 144018 w 1301306"/>
                <a:gd name="connsiteY30" fmla="*/ 292035 h 1320735"/>
                <a:gd name="connsiteX31" fmla="*/ 0 w 1301306"/>
                <a:gd name="connsiteY31" fmla="*/ 148017 h 1320735"/>
                <a:gd name="connsiteX32" fmla="*/ 144018 w 1301306"/>
                <a:gd name="connsiteY32" fmla="*/ 3999 h 1320735"/>
                <a:gd name="connsiteX33" fmla="*/ 144018 w 1301306"/>
                <a:gd name="connsiteY33" fmla="*/ 292035 h 1320735"/>
                <a:gd name="connsiteX34" fmla="*/ 144018 w 1301306"/>
                <a:gd name="connsiteY34" fmla="*/ 261174 h 1320735"/>
                <a:gd name="connsiteX35" fmla="*/ 30861 w 1301306"/>
                <a:gd name="connsiteY35" fmla="*/ 148017 h 1320735"/>
                <a:gd name="connsiteX36" fmla="*/ 144018 w 1301306"/>
                <a:gd name="connsiteY36" fmla="*/ 261174 h 1320735"/>
                <a:gd name="connsiteX0" fmla="*/ 144018 w 1301306"/>
                <a:gd name="connsiteY0" fmla="*/ 1172718 h 1172718"/>
                <a:gd name="connsiteX1" fmla="*/ 0 w 1301306"/>
                <a:gd name="connsiteY1" fmla="*/ 1028700 h 1172718"/>
                <a:gd name="connsiteX2" fmla="*/ 144018 w 1301306"/>
                <a:gd name="connsiteY2" fmla="*/ 884682 h 1172718"/>
                <a:gd name="connsiteX3" fmla="*/ 288036 w 1301306"/>
                <a:gd name="connsiteY3" fmla="*/ 1028700 h 1172718"/>
                <a:gd name="connsiteX4" fmla="*/ 144018 w 1301306"/>
                <a:gd name="connsiteY4" fmla="*/ 1172718 h 1172718"/>
                <a:gd name="connsiteX5" fmla="*/ 144018 w 1301306"/>
                <a:gd name="connsiteY5" fmla="*/ 915543 h 1172718"/>
                <a:gd name="connsiteX6" fmla="*/ 30861 w 1301306"/>
                <a:gd name="connsiteY6" fmla="*/ 1028700 h 1172718"/>
                <a:gd name="connsiteX7" fmla="*/ 144018 w 1301306"/>
                <a:gd name="connsiteY7" fmla="*/ 1141857 h 1172718"/>
                <a:gd name="connsiteX8" fmla="*/ 257175 w 1301306"/>
                <a:gd name="connsiteY8" fmla="*/ 1028700 h 1172718"/>
                <a:gd name="connsiteX9" fmla="*/ 144018 w 1301306"/>
                <a:gd name="connsiteY9" fmla="*/ 915543 h 1172718"/>
                <a:gd name="connsiteX10" fmla="*/ 1301306 w 1301306"/>
                <a:gd name="connsiteY10" fmla="*/ 1044131 h 1172718"/>
                <a:gd name="connsiteX11" fmla="*/ 444056 w 1301306"/>
                <a:gd name="connsiteY11" fmla="*/ 1044131 h 1172718"/>
                <a:gd name="connsiteX12" fmla="*/ 444056 w 1301306"/>
                <a:gd name="connsiteY12" fmla="*/ 1013270 h 1172718"/>
                <a:gd name="connsiteX13" fmla="*/ 1301306 w 1301306"/>
                <a:gd name="connsiteY13" fmla="*/ 1013270 h 1172718"/>
                <a:gd name="connsiteX14" fmla="*/ 1301306 w 1301306"/>
                <a:gd name="connsiteY14" fmla="*/ 1044131 h 1172718"/>
                <a:gd name="connsiteX15" fmla="*/ 144018 w 1301306"/>
                <a:gd name="connsiteY15" fmla="*/ 658368 h 1172718"/>
                <a:gd name="connsiteX16" fmla="*/ 0 w 1301306"/>
                <a:gd name="connsiteY16" fmla="*/ 514350 h 1172718"/>
                <a:gd name="connsiteX17" fmla="*/ 144018 w 1301306"/>
                <a:gd name="connsiteY17" fmla="*/ 370332 h 1172718"/>
                <a:gd name="connsiteX18" fmla="*/ 288036 w 1301306"/>
                <a:gd name="connsiteY18" fmla="*/ 514350 h 1172718"/>
                <a:gd name="connsiteX19" fmla="*/ 144018 w 1301306"/>
                <a:gd name="connsiteY19" fmla="*/ 658368 h 1172718"/>
                <a:gd name="connsiteX20" fmla="*/ 144018 w 1301306"/>
                <a:gd name="connsiteY20" fmla="*/ 401193 h 1172718"/>
                <a:gd name="connsiteX21" fmla="*/ 30861 w 1301306"/>
                <a:gd name="connsiteY21" fmla="*/ 514350 h 1172718"/>
                <a:gd name="connsiteX22" fmla="*/ 144018 w 1301306"/>
                <a:gd name="connsiteY22" fmla="*/ 627507 h 1172718"/>
                <a:gd name="connsiteX23" fmla="*/ 257175 w 1301306"/>
                <a:gd name="connsiteY23" fmla="*/ 514350 h 1172718"/>
                <a:gd name="connsiteX24" fmla="*/ 144018 w 1301306"/>
                <a:gd name="connsiteY24" fmla="*/ 401193 h 1172718"/>
                <a:gd name="connsiteX25" fmla="*/ 1301306 w 1301306"/>
                <a:gd name="connsiteY25" fmla="*/ 529781 h 1172718"/>
                <a:gd name="connsiteX26" fmla="*/ 444056 w 1301306"/>
                <a:gd name="connsiteY26" fmla="*/ 529781 h 1172718"/>
                <a:gd name="connsiteX27" fmla="*/ 444056 w 1301306"/>
                <a:gd name="connsiteY27" fmla="*/ 498920 h 1172718"/>
                <a:gd name="connsiteX28" fmla="*/ 1301306 w 1301306"/>
                <a:gd name="connsiteY28" fmla="*/ 498920 h 1172718"/>
                <a:gd name="connsiteX29" fmla="*/ 1301306 w 1301306"/>
                <a:gd name="connsiteY29" fmla="*/ 529781 h 1172718"/>
                <a:gd name="connsiteX30" fmla="*/ 144018 w 1301306"/>
                <a:gd name="connsiteY30" fmla="*/ 144018 h 1172718"/>
                <a:gd name="connsiteX31" fmla="*/ 0 w 1301306"/>
                <a:gd name="connsiteY31" fmla="*/ 0 h 1172718"/>
                <a:gd name="connsiteX32" fmla="*/ 144018 w 1301306"/>
                <a:gd name="connsiteY32" fmla="*/ 144018 h 1172718"/>
                <a:gd name="connsiteX33" fmla="*/ 144018 w 1301306"/>
                <a:gd name="connsiteY33" fmla="*/ 113157 h 1172718"/>
                <a:gd name="connsiteX34" fmla="*/ 30861 w 1301306"/>
                <a:gd name="connsiteY34" fmla="*/ 0 h 1172718"/>
                <a:gd name="connsiteX35" fmla="*/ 144018 w 1301306"/>
                <a:gd name="connsiteY35" fmla="*/ 113157 h 1172718"/>
                <a:gd name="connsiteX0" fmla="*/ 144018 w 1301306"/>
                <a:gd name="connsiteY0" fmla="*/ 1172718 h 1172718"/>
                <a:gd name="connsiteX1" fmla="*/ 0 w 1301306"/>
                <a:gd name="connsiteY1" fmla="*/ 1028700 h 1172718"/>
                <a:gd name="connsiteX2" fmla="*/ 144018 w 1301306"/>
                <a:gd name="connsiteY2" fmla="*/ 884682 h 1172718"/>
                <a:gd name="connsiteX3" fmla="*/ 288036 w 1301306"/>
                <a:gd name="connsiteY3" fmla="*/ 1028700 h 1172718"/>
                <a:gd name="connsiteX4" fmla="*/ 144018 w 1301306"/>
                <a:gd name="connsiteY4" fmla="*/ 1172718 h 1172718"/>
                <a:gd name="connsiteX5" fmla="*/ 144018 w 1301306"/>
                <a:gd name="connsiteY5" fmla="*/ 915543 h 1172718"/>
                <a:gd name="connsiteX6" fmla="*/ 30861 w 1301306"/>
                <a:gd name="connsiteY6" fmla="*/ 1028700 h 1172718"/>
                <a:gd name="connsiteX7" fmla="*/ 144018 w 1301306"/>
                <a:gd name="connsiteY7" fmla="*/ 1141857 h 1172718"/>
                <a:gd name="connsiteX8" fmla="*/ 257175 w 1301306"/>
                <a:gd name="connsiteY8" fmla="*/ 1028700 h 1172718"/>
                <a:gd name="connsiteX9" fmla="*/ 144018 w 1301306"/>
                <a:gd name="connsiteY9" fmla="*/ 915543 h 1172718"/>
                <a:gd name="connsiteX10" fmla="*/ 1301306 w 1301306"/>
                <a:gd name="connsiteY10" fmla="*/ 1044131 h 1172718"/>
                <a:gd name="connsiteX11" fmla="*/ 444056 w 1301306"/>
                <a:gd name="connsiteY11" fmla="*/ 1044131 h 1172718"/>
                <a:gd name="connsiteX12" fmla="*/ 444056 w 1301306"/>
                <a:gd name="connsiteY12" fmla="*/ 1013270 h 1172718"/>
                <a:gd name="connsiteX13" fmla="*/ 1301306 w 1301306"/>
                <a:gd name="connsiteY13" fmla="*/ 1013270 h 1172718"/>
                <a:gd name="connsiteX14" fmla="*/ 1301306 w 1301306"/>
                <a:gd name="connsiteY14" fmla="*/ 1044131 h 1172718"/>
                <a:gd name="connsiteX15" fmla="*/ 144018 w 1301306"/>
                <a:gd name="connsiteY15" fmla="*/ 658368 h 1172718"/>
                <a:gd name="connsiteX16" fmla="*/ 0 w 1301306"/>
                <a:gd name="connsiteY16" fmla="*/ 514350 h 1172718"/>
                <a:gd name="connsiteX17" fmla="*/ 144018 w 1301306"/>
                <a:gd name="connsiteY17" fmla="*/ 370332 h 1172718"/>
                <a:gd name="connsiteX18" fmla="*/ 288036 w 1301306"/>
                <a:gd name="connsiteY18" fmla="*/ 514350 h 1172718"/>
                <a:gd name="connsiteX19" fmla="*/ 144018 w 1301306"/>
                <a:gd name="connsiteY19" fmla="*/ 658368 h 1172718"/>
                <a:gd name="connsiteX20" fmla="*/ 144018 w 1301306"/>
                <a:gd name="connsiteY20" fmla="*/ 401193 h 1172718"/>
                <a:gd name="connsiteX21" fmla="*/ 30861 w 1301306"/>
                <a:gd name="connsiteY21" fmla="*/ 514350 h 1172718"/>
                <a:gd name="connsiteX22" fmla="*/ 144018 w 1301306"/>
                <a:gd name="connsiteY22" fmla="*/ 627507 h 1172718"/>
                <a:gd name="connsiteX23" fmla="*/ 257175 w 1301306"/>
                <a:gd name="connsiteY23" fmla="*/ 514350 h 1172718"/>
                <a:gd name="connsiteX24" fmla="*/ 144018 w 1301306"/>
                <a:gd name="connsiteY24" fmla="*/ 401193 h 1172718"/>
                <a:gd name="connsiteX25" fmla="*/ 1301306 w 1301306"/>
                <a:gd name="connsiteY25" fmla="*/ 529781 h 1172718"/>
                <a:gd name="connsiteX26" fmla="*/ 444056 w 1301306"/>
                <a:gd name="connsiteY26" fmla="*/ 529781 h 1172718"/>
                <a:gd name="connsiteX27" fmla="*/ 444056 w 1301306"/>
                <a:gd name="connsiteY27" fmla="*/ 498920 h 1172718"/>
                <a:gd name="connsiteX28" fmla="*/ 1301306 w 1301306"/>
                <a:gd name="connsiteY28" fmla="*/ 498920 h 1172718"/>
                <a:gd name="connsiteX29" fmla="*/ 1301306 w 1301306"/>
                <a:gd name="connsiteY29" fmla="*/ 529781 h 1172718"/>
                <a:gd name="connsiteX30" fmla="*/ 144018 w 1301306"/>
                <a:gd name="connsiteY30" fmla="*/ 144018 h 1172718"/>
                <a:gd name="connsiteX31" fmla="*/ 0 w 1301306"/>
                <a:gd name="connsiteY31" fmla="*/ 0 h 1172718"/>
                <a:gd name="connsiteX32" fmla="*/ 144018 w 1301306"/>
                <a:gd name="connsiteY32" fmla="*/ 144018 h 1172718"/>
                <a:gd name="connsiteX0" fmla="*/ 144018 w 1301306"/>
                <a:gd name="connsiteY0" fmla="*/ 802386 h 802386"/>
                <a:gd name="connsiteX1" fmla="*/ 0 w 1301306"/>
                <a:gd name="connsiteY1" fmla="*/ 658368 h 802386"/>
                <a:gd name="connsiteX2" fmla="*/ 144018 w 1301306"/>
                <a:gd name="connsiteY2" fmla="*/ 514350 h 802386"/>
                <a:gd name="connsiteX3" fmla="*/ 288036 w 1301306"/>
                <a:gd name="connsiteY3" fmla="*/ 658368 h 802386"/>
                <a:gd name="connsiteX4" fmla="*/ 144018 w 1301306"/>
                <a:gd name="connsiteY4" fmla="*/ 802386 h 802386"/>
                <a:gd name="connsiteX5" fmla="*/ 144018 w 1301306"/>
                <a:gd name="connsiteY5" fmla="*/ 545211 h 802386"/>
                <a:gd name="connsiteX6" fmla="*/ 30861 w 1301306"/>
                <a:gd name="connsiteY6" fmla="*/ 658368 h 802386"/>
                <a:gd name="connsiteX7" fmla="*/ 144018 w 1301306"/>
                <a:gd name="connsiteY7" fmla="*/ 771525 h 802386"/>
                <a:gd name="connsiteX8" fmla="*/ 257175 w 1301306"/>
                <a:gd name="connsiteY8" fmla="*/ 658368 h 802386"/>
                <a:gd name="connsiteX9" fmla="*/ 144018 w 1301306"/>
                <a:gd name="connsiteY9" fmla="*/ 545211 h 802386"/>
                <a:gd name="connsiteX10" fmla="*/ 1301306 w 1301306"/>
                <a:gd name="connsiteY10" fmla="*/ 673799 h 802386"/>
                <a:gd name="connsiteX11" fmla="*/ 444056 w 1301306"/>
                <a:gd name="connsiteY11" fmla="*/ 673799 h 802386"/>
                <a:gd name="connsiteX12" fmla="*/ 444056 w 1301306"/>
                <a:gd name="connsiteY12" fmla="*/ 642938 h 802386"/>
                <a:gd name="connsiteX13" fmla="*/ 1301306 w 1301306"/>
                <a:gd name="connsiteY13" fmla="*/ 642938 h 802386"/>
                <a:gd name="connsiteX14" fmla="*/ 1301306 w 1301306"/>
                <a:gd name="connsiteY14" fmla="*/ 673799 h 802386"/>
                <a:gd name="connsiteX15" fmla="*/ 144018 w 1301306"/>
                <a:gd name="connsiteY15" fmla="*/ 288036 h 802386"/>
                <a:gd name="connsiteX16" fmla="*/ 0 w 1301306"/>
                <a:gd name="connsiteY16" fmla="*/ 144018 h 802386"/>
                <a:gd name="connsiteX17" fmla="*/ 144018 w 1301306"/>
                <a:gd name="connsiteY17" fmla="*/ 0 h 802386"/>
                <a:gd name="connsiteX18" fmla="*/ 288036 w 1301306"/>
                <a:gd name="connsiteY18" fmla="*/ 144018 h 802386"/>
                <a:gd name="connsiteX19" fmla="*/ 144018 w 1301306"/>
                <a:gd name="connsiteY19" fmla="*/ 288036 h 802386"/>
                <a:gd name="connsiteX20" fmla="*/ 144018 w 1301306"/>
                <a:gd name="connsiteY20" fmla="*/ 30861 h 802386"/>
                <a:gd name="connsiteX21" fmla="*/ 30861 w 1301306"/>
                <a:gd name="connsiteY21" fmla="*/ 144018 h 802386"/>
                <a:gd name="connsiteX22" fmla="*/ 144018 w 1301306"/>
                <a:gd name="connsiteY22" fmla="*/ 257175 h 802386"/>
                <a:gd name="connsiteX23" fmla="*/ 257175 w 1301306"/>
                <a:gd name="connsiteY23" fmla="*/ 144018 h 802386"/>
                <a:gd name="connsiteX24" fmla="*/ 144018 w 1301306"/>
                <a:gd name="connsiteY24" fmla="*/ 30861 h 802386"/>
                <a:gd name="connsiteX25" fmla="*/ 1301306 w 1301306"/>
                <a:gd name="connsiteY25" fmla="*/ 159449 h 802386"/>
                <a:gd name="connsiteX26" fmla="*/ 444056 w 1301306"/>
                <a:gd name="connsiteY26" fmla="*/ 159449 h 802386"/>
                <a:gd name="connsiteX27" fmla="*/ 444056 w 1301306"/>
                <a:gd name="connsiteY27" fmla="*/ 128588 h 802386"/>
                <a:gd name="connsiteX28" fmla="*/ 1301306 w 1301306"/>
                <a:gd name="connsiteY28" fmla="*/ 128588 h 802386"/>
                <a:gd name="connsiteX29" fmla="*/ 1301306 w 1301306"/>
                <a:gd name="connsiteY29" fmla="*/ 159449 h 802386"/>
                <a:gd name="connsiteX0" fmla="*/ 144018 w 1301306"/>
                <a:gd name="connsiteY0" fmla="*/ 802386 h 802386"/>
                <a:gd name="connsiteX1" fmla="*/ 0 w 1301306"/>
                <a:gd name="connsiteY1" fmla="*/ 658368 h 802386"/>
                <a:gd name="connsiteX2" fmla="*/ 144018 w 1301306"/>
                <a:gd name="connsiteY2" fmla="*/ 514350 h 802386"/>
                <a:gd name="connsiteX3" fmla="*/ 288036 w 1301306"/>
                <a:gd name="connsiteY3" fmla="*/ 658368 h 802386"/>
                <a:gd name="connsiteX4" fmla="*/ 144018 w 1301306"/>
                <a:gd name="connsiteY4" fmla="*/ 802386 h 802386"/>
                <a:gd name="connsiteX5" fmla="*/ 257175 w 1301306"/>
                <a:gd name="connsiteY5" fmla="*/ 658368 h 802386"/>
                <a:gd name="connsiteX6" fmla="*/ 30861 w 1301306"/>
                <a:gd name="connsiteY6" fmla="*/ 658368 h 802386"/>
                <a:gd name="connsiteX7" fmla="*/ 144018 w 1301306"/>
                <a:gd name="connsiteY7" fmla="*/ 771525 h 802386"/>
                <a:gd name="connsiteX8" fmla="*/ 257175 w 1301306"/>
                <a:gd name="connsiteY8" fmla="*/ 658368 h 802386"/>
                <a:gd name="connsiteX9" fmla="*/ 1301306 w 1301306"/>
                <a:gd name="connsiteY9" fmla="*/ 673799 h 802386"/>
                <a:gd name="connsiteX10" fmla="*/ 444056 w 1301306"/>
                <a:gd name="connsiteY10" fmla="*/ 673799 h 802386"/>
                <a:gd name="connsiteX11" fmla="*/ 444056 w 1301306"/>
                <a:gd name="connsiteY11" fmla="*/ 642938 h 802386"/>
                <a:gd name="connsiteX12" fmla="*/ 1301306 w 1301306"/>
                <a:gd name="connsiteY12" fmla="*/ 642938 h 802386"/>
                <a:gd name="connsiteX13" fmla="*/ 1301306 w 1301306"/>
                <a:gd name="connsiteY13" fmla="*/ 673799 h 802386"/>
                <a:gd name="connsiteX14" fmla="*/ 144018 w 1301306"/>
                <a:gd name="connsiteY14" fmla="*/ 288036 h 802386"/>
                <a:gd name="connsiteX15" fmla="*/ 0 w 1301306"/>
                <a:gd name="connsiteY15" fmla="*/ 144018 h 802386"/>
                <a:gd name="connsiteX16" fmla="*/ 144018 w 1301306"/>
                <a:gd name="connsiteY16" fmla="*/ 0 h 802386"/>
                <a:gd name="connsiteX17" fmla="*/ 288036 w 1301306"/>
                <a:gd name="connsiteY17" fmla="*/ 144018 h 802386"/>
                <a:gd name="connsiteX18" fmla="*/ 144018 w 1301306"/>
                <a:gd name="connsiteY18" fmla="*/ 288036 h 802386"/>
                <a:gd name="connsiteX19" fmla="*/ 144018 w 1301306"/>
                <a:gd name="connsiteY19" fmla="*/ 30861 h 802386"/>
                <a:gd name="connsiteX20" fmla="*/ 30861 w 1301306"/>
                <a:gd name="connsiteY20" fmla="*/ 144018 h 802386"/>
                <a:gd name="connsiteX21" fmla="*/ 144018 w 1301306"/>
                <a:gd name="connsiteY21" fmla="*/ 257175 h 802386"/>
                <a:gd name="connsiteX22" fmla="*/ 257175 w 1301306"/>
                <a:gd name="connsiteY22" fmla="*/ 144018 h 802386"/>
                <a:gd name="connsiteX23" fmla="*/ 144018 w 1301306"/>
                <a:gd name="connsiteY23" fmla="*/ 30861 h 802386"/>
                <a:gd name="connsiteX24" fmla="*/ 1301306 w 1301306"/>
                <a:gd name="connsiteY24" fmla="*/ 159449 h 802386"/>
                <a:gd name="connsiteX25" fmla="*/ 444056 w 1301306"/>
                <a:gd name="connsiteY25" fmla="*/ 159449 h 802386"/>
                <a:gd name="connsiteX26" fmla="*/ 444056 w 1301306"/>
                <a:gd name="connsiteY26" fmla="*/ 128588 h 802386"/>
                <a:gd name="connsiteX27" fmla="*/ 1301306 w 1301306"/>
                <a:gd name="connsiteY27" fmla="*/ 128588 h 802386"/>
                <a:gd name="connsiteX28" fmla="*/ 1301306 w 1301306"/>
                <a:gd name="connsiteY28" fmla="*/ 159449 h 802386"/>
                <a:gd name="connsiteX0" fmla="*/ 148017 w 1305305"/>
                <a:gd name="connsiteY0" fmla="*/ 802386 h 802386"/>
                <a:gd name="connsiteX1" fmla="*/ 3999 w 1305305"/>
                <a:gd name="connsiteY1" fmla="*/ 658368 h 802386"/>
                <a:gd name="connsiteX2" fmla="*/ 292035 w 1305305"/>
                <a:gd name="connsiteY2" fmla="*/ 658368 h 802386"/>
                <a:gd name="connsiteX3" fmla="*/ 148017 w 1305305"/>
                <a:gd name="connsiteY3" fmla="*/ 802386 h 802386"/>
                <a:gd name="connsiteX4" fmla="*/ 261174 w 1305305"/>
                <a:gd name="connsiteY4" fmla="*/ 658368 h 802386"/>
                <a:gd name="connsiteX5" fmla="*/ 34860 w 1305305"/>
                <a:gd name="connsiteY5" fmla="*/ 658368 h 802386"/>
                <a:gd name="connsiteX6" fmla="*/ 148017 w 1305305"/>
                <a:gd name="connsiteY6" fmla="*/ 771525 h 802386"/>
                <a:gd name="connsiteX7" fmla="*/ 261174 w 1305305"/>
                <a:gd name="connsiteY7" fmla="*/ 658368 h 802386"/>
                <a:gd name="connsiteX8" fmla="*/ 1305305 w 1305305"/>
                <a:gd name="connsiteY8" fmla="*/ 673799 h 802386"/>
                <a:gd name="connsiteX9" fmla="*/ 448055 w 1305305"/>
                <a:gd name="connsiteY9" fmla="*/ 673799 h 802386"/>
                <a:gd name="connsiteX10" fmla="*/ 448055 w 1305305"/>
                <a:gd name="connsiteY10" fmla="*/ 642938 h 802386"/>
                <a:gd name="connsiteX11" fmla="*/ 1305305 w 1305305"/>
                <a:gd name="connsiteY11" fmla="*/ 642938 h 802386"/>
                <a:gd name="connsiteX12" fmla="*/ 1305305 w 1305305"/>
                <a:gd name="connsiteY12" fmla="*/ 673799 h 802386"/>
                <a:gd name="connsiteX13" fmla="*/ 148017 w 1305305"/>
                <a:gd name="connsiteY13" fmla="*/ 288036 h 802386"/>
                <a:gd name="connsiteX14" fmla="*/ 3999 w 1305305"/>
                <a:gd name="connsiteY14" fmla="*/ 144018 h 802386"/>
                <a:gd name="connsiteX15" fmla="*/ 148017 w 1305305"/>
                <a:gd name="connsiteY15" fmla="*/ 0 h 802386"/>
                <a:gd name="connsiteX16" fmla="*/ 292035 w 1305305"/>
                <a:gd name="connsiteY16" fmla="*/ 144018 h 802386"/>
                <a:gd name="connsiteX17" fmla="*/ 148017 w 1305305"/>
                <a:gd name="connsiteY17" fmla="*/ 288036 h 802386"/>
                <a:gd name="connsiteX18" fmla="*/ 148017 w 1305305"/>
                <a:gd name="connsiteY18" fmla="*/ 30861 h 802386"/>
                <a:gd name="connsiteX19" fmla="*/ 34860 w 1305305"/>
                <a:gd name="connsiteY19" fmla="*/ 144018 h 802386"/>
                <a:gd name="connsiteX20" fmla="*/ 148017 w 1305305"/>
                <a:gd name="connsiteY20" fmla="*/ 257175 h 802386"/>
                <a:gd name="connsiteX21" fmla="*/ 261174 w 1305305"/>
                <a:gd name="connsiteY21" fmla="*/ 144018 h 802386"/>
                <a:gd name="connsiteX22" fmla="*/ 148017 w 1305305"/>
                <a:gd name="connsiteY22" fmla="*/ 30861 h 802386"/>
                <a:gd name="connsiteX23" fmla="*/ 1305305 w 1305305"/>
                <a:gd name="connsiteY23" fmla="*/ 159449 h 802386"/>
                <a:gd name="connsiteX24" fmla="*/ 448055 w 1305305"/>
                <a:gd name="connsiteY24" fmla="*/ 159449 h 802386"/>
                <a:gd name="connsiteX25" fmla="*/ 448055 w 1305305"/>
                <a:gd name="connsiteY25" fmla="*/ 128588 h 802386"/>
                <a:gd name="connsiteX26" fmla="*/ 1305305 w 1305305"/>
                <a:gd name="connsiteY26" fmla="*/ 128588 h 802386"/>
                <a:gd name="connsiteX27" fmla="*/ 1305305 w 1305305"/>
                <a:gd name="connsiteY27" fmla="*/ 159449 h 802386"/>
                <a:gd name="connsiteX0" fmla="*/ 148017 w 1305305"/>
                <a:gd name="connsiteY0" fmla="*/ 802386 h 802386"/>
                <a:gd name="connsiteX1" fmla="*/ 3999 w 1305305"/>
                <a:gd name="connsiteY1" fmla="*/ 658368 h 802386"/>
                <a:gd name="connsiteX2" fmla="*/ 292035 w 1305305"/>
                <a:gd name="connsiteY2" fmla="*/ 658368 h 802386"/>
                <a:gd name="connsiteX3" fmla="*/ 148017 w 1305305"/>
                <a:gd name="connsiteY3" fmla="*/ 802386 h 802386"/>
                <a:gd name="connsiteX4" fmla="*/ 261174 w 1305305"/>
                <a:gd name="connsiteY4" fmla="*/ 658368 h 802386"/>
                <a:gd name="connsiteX5" fmla="*/ 148017 w 1305305"/>
                <a:gd name="connsiteY5" fmla="*/ 771525 h 802386"/>
                <a:gd name="connsiteX6" fmla="*/ 261174 w 1305305"/>
                <a:gd name="connsiteY6" fmla="*/ 658368 h 802386"/>
                <a:gd name="connsiteX7" fmla="*/ 1305305 w 1305305"/>
                <a:gd name="connsiteY7" fmla="*/ 673799 h 802386"/>
                <a:gd name="connsiteX8" fmla="*/ 448055 w 1305305"/>
                <a:gd name="connsiteY8" fmla="*/ 673799 h 802386"/>
                <a:gd name="connsiteX9" fmla="*/ 448055 w 1305305"/>
                <a:gd name="connsiteY9" fmla="*/ 642938 h 802386"/>
                <a:gd name="connsiteX10" fmla="*/ 1305305 w 1305305"/>
                <a:gd name="connsiteY10" fmla="*/ 642938 h 802386"/>
                <a:gd name="connsiteX11" fmla="*/ 1305305 w 1305305"/>
                <a:gd name="connsiteY11" fmla="*/ 673799 h 802386"/>
                <a:gd name="connsiteX12" fmla="*/ 148017 w 1305305"/>
                <a:gd name="connsiteY12" fmla="*/ 288036 h 802386"/>
                <a:gd name="connsiteX13" fmla="*/ 3999 w 1305305"/>
                <a:gd name="connsiteY13" fmla="*/ 144018 h 802386"/>
                <a:gd name="connsiteX14" fmla="*/ 148017 w 1305305"/>
                <a:gd name="connsiteY14" fmla="*/ 0 h 802386"/>
                <a:gd name="connsiteX15" fmla="*/ 292035 w 1305305"/>
                <a:gd name="connsiteY15" fmla="*/ 144018 h 802386"/>
                <a:gd name="connsiteX16" fmla="*/ 148017 w 1305305"/>
                <a:gd name="connsiteY16" fmla="*/ 288036 h 802386"/>
                <a:gd name="connsiteX17" fmla="*/ 148017 w 1305305"/>
                <a:gd name="connsiteY17" fmla="*/ 30861 h 802386"/>
                <a:gd name="connsiteX18" fmla="*/ 34860 w 1305305"/>
                <a:gd name="connsiteY18" fmla="*/ 144018 h 802386"/>
                <a:gd name="connsiteX19" fmla="*/ 148017 w 1305305"/>
                <a:gd name="connsiteY19" fmla="*/ 257175 h 802386"/>
                <a:gd name="connsiteX20" fmla="*/ 261174 w 1305305"/>
                <a:gd name="connsiteY20" fmla="*/ 144018 h 802386"/>
                <a:gd name="connsiteX21" fmla="*/ 148017 w 1305305"/>
                <a:gd name="connsiteY21" fmla="*/ 30861 h 802386"/>
                <a:gd name="connsiteX22" fmla="*/ 1305305 w 1305305"/>
                <a:gd name="connsiteY22" fmla="*/ 159449 h 802386"/>
                <a:gd name="connsiteX23" fmla="*/ 448055 w 1305305"/>
                <a:gd name="connsiteY23" fmla="*/ 159449 h 802386"/>
                <a:gd name="connsiteX24" fmla="*/ 448055 w 1305305"/>
                <a:gd name="connsiteY24" fmla="*/ 128588 h 802386"/>
                <a:gd name="connsiteX25" fmla="*/ 1305305 w 1305305"/>
                <a:gd name="connsiteY25" fmla="*/ 128588 h 802386"/>
                <a:gd name="connsiteX26" fmla="*/ 1305305 w 1305305"/>
                <a:gd name="connsiteY26" fmla="*/ 159449 h 802386"/>
                <a:gd name="connsiteX0" fmla="*/ 144018 w 1301306"/>
                <a:gd name="connsiteY0" fmla="*/ 802386 h 802386"/>
                <a:gd name="connsiteX1" fmla="*/ 288036 w 1301306"/>
                <a:gd name="connsiteY1" fmla="*/ 658368 h 802386"/>
                <a:gd name="connsiteX2" fmla="*/ 144018 w 1301306"/>
                <a:gd name="connsiteY2" fmla="*/ 802386 h 802386"/>
                <a:gd name="connsiteX3" fmla="*/ 257175 w 1301306"/>
                <a:gd name="connsiteY3" fmla="*/ 658368 h 802386"/>
                <a:gd name="connsiteX4" fmla="*/ 144018 w 1301306"/>
                <a:gd name="connsiteY4" fmla="*/ 771525 h 802386"/>
                <a:gd name="connsiteX5" fmla="*/ 257175 w 1301306"/>
                <a:gd name="connsiteY5" fmla="*/ 658368 h 802386"/>
                <a:gd name="connsiteX6" fmla="*/ 1301306 w 1301306"/>
                <a:gd name="connsiteY6" fmla="*/ 673799 h 802386"/>
                <a:gd name="connsiteX7" fmla="*/ 444056 w 1301306"/>
                <a:gd name="connsiteY7" fmla="*/ 673799 h 802386"/>
                <a:gd name="connsiteX8" fmla="*/ 444056 w 1301306"/>
                <a:gd name="connsiteY8" fmla="*/ 642938 h 802386"/>
                <a:gd name="connsiteX9" fmla="*/ 1301306 w 1301306"/>
                <a:gd name="connsiteY9" fmla="*/ 642938 h 802386"/>
                <a:gd name="connsiteX10" fmla="*/ 1301306 w 1301306"/>
                <a:gd name="connsiteY10" fmla="*/ 673799 h 802386"/>
                <a:gd name="connsiteX11" fmla="*/ 144018 w 1301306"/>
                <a:gd name="connsiteY11" fmla="*/ 288036 h 802386"/>
                <a:gd name="connsiteX12" fmla="*/ 0 w 1301306"/>
                <a:gd name="connsiteY12" fmla="*/ 144018 h 802386"/>
                <a:gd name="connsiteX13" fmla="*/ 144018 w 1301306"/>
                <a:gd name="connsiteY13" fmla="*/ 0 h 802386"/>
                <a:gd name="connsiteX14" fmla="*/ 288036 w 1301306"/>
                <a:gd name="connsiteY14" fmla="*/ 144018 h 802386"/>
                <a:gd name="connsiteX15" fmla="*/ 144018 w 1301306"/>
                <a:gd name="connsiteY15" fmla="*/ 288036 h 802386"/>
                <a:gd name="connsiteX16" fmla="*/ 144018 w 1301306"/>
                <a:gd name="connsiteY16" fmla="*/ 30861 h 802386"/>
                <a:gd name="connsiteX17" fmla="*/ 30861 w 1301306"/>
                <a:gd name="connsiteY17" fmla="*/ 144018 h 802386"/>
                <a:gd name="connsiteX18" fmla="*/ 144018 w 1301306"/>
                <a:gd name="connsiteY18" fmla="*/ 257175 h 802386"/>
                <a:gd name="connsiteX19" fmla="*/ 257175 w 1301306"/>
                <a:gd name="connsiteY19" fmla="*/ 144018 h 802386"/>
                <a:gd name="connsiteX20" fmla="*/ 144018 w 1301306"/>
                <a:gd name="connsiteY20" fmla="*/ 30861 h 802386"/>
                <a:gd name="connsiteX21" fmla="*/ 1301306 w 1301306"/>
                <a:gd name="connsiteY21" fmla="*/ 159449 h 802386"/>
                <a:gd name="connsiteX22" fmla="*/ 444056 w 1301306"/>
                <a:gd name="connsiteY22" fmla="*/ 159449 h 802386"/>
                <a:gd name="connsiteX23" fmla="*/ 444056 w 1301306"/>
                <a:gd name="connsiteY23" fmla="*/ 128588 h 802386"/>
                <a:gd name="connsiteX24" fmla="*/ 1301306 w 1301306"/>
                <a:gd name="connsiteY24" fmla="*/ 128588 h 802386"/>
                <a:gd name="connsiteX25" fmla="*/ 1301306 w 1301306"/>
                <a:gd name="connsiteY25" fmla="*/ 159449 h 802386"/>
                <a:gd name="connsiteX0" fmla="*/ 144018 w 1301306"/>
                <a:gd name="connsiteY0" fmla="*/ 802386 h 802386"/>
                <a:gd name="connsiteX1" fmla="*/ 288036 w 1301306"/>
                <a:gd name="connsiteY1" fmla="*/ 658368 h 802386"/>
                <a:gd name="connsiteX2" fmla="*/ 144018 w 1301306"/>
                <a:gd name="connsiteY2" fmla="*/ 802386 h 802386"/>
                <a:gd name="connsiteX3" fmla="*/ 1301306 w 1301306"/>
                <a:gd name="connsiteY3" fmla="*/ 673799 h 802386"/>
                <a:gd name="connsiteX4" fmla="*/ 444056 w 1301306"/>
                <a:gd name="connsiteY4" fmla="*/ 673799 h 802386"/>
                <a:gd name="connsiteX5" fmla="*/ 444056 w 1301306"/>
                <a:gd name="connsiteY5" fmla="*/ 642938 h 802386"/>
                <a:gd name="connsiteX6" fmla="*/ 1301306 w 1301306"/>
                <a:gd name="connsiteY6" fmla="*/ 642938 h 802386"/>
                <a:gd name="connsiteX7" fmla="*/ 1301306 w 1301306"/>
                <a:gd name="connsiteY7" fmla="*/ 673799 h 802386"/>
                <a:gd name="connsiteX8" fmla="*/ 144018 w 1301306"/>
                <a:gd name="connsiteY8" fmla="*/ 288036 h 802386"/>
                <a:gd name="connsiteX9" fmla="*/ 0 w 1301306"/>
                <a:gd name="connsiteY9" fmla="*/ 144018 h 802386"/>
                <a:gd name="connsiteX10" fmla="*/ 144018 w 1301306"/>
                <a:gd name="connsiteY10" fmla="*/ 0 h 802386"/>
                <a:gd name="connsiteX11" fmla="*/ 288036 w 1301306"/>
                <a:gd name="connsiteY11" fmla="*/ 144018 h 802386"/>
                <a:gd name="connsiteX12" fmla="*/ 144018 w 1301306"/>
                <a:gd name="connsiteY12" fmla="*/ 288036 h 802386"/>
                <a:gd name="connsiteX13" fmla="*/ 144018 w 1301306"/>
                <a:gd name="connsiteY13" fmla="*/ 30861 h 802386"/>
                <a:gd name="connsiteX14" fmla="*/ 30861 w 1301306"/>
                <a:gd name="connsiteY14" fmla="*/ 144018 h 802386"/>
                <a:gd name="connsiteX15" fmla="*/ 144018 w 1301306"/>
                <a:gd name="connsiteY15" fmla="*/ 257175 h 802386"/>
                <a:gd name="connsiteX16" fmla="*/ 257175 w 1301306"/>
                <a:gd name="connsiteY16" fmla="*/ 144018 h 802386"/>
                <a:gd name="connsiteX17" fmla="*/ 144018 w 1301306"/>
                <a:gd name="connsiteY17" fmla="*/ 30861 h 802386"/>
                <a:gd name="connsiteX18" fmla="*/ 1301306 w 1301306"/>
                <a:gd name="connsiteY18" fmla="*/ 159449 h 802386"/>
                <a:gd name="connsiteX19" fmla="*/ 444056 w 1301306"/>
                <a:gd name="connsiteY19" fmla="*/ 159449 h 802386"/>
                <a:gd name="connsiteX20" fmla="*/ 444056 w 1301306"/>
                <a:gd name="connsiteY20" fmla="*/ 128588 h 802386"/>
                <a:gd name="connsiteX21" fmla="*/ 1301306 w 1301306"/>
                <a:gd name="connsiteY21" fmla="*/ 128588 h 802386"/>
                <a:gd name="connsiteX22" fmla="*/ 1301306 w 1301306"/>
                <a:gd name="connsiteY22" fmla="*/ 159449 h 802386"/>
                <a:gd name="connsiteX0" fmla="*/ 1301306 w 1301306"/>
                <a:gd name="connsiteY0" fmla="*/ 673799 h 673799"/>
                <a:gd name="connsiteX1" fmla="*/ 444056 w 1301306"/>
                <a:gd name="connsiteY1" fmla="*/ 673799 h 673799"/>
                <a:gd name="connsiteX2" fmla="*/ 444056 w 1301306"/>
                <a:gd name="connsiteY2" fmla="*/ 642938 h 673799"/>
                <a:gd name="connsiteX3" fmla="*/ 1301306 w 1301306"/>
                <a:gd name="connsiteY3" fmla="*/ 642938 h 673799"/>
                <a:gd name="connsiteX4" fmla="*/ 1301306 w 1301306"/>
                <a:gd name="connsiteY4" fmla="*/ 673799 h 673799"/>
                <a:gd name="connsiteX5" fmla="*/ 144018 w 1301306"/>
                <a:gd name="connsiteY5" fmla="*/ 288036 h 673799"/>
                <a:gd name="connsiteX6" fmla="*/ 0 w 1301306"/>
                <a:gd name="connsiteY6" fmla="*/ 144018 h 673799"/>
                <a:gd name="connsiteX7" fmla="*/ 144018 w 1301306"/>
                <a:gd name="connsiteY7" fmla="*/ 0 h 673799"/>
                <a:gd name="connsiteX8" fmla="*/ 288036 w 1301306"/>
                <a:gd name="connsiteY8" fmla="*/ 144018 h 673799"/>
                <a:gd name="connsiteX9" fmla="*/ 144018 w 1301306"/>
                <a:gd name="connsiteY9" fmla="*/ 288036 h 673799"/>
                <a:gd name="connsiteX10" fmla="*/ 144018 w 1301306"/>
                <a:gd name="connsiteY10" fmla="*/ 30861 h 673799"/>
                <a:gd name="connsiteX11" fmla="*/ 30861 w 1301306"/>
                <a:gd name="connsiteY11" fmla="*/ 144018 h 673799"/>
                <a:gd name="connsiteX12" fmla="*/ 144018 w 1301306"/>
                <a:gd name="connsiteY12" fmla="*/ 257175 h 673799"/>
                <a:gd name="connsiteX13" fmla="*/ 257175 w 1301306"/>
                <a:gd name="connsiteY13" fmla="*/ 144018 h 673799"/>
                <a:gd name="connsiteX14" fmla="*/ 144018 w 1301306"/>
                <a:gd name="connsiteY14" fmla="*/ 30861 h 673799"/>
                <a:gd name="connsiteX15" fmla="*/ 1301306 w 1301306"/>
                <a:gd name="connsiteY15" fmla="*/ 159449 h 673799"/>
                <a:gd name="connsiteX16" fmla="*/ 444056 w 1301306"/>
                <a:gd name="connsiteY16" fmla="*/ 159449 h 673799"/>
                <a:gd name="connsiteX17" fmla="*/ 444056 w 1301306"/>
                <a:gd name="connsiteY17" fmla="*/ 128588 h 673799"/>
                <a:gd name="connsiteX18" fmla="*/ 1301306 w 1301306"/>
                <a:gd name="connsiteY18" fmla="*/ 128588 h 673799"/>
                <a:gd name="connsiteX19" fmla="*/ 1301306 w 1301306"/>
                <a:gd name="connsiteY19" fmla="*/ 159449 h 673799"/>
                <a:gd name="connsiteX0" fmla="*/ 1301306 w 1301306"/>
                <a:gd name="connsiteY0" fmla="*/ 673799 h 673799"/>
                <a:gd name="connsiteX1" fmla="*/ 444056 w 1301306"/>
                <a:gd name="connsiteY1" fmla="*/ 673799 h 673799"/>
                <a:gd name="connsiteX2" fmla="*/ 1301306 w 1301306"/>
                <a:gd name="connsiteY2" fmla="*/ 642938 h 673799"/>
                <a:gd name="connsiteX3" fmla="*/ 1301306 w 1301306"/>
                <a:gd name="connsiteY3" fmla="*/ 673799 h 673799"/>
                <a:gd name="connsiteX4" fmla="*/ 144018 w 1301306"/>
                <a:gd name="connsiteY4" fmla="*/ 288036 h 673799"/>
                <a:gd name="connsiteX5" fmla="*/ 0 w 1301306"/>
                <a:gd name="connsiteY5" fmla="*/ 144018 h 673799"/>
                <a:gd name="connsiteX6" fmla="*/ 144018 w 1301306"/>
                <a:gd name="connsiteY6" fmla="*/ 0 h 673799"/>
                <a:gd name="connsiteX7" fmla="*/ 288036 w 1301306"/>
                <a:gd name="connsiteY7" fmla="*/ 144018 h 673799"/>
                <a:gd name="connsiteX8" fmla="*/ 144018 w 1301306"/>
                <a:gd name="connsiteY8" fmla="*/ 288036 h 673799"/>
                <a:gd name="connsiteX9" fmla="*/ 144018 w 1301306"/>
                <a:gd name="connsiteY9" fmla="*/ 30861 h 673799"/>
                <a:gd name="connsiteX10" fmla="*/ 30861 w 1301306"/>
                <a:gd name="connsiteY10" fmla="*/ 144018 h 673799"/>
                <a:gd name="connsiteX11" fmla="*/ 144018 w 1301306"/>
                <a:gd name="connsiteY11" fmla="*/ 257175 h 673799"/>
                <a:gd name="connsiteX12" fmla="*/ 257175 w 1301306"/>
                <a:gd name="connsiteY12" fmla="*/ 144018 h 673799"/>
                <a:gd name="connsiteX13" fmla="*/ 144018 w 1301306"/>
                <a:gd name="connsiteY13" fmla="*/ 30861 h 673799"/>
                <a:gd name="connsiteX14" fmla="*/ 1301306 w 1301306"/>
                <a:gd name="connsiteY14" fmla="*/ 159449 h 673799"/>
                <a:gd name="connsiteX15" fmla="*/ 444056 w 1301306"/>
                <a:gd name="connsiteY15" fmla="*/ 159449 h 673799"/>
                <a:gd name="connsiteX16" fmla="*/ 444056 w 1301306"/>
                <a:gd name="connsiteY16" fmla="*/ 128588 h 673799"/>
                <a:gd name="connsiteX17" fmla="*/ 1301306 w 1301306"/>
                <a:gd name="connsiteY17" fmla="*/ 128588 h 673799"/>
                <a:gd name="connsiteX18" fmla="*/ 1301306 w 1301306"/>
                <a:gd name="connsiteY18" fmla="*/ 159449 h 673799"/>
                <a:gd name="connsiteX0" fmla="*/ 1301306 w 1301306"/>
                <a:gd name="connsiteY0" fmla="*/ 673799 h 673799"/>
                <a:gd name="connsiteX1" fmla="*/ 1301306 w 1301306"/>
                <a:gd name="connsiteY1" fmla="*/ 642938 h 673799"/>
                <a:gd name="connsiteX2" fmla="*/ 1301306 w 1301306"/>
                <a:gd name="connsiteY2" fmla="*/ 673799 h 673799"/>
                <a:gd name="connsiteX3" fmla="*/ 144018 w 1301306"/>
                <a:gd name="connsiteY3" fmla="*/ 288036 h 673799"/>
                <a:gd name="connsiteX4" fmla="*/ 0 w 1301306"/>
                <a:gd name="connsiteY4" fmla="*/ 144018 h 673799"/>
                <a:gd name="connsiteX5" fmla="*/ 144018 w 1301306"/>
                <a:gd name="connsiteY5" fmla="*/ 0 h 673799"/>
                <a:gd name="connsiteX6" fmla="*/ 288036 w 1301306"/>
                <a:gd name="connsiteY6" fmla="*/ 144018 h 673799"/>
                <a:gd name="connsiteX7" fmla="*/ 144018 w 1301306"/>
                <a:gd name="connsiteY7" fmla="*/ 288036 h 673799"/>
                <a:gd name="connsiteX8" fmla="*/ 144018 w 1301306"/>
                <a:gd name="connsiteY8" fmla="*/ 30861 h 673799"/>
                <a:gd name="connsiteX9" fmla="*/ 30861 w 1301306"/>
                <a:gd name="connsiteY9" fmla="*/ 144018 h 673799"/>
                <a:gd name="connsiteX10" fmla="*/ 144018 w 1301306"/>
                <a:gd name="connsiteY10" fmla="*/ 257175 h 673799"/>
                <a:gd name="connsiteX11" fmla="*/ 257175 w 1301306"/>
                <a:gd name="connsiteY11" fmla="*/ 144018 h 673799"/>
                <a:gd name="connsiteX12" fmla="*/ 144018 w 1301306"/>
                <a:gd name="connsiteY12" fmla="*/ 30861 h 673799"/>
                <a:gd name="connsiteX13" fmla="*/ 1301306 w 1301306"/>
                <a:gd name="connsiteY13" fmla="*/ 159449 h 673799"/>
                <a:gd name="connsiteX14" fmla="*/ 444056 w 1301306"/>
                <a:gd name="connsiteY14" fmla="*/ 159449 h 673799"/>
                <a:gd name="connsiteX15" fmla="*/ 444056 w 1301306"/>
                <a:gd name="connsiteY15" fmla="*/ 128588 h 673799"/>
                <a:gd name="connsiteX16" fmla="*/ 1301306 w 1301306"/>
                <a:gd name="connsiteY16" fmla="*/ 128588 h 673799"/>
                <a:gd name="connsiteX17" fmla="*/ 1301306 w 1301306"/>
                <a:gd name="connsiteY17" fmla="*/ 159449 h 673799"/>
                <a:gd name="connsiteX0" fmla="*/ 144018 w 1301306"/>
                <a:gd name="connsiteY0" fmla="*/ 288036 h 288036"/>
                <a:gd name="connsiteX1" fmla="*/ 0 w 1301306"/>
                <a:gd name="connsiteY1" fmla="*/ 144018 h 288036"/>
                <a:gd name="connsiteX2" fmla="*/ 144018 w 1301306"/>
                <a:gd name="connsiteY2" fmla="*/ 0 h 288036"/>
                <a:gd name="connsiteX3" fmla="*/ 288036 w 1301306"/>
                <a:gd name="connsiteY3" fmla="*/ 144018 h 288036"/>
                <a:gd name="connsiteX4" fmla="*/ 144018 w 1301306"/>
                <a:gd name="connsiteY4" fmla="*/ 288036 h 288036"/>
                <a:gd name="connsiteX5" fmla="*/ 144018 w 1301306"/>
                <a:gd name="connsiteY5" fmla="*/ 30861 h 288036"/>
                <a:gd name="connsiteX6" fmla="*/ 30861 w 1301306"/>
                <a:gd name="connsiteY6" fmla="*/ 144018 h 288036"/>
                <a:gd name="connsiteX7" fmla="*/ 144018 w 1301306"/>
                <a:gd name="connsiteY7" fmla="*/ 257175 h 288036"/>
                <a:gd name="connsiteX8" fmla="*/ 257175 w 1301306"/>
                <a:gd name="connsiteY8" fmla="*/ 144018 h 288036"/>
                <a:gd name="connsiteX9" fmla="*/ 144018 w 1301306"/>
                <a:gd name="connsiteY9" fmla="*/ 30861 h 288036"/>
                <a:gd name="connsiteX10" fmla="*/ 1301306 w 1301306"/>
                <a:gd name="connsiteY10" fmla="*/ 159449 h 288036"/>
                <a:gd name="connsiteX11" fmla="*/ 444056 w 1301306"/>
                <a:gd name="connsiteY11" fmla="*/ 159449 h 288036"/>
                <a:gd name="connsiteX12" fmla="*/ 444056 w 1301306"/>
                <a:gd name="connsiteY12" fmla="*/ 128588 h 288036"/>
                <a:gd name="connsiteX13" fmla="*/ 1301306 w 1301306"/>
                <a:gd name="connsiteY13" fmla="*/ 128588 h 288036"/>
                <a:gd name="connsiteX14" fmla="*/ 1301306 w 1301306"/>
                <a:gd name="connsiteY14" fmla="*/ 159449 h 288036"/>
                <a:gd name="connsiteX0" fmla="*/ 144018 w 1301306"/>
                <a:gd name="connsiteY0" fmla="*/ 288036 h 288036"/>
                <a:gd name="connsiteX1" fmla="*/ 0 w 1301306"/>
                <a:gd name="connsiteY1" fmla="*/ 144018 h 288036"/>
                <a:gd name="connsiteX2" fmla="*/ 144018 w 1301306"/>
                <a:gd name="connsiteY2" fmla="*/ 0 h 288036"/>
                <a:gd name="connsiteX3" fmla="*/ 288036 w 1301306"/>
                <a:gd name="connsiteY3" fmla="*/ 144018 h 288036"/>
                <a:gd name="connsiteX4" fmla="*/ 144018 w 1301306"/>
                <a:gd name="connsiteY4" fmla="*/ 288036 h 288036"/>
                <a:gd name="connsiteX5" fmla="*/ 144018 w 1301306"/>
                <a:gd name="connsiteY5" fmla="*/ 30861 h 288036"/>
                <a:gd name="connsiteX6" fmla="*/ 30861 w 1301306"/>
                <a:gd name="connsiteY6" fmla="*/ 144018 h 288036"/>
                <a:gd name="connsiteX7" fmla="*/ 144018 w 1301306"/>
                <a:gd name="connsiteY7" fmla="*/ 257175 h 288036"/>
                <a:gd name="connsiteX8" fmla="*/ 257175 w 1301306"/>
                <a:gd name="connsiteY8" fmla="*/ 144018 h 288036"/>
                <a:gd name="connsiteX9" fmla="*/ 144018 w 1301306"/>
                <a:gd name="connsiteY9" fmla="*/ 30861 h 288036"/>
                <a:gd name="connsiteX10" fmla="*/ 1301306 w 1301306"/>
                <a:gd name="connsiteY10" fmla="*/ 128588 h 288036"/>
                <a:gd name="connsiteX11" fmla="*/ 444056 w 1301306"/>
                <a:gd name="connsiteY11" fmla="*/ 159449 h 288036"/>
                <a:gd name="connsiteX12" fmla="*/ 444056 w 1301306"/>
                <a:gd name="connsiteY12" fmla="*/ 128588 h 288036"/>
                <a:gd name="connsiteX13" fmla="*/ 1301306 w 1301306"/>
                <a:gd name="connsiteY13" fmla="*/ 128588 h 288036"/>
                <a:gd name="connsiteX0" fmla="*/ 144018 w 444056"/>
                <a:gd name="connsiteY0" fmla="*/ 288036 h 288036"/>
                <a:gd name="connsiteX1" fmla="*/ 0 w 444056"/>
                <a:gd name="connsiteY1" fmla="*/ 144018 h 288036"/>
                <a:gd name="connsiteX2" fmla="*/ 144018 w 444056"/>
                <a:gd name="connsiteY2" fmla="*/ 0 h 288036"/>
                <a:gd name="connsiteX3" fmla="*/ 288036 w 444056"/>
                <a:gd name="connsiteY3" fmla="*/ 144018 h 288036"/>
                <a:gd name="connsiteX4" fmla="*/ 144018 w 444056"/>
                <a:gd name="connsiteY4" fmla="*/ 288036 h 288036"/>
                <a:gd name="connsiteX5" fmla="*/ 144018 w 444056"/>
                <a:gd name="connsiteY5" fmla="*/ 30861 h 288036"/>
                <a:gd name="connsiteX6" fmla="*/ 30861 w 444056"/>
                <a:gd name="connsiteY6" fmla="*/ 144018 h 288036"/>
                <a:gd name="connsiteX7" fmla="*/ 144018 w 444056"/>
                <a:gd name="connsiteY7" fmla="*/ 257175 h 288036"/>
                <a:gd name="connsiteX8" fmla="*/ 257175 w 444056"/>
                <a:gd name="connsiteY8" fmla="*/ 144018 h 288036"/>
                <a:gd name="connsiteX9" fmla="*/ 144018 w 444056"/>
                <a:gd name="connsiteY9" fmla="*/ 30861 h 288036"/>
                <a:gd name="connsiteX10" fmla="*/ 444056 w 444056"/>
                <a:gd name="connsiteY10" fmla="*/ 128588 h 288036"/>
                <a:gd name="connsiteX11" fmla="*/ 444056 w 444056"/>
                <a:gd name="connsiteY11" fmla="*/ 159449 h 288036"/>
                <a:gd name="connsiteX12" fmla="*/ 444056 w 444056"/>
                <a:gd name="connsiteY12" fmla="*/ 128588 h 288036"/>
                <a:gd name="connsiteX0" fmla="*/ 144018 w 288036"/>
                <a:gd name="connsiteY0" fmla="*/ 288036 h 288036"/>
                <a:gd name="connsiteX1" fmla="*/ 0 w 288036"/>
                <a:gd name="connsiteY1" fmla="*/ 144018 h 288036"/>
                <a:gd name="connsiteX2" fmla="*/ 144018 w 288036"/>
                <a:gd name="connsiteY2" fmla="*/ 0 h 288036"/>
                <a:gd name="connsiteX3" fmla="*/ 288036 w 288036"/>
                <a:gd name="connsiteY3" fmla="*/ 144018 h 288036"/>
                <a:gd name="connsiteX4" fmla="*/ 144018 w 288036"/>
                <a:gd name="connsiteY4" fmla="*/ 288036 h 288036"/>
                <a:gd name="connsiteX5" fmla="*/ 144018 w 288036"/>
                <a:gd name="connsiteY5" fmla="*/ 30861 h 288036"/>
                <a:gd name="connsiteX6" fmla="*/ 30861 w 288036"/>
                <a:gd name="connsiteY6" fmla="*/ 144018 h 288036"/>
                <a:gd name="connsiteX7" fmla="*/ 144018 w 288036"/>
                <a:gd name="connsiteY7" fmla="*/ 257175 h 288036"/>
                <a:gd name="connsiteX8" fmla="*/ 257175 w 288036"/>
                <a:gd name="connsiteY8" fmla="*/ 144018 h 288036"/>
                <a:gd name="connsiteX9" fmla="*/ 144018 w 288036"/>
                <a:gd name="connsiteY9" fmla="*/ 30861 h 288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036" h="288036">
                  <a:moveTo>
                    <a:pt x="144018" y="288036"/>
                  </a:moveTo>
                  <a:cubicBezTo>
                    <a:pt x="64594" y="288036"/>
                    <a:pt x="0" y="223399"/>
                    <a:pt x="0" y="144018"/>
                  </a:cubicBezTo>
                  <a:cubicBezTo>
                    <a:pt x="0" y="64637"/>
                    <a:pt x="64594" y="0"/>
                    <a:pt x="144018" y="0"/>
                  </a:cubicBezTo>
                  <a:cubicBezTo>
                    <a:pt x="223442" y="0"/>
                    <a:pt x="288036" y="64594"/>
                    <a:pt x="288036" y="144018"/>
                  </a:cubicBezTo>
                  <a:cubicBezTo>
                    <a:pt x="288036" y="223442"/>
                    <a:pt x="223442" y="288036"/>
                    <a:pt x="144018" y="288036"/>
                  </a:cubicBezTo>
                  <a:close/>
                  <a:moveTo>
                    <a:pt x="144018" y="30861"/>
                  </a:moveTo>
                  <a:cubicBezTo>
                    <a:pt x="81610" y="30861"/>
                    <a:pt x="30861" y="81653"/>
                    <a:pt x="30861" y="144018"/>
                  </a:cubicBezTo>
                  <a:cubicBezTo>
                    <a:pt x="30861" y="206426"/>
                    <a:pt x="81653" y="257175"/>
                    <a:pt x="144018" y="257175"/>
                  </a:cubicBezTo>
                  <a:cubicBezTo>
                    <a:pt x="206383" y="257175"/>
                    <a:pt x="257175" y="206426"/>
                    <a:pt x="257175" y="144018"/>
                  </a:cubicBezTo>
                  <a:cubicBezTo>
                    <a:pt x="257175" y="81610"/>
                    <a:pt x="206426" y="30861"/>
                    <a:pt x="144018" y="30861"/>
                  </a:cubicBezTo>
                  <a:close/>
                </a:path>
              </a:pathLst>
            </a:custGeom>
            <a:solidFill>
              <a:srgbClr val="0F62FE"/>
            </a:solidFill>
            <a:ln w="42863" cap="flat">
              <a:noFill/>
              <a:prstDash val="solid"/>
              <a:miter/>
            </a:ln>
          </p:spPr>
          <p:txBody>
            <a:bodyPr rtlCol="0" anchor="ctr"/>
            <a:lstStyle/>
            <a:p>
              <a:endParaRPr lang="en-US"/>
            </a:p>
          </p:txBody>
        </p:sp>
      </p:grpSp>
      <p:sp>
        <p:nvSpPr>
          <p:cNvPr id="29" name="TextBox 28">
            <a:extLst>
              <a:ext uri="{FF2B5EF4-FFF2-40B4-BE49-F238E27FC236}">
                <a16:creationId xmlns:a16="http://schemas.microsoft.com/office/drawing/2014/main" id="{81A9E6E3-ED00-E26D-35F0-AF42C898BC13}"/>
              </a:ext>
            </a:extLst>
          </p:cNvPr>
          <p:cNvSpPr txBox="1"/>
          <p:nvPr/>
        </p:nvSpPr>
        <p:spPr>
          <a:xfrm>
            <a:off x="2545655" y="8738768"/>
            <a:ext cx="8955690" cy="196977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a:spAutoFit/>
          </a:bodyPr>
          <a:lstStyle/>
          <a:p>
            <a:pPr algn="ctr"/>
            <a:r>
              <a:rPr lang="en-US" i="1" dirty="0"/>
              <a:t>programmed with a series </a:t>
            </a:r>
            <a:br>
              <a:rPr lang="en-US" i="1" dirty="0"/>
            </a:br>
            <a:r>
              <a:rPr lang="en-US" i="1" dirty="0"/>
              <a:t>of </a:t>
            </a:r>
            <a:r>
              <a:rPr lang="en-US" i="1" dirty="0">
                <a:solidFill>
                  <a:srgbClr val="0E61FF"/>
                </a:solidFill>
              </a:rPr>
              <a:t>instructions</a:t>
            </a:r>
            <a:r>
              <a:rPr lang="en-US" i="1" dirty="0"/>
              <a:t> &amp; logical rules</a:t>
            </a:r>
          </a:p>
          <a:p>
            <a:pPr algn="ctr">
              <a:spcBef>
                <a:spcPts val="2400"/>
              </a:spcBef>
            </a:pPr>
            <a:r>
              <a:rPr lang="en-US" i="1" dirty="0"/>
              <a:t>for example: “a triangle has three sides”</a:t>
            </a:r>
          </a:p>
        </p:txBody>
      </p:sp>
      <p:sp>
        <p:nvSpPr>
          <p:cNvPr id="32" name="TextBox 31">
            <a:extLst>
              <a:ext uri="{FF2B5EF4-FFF2-40B4-BE49-F238E27FC236}">
                <a16:creationId xmlns:a16="http://schemas.microsoft.com/office/drawing/2014/main" id="{045D90E3-5E56-8EE5-6546-BDCE49148255}"/>
              </a:ext>
            </a:extLst>
          </p:cNvPr>
          <p:cNvSpPr txBox="1"/>
          <p:nvPr/>
        </p:nvSpPr>
        <p:spPr>
          <a:xfrm>
            <a:off x="3484669" y="3275199"/>
            <a:ext cx="7077662" cy="92333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5400" dirty="0">
                <a:latin typeface="IBM Plex Sans Light" panose="020B0403050203000203" pitchFamily="34" charset="0"/>
              </a:rPr>
              <a:t>Rules-based systems </a:t>
            </a:r>
          </a:p>
        </p:txBody>
      </p:sp>
      <p:grpSp>
        <p:nvGrpSpPr>
          <p:cNvPr id="27" name="Group 26">
            <a:extLst>
              <a:ext uri="{FF2B5EF4-FFF2-40B4-BE49-F238E27FC236}">
                <a16:creationId xmlns:a16="http://schemas.microsoft.com/office/drawing/2014/main" id="{0E5EF1E8-EEFC-F5B1-0073-8DC2971082E5}"/>
              </a:ext>
            </a:extLst>
          </p:cNvPr>
          <p:cNvGrpSpPr>
            <a:grpSpLocks noChangeAspect="1"/>
          </p:cNvGrpSpPr>
          <p:nvPr/>
        </p:nvGrpSpPr>
        <p:grpSpPr>
          <a:xfrm>
            <a:off x="16212355" y="4963752"/>
            <a:ext cx="2746950" cy="2743200"/>
            <a:chOff x="13840114" y="6550936"/>
            <a:chExt cx="3452001" cy="3447289"/>
          </a:xfrm>
        </p:grpSpPr>
        <p:sp>
          <p:nvSpPr>
            <p:cNvPr id="25" name="Freeform 24">
              <a:extLst>
                <a:ext uri="{FF2B5EF4-FFF2-40B4-BE49-F238E27FC236}">
                  <a16:creationId xmlns:a16="http://schemas.microsoft.com/office/drawing/2014/main" id="{A4D51619-1E16-64E1-AE60-BB39044B6402}"/>
                </a:ext>
              </a:extLst>
            </p:cNvPr>
            <p:cNvSpPr>
              <a:spLocks noChangeAspect="1"/>
            </p:cNvSpPr>
            <p:nvPr/>
          </p:nvSpPr>
          <p:spPr>
            <a:xfrm>
              <a:off x="13840114" y="6550936"/>
              <a:ext cx="3452001" cy="3447289"/>
            </a:xfrm>
            <a:custGeom>
              <a:avLst/>
              <a:gdLst>
                <a:gd name="connsiteX0" fmla="*/ 2219477 w 2902611"/>
                <a:gd name="connsiteY0" fmla="*/ 2446244 h 2902610"/>
                <a:gd name="connsiteX1" fmla="*/ 2220327 w 2902611"/>
                <a:gd name="connsiteY1" fmla="*/ 2446244 h 2902610"/>
                <a:gd name="connsiteX2" fmla="*/ 2219477 w 2902611"/>
                <a:gd name="connsiteY2" fmla="*/ 2446244 h 2902610"/>
                <a:gd name="connsiteX3" fmla="*/ 2487723 w 2902611"/>
                <a:gd name="connsiteY3" fmla="*/ 2210406 h 2902610"/>
                <a:gd name="connsiteX4" fmla="*/ 2488573 w 2902611"/>
                <a:gd name="connsiteY4" fmla="*/ 2210406 h 2902610"/>
                <a:gd name="connsiteX5" fmla="*/ 2487723 w 2902611"/>
                <a:gd name="connsiteY5" fmla="*/ 2210406 h 2902610"/>
                <a:gd name="connsiteX6" fmla="*/ 1782007 w 2902611"/>
                <a:gd name="connsiteY6" fmla="*/ 729432 h 2902610"/>
                <a:gd name="connsiteX7" fmla="*/ 1120604 w 2902611"/>
                <a:gd name="connsiteY7" fmla="*/ 729432 h 2902610"/>
                <a:gd name="connsiteX8" fmla="*/ 1086589 w 2902611"/>
                <a:gd name="connsiteY8" fmla="*/ 695417 h 2902610"/>
                <a:gd name="connsiteX9" fmla="*/ 1086589 w 2902611"/>
                <a:gd name="connsiteY9" fmla="*/ 34015 h 2902610"/>
                <a:gd name="connsiteX10" fmla="*/ 1120604 w 2902611"/>
                <a:gd name="connsiteY10" fmla="*/ 0 h 2902610"/>
                <a:gd name="connsiteX11" fmla="*/ 1782007 w 2902611"/>
                <a:gd name="connsiteY11" fmla="*/ 0 h 2902610"/>
                <a:gd name="connsiteX12" fmla="*/ 1816022 w 2902611"/>
                <a:gd name="connsiteY12" fmla="*/ 34015 h 2902610"/>
                <a:gd name="connsiteX13" fmla="*/ 1816022 w 2902611"/>
                <a:gd name="connsiteY13" fmla="*/ 695417 h 2902610"/>
                <a:gd name="connsiteX14" fmla="*/ 1782007 w 2902611"/>
                <a:gd name="connsiteY14" fmla="*/ 729432 h 2902610"/>
                <a:gd name="connsiteX15" fmla="*/ 1154619 w 2902611"/>
                <a:gd name="connsiteY15" fmla="*/ 661402 h 2902610"/>
                <a:gd name="connsiteX16" fmla="*/ 1747992 w 2902611"/>
                <a:gd name="connsiteY16" fmla="*/ 661402 h 2902610"/>
                <a:gd name="connsiteX17" fmla="*/ 1747992 w 2902611"/>
                <a:gd name="connsiteY17" fmla="*/ 68030 h 2902610"/>
                <a:gd name="connsiteX18" fmla="*/ 1154619 w 2902611"/>
                <a:gd name="connsiteY18" fmla="*/ 68030 h 2902610"/>
                <a:gd name="connsiteX19" fmla="*/ 1154619 w 2902611"/>
                <a:gd name="connsiteY19" fmla="*/ 661402 h 2902610"/>
                <a:gd name="connsiteX20" fmla="*/ 695417 w 2902611"/>
                <a:gd name="connsiteY20" fmla="*/ 2902611 h 2902610"/>
                <a:gd name="connsiteX21" fmla="*/ 34015 w 2902611"/>
                <a:gd name="connsiteY21" fmla="*/ 2902611 h 2902610"/>
                <a:gd name="connsiteX22" fmla="*/ 0 w 2902611"/>
                <a:gd name="connsiteY22" fmla="*/ 2868596 h 2902610"/>
                <a:gd name="connsiteX23" fmla="*/ 0 w 2902611"/>
                <a:gd name="connsiteY23" fmla="*/ 2207194 h 2902610"/>
                <a:gd name="connsiteX24" fmla="*/ 34015 w 2902611"/>
                <a:gd name="connsiteY24" fmla="*/ 2173179 h 2902610"/>
                <a:gd name="connsiteX25" fmla="*/ 695417 w 2902611"/>
                <a:gd name="connsiteY25" fmla="*/ 2173179 h 2902610"/>
                <a:gd name="connsiteX26" fmla="*/ 729432 w 2902611"/>
                <a:gd name="connsiteY26" fmla="*/ 2207194 h 2902610"/>
                <a:gd name="connsiteX27" fmla="*/ 729432 w 2902611"/>
                <a:gd name="connsiteY27" fmla="*/ 2868596 h 2902610"/>
                <a:gd name="connsiteX28" fmla="*/ 695417 w 2902611"/>
                <a:gd name="connsiteY28" fmla="*/ 2902611 h 2902610"/>
                <a:gd name="connsiteX29" fmla="*/ 68030 w 2902611"/>
                <a:gd name="connsiteY29" fmla="*/ 2834581 h 2902610"/>
                <a:gd name="connsiteX30" fmla="*/ 661402 w 2902611"/>
                <a:gd name="connsiteY30" fmla="*/ 2834581 h 2902610"/>
                <a:gd name="connsiteX31" fmla="*/ 661402 w 2902611"/>
                <a:gd name="connsiteY31" fmla="*/ 2241209 h 2902610"/>
                <a:gd name="connsiteX32" fmla="*/ 68030 w 2902611"/>
                <a:gd name="connsiteY32" fmla="*/ 2241209 h 2902610"/>
                <a:gd name="connsiteX33" fmla="*/ 68030 w 2902611"/>
                <a:gd name="connsiteY33" fmla="*/ 2834581 h 2902610"/>
                <a:gd name="connsiteX34" fmla="*/ 2868596 w 2902611"/>
                <a:gd name="connsiteY34" fmla="*/ 1816022 h 2902610"/>
                <a:gd name="connsiteX35" fmla="*/ 2207194 w 2902611"/>
                <a:gd name="connsiteY35" fmla="*/ 1816022 h 2902610"/>
                <a:gd name="connsiteX36" fmla="*/ 2173179 w 2902611"/>
                <a:gd name="connsiteY36" fmla="*/ 1782007 h 2902610"/>
                <a:gd name="connsiteX37" fmla="*/ 2173179 w 2902611"/>
                <a:gd name="connsiteY37" fmla="*/ 1120604 h 2902610"/>
                <a:gd name="connsiteX38" fmla="*/ 2207194 w 2902611"/>
                <a:gd name="connsiteY38" fmla="*/ 1086589 h 2902610"/>
                <a:gd name="connsiteX39" fmla="*/ 2868596 w 2902611"/>
                <a:gd name="connsiteY39" fmla="*/ 1086589 h 2902610"/>
                <a:gd name="connsiteX40" fmla="*/ 2902611 w 2902611"/>
                <a:gd name="connsiteY40" fmla="*/ 1120604 h 2902610"/>
                <a:gd name="connsiteX41" fmla="*/ 2902611 w 2902611"/>
                <a:gd name="connsiteY41" fmla="*/ 1782007 h 2902610"/>
                <a:gd name="connsiteX42" fmla="*/ 2868596 w 2902611"/>
                <a:gd name="connsiteY42" fmla="*/ 1816022 h 2902610"/>
                <a:gd name="connsiteX43" fmla="*/ 2241209 w 2902611"/>
                <a:gd name="connsiteY43" fmla="*/ 1747992 h 2902610"/>
                <a:gd name="connsiteX44" fmla="*/ 2834487 w 2902611"/>
                <a:gd name="connsiteY44" fmla="*/ 1747992 h 2902610"/>
                <a:gd name="connsiteX45" fmla="*/ 2834487 w 2902611"/>
                <a:gd name="connsiteY45" fmla="*/ 1154619 h 2902610"/>
                <a:gd name="connsiteX46" fmla="*/ 2241209 w 2902611"/>
                <a:gd name="connsiteY46" fmla="*/ 1154619 h 2902610"/>
                <a:gd name="connsiteX47" fmla="*/ 2241209 w 2902611"/>
                <a:gd name="connsiteY47" fmla="*/ 1747992 h 2902610"/>
                <a:gd name="connsiteX48" fmla="*/ 1451306 w 2902611"/>
                <a:gd name="connsiteY48" fmla="*/ 1816022 h 2902610"/>
                <a:gd name="connsiteX49" fmla="*/ 1086589 w 2902611"/>
                <a:gd name="connsiteY49" fmla="*/ 1451306 h 2902610"/>
                <a:gd name="connsiteX50" fmla="*/ 1451306 w 2902611"/>
                <a:gd name="connsiteY50" fmla="*/ 1086589 h 2902610"/>
                <a:gd name="connsiteX51" fmla="*/ 1816022 w 2902611"/>
                <a:gd name="connsiteY51" fmla="*/ 1451306 h 2902610"/>
                <a:gd name="connsiteX52" fmla="*/ 1451306 w 2902611"/>
                <a:gd name="connsiteY52" fmla="*/ 1816022 h 2902610"/>
                <a:gd name="connsiteX53" fmla="*/ 1451306 w 2902611"/>
                <a:gd name="connsiteY53" fmla="*/ 1154619 h 2902610"/>
                <a:gd name="connsiteX54" fmla="*/ 1154619 w 2902611"/>
                <a:gd name="connsiteY54" fmla="*/ 1451306 h 2902610"/>
                <a:gd name="connsiteX55" fmla="*/ 1451306 w 2902611"/>
                <a:gd name="connsiteY55" fmla="*/ 1747992 h 2902610"/>
                <a:gd name="connsiteX56" fmla="*/ 1747992 w 2902611"/>
                <a:gd name="connsiteY56" fmla="*/ 1451306 h 2902610"/>
                <a:gd name="connsiteX57" fmla="*/ 1451306 w 2902611"/>
                <a:gd name="connsiteY57" fmla="*/ 1154619 h 2902610"/>
                <a:gd name="connsiteX58" fmla="*/ 364716 w 2902611"/>
                <a:gd name="connsiteY58" fmla="*/ 729432 h 2902610"/>
                <a:gd name="connsiteX59" fmla="*/ 0 w 2902611"/>
                <a:gd name="connsiteY59" fmla="*/ 364716 h 2902610"/>
                <a:gd name="connsiteX60" fmla="*/ 364716 w 2902611"/>
                <a:gd name="connsiteY60" fmla="*/ 0 h 2902610"/>
                <a:gd name="connsiteX61" fmla="*/ 729432 w 2902611"/>
                <a:gd name="connsiteY61" fmla="*/ 364716 h 2902610"/>
                <a:gd name="connsiteX62" fmla="*/ 364716 w 2902611"/>
                <a:gd name="connsiteY62" fmla="*/ 729432 h 2902610"/>
                <a:gd name="connsiteX63" fmla="*/ 364716 w 2902611"/>
                <a:gd name="connsiteY63" fmla="*/ 68030 h 2902610"/>
                <a:gd name="connsiteX64" fmla="*/ 68030 w 2902611"/>
                <a:gd name="connsiteY64" fmla="*/ 364716 h 2902610"/>
                <a:gd name="connsiteX65" fmla="*/ 364716 w 2902611"/>
                <a:gd name="connsiteY65" fmla="*/ 661402 h 2902610"/>
                <a:gd name="connsiteX66" fmla="*/ 661402 w 2902611"/>
                <a:gd name="connsiteY66" fmla="*/ 364716 h 2902610"/>
                <a:gd name="connsiteX67" fmla="*/ 364716 w 2902611"/>
                <a:gd name="connsiteY67" fmla="*/ 68030 h 2902610"/>
                <a:gd name="connsiteX68" fmla="*/ 1782007 w 2902611"/>
                <a:gd name="connsiteY68" fmla="*/ 2902611 h 2902610"/>
                <a:gd name="connsiteX69" fmla="*/ 1120604 w 2902611"/>
                <a:gd name="connsiteY69" fmla="*/ 2902611 h 2902610"/>
                <a:gd name="connsiteX70" fmla="*/ 1091125 w 2902611"/>
                <a:gd name="connsiteY70" fmla="*/ 2885509 h 2902610"/>
                <a:gd name="connsiteX71" fmla="*/ 1091219 w 2902611"/>
                <a:gd name="connsiteY71" fmla="*/ 2851400 h 2902610"/>
                <a:gd name="connsiteX72" fmla="*/ 1421920 w 2902611"/>
                <a:gd name="connsiteY72" fmla="*/ 2284483 h 2902610"/>
                <a:gd name="connsiteX73" fmla="*/ 1480691 w 2902611"/>
                <a:gd name="connsiteY73" fmla="*/ 2284483 h 2902610"/>
                <a:gd name="connsiteX74" fmla="*/ 1811392 w 2902611"/>
                <a:gd name="connsiteY74" fmla="*/ 2851400 h 2902610"/>
                <a:gd name="connsiteX75" fmla="*/ 1811581 w 2902611"/>
                <a:gd name="connsiteY75" fmla="*/ 2885509 h 2902610"/>
                <a:gd name="connsiteX76" fmla="*/ 1782007 w 2902611"/>
                <a:gd name="connsiteY76" fmla="*/ 2902611 h 2902610"/>
                <a:gd name="connsiteX77" fmla="*/ 1179847 w 2902611"/>
                <a:gd name="connsiteY77" fmla="*/ 2834581 h 2902610"/>
                <a:gd name="connsiteX78" fmla="*/ 1722764 w 2902611"/>
                <a:gd name="connsiteY78" fmla="*/ 2834581 h 2902610"/>
                <a:gd name="connsiteX79" fmla="*/ 1451306 w 2902611"/>
                <a:gd name="connsiteY79" fmla="*/ 2369237 h 2902610"/>
                <a:gd name="connsiteX80" fmla="*/ 1179847 w 2902611"/>
                <a:gd name="connsiteY80" fmla="*/ 2834581 h 2902610"/>
                <a:gd name="connsiteX81" fmla="*/ 695417 w 2902611"/>
                <a:gd name="connsiteY81" fmla="*/ 1768779 h 2902610"/>
                <a:gd name="connsiteX82" fmla="*/ 34015 w 2902611"/>
                <a:gd name="connsiteY82" fmla="*/ 1768779 h 2902610"/>
                <a:gd name="connsiteX83" fmla="*/ 4535 w 2902611"/>
                <a:gd name="connsiteY83" fmla="*/ 1751677 h 2902610"/>
                <a:gd name="connsiteX84" fmla="*/ 4630 w 2902611"/>
                <a:gd name="connsiteY84" fmla="*/ 1717567 h 2902610"/>
                <a:gd name="connsiteX85" fmla="*/ 335331 w 2902611"/>
                <a:gd name="connsiteY85" fmla="*/ 1150651 h 2902610"/>
                <a:gd name="connsiteX86" fmla="*/ 394101 w 2902611"/>
                <a:gd name="connsiteY86" fmla="*/ 1150651 h 2902610"/>
                <a:gd name="connsiteX87" fmla="*/ 724802 w 2902611"/>
                <a:gd name="connsiteY87" fmla="*/ 1717567 h 2902610"/>
                <a:gd name="connsiteX88" fmla="*/ 724897 w 2902611"/>
                <a:gd name="connsiteY88" fmla="*/ 1751677 h 2902610"/>
                <a:gd name="connsiteX89" fmla="*/ 695417 w 2902611"/>
                <a:gd name="connsiteY89" fmla="*/ 1768779 h 2902610"/>
                <a:gd name="connsiteX90" fmla="*/ 93258 w 2902611"/>
                <a:gd name="connsiteY90" fmla="*/ 1700749 h 2902610"/>
                <a:gd name="connsiteX91" fmla="*/ 636174 w 2902611"/>
                <a:gd name="connsiteY91" fmla="*/ 1700749 h 2902610"/>
                <a:gd name="connsiteX92" fmla="*/ 364716 w 2902611"/>
                <a:gd name="connsiteY92" fmla="*/ 1235310 h 2902610"/>
                <a:gd name="connsiteX93" fmla="*/ 93258 w 2902611"/>
                <a:gd name="connsiteY93" fmla="*/ 1700749 h 2902610"/>
                <a:gd name="connsiteX94" fmla="*/ 2868596 w 2902611"/>
                <a:gd name="connsiteY94" fmla="*/ 634946 h 2902610"/>
                <a:gd name="connsiteX95" fmla="*/ 2207194 w 2902611"/>
                <a:gd name="connsiteY95" fmla="*/ 634946 h 2902610"/>
                <a:gd name="connsiteX96" fmla="*/ 2177714 w 2902611"/>
                <a:gd name="connsiteY96" fmla="*/ 617844 h 2902610"/>
                <a:gd name="connsiteX97" fmla="*/ 2177903 w 2902611"/>
                <a:gd name="connsiteY97" fmla="*/ 583829 h 2902610"/>
                <a:gd name="connsiteX98" fmla="*/ 2508604 w 2902611"/>
                <a:gd name="connsiteY98" fmla="*/ 16913 h 2902610"/>
                <a:gd name="connsiteX99" fmla="*/ 2567280 w 2902611"/>
                <a:gd name="connsiteY99" fmla="*/ 16913 h 2902610"/>
                <a:gd name="connsiteX100" fmla="*/ 2897981 w 2902611"/>
                <a:gd name="connsiteY100" fmla="*/ 583829 h 2902610"/>
                <a:gd name="connsiteX101" fmla="*/ 2898170 w 2902611"/>
                <a:gd name="connsiteY101" fmla="*/ 617844 h 2902610"/>
                <a:gd name="connsiteX102" fmla="*/ 2868596 w 2902611"/>
                <a:gd name="connsiteY102" fmla="*/ 634946 h 2902610"/>
                <a:gd name="connsiteX103" fmla="*/ 2266437 w 2902611"/>
                <a:gd name="connsiteY103" fmla="*/ 566916 h 2902610"/>
                <a:gd name="connsiteX104" fmla="*/ 2809353 w 2902611"/>
                <a:gd name="connsiteY104" fmla="*/ 566916 h 2902610"/>
                <a:gd name="connsiteX105" fmla="*/ 2537895 w 2902611"/>
                <a:gd name="connsiteY105" fmla="*/ 101478 h 2902610"/>
                <a:gd name="connsiteX106" fmla="*/ 2266437 w 2902611"/>
                <a:gd name="connsiteY106" fmla="*/ 566916 h 2902610"/>
                <a:gd name="connsiteX107" fmla="*/ 2488573 w 2902611"/>
                <a:gd name="connsiteY107" fmla="*/ 2176297 h 2902610"/>
                <a:gd name="connsiteX108" fmla="*/ 2454464 w 2902611"/>
                <a:gd name="connsiteY108" fmla="*/ 2210406 h 2902610"/>
                <a:gd name="connsiteX109" fmla="*/ 2488573 w 2902611"/>
                <a:gd name="connsiteY109" fmla="*/ 2244516 h 2902610"/>
                <a:gd name="connsiteX110" fmla="*/ 2522683 w 2902611"/>
                <a:gd name="connsiteY110" fmla="*/ 2210406 h 2902610"/>
                <a:gd name="connsiteX111" fmla="*/ 2488573 w 2902611"/>
                <a:gd name="connsiteY111" fmla="*/ 2176297 h 2902610"/>
                <a:gd name="connsiteX112" fmla="*/ 2320199 w 2902611"/>
                <a:gd name="connsiteY112" fmla="*/ 2254720 h 2902610"/>
                <a:gd name="connsiteX113" fmla="*/ 2286090 w 2902611"/>
                <a:gd name="connsiteY113" fmla="*/ 2288830 h 2902610"/>
                <a:gd name="connsiteX114" fmla="*/ 2320199 w 2902611"/>
                <a:gd name="connsiteY114" fmla="*/ 2322939 h 2902610"/>
                <a:gd name="connsiteX115" fmla="*/ 2354308 w 2902611"/>
                <a:gd name="connsiteY115" fmla="*/ 2288830 h 2902610"/>
                <a:gd name="connsiteX116" fmla="*/ 2320199 w 2902611"/>
                <a:gd name="connsiteY116" fmla="*/ 2254720 h 2902610"/>
                <a:gd name="connsiteX117" fmla="*/ 2219855 w 2902611"/>
                <a:gd name="connsiteY117" fmla="*/ 2412134 h 2902610"/>
                <a:gd name="connsiteX118" fmla="*/ 2185746 w 2902611"/>
                <a:gd name="connsiteY118" fmla="*/ 2446244 h 2902610"/>
                <a:gd name="connsiteX119" fmla="*/ 2219855 w 2902611"/>
                <a:gd name="connsiteY119" fmla="*/ 2480353 h 2902610"/>
                <a:gd name="connsiteX120" fmla="*/ 2253964 w 2902611"/>
                <a:gd name="connsiteY120" fmla="*/ 2446244 h 2902610"/>
                <a:gd name="connsiteX121" fmla="*/ 2219855 w 2902611"/>
                <a:gd name="connsiteY121" fmla="*/ 2412134 h 2902610"/>
                <a:gd name="connsiteX122" fmla="*/ 2220327 w 2902611"/>
                <a:gd name="connsiteY122" fmla="*/ 2596476 h 2902610"/>
                <a:gd name="connsiteX123" fmla="*/ 2186218 w 2902611"/>
                <a:gd name="connsiteY123" fmla="*/ 2630586 h 2902610"/>
                <a:gd name="connsiteX124" fmla="*/ 2220327 w 2902611"/>
                <a:gd name="connsiteY124" fmla="*/ 2664695 h 2902610"/>
                <a:gd name="connsiteX125" fmla="*/ 2254437 w 2902611"/>
                <a:gd name="connsiteY125" fmla="*/ 2630586 h 2902610"/>
                <a:gd name="connsiteX126" fmla="*/ 2220327 w 2902611"/>
                <a:gd name="connsiteY126" fmla="*/ 2596476 h 2902610"/>
                <a:gd name="connsiteX127" fmla="*/ 2321427 w 2902611"/>
                <a:gd name="connsiteY127" fmla="*/ 2753607 h 2902610"/>
                <a:gd name="connsiteX128" fmla="*/ 2287318 w 2902611"/>
                <a:gd name="connsiteY128" fmla="*/ 2787716 h 2902610"/>
                <a:gd name="connsiteX129" fmla="*/ 2321427 w 2902611"/>
                <a:gd name="connsiteY129" fmla="*/ 2821825 h 2902610"/>
                <a:gd name="connsiteX130" fmla="*/ 2355537 w 2902611"/>
                <a:gd name="connsiteY130" fmla="*/ 2787716 h 2902610"/>
                <a:gd name="connsiteX131" fmla="*/ 2321427 w 2902611"/>
                <a:gd name="connsiteY131" fmla="*/ 2753607 h 2902610"/>
                <a:gd name="connsiteX132" fmla="*/ 2490935 w 2902611"/>
                <a:gd name="connsiteY132" fmla="*/ 2830518 h 2902610"/>
                <a:gd name="connsiteX133" fmla="*/ 2456826 w 2902611"/>
                <a:gd name="connsiteY133" fmla="*/ 2864628 h 2902610"/>
                <a:gd name="connsiteX134" fmla="*/ 2490935 w 2902611"/>
                <a:gd name="connsiteY134" fmla="*/ 2898737 h 2902610"/>
                <a:gd name="connsiteX135" fmla="*/ 2525045 w 2902611"/>
                <a:gd name="connsiteY135" fmla="*/ 2864628 h 2902610"/>
                <a:gd name="connsiteX136" fmla="*/ 2490935 w 2902611"/>
                <a:gd name="connsiteY136" fmla="*/ 2830518 h 2902610"/>
                <a:gd name="connsiteX137" fmla="*/ 2674805 w 2902611"/>
                <a:gd name="connsiteY137" fmla="*/ 2804157 h 2902610"/>
                <a:gd name="connsiteX138" fmla="*/ 2640696 w 2902611"/>
                <a:gd name="connsiteY138" fmla="*/ 2838266 h 2902610"/>
                <a:gd name="connsiteX139" fmla="*/ 2674805 w 2902611"/>
                <a:gd name="connsiteY139" fmla="*/ 2872376 h 2902610"/>
                <a:gd name="connsiteX140" fmla="*/ 2708915 w 2902611"/>
                <a:gd name="connsiteY140" fmla="*/ 2838266 h 2902610"/>
                <a:gd name="connsiteX141" fmla="*/ 2674805 w 2902611"/>
                <a:gd name="connsiteY141" fmla="*/ 2804157 h 2902610"/>
                <a:gd name="connsiteX142" fmla="*/ 2815684 w 2902611"/>
                <a:gd name="connsiteY142" fmla="*/ 2682742 h 2902610"/>
                <a:gd name="connsiteX143" fmla="*/ 2781574 w 2902611"/>
                <a:gd name="connsiteY143" fmla="*/ 2716851 h 2902610"/>
                <a:gd name="connsiteX144" fmla="*/ 2815684 w 2902611"/>
                <a:gd name="connsiteY144" fmla="*/ 2750961 h 2902610"/>
                <a:gd name="connsiteX145" fmla="*/ 2849793 w 2902611"/>
                <a:gd name="connsiteY145" fmla="*/ 2716851 h 2902610"/>
                <a:gd name="connsiteX146" fmla="*/ 2815684 w 2902611"/>
                <a:gd name="connsiteY146" fmla="*/ 2682742 h 2902610"/>
                <a:gd name="connsiteX147" fmla="*/ 2868124 w 2902611"/>
                <a:gd name="connsiteY147" fmla="*/ 2501518 h 2902610"/>
                <a:gd name="connsiteX148" fmla="*/ 2834014 w 2902611"/>
                <a:gd name="connsiteY148" fmla="*/ 2535627 h 2902610"/>
                <a:gd name="connsiteX149" fmla="*/ 2868124 w 2902611"/>
                <a:gd name="connsiteY149" fmla="*/ 2569737 h 2902610"/>
                <a:gd name="connsiteX150" fmla="*/ 2902233 w 2902611"/>
                <a:gd name="connsiteY150" fmla="*/ 2535627 h 2902610"/>
                <a:gd name="connsiteX151" fmla="*/ 2868124 w 2902611"/>
                <a:gd name="connsiteY151" fmla="*/ 2501518 h 2902610"/>
                <a:gd name="connsiteX152" fmla="*/ 2814266 w 2902611"/>
                <a:gd name="connsiteY152" fmla="*/ 2322750 h 2902610"/>
                <a:gd name="connsiteX153" fmla="*/ 2780157 w 2902611"/>
                <a:gd name="connsiteY153" fmla="*/ 2356860 h 2902610"/>
                <a:gd name="connsiteX154" fmla="*/ 2814266 w 2902611"/>
                <a:gd name="connsiteY154" fmla="*/ 2390969 h 2902610"/>
                <a:gd name="connsiteX155" fmla="*/ 2848376 w 2902611"/>
                <a:gd name="connsiteY155" fmla="*/ 2356860 h 2902610"/>
                <a:gd name="connsiteX156" fmla="*/ 2814266 w 2902611"/>
                <a:gd name="connsiteY156" fmla="*/ 2322750 h 2902610"/>
                <a:gd name="connsiteX157" fmla="*/ 2673293 w 2902611"/>
                <a:gd name="connsiteY157" fmla="*/ 2201241 h 2902610"/>
                <a:gd name="connsiteX158" fmla="*/ 2639184 w 2902611"/>
                <a:gd name="connsiteY158" fmla="*/ 2235351 h 2902610"/>
                <a:gd name="connsiteX159" fmla="*/ 2673293 w 2902611"/>
                <a:gd name="connsiteY159" fmla="*/ 2269460 h 2902610"/>
                <a:gd name="connsiteX160" fmla="*/ 2707403 w 2902611"/>
                <a:gd name="connsiteY160" fmla="*/ 2235351 h 2902610"/>
                <a:gd name="connsiteX161" fmla="*/ 2673293 w 2902611"/>
                <a:gd name="connsiteY161" fmla="*/ 2201241 h 2902610"/>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220327 w 2902611"/>
                <a:gd name="connsiteY122" fmla="*/ 2596476 h 2902611"/>
                <a:gd name="connsiteX123" fmla="*/ 2186218 w 2902611"/>
                <a:gd name="connsiteY123" fmla="*/ 2630586 h 2902611"/>
                <a:gd name="connsiteX124" fmla="*/ 2220327 w 2902611"/>
                <a:gd name="connsiteY124" fmla="*/ 2664695 h 2902611"/>
                <a:gd name="connsiteX125" fmla="*/ 2254437 w 2902611"/>
                <a:gd name="connsiteY125" fmla="*/ 2630586 h 2902611"/>
                <a:gd name="connsiteX126" fmla="*/ 2220327 w 2902611"/>
                <a:gd name="connsiteY126" fmla="*/ 2596476 h 2902611"/>
                <a:gd name="connsiteX127" fmla="*/ 2321427 w 2902611"/>
                <a:gd name="connsiteY127" fmla="*/ 2753607 h 2902611"/>
                <a:gd name="connsiteX128" fmla="*/ 2287318 w 2902611"/>
                <a:gd name="connsiteY128" fmla="*/ 2787716 h 2902611"/>
                <a:gd name="connsiteX129" fmla="*/ 2321427 w 2902611"/>
                <a:gd name="connsiteY129" fmla="*/ 2821825 h 2902611"/>
                <a:gd name="connsiteX130" fmla="*/ 2355537 w 2902611"/>
                <a:gd name="connsiteY130" fmla="*/ 2787716 h 2902611"/>
                <a:gd name="connsiteX131" fmla="*/ 2321427 w 2902611"/>
                <a:gd name="connsiteY131" fmla="*/ 2753607 h 2902611"/>
                <a:gd name="connsiteX132" fmla="*/ 2490935 w 2902611"/>
                <a:gd name="connsiteY132" fmla="*/ 2830518 h 2902611"/>
                <a:gd name="connsiteX133" fmla="*/ 2456826 w 2902611"/>
                <a:gd name="connsiteY133" fmla="*/ 2864628 h 2902611"/>
                <a:gd name="connsiteX134" fmla="*/ 2490935 w 2902611"/>
                <a:gd name="connsiteY134" fmla="*/ 2898737 h 2902611"/>
                <a:gd name="connsiteX135" fmla="*/ 2490935 w 2902611"/>
                <a:gd name="connsiteY135" fmla="*/ 2830518 h 2902611"/>
                <a:gd name="connsiteX136" fmla="*/ 2674805 w 2902611"/>
                <a:gd name="connsiteY136" fmla="*/ 2804157 h 2902611"/>
                <a:gd name="connsiteX137" fmla="*/ 2640696 w 2902611"/>
                <a:gd name="connsiteY137" fmla="*/ 2838266 h 2902611"/>
                <a:gd name="connsiteX138" fmla="*/ 2674805 w 2902611"/>
                <a:gd name="connsiteY138" fmla="*/ 2872376 h 2902611"/>
                <a:gd name="connsiteX139" fmla="*/ 2708915 w 2902611"/>
                <a:gd name="connsiteY139" fmla="*/ 2838266 h 2902611"/>
                <a:gd name="connsiteX140" fmla="*/ 2674805 w 2902611"/>
                <a:gd name="connsiteY140" fmla="*/ 2804157 h 2902611"/>
                <a:gd name="connsiteX141" fmla="*/ 2815684 w 2902611"/>
                <a:gd name="connsiteY141" fmla="*/ 2682742 h 2902611"/>
                <a:gd name="connsiteX142" fmla="*/ 2781574 w 2902611"/>
                <a:gd name="connsiteY142" fmla="*/ 2716851 h 2902611"/>
                <a:gd name="connsiteX143" fmla="*/ 2815684 w 2902611"/>
                <a:gd name="connsiteY143" fmla="*/ 2750961 h 2902611"/>
                <a:gd name="connsiteX144" fmla="*/ 2849793 w 2902611"/>
                <a:gd name="connsiteY144" fmla="*/ 2716851 h 2902611"/>
                <a:gd name="connsiteX145" fmla="*/ 2815684 w 2902611"/>
                <a:gd name="connsiteY145" fmla="*/ 2682742 h 2902611"/>
                <a:gd name="connsiteX146" fmla="*/ 2868124 w 2902611"/>
                <a:gd name="connsiteY146" fmla="*/ 2501518 h 2902611"/>
                <a:gd name="connsiteX147" fmla="*/ 2834014 w 2902611"/>
                <a:gd name="connsiteY147" fmla="*/ 2535627 h 2902611"/>
                <a:gd name="connsiteX148" fmla="*/ 2868124 w 2902611"/>
                <a:gd name="connsiteY148" fmla="*/ 2569737 h 2902611"/>
                <a:gd name="connsiteX149" fmla="*/ 2902233 w 2902611"/>
                <a:gd name="connsiteY149" fmla="*/ 2535627 h 2902611"/>
                <a:gd name="connsiteX150" fmla="*/ 2868124 w 2902611"/>
                <a:gd name="connsiteY150" fmla="*/ 2501518 h 2902611"/>
                <a:gd name="connsiteX151" fmla="*/ 2814266 w 2902611"/>
                <a:gd name="connsiteY151" fmla="*/ 2322750 h 2902611"/>
                <a:gd name="connsiteX152" fmla="*/ 2780157 w 2902611"/>
                <a:gd name="connsiteY152" fmla="*/ 2356860 h 2902611"/>
                <a:gd name="connsiteX153" fmla="*/ 2814266 w 2902611"/>
                <a:gd name="connsiteY153" fmla="*/ 2390969 h 2902611"/>
                <a:gd name="connsiteX154" fmla="*/ 2848376 w 2902611"/>
                <a:gd name="connsiteY154" fmla="*/ 2356860 h 2902611"/>
                <a:gd name="connsiteX155" fmla="*/ 2814266 w 2902611"/>
                <a:gd name="connsiteY155" fmla="*/ 2322750 h 2902611"/>
                <a:gd name="connsiteX156" fmla="*/ 2673293 w 2902611"/>
                <a:gd name="connsiteY156" fmla="*/ 2201241 h 2902611"/>
                <a:gd name="connsiteX157" fmla="*/ 2639184 w 2902611"/>
                <a:gd name="connsiteY157" fmla="*/ 2235351 h 2902611"/>
                <a:gd name="connsiteX158" fmla="*/ 2673293 w 2902611"/>
                <a:gd name="connsiteY158" fmla="*/ 2269460 h 2902611"/>
                <a:gd name="connsiteX159" fmla="*/ 2707403 w 2902611"/>
                <a:gd name="connsiteY159" fmla="*/ 2235351 h 2902611"/>
                <a:gd name="connsiteX160" fmla="*/ 2673293 w 2902611"/>
                <a:gd name="connsiteY160"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220327 w 2902611"/>
                <a:gd name="connsiteY122" fmla="*/ 2596476 h 2902611"/>
                <a:gd name="connsiteX123" fmla="*/ 2186218 w 2902611"/>
                <a:gd name="connsiteY123" fmla="*/ 2630586 h 2902611"/>
                <a:gd name="connsiteX124" fmla="*/ 2220327 w 2902611"/>
                <a:gd name="connsiteY124" fmla="*/ 2664695 h 2902611"/>
                <a:gd name="connsiteX125" fmla="*/ 2254437 w 2902611"/>
                <a:gd name="connsiteY125" fmla="*/ 2630586 h 2902611"/>
                <a:gd name="connsiteX126" fmla="*/ 2220327 w 2902611"/>
                <a:gd name="connsiteY126" fmla="*/ 2596476 h 2902611"/>
                <a:gd name="connsiteX127" fmla="*/ 2321427 w 2902611"/>
                <a:gd name="connsiteY127" fmla="*/ 2753607 h 2902611"/>
                <a:gd name="connsiteX128" fmla="*/ 2287318 w 2902611"/>
                <a:gd name="connsiteY128" fmla="*/ 2787716 h 2902611"/>
                <a:gd name="connsiteX129" fmla="*/ 2321427 w 2902611"/>
                <a:gd name="connsiteY129" fmla="*/ 2821825 h 2902611"/>
                <a:gd name="connsiteX130" fmla="*/ 2355537 w 2902611"/>
                <a:gd name="connsiteY130" fmla="*/ 2787716 h 2902611"/>
                <a:gd name="connsiteX131" fmla="*/ 2321427 w 2902611"/>
                <a:gd name="connsiteY131" fmla="*/ 2753607 h 2902611"/>
                <a:gd name="connsiteX132" fmla="*/ 2490935 w 2902611"/>
                <a:gd name="connsiteY132" fmla="*/ 2830518 h 2902611"/>
                <a:gd name="connsiteX133" fmla="*/ 2456826 w 2902611"/>
                <a:gd name="connsiteY133" fmla="*/ 2864628 h 2902611"/>
                <a:gd name="connsiteX134" fmla="*/ 2490935 w 2902611"/>
                <a:gd name="connsiteY134" fmla="*/ 2830518 h 2902611"/>
                <a:gd name="connsiteX135" fmla="*/ 2674805 w 2902611"/>
                <a:gd name="connsiteY135" fmla="*/ 2804157 h 2902611"/>
                <a:gd name="connsiteX136" fmla="*/ 2640696 w 2902611"/>
                <a:gd name="connsiteY136" fmla="*/ 2838266 h 2902611"/>
                <a:gd name="connsiteX137" fmla="*/ 2674805 w 2902611"/>
                <a:gd name="connsiteY137" fmla="*/ 2872376 h 2902611"/>
                <a:gd name="connsiteX138" fmla="*/ 2708915 w 2902611"/>
                <a:gd name="connsiteY138" fmla="*/ 2838266 h 2902611"/>
                <a:gd name="connsiteX139" fmla="*/ 2674805 w 2902611"/>
                <a:gd name="connsiteY139" fmla="*/ 2804157 h 2902611"/>
                <a:gd name="connsiteX140" fmla="*/ 2815684 w 2902611"/>
                <a:gd name="connsiteY140" fmla="*/ 2682742 h 2902611"/>
                <a:gd name="connsiteX141" fmla="*/ 2781574 w 2902611"/>
                <a:gd name="connsiteY141" fmla="*/ 2716851 h 2902611"/>
                <a:gd name="connsiteX142" fmla="*/ 2815684 w 2902611"/>
                <a:gd name="connsiteY142" fmla="*/ 2750961 h 2902611"/>
                <a:gd name="connsiteX143" fmla="*/ 2849793 w 2902611"/>
                <a:gd name="connsiteY143" fmla="*/ 2716851 h 2902611"/>
                <a:gd name="connsiteX144" fmla="*/ 2815684 w 2902611"/>
                <a:gd name="connsiteY144" fmla="*/ 2682742 h 2902611"/>
                <a:gd name="connsiteX145" fmla="*/ 2868124 w 2902611"/>
                <a:gd name="connsiteY145" fmla="*/ 2501518 h 2902611"/>
                <a:gd name="connsiteX146" fmla="*/ 2834014 w 2902611"/>
                <a:gd name="connsiteY146" fmla="*/ 2535627 h 2902611"/>
                <a:gd name="connsiteX147" fmla="*/ 2868124 w 2902611"/>
                <a:gd name="connsiteY147" fmla="*/ 2569737 h 2902611"/>
                <a:gd name="connsiteX148" fmla="*/ 2902233 w 2902611"/>
                <a:gd name="connsiteY148" fmla="*/ 2535627 h 2902611"/>
                <a:gd name="connsiteX149" fmla="*/ 2868124 w 2902611"/>
                <a:gd name="connsiteY149" fmla="*/ 2501518 h 2902611"/>
                <a:gd name="connsiteX150" fmla="*/ 2814266 w 2902611"/>
                <a:gd name="connsiteY150" fmla="*/ 2322750 h 2902611"/>
                <a:gd name="connsiteX151" fmla="*/ 2780157 w 2902611"/>
                <a:gd name="connsiteY151" fmla="*/ 2356860 h 2902611"/>
                <a:gd name="connsiteX152" fmla="*/ 2814266 w 2902611"/>
                <a:gd name="connsiteY152" fmla="*/ 2390969 h 2902611"/>
                <a:gd name="connsiteX153" fmla="*/ 2848376 w 2902611"/>
                <a:gd name="connsiteY153" fmla="*/ 2356860 h 2902611"/>
                <a:gd name="connsiteX154" fmla="*/ 2814266 w 2902611"/>
                <a:gd name="connsiteY154" fmla="*/ 2322750 h 2902611"/>
                <a:gd name="connsiteX155" fmla="*/ 2673293 w 2902611"/>
                <a:gd name="connsiteY155" fmla="*/ 2201241 h 2902611"/>
                <a:gd name="connsiteX156" fmla="*/ 2639184 w 2902611"/>
                <a:gd name="connsiteY156" fmla="*/ 2235351 h 2902611"/>
                <a:gd name="connsiteX157" fmla="*/ 2673293 w 2902611"/>
                <a:gd name="connsiteY157" fmla="*/ 2269460 h 2902611"/>
                <a:gd name="connsiteX158" fmla="*/ 2707403 w 2902611"/>
                <a:gd name="connsiteY158" fmla="*/ 2235351 h 2902611"/>
                <a:gd name="connsiteX159" fmla="*/ 2673293 w 2902611"/>
                <a:gd name="connsiteY159"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220327 w 2902611"/>
                <a:gd name="connsiteY122" fmla="*/ 2596476 h 2902611"/>
                <a:gd name="connsiteX123" fmla="*/ 2186218 w 2902611"/>
                <a:gd name="connsiteY123" fmla="*/ 2630586 h 2902611"/>
                <a:gd name="connsiteX124" fmla="*/ 2220327 w 2902611"/>
                <a:gd name="connsiteY124" fmla="*/ 2664695 h 2902611"/>
                <a:gd name="connsiteX125" fmla="*/ 2254437 w 2902611"/>
                <a:gd name="connsiteY125" fmla="*/ 2630586 h 2902611"/>
                <a:gd name="connsiteX126" fmla="*/ 2220327 w 2902611"/>
                <a:gd name="connsiteY126" fmla="*/ 2596476 h 2902611"/>
                <a:gd name="connsiteX127" fmla="*/ 2321427 w 2902611"/>
                <a:gd name="connsiteY127" fmla="*/ 2753607 h 2902611"/>
                <a:gd name="connsiteX128" fmla="*/ 2287318 w 2902611"/>
                <a:gd name="connsiteY128" fmla="*/ 2787716 h 2902611"/>
                <a:gd name="connsiteX129" fmla="*/ 2321427 w 2902611"/>
                <a:gd name="connsiteY129" fmla="*/ 2821825 h 2902611"/>
                <a:gd name="connsiteX130" fmla="*/ 2355537 w 2902611"/>
                <a:gd name="connsiteY130" fmla="*/ 2787716 h 2902611"/>
                <a:gd name="connsiteX131" fmla="*/ 2321427 w 2902611"/>
                <a:gd name="connsiteY131" fmla="*/ 2753607 h 2902611"/>
                <a:gd name="connsiteX132" fmla="*/ 2674805 w 2902611"/>
                <a:gd name="connsiteY132" fmla="*/ 2804157 h 2902611"/>
                <a:gd name="connsiteX133" fmla="*/ 2640696 w 2902611"/>
                <a:gd name="connsiteY133" fmla="*/ 2838266 h 2902611"/>
                <a:gd name="connsiteX134" fmla="*/ 2674805 w 2902611"/>
                <a:gd name="connsiteY134" fmla="*/ 2872376 h 2902611"/>
                <a:gd name="connsiteX135" fmla="*/ 2708915 w 2902611"/>
                <a:gd name="connsiteY135" fmla="*/ 2838266 h 2902611"/>
                <a:gd name="connsiteX136" fmla="*/ 2674805 w 2902611"/>
                <a:gd name="connsiteY136" fmla="*/ 2804157 h 2902611"/>
                <a:gd name="connsiteX137" fmla="*/ 2815684 w 2902611"/>
                <a:gd name="connsiteY137" fmla="*/ 2682742 h 2902611"/>
                <a:gd name="connsiteX138" fmla="*/ 2781574 w 2902611"/>
                <a:gd name="connsiteY138" fmla="*/ 2716851 h 2902611"/>
                <a:gd name="connsiteX139" fmla="*/ 2815684 w 2902611"/>
                <a:gd name="connsiteY139" fmla="*/ 2750961 h 2902611"/>
                <a:gd name="connsiteX140" fmla="*/ 2849793 w 2902611"/>
                <a:gd name="connsiteY140" fmla="*/ 2716851 h 2902611"/>
                <a:gd name="connsiteX141" fmla="*/ 2815684 w 2902611"/>
                <a:gd name="connsiteY141" fmla="*/ 2682742 h 2902611"/>
                <a:gd name="connsiteX142" fmla="*/ 2868124 w 2902611"/>
                <a:gd name="connsiteY142" fmla="*/ 2501518 h 2902611"/>
                <a:gd name="connsiteX143" fmla="*/ 2834014 w 2902611"/>
                <a:gd name="connsiteY143" fmla="*/ 2535627 h 2902611"/>
                <a:gd name="connsiteX144" fmla="*/ 2868124 w 2902611"/>
                <a:gd name="connsiteY144" fmla="*/ 2569737 h 2902611"/>
                <a:gd name="connsiteX145" fmla="*/ 2902233 w 2902611"/>
                <a:gd name="connsiteY145" fmla="*/ 2535627 h 2902611"/>
                <a:gd name="connsiteX146" fmla="*/ 2868124 w 2902611"/>
                <a:gd name="connsiteY146" fmla="*/ 2501518 h 2902611"/>
                <a:gd name="connsiteX147" fmla="*/ 2814266 w 2902611"/>
                <a:gd name="connsiteY147" fmla="*/ 2322750 h 2902611"/>
                <a:gd name="connsiteX148" fmla="*/ 2780157 w 2902611"/>
                <a:gd name="connsiteY148" fmla="*/ 2356860 h 2902611"/>
                <a:gd name="connsiteX149" fmla="*/ 2814266 w 2902611"/>
                <a:gd name="connsiteY149" fmla="*/ 2390969 h 2902611"/>
                <a:gd name="connsiteX150" fmla="*/ 2848376 w 2902611"/>
                <a:gd name="connsiteY150" fmla="*/ 2356860 h 2902611"/>
                <a:gd name="connsiteX151" fmla="*/ 2814266 w 2902611"/>
                <a:gd name="connsiteY151" fmla="*/ 2322750 h 2902611"/>
                <a:gd name="connsiteX152" fmla="*/ 2673293 w 2902611"/>
                <a:gd name="connsiteY152" fmla="*/ 2201241 h 2902611"/>
                <a:gd name="connsiteX153" fmla="*/ 2639184 w 2902611"/>
                <a:gd name="connsiteY153" fmla="*/ 2235351 h 2902611"/>
                <a:gd name="connsiteX154" fmla="*/ 2673293 w 2902611"/>
                <a:gd name="connsiteY154" fmla="*/ 2269460 h 2902611"/>
                <a:gd name="connsiteX155" fmla="*/ 2707403 w 2902611"/>
                <a:gd name="connsiteY155" fmla="*/ 2235351 h 2902611"/>
                <a:gd name="connsiteX156" fmla="*/ 2673293 w 2902611"/>
                <a:gd name="connsiteY156"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220327 w 2902611"/>
                <a:gd name="connsiteY122" fmla="*/ 2596476 h 2902611"/>
                <a:gd name="connsiteX123" fmla="*/ 2186218 w 2902611"/>
                <a:gd name="connsiteY123" fmla="*/ 2630586 h 2902611"/>
                <a:gd name="connsiteX124" fmla="*/ 2220327 w 2902611"/>
                <a:gd name="connsiteY124" fmla="*/ 2664695 h 2902611"/>
                <a:gd name="connsiteX125" fmla="*/ 2254437 w 2902611"/>
                <a:gd name="connsiteY125" fmla="*/ 2630586 h 2902611"/>
                <a:gd name="connsiteX126" fmla="*/ 2220327 w 2902611"/>
                <a:gd name="connsiteY126" fmla="*/ 2596476 h 2902611"/>
                <a:gd name="connsiteX127" fmla="*/ 2321427 w 2902611"/>
                <a:gd name="connsiteY127" fmla="*/ 2753607 h 2902611"/>
                <a:gd name="connsiteX128" fmla="*/ 2321427 w 2902611"/>
                <a:gd name="connsiteY128" fmla="*/ 2821825 h 2902611"/>
                <a:gd name="connsiteX129" fmla="*/ 2355537 w 2902611"/>
                <a:gd name="connsiteY129" fmla="*/ 2787716 h 2902611"/>
                <a:gd name="connsiteX130" fmla="*/ 2321427 w 2902611"/>
                <a:gd name="connsiteY130" fmla="*/ 2753607 h 2902611"/>
                <a:gd name="connsiteX131" fmla="*/ 2674805 w 2902611"/>
                <a:gd name="connsiteY131" fmla="*/ 2804157 h 2902611"/>
                <a:gd name="connsiteX132" fmla="*/ 2640696 w 2902611"/>
                <a:gd name="connsiteY132" fmla="*/ 2838266 h 2902611"/>
                <a:gd name="connsiteX133" fmla="*/ 2674805 w 2902611"/>
                <a:gd name="connsiteY133" fmla="*/ 2872376 h 2902611"/>
                <a:gd name="connsiteX134" fmla="*/ 2708915 w 2902611"/>
                <a:gd name="connsiteY134" fmla="*/ 2838266 h 2902611"/>
                <a:gd name="connsiteX135" fmla="*/ 2674805 w 2902611"/>
                <a:gd name="connsiteY135" fmla="*/ 2804157 h 2902611"/>
                <a:gd name="connsiteX136" fmla="*/ 2815684 w 2902611"/>
                <a:gd name="connsiteY136" fmla="*/ 2682742 h 2902611"/>
                <a:gd name="connsiteX137" fmla="*/ 2781574 w 2902611"/>
                <a:gd name="connsiteY137" fmla="*/ 2716851 h 2902611"/>
                <a:gd name="connsiteX138" fmla="*/ 2815684 w 2902611"/>
                <a:gd name="connsiteY138" fmla="*/ 2750961 h 2902611"/>
                <a:gd name="connsiteX139" fmla="*/ 2849793 w 2902611"/>
                <a:gd name="connsiteY139" fmla="*/ 2716851 h 2902611"/>
                <a:gd name="connsiteX140" fmla="*/ 2815684 w 2902611"/>
                <a:gd name="connsiteY140" fmla="*/ 2682742 h 2902611"/>
                <a:gd name="connsiteX141" fmla="*/ 2868124 w 2902611"/>
                <a:gd name="connsiteY141" fmla="*/ 2501518 h 2902611"/>
                <a:gd name="connsiteX142" fmla="*/ 2834014 w 2902611"/>
                <a:gd name="connsiteY142" fmla="*/ 2535627 h 2902611"/>
                <a:gd name="connsiteX143" fmla="*/ 2868124 w 2902611"/>
                <a:gd name="connsiteY143" fmla="*/ 2569737 h 2902611"/>
                <a:gd name="connsiteX144" fmla="*/ 2902233 w 2902611"/>
                <a:gd name="connsiteY144" fmla="*/ 2535627 h 2902611"/>
                <a:gd name="connsiteX145" fmla="*/ 2868124 w 2902611"/>
                <a:gd name="connsiteY145" fmla="*/ 2501518 h 2902611"/>
                <a:gd name="connsiteX146" fmla="*/ 2814266 w 2902611"/>
                <a:gd name="connsiteY146" fmla="*/ 2322750 h 2902611"/>
                <a:gd name="connsiteX147" fmla="*/ 2780157 w 2902611"/>
                <a:gd name="connsiteY147" fmla="*/ 2356860 h 2902611"/>
                <a:gd name="connsiteX148" fmla="*/ 2814266 w 2902611"/>
                <a:gd name="connsiteY148" fmla="*/ 2390969 h 2902611"/>
                <a:gd name="connsiteX149" fmla="*/ 2848376 w 2902611"/>
                <a:gd name="connsiteY149" fmla="*/ 2356860 h 2902611"/>
                <a:gd name="connsiteX150" fmla="*/ 2814266 w 2902611"/>
                <a:gd name="connsiteY150" fmla="*/ 2322750 h 2902611"/>
                <a:gd name="connsiteX151" fmla="*/ 2673293 w 2902611"/>
                <a:gd name="connsiteY151" fmla="*/ 2201241 h 2902611"/>
                <a:gd name="connsiteX152" fmla="*/ 2639184 w 2902611"/>
                <a:gd name="connsiteY152" fmla="*/ 2235351 h 2902611"/>
                <a:gd name="connsiteX153" fmla="*/ 2673293 w 2902611"/>
                <a:gd name="connsiteY153" fmla="*/ 2269460 h 2902611"/>
                <a:gd name="connsiteX154" fmla="*/ 2707403 w 2902611"/>
                <a:gd name="connsiteY154" fmla="*/ 2235351 h 2902611"/>
                <a:gd name="connsiteX155" fmla="*/ 2673293 w 2902611"/>
                <a:gd name="connsiteY155"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220327 w 2902611"/>
                <a:gd name="connsiteY122" fmla="*/ 2596476 h 2902611"/>
                <a:gd name="connsiteX123" fmla="*/ 2186218 w 2902611"/>
                <a:gd name="connsiteY123" fmla="*/ 2630586 h 2902611"/>
                <a:gd name="connsiteX124" fmla="*/ 2220327 w 2902611"/>
                <a:gd name="connsiteY124" fmla="*/ 2664695 h 2902611"/>
                <a:gd name="connsiteX125" fmla="*/ 2254437 w 2902611"/>
                <a:gd name="connsiteY125" fmla="*/ 2630586 h 2902611"/>
                <a:gd name="connsiteX126" fmla="*/ 2220327 w 2902611"/>
                <a:gd name="connsiteY126" fmla="*/ 2596476 h 2902611"/>
                <a:gd name="connsiteX127" fmla="*/ 2355537 w 2902611"/>
                <a:gd name="connsiteY127" fmla="*/ 2787716 h 2902611"/>
                <a:gd name="connsiteX128" fmla="*/ 2321427 w 2902611"/>
                <a:gd name="connsiteY128" fmla="*/ 2821825 h 2902611"/>
                <a:gd name="connsiteX129" fmla="*/ 2355537 w 2902611"/>
                <a:gd name="connsiteY129" fmla="*/ 2787716 h 2902611"/>
                <a:gd name="connsiteX130" fmla="*/ 2674805 w 2902611"/>
                <a:gd name="connsiteY130" fmla="*/ 2804157 h 2902611"/>
                <a:gd name="connsiteX131" fmla="*/ 2640696 w 2902611"/>
                <a:gd name="connsiteY131" fmla="*/ 2838266 h 2902611"/>
                <a:gd name="connsiteX132" fmla="*/ 2674805 w 2902611"/>
                <a:gd name="connsiteY132" fmla="*/ 2872376 h 2902611"/>
                <a:gd name="connsiteX133" fmla="*/ 2708915 w 2902611"/>
                <a:gd name="connsiteY133" fmla="*/ 2838266 h 2902611"/>
                <a:gd name="connsiteX134" fmla="*/ 2674805 w 2902611"/>
                <a:gd name="connsiteY134" fmla="*/ 2804157 h 2902611"/>
                <a:gd name="connsiteX135" fmla="*/ 2815684 w 2902611"/>
                <a:gd name="connsiteY135" fmla="*/ 2682742 h 2902611"/>
                <a:gd name="connsiteX136" fmla="*/ 2781574 w 2902611"/>
                <a:gd name="connsiteY136" fmla="*/ 2716851 h 2902611"/>
                <a:gd name="connsiteX137" fmla="*/ 2815684 w 2902611"/>
                <a:gd name="connsiteY137" fmla="*/ 2750961 h 2902611"/>
                <a:gd name="connsiteX138" fmla="*/ 2849793 w 2902611"/>
                <a:gd name="connsiteY138" fmla="*/ 2716851 h 2902611"/>
                <a:gd name="connsiteX139" fmla="*/ 2815684 w 2902611"/>
                <a:gd name="connsiteY139" fmla="*/ 2682742 h 2902611"/>
                <a:gd name="connsiteX140" fmla="*/ 2868124 w 2902611"/>
                <a:gd name="connsiteY140" fmla="*/ 2501518 h 2902611"/>
                <a:gd name="connsiteX141" fmla="*/ 2834014 w 2902611"/>
                <a:gd name="connsiteY141" fmla="*/ 2535627 h 2902611"/>
                <a:gd name="connsiteX142" fmla="*/ 2868124 w 2902611"/>
                <a:gd name="connsiteY142" fmla="*/ 2569737 h 2902611"/>
                <a:gd name="connsiteX143" fmla="*/ 2902233 w 2902611"/>
                <a:gd name="connsiteY143" fmla="*/ 2535627 h 2902611"/>
                <a:gd name="connsiteX144" fmla="*/ 2868124 w 2902611"/>
                <a:gd name="connsiteY144" fmla="*/ 2501518 h 2902611"/>
                <a:gd name="connsiteX145" fmla="*/ 2814266 w 2902611"/>
                <a:gd name="connsiteY145" fmla="*/ 2322750 h 2902611"/>
                <a:gd name="connsiteX146" fmla="*/ 2780157 w 2902611"/>
                <a:gd name="connsiteY146" fmla="*/ 2356860 h 2902611"/>
                <a:gd name="connsiteX147" fmla="*/ 2814266 w 2902611"/>
                <a:gd name="connsiteY147" fmla="*/ 2390969 h 2902611"/>
                <a:gd name="connsiteX148" fmla="*/ 2848376 w 2902611"/>
                <a:gd name="connsiteY148" fmla="*/ 2356860 h 2902611"/>
                <a:gd name="connsiteX149" fmla="*/ 2814266 w 2902611"/>
                <a:gd name="connsiteY149" fmla="*/ 2322750 h 2902611"/>
                <a:gd name="connsiteX150" fmla="*/ 2673293 w 2902611"/>
                <a:gd name="connsiteY150" fmla="*/ 2201241 h 2902611"/>
                <a:gd name="connsiteX151" fmla="*/ 2639184 w 2902611"/>
                <a:gd name="connsiteY151" fmla="*/ 2235351 h 2902611"/>
                <a:gd name="connsiteX152" fmla="*/ 2673293 w 2902611"/>
                <a:gd name="connsiteY152" fmla="*/ 2269460 h 2902611"/>
                <a:gd name="connsiteX153" fmla="*/ 2707403 w 2902611"/>
                <a:gd name="connsiteY153" fmla="*/ 2235351 h 2902611"/>
                <a:gd name="connsiteX154" fmla="*/ 2673293 w 2902611"/>
                <a:gd name="connsiteY154"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220327 w 2902611"/>
                <a:gd name="connsiteY122" fmla="*/ 2596476 h 2902611"/>
                <a:gd name="connsiteX123" fmla="*/ 2186218 w 2902611"/>
                <a:gd name="connsiteY123" fmla="*/ 2630586 h 2902611"/>
                <a:gd name="connsiteX124" fmla="*/ 2220327 w 2902611"/>
                <a:gd name="connsiteY124" fmla="*/ 2664695 h 2902611"/>
                <a:gd name="connsiteX125" fmla="*/ 2254437 w 2902611"/>
                <a:gd name="connsiteY125" fmla="*/ 2630586 h 2902611"/>
                <a:gd name="connsiteX126" fmla="*/ 2220327 w 2902611"/>
                <a:gd name="connsiteY126" fmla="*/ 2596476 h 2902611"/>
                <a:gd name="connsiteX127" fmla="*/ 2674805 w 2902611"/>
                <a:gd name="connsiteY127" fmla="*/ 2804157 h 2902611"/>
                <a:gd name="connsiteX128" fmla="*/ 2640696 w 2902611"/>
                <a:gd name="connsiteY128" fmla="*/ 2838266 h 2902611"/>
                <a:gd name="connsiteX129" fmla="*/ 2674805 w 2902611"/>
                <a:gd name="connsiteY129" fmla="*/ 2872376 h 2902611"/>
                <a:gd name="connsiteX130" fmla="*/ 2708915 w 2902611"/>
                <a:gd name="connsiteY130" fmla="*/ 2838266 h 2902611"/>
                <a:gd name="connsiteX131" fmla="*/ 2674805 w 2902611"/>
                <a:gd name="connsiteY131" fmla="*/ 2804157 h 2902611"/>
                <a:gd name="connsiteX132" fmla="*/ 2815684 w 2902611"/>
                <a:gd name="connsiteY132" fmla="*/ 2682742 h 2902611"/>
                <a:gd name="connsiteX133" fmla="*/ 2781574 w 2902611"/>
                <a:gd name="connsiteY133" fmla="*/ 2716851 h 2902611"/>
                <a:gd name="connsiteX134" fmla="*/ 2815684 w 2902611"/>
                <a:gd name="connsiteY134" fmla="*/ 2750961 h 2902611"/>
                <a:gd name="connsiteX135" fmla="*/ 2849793 w 2902611"/>
                <a:gd name="connsiteY135" fmla="*/ 2716851 h 2902611"/>
                <a:gd name="connsiteX136" fmla="*/ 2815684 w 2902611"/>
                <a:gd name="connsiteY136" fmla="*/ 2682742 h 2902611"/>
                <a:gd name="connsiteX137" fmla="*/ 2868124 w 2902611"/>
                <a:gd name="connsiteY137" fmla="*/ 2501518 h 2902611"/>
                <a:gd name="connsiteX138" fmla="*/ 2834014 w 2902611"/>
                <a:gd name="connsiteY138" fmla="*/ 2535627 h 2902611"/>
                <a:gd name="connsiteX139" fmla="*/ 2868124 w 2902611"/>
                <a:gd name="connsiteY139" fmla="*/ 2569737 h 2902611"/>
                <a:gd name="connsiteX140" fmla="*/ 2902233 w 2902611"/>
                <a:gd name="connsiteY140" fmla="*/ 2535627 h 2902611"/>
                <a:gd name="connsiteX141" fmla="*/ 2868124 w 2902611"/>
                <a:gd name="connsiteY141" fmla="*/ 2501518 h 2902611"/>
                <a:gd name="connsiteX142" fmla="*/ 2814266 w 2902611"/>
                <a:gd name="connsiteY142" fmla="*/ 2322750 h 2902611"/>
                <a:gd name="connsiteX143" fmla="*/ 2780157 w 2902611"/>
                <a:gd name="connsiteY143" fmla="*/ 2356860 h 2902611"/>
                <a:gd name="connsiteX144" fmla="*/ 2814266 w 2902611"/>
                <a:gd name="connsiteY144" fmla="*/ 2390969 h 2902611"/>
                <a:gd name="connsiteX145" fmla="*/ 2848376 w 2902611"/>
                <a:gd name="connsiteY145" fmla="*/ 2356860 h 2902611"/>
                <a:gd name="connsiteX146" fmla="*/ 2814266 w 2902611"/>
                <a:gd name="connsiteY146" fmla="*/ 2322750 h 2902611"/>
                <a:gd name="connsiteX147" fmla="*/ 2673293 w 2902611"/>
                <a:gd name="connsiteY147" fmla="*/ 2201241 h 2902611"/>
                <a:gd name="connsiteX148" fmla="*/ 2639184 w 2902611"/>
                <a:gd name="connsiteY148" fmla="*/ 2235351 h 2902611"/>
                <a:gd name="connsiteX149" fmla="*/ 2673293 w 2902611"/>
                <a:gd name="connsiteY149" fmla="*/ 2269460 h 2902611"/>
                <a:gd name="connsiteX150" fmla="*/ 2707403 w 2902611"/>
                <a:gd name="connsiteY150" fmla="*/ 2235351 h 2902611"/>
                <a:gd name="connsiteX151" fmla="*/ 2673293 w 2902611"/>
                <a:gd name="connsiteY151"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220327 w 2902611"/>
                <a:gd name="connsiteY122" fmla="*/ 2596476 h 2902611"/>
                <a:gd name="connsiteX123" fmla="*/ 2186218 w 2902611"/>
                <a:gd name="connsiteY123" fmla="*/ 2630586 h 2902611"/>
                <a:gd name="connsiteX124" fmla="*/ 2254437 w 2902611"/>
                <a:gd name="connsiteY124" fmla="*/ 2630586 h 2902611"/>
                <a:gd name="connsiteX125" fmla="*/ 2220327 w 2902611"/>
                <a:gd name="connsiteY125" fmla="*/ 2596476 h 2902611"/>
                <a:gd name="connsiteX126" fmla="*/ 2674805 w 2902611"/>
                <a:gd name="connsiteY126" fmla="*/ 2804157 h 2902611"/>
                <a:gd name="connsiteX127" fmla="*/ 2640696 w 2902611"/>
                <a:gd name="connsiteY127" fmla="*/ 2838266 h 2902611"/>
                <a:gd name="connsiteX128" fmla="*/ 2674805 w 2902611"/>
                <a:gd name="connsiteY128" fmla="*/ 2872376 h 2902611"/>
                <a:gd name="connsiteX129" fmla="*/ 2708915 w 2902611"/>
                <a:gd name="connsiteY129" fmla="*/ 2838266 h 2902611"/>
                <a:gd name="connsiteX130" fmla="*/ 2674805 w 2902611"/>
                <a:gd name="connsiteY130" fmla="*/ 2804157 h 2902611"/>
                <a:gd name="connsiteX131" fmla="*/ 2815684 w 2902611"/>
                <a:gd name="connsiteY131" fmla="*/ 2682742 h 2902611"/>
                <a:gd name="connsiteX132" fmla="*/ 2781574 w 2902611"/>
                <a:gd name="connsiteY132" fmla="*/ 2716851 h 2902611"/>
                <a:gd name="connsiteX133" fmla="*/ 2815684 w 2902611"/>
                <a:gd name="connsiteY133" fmla="*/ 2750961 h 2902611"/>
                <a:gd name="connsiteX134" fmla="*/ 2849793 w 2902611"/>
                <a:gd name="connsiteY134" fmla="*/ 2716851 h 2902611"/>
                <a:gd name="connsiteX135" fmla="*/ 2815684 w 2902611"/>
                <a:gd name="connsiteY135" fmla="*/ 2682742 h 2902611"/>
                <a:gd name="connsiteX136" fmla="*/ 2868124 w 2902611"/>
                <a:gd name="connsiteY136" fmla="*/ 2501518 h 2902611"/>
                <a:gd name="connsiteX137" fmla="*/ 2834014 w 2902611"/>
                <a:gd name="connsiteY137" fmla="*/ 2535627 h 2902611"/>
                <a:gd name="connsiteX138" fmla="*/ 2868124 w 2902611"/>
                <a:gd name="connsiteY138" fmla="*/ 2569737 h 2902611"/>
                <a:gd name="connsiteX139" fmla="*/ 2902233 w 2902611"/>
                <a:gd name="connsiteY139" fmla="*/ 2535627 h 2902611"/>
                <a:gd name="connsiteX140" fmla="*/ 2868124 w 2902611"/>
                <a:gd name="connsiteY140" fmla="*/ 2501518 h 2902611"/>
                <a:gd name="connsiteX141" fmla="*/ 2814266 w 2902611"/>
                <a:gd name="connsiteY141" fmla="*/ 2322750 h 2902611"/>
                <a:gd name="connsiteX142" fmla="*/ 2780157 w 2902611"/>
                <a:gd name="connsiteY142" fmla="*/ 2356860 h 2902611"/>
                <a:gd name="connsiteX143" fmla="*/ 2814266 w 2902611"/>
                <a:gd name="connsiteY143" fmla="*/ 2390969 h 2902611"/>
                <a:gd name="connsiteX144" fmla="*/ 2848376 w 2902611"/>
                <a:gd name="connsiteY144" fmla="*/ 2356860 h 2902611"/>
                <a:gd name="connsiteX145" fmla="*/ 2814266 w 2902611"/>
                <a:gd name="connsiteY145" fmla="*/ 2322750 h 2902611"/>
                <a:gd name="connsiteX146" fmla="*/ 2673293 w 2902611"/>
                <a:gd name="connsiteY146" fmla="*/ 2201241 h 2902611"/>
                <a:gd name="connsiteX147" fmla="*/ 2639184 w 2902611"/>
                <a:gd name="connsiteY147" fmla="*/ 2235351 h 2902611"/>
                <a:gd name="connsiteX148" fmla="*/ 2673293 w 2902611"/>
                <a:gd name="connsiteY148" fmla="*/ 2269460 h 2902611"/>
                <a:gd name="connsiteX149" fmla="*/ 2707403 w 2902611"/>
                <a:gd name="connsiteY149" fmla="*/ 2235351 h 2902611"/>
                <a:gd name="connsiteX150" fmla="*/ 2673293 w 2902611"/>
                <a:gd name="connsiteY150"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220327 w 2902611"/>
                <a:gd name="connsiteY122" fmla="*/ 2596476 h 2902611"/>
                <a:gd name="connsiteX123" fmla="*/ 2186218 w 2902611"/>
                <a:gd name="connsiteY123" fmla="*/ 2630586 h 2902611"/>
                <a:gd name="connsiteX124" fmla="*/ 2220327 w 2902611"/>
                <a:gd name="connsiteY124" fmla="*/ 2596476 h 2902611"/>
                <a:gd name="connsiteX125" fmla="*/ 2674805 w 2902611"/>
                <a:gd name="connsiteY125" fmla="*/ 2804157 h 2902611"/>
                <a:gd name="connsiteX126" fmla="*/ 2640696 w 2902611"/>
                <a:gd name="connsiteY126" fmla="*/ 2838266 h 2902611"/>
                <a:gd name="connsiteX127" fmla="*/ 2674805 w 2902611"/>
                <a:gd name="connsiteY127" fmla="*/ 2872376 h 2902611"/>
                <a:gd name="connsiteX128" fmla="*/ 2708915 w 2902611"/>
                <a:gd name="connsiteY128" fmla="*/ 2838266 h 2902611"/>
                <a:gd name="connsiteX129" fmla="*/ 2674805 w 2902611"/>
                <a:gd name="connsiteY129" fmla="*/ 2804157 h 2902611"/>
                <a:gd name="connsiteX130" fmla="*/ 2815684 w 2902611"/>
                <a:gd name="connsiteY130" fmla="*/ 2682742 h 2902611"/>
                <a:gd name="connsiteX131" fmla="*/ 2781574 w 2902611"/>
                <a:gd name="connsiteY131" fmla="*/ 2716851 h 2902611"/>
                <a:gd name="connsiteX132" fmla="*/ 2815684 w 2902611"/>
                <a:gd name="connsiteY132" fmla="*/ 2750961 h 2902611"/>
                <a:gd name="connsiteX133" fmla="*/ 2849793 w 2902611"/>
                <a:gd name="connsiteY133" fmla="*/ 2716851 h 2902611"/>
                <a:gd name="connsiteX134" fmla="*/ 2815684 w 2902611"/>
                <a:gd name="connsiteY134" fmla="*/ 2682742 h 2902611"/>
                <a:gd name="connsiteX135" fmla="*/ 2868124 w 2902611"/>
                <a:gd name="connsiteY135" fmla="*/ 2501518 h 2902611"/>
                <a:gd name="connsiteX136" fmla="*/ 2834014 w 2902611"/>
                <a:gd name="connsiteY136" fmla="*/ 2535627 h 2902611"/>
                <a:gd name="connsiteX137" fmla="*/ 2868124 w 2902611"/>
                <a:gd name="connsiteY137" fmla="*/ 2569737 h 2902611"/>
                <a:gd name="connsiteX138" fmla="*/ 2902233 w 2902611"/>
                <a:gd name="connsiteY138" fmla="*/ 2535627 h 2902611"/>
                <a:gd name="connsiteX139" fmla="*/ 2868124 w 2902611"/>
                <a:gd name="connsiteY139" fmla="*/ 2501518 h 2902611"/>
                <a:gd name="connsiteX140" fmla="*/ 2814266 w 2902611"/>
                <a:gd name="connsiteY140" fmla="*/ 2322750 h 2902611"/>
                <a:gd name="connsiteX141" fmla="*/ 2780157 w 2902611"/>
                <a:gd name="connsiteY141" fmla="*/ 2356860 h 2902611"/>
                <a:gd name="connsiteX142" fmla="*/ 2814266 w 2902611"/>
                <a:gd name="connsiteY142" fmla="*/ 2390969 h 2902611"/>
                <a:gd name="connsiteX143" fmla="*/ 2848376 w 2902611"/>
                <a:gd name="connsiteY143" fmla="*/ 2356860 h 2902611"/>
                <a:gd name="connsiteX144" fmla="*/ 2814266 w 2902611"/>
                <a:gd name="connsiteY144" fmla="*/ 2322750 h 2902611"/>
                <a:gd name="connsiteX145" fmla="*/ 2673293 w 2902611"/>
                <a:gd name="connsiteY145" fmla="*/ 2201241 h 2902611"/>
                <a:gd name="connsiteX146" fmla="*/ 2639184 w 2902611"/>
                <a:gd name="connsiteY146" fmla="*/ 2235351 h 2902611"/>
                <a:gd name="connsiteX147" fmla="*/ 2673293 w 2902611"/>
                <a:gd name="connsiteY147" fmla="*/ 2269460 h 2902611"/>
                <a:gd name="connsiteX148" fmla="*/ 2707403 w 2902611"/>
                <a:gd name="connsiteY148" fmla="*/ 2235351 h 2902611"/>
                <a:gd name="connsiteX149" fmla="*/ 2673293 w 2902611"/>
                <a:gd name="connsiteY149"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674805 w 2902611"/>
                <a:gd name="connsiteY122" fmla="*/ 2804157 h 2902611"/>
                <a:gd name="connsiteX123" fmla="*/ 2640696 w 2902611"/>
                <a:gd name="connsiteY123" fmla="*/ 2838266 h 2902611"/>
                <a:gd name="connsiteX124" fmla="*/ 2674805 w 2902611"/>
                <a:gd name="connsiteY124" fmla="*/ 2872376 h 2902611"/>
                <a:gd name="connsiteX125" fmla="*/ 2708915 w 2902611"/>
                <a:gd name="connsiteY125" fmla="*/ 2838266 h 2902611"/>
                <a:gd name="connsiteX126" fmla="*/ 2674805 w 2902611"/>
                <a:gd name="connsiteY126" fmla="*/ 2804157 h 2902611"/>
                <a:gd name="connsiteX127" fmla="*/ 2815684 w 2902611"/>
                <a:gd name="connsiteY127" fmla="*/ 2682742 h 2902611"/>
                <a:gd name="connsiteX128" fmla="*/ 2781574 w 2902611"/>
                <a:gd name="connsiteY128" fmla="*/ 2716851 h 2902611"/>
                <a:gd name="connsiteX129" fmla="*/ 2815684 w 2902611"/>
                <a:gd name="connsiteY129" fmla="*/ 2750961 h 2902611"/>
                <a:gd name="connsiteX130" fmla="*/ 2849793 w 2902611"/>
                <a:gd name="connsiteY130" fmla="*/ 2716851 h 2902611"/>
                <a:gd name="connsiteX131" fmla="*/ 2815684 w 2902611"/>
                <a:gd name="connsiteY131" fmla="*/ 2682742 h 2902611"/>
                <a:gd name="connsiteX132" fmla="*/ 2868124 w 2902611"/>
                <a:gd name="connsiteY132" fmla="*/ 2501518 h 2902611"/>
                <a:gd name="connsiteX133" fmla="*/ 2834014 w 2902611"/>
                <a:gd name="connsiteY133" fmla="*/ 2535627 h 2902611"/>
                <a:gd name="connsiteX134" fmla="*/ 2868124 w 2902611"/>
                <a:gd name="connsiteY134" fmla="*/ 2569737 h 2902611"/>
                <a:gd name="connsiteX135" fmla="*/ 2902233 w 2902611"/>
                <a:gd name="connsiteY135" fmla="*/ 2535627 h 2902611"/>
                <a:gd name="connsiteX136" fmla="*/ 2868124 w 2902611"/>
                <a:gd name="connsiteY136" fmla="*/ 2501518 h 2902611"/>
                <a:gd name="connsiteX137" fmla="*/ 2814266 w 2902611"/>
                <a:gd name="connsiteY137" fmla="*/ 2322750 h 2902611"/>
                <a:gd name="connsiteX138" fmla="*/ 2780157 w 2902611"/>
                <a:gd name="connsiteY138" fmla="*/ 2356860 h 2902611"/>
                <a:gd name="connsiteX139" fmla="*/ 2814266 w 2902611"/>
                <a:gd name="connsiteY139" fmla="*/ 2390969 h 2902611"/>
                <a:gd name="connsiteX140" fmla="*/ 2848376 w 2902611"/>
                <a:gd name="connsiteY140" fmla="*/ 2356860 h 2902611"/>
                <a:gd name="connsiteX141" fmla="*/ 2814266 w 2902611"/>
                <a:gd name="connsiteY141" fmla="*/ 2322750 h 2902611"/>
                <a:gd name="connsiteX142" fmla="*/ 2673293 w 2902611"/>
                <a:gd name="connsiteY142" fmla="*/ 2201241 h 2902611"/>
                <a:gd name="connsiteX143" fmla="*/ 2639184 w 2902611"/>
                <a:gd name="connsiteY143" fmla="*/ 2235351 h 2902611"/>
                <a:gd name="connsiteX144" fmla="*/ 2673293 w 2902611"/>
                <a:gd name="connsiteY144" fmla="*/ 2269460 h 2902611"/>
                <a:gd name="connsiteX145" fmla="*/ 2707403 w 2902611"/>
                <a:gd name="connsiteY145" fmla="*/ 2235351 h 2902611"/>
                <a:gd name="connsiteX146" fmla="*/ 2673293 w 2902611"/>
                <a:gd name="connsiteY146"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708915 w 2902611"/>
                <a:gd name="connsiteY122" fmla="*/ 2838266 h 2902611"/>
                <a:gd name="connsiteX123" fmla="*/ 2640696 w 2902611"/>
                <a:gd name="connsiteY123" fmla="*/ 2838266 h 2902611"/>
                <a:gd name="connsiteX124" fmla="*/ 2674805 w 2902611"/>
                <a:gd name="connsiteY124" fmla="*/ 2872376 h 2902611"/>
                <a:gd name="connsiteX125" fmla="*/ 2708915 w 2902611"/>
                <a:gd name="connsiteY125" fmla="*/ 2838266 h 2902611"/>
                <a:gd name="connsiteX126" fmla="*/ 2815684 w 2902611"/>
                <a:gd name="connsiteY126" fmla="*/ 2682742 h 2902611"/>
                <a:gd name="connsiteX127" fmla="*/ 2781574 w 2902611"/>
                <a:gd name="connsiteY127" fmla="*/ 2716851 h 2902611"/>
                <a:gd name="connsiteX128" fmla="*/ 2815684 w 2902611"/>
                <a:gd name="connsiteY128" fmla="*/ 2750961 h 2902611"/>
                <a:gd name="connsiteX129" fmla="*/ 2849793 w 2902611"/>
                <a:gd name="connsiteY129" fmla="*/ 2716851 h 2902611"/>
                <a:gd name="connsiteX130" fmla="*/ 2815684 w 2902611"/>
                <a:gd name="connsiteY130" fmla="*/ 2682742 h 2902611"/>
                <a:gd name="connsiteX131" fmla="*/ 2868124 w 2902611"/>
                <a:gd name="connsiteY131" fmla="*/ 2501518 h 2902611"/>
                <a:gd name="connsiteX132" fmla="*/ 2834014 w 2902611"/>
                <a:gd name="connsiteY132" fmla="*/ 2535627 h 2902611"/>
                <a:gd name="connsiteX133" fmla="*/ 2868124 w 2902611"/>
                <a:gd name="connsiteY133" fmla="*/ 2569737 h 2902611"/>
                <a:gd name="connsiteX134" fmla="*/ 2902233 w 2902611"/>
                <a:gd name="connsiteY134" fmla="*/ 2535627 h 2902611"/>
                <a:gd name="connsiteX135" fmla="*/ 2868124 w 2902611"/>
                <a:gd name="connsiteY135" fmla="*/ 2501518 h 2902611"/>
                <a:gd name="connsiteX136" fmla="*/ 2814266 w 2902611"/>
                <a:gd name="connsiteY136" fmla="*/ 2322750 h 2902611"/>
                <a:gd name="connsiteX137" fmla="*/ 2780157 w 2902611"/>
                <a:gd name="connsiteY137" fmla="*/ 2356860 h 2902611"/>
                <a:gd name="connsiteX138" fmla="*/ 2814266 w 2902611"/>
                <a:gd name="connsiteY138" fmla="*/ 2390969 h 2902611"/>
                <a:gd name="connsiteX139" fmla="*/ 2848376 w 2902611"/>
                <a:gd name="connsiteY139" fmla="*/ 2356860 h 2902611"/>
                <a:gd name="connsiteX140" fmla="*/ 2814266 w 2902611"/>
                <a:gd name="connsiteY140" fmla="*/ 2322750 h 2902611"/>
                <a:gd name="connsiteX141" fmla="*/ 2673293 w 2902611"/>
                <a:gd name="connsiteY141" fmla="*/ 2201241 h 2902611"/>
                <a:gd name="connsiteX142" fmla="*/ 2639184 w 2902611"/>
                <a:gd name="connsiteY142" fmla="*/ 2235351 h 2902611"/>
                <a:gd name="connsiteX143" fmla="*/ 2673293 w 2902611"/>
                <a:gd name="connsiteY143" fmla="*/ 2269460 h 2902611"/>
                <a:gd name="connsiteX144" fmla="*/ 2707403 w 2902611"/>
                <a:gd name="connsiteY144" fmla="*/ 2235351 h 2902611"/>
                <a:gd name="connsiteX145" fmla="*/ 2673293 w 2902611"/>
                <a:gd name="connsiteY145"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674805 w 2902611"/>
                <a:gd name="connsiteY122" fmla="*/ 2872376 h 2902611"/>
                <a:gd name="connsiteX123" fmla="*/ 2640696 w 2902611"/>
                <a:gd name="connsiteY123" fmla="*/ 2838266 h 2902611"/>
                <a:gd name="connsiteX124" fmla="*/ 2674805 w 2902611"/>
                <a:gd name="connsiteY124" fmla="*/ 2872376 h 2902611"/>
                <a:gd name="connsiteX125" fmla="*/ 2815684 w 2902611"/>
                <a:gd name="connsiteY125" fmla="*/ 2682742 h 2902611"/>
                <a:gd name="connsiteX126" fmla="*/ 2781574 w 2902611"/>
                <a:gd name="connsiteY126" fmla="*/ 2716851 h 2902611"/>
                <a:gd name="connsiteX127" fmla="*/ 2815684 w 2902611"/>
                <a:gd name="connsiteY127" fmla="*/ 2750961 h 2902611"/>
                <a:gd name="connsiteX128" fmla="*/ 2849793 w 2902611"/>
                <a:gd name="connsiteY128" fmla="*/ 2716851 h 2902611"/>
                <a:gd name="connsiteX129" fmla="*/ 2815684 w 2902611"/>
                <a:gd name="connsiteY129" fmla="*/ 2682742 h 2902611"/>
                <a:gd name="connsiteX130" fmla="*/ 2868124 w 2902611"/>
                <a:gd name="connsiteY130" fmla="*/ 2501518 h 2902611"/>
                <a:gd name="connsiteX131" fmla="*/ 2834014 w 2902611"/>
                <a:gd name="connsiteY131" fmla="*/ 2535627 h 2902611"/>
                <a:gd name="connsiteX132" fmla="*/ 2868124 w 2902611"/>
                <a:gd name="connsiteY132" fmla="*/ 2569737 h 2902611"/>
                <a:gd name="connsiteX133" fmla="*/ 2902233 w 2902611"/>
                <a:gd name="connsiteY133" fmla="*/ 2535627 h 2902611"/>
                <a:gd name="connsiteX134" fmla="*/ 2868124 w 2902611"/>
                <a:gd name="connsiteY134" fmla="*/ 2501518 h 2902611"/>
                <a:gd name="connsiteX135" fmla="*/ 2814266 w 2902611"/>
                <a:gd name="connsiteY135" fmla="*/ 2322750 h 2902611"/>
                <a:gd name="connsiteX136" fmla="*/ 2780157 w 2902611"/>
                <a:gd name="connsiteY136" fmla="*/ 2356860 h 2902611"/>
                <a:gd name="connsiteX137" fmla="*/ 2814266 w 2902611"/>
                <a:gd name="connsiteY137" fmla="*/ 2390969 h 2902611"/>
                <a:gd name="connsiteX138" fmla="*/ 2848376 w 2902611"/>
                <a:gd name="connsiteY138" fmla="*/ 2356860 h 2902611"/>
                <a:gd name="connsiteX139" fmla="*/ 2814266 w 2902611"/>
                <a:gd name="connsiteY139" fmla="*/ 2322750 h 2902611"/>
                <a:gd name="connsiteX140" fmla="*/ 2673293 w 2902611"/>
                <a:gd name="connsiteY140" fmla="*/ 2201241 h 2902611"/>
                <a:gd name="connsiteX141" fmla="*/ 2639184 w 2902611"/>
                <a:gd name="connsiteY141" fmla="*/ 2235351 h 2902611"/>
                <a:gd name="connsiteX142" fmla="*/ 2673293 w 2902611"/>
                <a:gd name="connsiteY142" fmla="*/ 2269460 h 2902611"/>
                <a:gd name="connsiteX143" fmla="*/ 2707403 w 2902611"/>
                <a:gd name="connsiteY143" fmla="*/ 2235351 h 2902611"/>
                <a:gd name="connsiteX144" fmla="*/ 2673293 w 2902611"/>
                <a:gd name="connsiteY144"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815684 w 2902611"/>
                <a:gd name="connsiteY122" fmla="*/ 2682742 h 2902611"/>
                <a:gd name="connsiteX123" fmla="*/ 2781574 w 2902611"/>
                <a:gd name="connsiteY123" fmla="*/ 2716851 h 2902611"/>
                <a:gd name="connsiteX124" fmla="*/ 2815684 w 2902611"/>
                <a:gd name="connsiteY124" fmla="*/ 2750961 h 2902611"/>
                <a:gd name="connsiteX125" fmla="*/ 2849793 w 2902611"/>
                <a:gd name="connsiteY125" fmla="*/ 2716851 h 2902611"/>
                <a:gd name="connsiteX126" fmla="*/ 2815684 w 2902611"/>
                <a:gd name="connsiteY126" fmla="*/ 2682742 h 2902611"/>
                <a:gd name="connsiteX127" fmla="*/ 2868124 w 2902611"/>
                <a:gd name="connsiteY127" fmla="*/ 2501518 h 2902611"/>
                <a:gd name="connsiteX128" fmla="*/ 2834014 w 2902611"/>
                <a:gd name="connsiteY128" fmla="*/ 2535627 h 2902611"/>
                <a:gd name="connsiteX129" fmla="*/ 2868124 w 2902611"/>
                <a:gd name="connsiteY129" fmla="*/ 2569737 h 2902611"/>
                <a:gd name="connsiteX130" fmla="*/ 2902233 w 2902611"/>
                <a:gd name="connsiteY130" fmla="*/ 2535627 h 2902611"/>
                <a:gd name="connsiteX131" fmla="*/ 2868124 w 2902611"/>
                <a:gd name="connsiteY131" fmla="*/ 2501518 h 2902611"/>
                <a:gd name="connsiteX132" fmla="*/ 2814266 w 2902611"/>
                <a:gd name="connsiteY132" fmla="*/ 2322750 h 2902611"/>
                <a:gd name="connsiteX133" fmla="*/ 2780157 w 2902611"/>
                <a:gd name="connsiteY133" fmla="*/ 2356860 h 2902611"/>
                <a:gd name="connsiteX134" fmla="*/ 2814266 w 2902611"/>
                <a:gd name="connsiteY134" fmla="*/ 2390969 h 2902611"/>
                <a:gd name="connsiteX135" fmla="*/ 2848376 w 2902611"/>
                <a:gd name="connsiteY135" fmla="*/ 2356860 h 2902611"/>
                <a:gd name="connsiteX136" fmla="*/ 2814266 w 2902611"/>
                <a:gd name="connsiteY136" fmla="*/ 2322750 h 2902611"/>
                <a:gd name="connsiteX137" fmla="*/ 2673293 w 2902611"/>
                <a:gd name="connsiteY137" fmla="*/ 2201241 h 2902611"/>
                <a:gd name="connsiteX138" fmla="*/ 2639184 w 2902611"/>
                <a:gd name="connsiteY138" fmla="*/ 2235351 h 2902611"/>
                <a:gd name="connsiteX139" fmla="*/ 2673293 w 2902611"/>
                <a:gd name="connsiteY139" fmla="*/ 2269460 h 2902611"/>
                <a:gd name="connsiteX140" fmla="*/ 2707403 w 2902611"/>
                <a:gd name="connsiteY140" fmla="*/ 2235351 h 2902611"/>
                <a:gd name="connsiteX141" fmla="*/ 2673293 w 2902611"/>
                <a:gd name="connsiteY141"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815684 w 2902611"/>
                <a:gd name="connsiteY122" fmla="*/ 2682742 h 2902611"/>
                <a:gd name="connsiteX123" fmla="*/ 2781574 w 2902611"/>
                <a:gd name="connsiteY123" fmla="*/ 2716851 h 2902611"/>
                <a:gd name="connsiteX124" fmla="*/ 2849793 w 2902611"/>
                <a:gd name="connsiteY124" fmla="*/ 2716851 h 2902611"/>
                <a:gd name="connsiteX125" fmla="*/ 2815684 w 2902611"/>
                <a:gd name="connsiteY125" fmla="*/ 2682742 h 2902611"/>
                <a:gd name="connsiteX126" fmla="*/ 2868124 w 2902611"/>
                <a:gd name="connsiteY126" fmla="*/ 2501518 h 2902611"/>
                <a:gd name="connsiteX127" fmla="*/ 2834014 w 2902611"/>
                <a:gd name="connsiteY127" fmla="*/ 2535627 h 2902611"/>
                <a:gd name="connsiteX128" fmla="*/ 2868124 w 2902611"/>
                <a:gd name="connsiteY128" fmla="*/ 2569737 h 2902611"/>
                <a:gd name="connsiteX129" fmla="*/ 2902233 w 2902611"/>
                <a:gd name="connsiteY129" fmla="*/ 2535627 h 2902611"/>
                <a:gd name="connsiteX130" fmla="*/ 2868124 w 2902611"/>
                <a:gd name="connsiteY130" fmla="*/ 2501518 h 2902611"/>
                <a:gd name="connsiteX131" fmla="*/ 2814266 w 2902611"/>
                <a:gd name="connsiteY131" fmla="*/ 2322750 h 2902611"/>
                <a:gd name="connsiteX132" fmla="*/ 2780157 w 2902611"/>
                <a:gd name="connsiteY132" fmla="*/ 2356860 h 2902611"/>
                <a:gd name="connsiteX133" fmla="*/ 2814266 w 2902611"/>
                <a:gd name="connsiteY133" fmla="*/ 2390969 h 2902611"/>
                <a:gd name="connsiteX134" fmla="*/ 2848376 w 2902611"/>
                <a:gd name="connsiteY134" fmla="*/ 2356860 h 2902611"/>
                <a:gd name="connsiteX135" fmla="*/ 2814266 w 2902611"/>
                <a:gd name="connsiteY135" fmla="*/ 2322750 h 2902611"/>
                <a:gd name="connsiteX136" fmla="*/ 2673293 w 2902611"/>
                <a:gd name="connsiteY136" fmla="*/ 2201241 h 2902611"/>
                <a:gd name="connsiteX137" fmla="*/ 2639184 w 2902611"/>
                <a:gd name="connsiteY137" fmla="*/ 2235351 h 2902611"/>
                <a:gd name="connsiteX138" fmla="*/ 2673293 w 2902611"/>
                <a:gd name="connsiteY138" fmla="*/ 2269460 h 2902611"/>
                <a:gd name="connsiteX139" fmla="*/ 2707403 w 2902611"/>
                <a:gd name="connsiteY139" fmla="*/ 2235351 h 2902611"/>
                <a:gd name="connsiteX140" fmla="*/ 2673293 w 2902611"/>
                <a:gd name="connsiteY140"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815684 w 2902611"/>
                <a:gd name="connsiteY122" fmla="*/ 2682742 h 2902611"/>
                <a:gd name="connsiteX123" fmla="*/ 2781574 w 2902611"/>
                <a:gd name="connsiteY123" fmla="*/ 2716851 h 2902611"/>
                <a:gd name="connsiteX124" fmla="*/ 2815684 w 2902611"/>
                <a:gd name="connsiteY124" fmla="*/ 2682742 h 2902611"/>
                <a:gd name="connsiteX125" fmla="*/ 2868124 w 2902611"/>
                <a:gd name="connsiteY125" fmla="*/ 2501518 h 2902611"/>
                <a:gd name="connsiteX126" fmla="*/ 2834014 w 2902611"/>
                <a:gd name="connsiteY126" fmla="*/ 2535627 h 2902611"/>
                <a:gd name="connsiteX127" fmla="*/ 2868124 w 2902611"/>
                <a:gd name="connsiteY127" fmla="*/ 2569737 h 2902611"/>
                <a:gd name="connsiteX128" fmla="*/ 2902233 w 2902611"/>
                <a:gd name="connsiteY128" fmla="*/ 2535627 h 2902611"/>
                <a:gd name="connsiteX129" fmla="*/ 2868124 w 2902611"/>
                <a:gd name="connsiteY129" fmla="*/ 2501518 h 2902611"/>
                <a:gd name="connsiteX130" fmla="*/ 2814266 w 2902611"/>
                <a:gd name="connsiteY130" fmla="*/ 2322750 h 2902611"/>
                <a:gd name="connsiteX131" fmla="*/ 2780157 w 2902611"/>
                <a:gd name="connsiteY131" fmla="*/ 2356860 h 2902611"/>
                <a:gd name="connsiteX132" fmla="*/ 2814266 w 2902611"/>
                <a:gd name="connsiteY132" fmla="*/ 2390969 h 2902611"/>
                <a:gd name="connsiteX133" fmla="*/ 2848376 w 2902611"/>
                <a:gd name="connsiteY133" fmla="*/ 2356860 h 2902611"/>
                <a:gd name="connsiteX134" fmla="*/ 2814266 w 2902611"/>
                <a:gd name="connsiteY134" fmla="*/ 2322750 h 2902611"/>
                <a:gd name="connsiteX135" fmla="*/ 2673293 w 2902611"/>
                <a:gd name="connsiteY135" fmla="*/ 2201241 h 2902611"/>
                <a:gd name="connsiteX136" fmla="*/ 2639184 w 2902611"/>
                <a:gd name="connsiteY136" fmla="*/ 2235351 h 2902611"/>
                <a:gd name="connsiteX137" fmla="*/ 2673293 w 2902611"/>
                <a:gd name="connsiteY137" fmla="*/ 2269460 h 2902611"/>
                <a:gd name="connsiteX138" fmla="*/ 2707403 w 2902611"/>
                <a:gd name="connsiteY138" fmla="*/ 2235351 h 2902611"/>
                <a:gd name="connsiteX139" fmla="*/ 2673293 w 2902611"/>
                <a:gd name="connsiteY139" fmla="*/ 2201241 h 2902611"/>
                <a:gd name="connsiteX0" fmla="*/ 2219477 w 2902611"/>
                <a:gd name="connsiteY0" fmla="*/ 2446244 h 2902611"/>
                <a:gd name="connsiteX1" fmla="*/ 2220327 w 2902611"/>
                <a:gd name="connsiteY1" fmla="*/ 2446244 h 2902611"/>
                <a:gd name="connsiteX2" fmla="*/ 2219477 w 2902611"/>
                <a:gd name="connsiteY2" fmla="*/ 2446244 h 2902611"/>
                <a:gd name="connsiteX3" fmla="*/ 2487723 w 2902611"/>
                <a:gd name="connsiteY3" fmla="*/ 2210406 h 2902611"/>
                <a:gd name="connsiteX4" fmla="*/ 2488573 w 2902611"/>
                <a:gd name="connsiteY4" fmla="*/ 2210406 h 2902611"/>
                <a:gd name="connsiteX5" fmla="*/ 2487723 w 2902611"/>
                <a:gd name="connsiteY5" fmla="*/ 2210406 h 2902611"/>
                <a:gd name="connsiteX6" fmla="*/ 1782007 w 2902611"/>
                <a:gd name="connsiteY6" fmla="*/ 729432 h 2902611"/>
                <a:gd name="connsiteX7" fmla="*/ 1120604 w 2902611"/>
                <a:gd name="connsiteY7" fmla="*/ 729432 h 2902611"/>
                <a:gd name="connsiteX8" fmla="*/ 1086589 w 2902611"/>
                <a:gd name="connsiteY8" fmla="*/ 695417 h 2902611"/>
                <a:gd name="connsiteX9" fmla="*/ 1086589 w 2902611"/>
                <a:gd name="connsiteY9" fmla="*/ 34015 h 2902611"/>
                <a:gd name="connsiteX10" fmla="*/ 1120604 w 2902611"/>
                <a:gd name="connsiteY10" fmla="*/ 0 h 2902611"/>
                <a:gd name="connsiteX11" fmla="*/ 1782007 w 2902611"/>
                <a:gd name="connsiteY11" fmla="*/ 0 h 2902611"/>
                <a:gd name="connsiteX12" fmla="*/ 1816022 w 2902611"/>
                <a:gd name="connsiteY12" fmla="*/ 34015 h 2902611"/>
                <a:gd name="connsiteX13" fmla="*/ 1816022 w 2902611"/>
                <a:gd name="connsiteY13" fmla="*/ 695417 h 2902611"/>
                <a:gd name="connsiteX14" fmla="*/ 1782007 w 2902611"/>
                <a:gd name="connsiteY14" fmla="*/ 729432 h 2902611"/>
                <a:gd name="connsiteX15" fmla="*/ 1154619 w 2902611"/>
                <a:gd name="connsiteY15" fmla="*/ 661402 h 2902611"/>
                <a:gd name="connsiteX16" fmla="*/ 1747992 w 2902611"/>
                <a:gd name="connsiteY16" fmla="*/ 661402 h 2902611"/>
                <a:gd name="connsiteX17" fmla="*/ 1747992 w 2902611"/>
                <a:gd name="connsiteY17" fmla="*/ 68030 h 2902611"/>
                <a:gd name="connsiteX18" fmla="*/ 1154619 w 2902611"/>
                <a:gd name="connsiteY18" fmla="*/ 68030 h 2902611"/>
                <a:gd name="connsiteX19" fmla="*/ 1154619 w 2902611"/>
                <a:gd name="connsiteY19" fmla="*/ 661402 h 2902611"/>
                <a:gd name="connsiteX20" fmla="*/ 695417 w 2902611"/>
                <a:gd name="connsiteY20" fmla="*/ 2902611 h 2902611"/>
                <a:gd name="connsiteX21" fmla="*/ 34015 w 2902611"/>
                <a:gd name="connsiteY21" fmla="*/ 2902611 h 2902611"/>
                <a:gd name="connsiteX22" fmla="*/ 0 w 2902611"/>
                <a:gd name="connsiteY22" fmla="*/ 2868596 h 2902611"/>
                <a:gd name="connsiteX23" fmla="*/ 0 w 2902611"/>
                <a:gd name="connsiteY23" fmla="*/ 2207194 h 2902611"/>
                <a:gd name="connsiteX24" fmla="*/ 34015 w 2902611"/>
                <a:gd name="connsiteY24" fmla="*/ 2173179 h 2902611"/>
                <a:gd name="connsiteX25" fmla="*/ 695417 w 2902611"/>
                <a:gd name="connsiteY25" fmla="*/ 2173179 h 2902611"/>
                <a:gd name="connsiteX26" fmla="*/ 729432 w 2902611"/>
                <a:gd name="connsiteY26" fmla="*/ 2207194 h 2902611"/>
                <a:gd name="connsiteX27" fmla="*/ 729432 w 2902611"/>
                <a:gd name="connsiteY27" fmla="*/ 2868596 h 2902611"/>
                <a:gd name="connsiteX28" fmla="*/ 695417 w 2902611"/>
                <a:gd name="connsiteY28" fmla="*/ 2902611 h 2902611"/>
                <a:gd name="connsiteX29" fmla="*/ 68030 w 2902611"/>
                <a:gd name="connsiteY29" fmla="*/ 2834581 h 2902611"/>
                <a:gd name="connsiteX30" fmla="*/ 661402 w 2902611"/>
                <a:gd name="connsiteY30" fmla="*/ 2834581 h 2902611"/>
                <a:gd name="connsiteX31" fmla="*/ 661402 w 2902611"/>
                <a:gd name="connsiteY31" fmla="*/ 2241209 h 2902611"/>
                <a:gd name="connsiteX32" fmla="*/ 68030 w 2902611"/>
                <a:gd name="connsiteY32" fmla="*/ 2241209 h 2902611"/>
                <a:gd name="connsiteX33" fmla="*/ 68030 w 2902611"/>
                <a:gd name="connsiteY33" fmla="*/ 2834581 h 2902611"/>
                <a:gd name="connsiteX34" fmla="*/ 2868596 w 2902611"/>
                <a:gd name="connsiteY34" fmla="*/ 1816022 h 2902611"/>
                <a:gd name="connsiteX35" fmla="*/ 2207194 w 2902611"/>
                <a:gd name="connsiteY35" fmla="*/ 1816022 h 2902611"/>
                <a:gd name="connsiteX36" fmla="*/ 2173179 w 2902611"/>
                <a:gd name="connsiteY36" fmla="*/ 1782007 h 2902611"/>
                <a:gd name="connsiteX37" fmla="*/ 2173179 w 2902611"/>
                <a:gd name="connsiteY37" fmla="*/ 1120604 h 2902611"/>
                <a:gd name="connsiteX38" fmla="*/ 2207194 w 2902611"/>
                <a:gd name="connsiteY38" fmla="*/ 1086589 h 2902611"/>
                <a:gd name="connsiteX39" fmla="*/ 2868596 w 2902611"/>
                <a:gd name="connsiteY39" fmla="*/ 1086589 h 2902611"/>
                <a:gd name="connsiteX40" fmla="*/ 2902611 w 2902611"/>
                <a:gd name="connsiteY40" fmla="*/ 1120604 h 2902611"/>
                <a:gd name="connsiteX41" fmla="*/ 2902611 w 2902611"/>
                <a:gd name="connsiteY41" fmla="*/ 1782007 h 2902611"/>
                <a:gd name="connsiteX42" fmla="*/ 2868596 w 2902611"/>
                <a:gd name="connsiteY42" fmla="*/ 1816022 h 2902611"/>
                <a:gd name="connsiteX43" fmla="*/ 2241209 w 2902611"/>
                <a:gd name="connsiteY43" fmla="*/ 1747992 h 2902611"/>
                <a:gd name="connsiteX44" fmla="*/ 2834487 w 2902611"/>
                <a:gd name="connsiteY44" fmla="*/ 1747992 h 2902611"/>
                <a:gd name="connsiteX45" fmla="*/ 2834487 w 2902611"/>
                <a:gd name="connsiteY45" fmla="*/ 1154619 h 2902611"/>
                <a:gd name="connsiteX46" fmla="*/ 2241209 w 2902611"/>
                <a:gd name="connsiteY46" fmla="*/ 1154619 h 2902611"/>
                <a:gd name="connsiteX47" fmla="*/ 2241209 w 2902611"/>
                <a:gd name="connsiteY47" fmla="*/ 1747992 h 2902611"/>
                <a:gd name="connsiteX48" fmla="*/ 1451306 w 2902611"/>
                <a:gd name="connsiteY48" fmla="*/ 1816022 h 2902611"/>
                <a:gd name="connsiteX49" fmla="*/ 1086589 w 2902611"/>
                <a:gd name="connsiteY49" fmla="*/ 1451306 h 2902611"/>
                <a:gd name="connsiteX50" fmla="*/ 1451306 w 2902611"/>
                <a:gd name="connsiteY50" fmla="*/ 1086589 h 2902611"/>
                <a:gd name="connsiteX51" fmla="*/ 1816022 w 2902611"/>
                <a:gd name="connsiteY51" fmla="*/ 1451306 h 2902611"/>
                <a:gd name="connsiteX52" fmla="*/ 1451306 w 2902611"/>
                <a:gd name="connsiteY52" fmla="*/ 1816022 h 2902611"/>
                <a:gd name="connsiteX53" fmla="*/ 1451306 w 2902611"/>
                <a:gd name="connsiteY53" fmla="*/ 1154619 h 2902611"/>
                <a:gd name="connsiteX54" fmla="*/ 1154619 w 2902611"/>
                <a:gd name="connsiteY54" fmla="*/ 1451306 h 2902611"/>
                <a:gd name="connsiteX55" fmla="*/ 1451306 w 2902611"/>
                <a:gd name="connsiteY55" fmla="*/ 1747992 h 2902611"/>
                <a:gd name="connsiteX56" fmla="*/ 1747992 w 2902611"/>
                <a:gd name="connsiteY56" fmla="*/ 1451306 h 2902611"/>
                <a:gd name="connsiteX57" fmla="*/ 1451306 w 2902611"/>
                <a:gd name="connsiteY57" fmla="*/ 1154619 h 2902611"/>
                <a:gd name="connsiteX58" fmla="*/ 364716 w 2902611"/>
                <a:gd name="connsiteY58" fmla="*/ 729432 h 2902611"/>
                <a:gd name="connsiteX59" fmla="*/ 0 w 2902611"/>
                <a:gd name="connsiteY59" fmla="*/ 364716 h 2902611"/>
                <a:gd name="connsiteX60" fmla="*/ 364716 w 2902611"/>
                <a:gd name="connsiteY60" fmla="*/ 0 h 2902611"/>
                <a:gd name="connsiteX61" fmla="*/ 729432 w 2902611"/>
                <a:gd name="connsiteY61" fmla="*/ 364716 h 2902611"/>
                <a:gd name="connsiteX62" fmla="*/ 364716 w 2902611"/>
                <a:gd name="connsiteY62" fmla="*/ 729432 h 2902611"/>
                <a:gd name="connsiteX63" fmla="*/ 364716 w 2902611"/>
                <a:gd name="connsiteY63" fmla="*/ 68030 h 2902611"/>
                <a:gd name="connsiteX64" fmla="*/ 68030 w 2902611"/>
                <a:gd name="connsiteY64" fmla="*/ 364716 h 2902611"/>
                <a:gd name="connsiteX65" fmla="*/ 364716 w 2902611"/>
                <a:gd name="connsiteY65" fmla="*/ 661402 h 2902611"/>
                <a:gd name="connsiteX66" fmla="*/ 661402 w 2902611"/>
                <a:gd name="connsiteY66" fmla="*/ 364716 h 2902611"/>
                <a:gd name="connsiteX67" fmla="*/ 364716 w 2902611"/>
                <a:gd name="connsiteY67" fmla="*/ 68030 h 2902611"/>
                <a:gd name="connsiteX68" fmla="*/ 1782007 w 2902611"/>
                <a:gd name="connsiteY68" fmla="*/ 2902611 h 2902611"/>
                <a:gd name="connsiteX69" fmla="*/ 1120604 w 2902611"/>
                <a:gd name="connsiteY69" fmla="*/ 2902611 h 2902611"/>
                <a:gd name="connsiteX70" fmla="*/ 1091125 w 2902611"/>
                <a:gd name="connsiteY70" fmla="*/ 2885509 h 2902611"/>
                <a:gd name="connsiteX71" fmla="*/ 1091219 w 2902611"/>
                <a:gd name="connsiteY71" fmla="*/ 2851400 h 2902611"/>
                <a:gd name="connsiteX72" fmla="*/ 1421920 w 2902611"/>
                <a:gd name="connsiteY72" fmla="*/ 2284483 h 2902611"/>
                <a:gd name="connsiteX73" fmla="*/ 1480691 w 2902611"/>
                <a:gd name="connsiteY73" fmla="*/ 2284483 h 2902611"/>
                <a:gd name="connsiteX74" fmla="*/ 1811392 w 2902611"/>
                <a:gd name="connsiteY74" fmla="*/ 2851400 h 2902611"/>
                <a:gd name="connsiteX75" fmla="*/ 1811581 w 2902611"/>
                <a:gd name="connsiteY75" fmla="*/ 2885509 h 2902611"/>
                <a:gd name="connsiteX76" fmla="*/ 1782007 w 2902611"/>
                <a:gd name="connsiteY76" fmla="*/ 2902611 h 2902611"/>
                <a:gd name="connsiteX77" fmla="*/ 1179847 w 2902611"/>
                <a:gd name="connsiteY77" fmla="*/ 2834581 h 2902611"/>
                <a:gd name="connsiteX78" fmla="*/ 1722764 w 2902611"/>
                <a:gd name="connsiteY78" fmla="*/ 2834581 h 2902611"/>
                <a:gd name="connsiteX79" fmla="*/ 1451306 w 2902611"/>
                <a:gd name="connsiteY79" fmla="*/ 2369237 h 2902611"/>
                <a:gd name="connsiteX80" fmla="*/ 1179847 w 2902611"/>
                <a:gd name="connsiteY80" fmla="*/ 2834581 h 2902611"/>
                <a:gd name="connsiteX81" fmla="*/ 695417 w 2902611"/>
                <a:gd name="connsiteY81" fmla="*/ 1768779 h 2902611"/>
                <a:gd name="connsiteX82" fmla="*/ 34015 w 2902611"/>
                <a:gd name="connsiteY82" fmla="*/ 1768779 h 2902611"/>
                <a:gd name="connsiteX83" fmla="*/ 4535 w 2902611"/>
                <a:gd name="connsiteY83" fmla="*/ 1751677 h 2902611"/>
                <a:gd name="connsiteX84" fmla="*/ 4630 w 2902611"/>
                <a:gd name="connsiteY84" fmla="*/ 1717567 h 2902611"/>
                <a:gd name="connsiteX85" fmla="*/ 335331 w 2902611"/>
                <a:gd name="connsiteY85" fmla="*/ 1150651 h 2902611"/>
                <a:gd name="connsiteX86" fmla="*/ 394101 w 2902611"/>
                <a:gd name="connsiteY86" fmla="*/ 1150651 h 2902611"/>
                <a:gd name="connsiteX87" fmla="*/ 724802 w 2902611"/>
                <a:gd name="connsiteY87" fmla="*/ 1717567 h 2902611"/>
                <a:gd name="connsiteX88" fmla="*/ 724897 w 2902611"/>
                <a:gd name="connsiteY88" fmla="*/ 1751677 h 2902611"/>
                <a:gd name="connsiteX89" fmla="*/ 695417 w 2902611"/>
                <a:gd name="connsiteY89" fmla="*/ 1768779 h 2902611"/>
                <a:gd name="connsiteX90" fmla="*/ 93258 w 2902611"/>
                <a:gd name="connsiteY90" fmla="*/ 1700749 h 2902611"/>
                <a:gd name="connsiteX91" fmla="*/ 636174 w 2902611"/>
                <a:gd name="connsiteY91" fmla="*/ 1700749 h 2902611"/>
                <a:gd name="connsiteX92" fmla="*/ 364716 w 2902611"/>
                <a:gd name="connsiteY92" fmla="*/ 1235310 h 2902611"/>
                <a:gd name="connsiteX93" fmla="*/ 93258 w 2902611"/>
                <a:gd name="connsiteY93" fmla="*/ 1700749 h 2902611"/>
                <a:gd name="connsiteX94" fmla="*/ 2868596 w 2902611"/>
                <a:gd name="connsiteY94" fmla="*/ 634946 h 2902611"/>
                <a:gd name="connsiteX95" fmla="*/ 2207194 w 2902611"/>
                <a:gd name="connsiteY95" fmla="*/ 634946 h 2902611"/>
                <a:gd name="connsiteX96" fmla="*/ 2177714 w 2902611"/>
                <a:gd name="connsiteY96" fmla="*/ 617844 h 2902611"/>
                <a:gd name="connsiteX97" fmla="*/ 2177903 w 2902611"/>
                <a:gd name="connsiteY97" fmla="*/ 583829 h 2902611"/>
                <a:gd name="connsiteX98" fmla="*/ 2508604 w 2902611"/>
                <a:gd name="connsiteY98" fmla="*/ 16913 h 2902611"/>
                <a:gd name="connsiteX99" fmla="*/ 2567280 w 2902611"/>
                <a:gd name="connsiteY99" fmla="*/ 16913 h 2902611"/>
                <a:gd name="connsiteX100" fmla="*/ 2897981 w 2902611"/>
                <a:gd name="connsiteY100" fmla="*/ 583829 h 2902611"/>
                <a:gd name="connsiteX101" fmla="*/ 2898170 w 2902611"/>
                <a:gd name="connsiteY101" fmla="*/ 617844 h 2902611"/>
                <a:gd name="connsiteX102" fmla="*/ 2868596 w 2902611"/>
                <a:gd name="connsiteY102" fmla="*/ 634946 h 2902611"/>
                <a:gd name="connsiteX103" fmla="*/ 2266437 w 2902611"/>
                <a:gd name="connsiteY103" fmla="*/ 566916 h 2902611"/>
                <a:gd name="connsiteX104" fmla="*/ 2809353 w 2902611"/>
                <a:gd name="connsiteY104" fmla="*/ 566916 h 2902611"/>
                <a:gd name="connsiteX105" fmla="*/ 2537895 w 2902611"/>
                <a:gd name="connsiteY105" fmla="*/ 101478 h 2902611"/>
                <a:gd name="connsiteX106" fmla="*/ 2266437 w 2902611"/>
                <a:gd name="connsiteY106" fmla="*/ 566916 h 2902611"/>
                <a:gd name="connsiteX107" fmla="*/ 2488573 w 2902611"/>
                <a:gd name="connsiteY107" fmla="*/ 2176297 h 2902611"/>
                <a:gd name="connsiteX108" fmla="*/ 2454464 w 2902611"/>
                <a:gd name="connsiteY108" fmla="*/ 2210406 h 2902611"/>
                <a:gd name="connsiteX109" fmla="*/ 2488573 w 2902611"/>
                <a:gd name="connsiteY109" fmla="*/ 2244516 h 2902611"/>
                <a:gd name="connsiteX110" fmla="*/ 2522683 w 2902611"/>
                <a:gd name="connsiteY110" fmla="*/ 2210406 h 2902611"/>
                <a:gd name="connsiteX111" fmla="*/ 2488573 w 2902611"/>
                <a:gd name="connsiteY111" fmla="*/ 2176297 h 2902611"/>
                <a:gd name="connsiteX112" fmla="*/ 2320199 w 2902611"/>
                <a:gd name="connsiteY112" fmla="*/ 2254720 h 2902611"/>
                <a:gd name="connsiteX113" fmla="*/ 2286090 w 2902611"/>
                <a:gd name="connsiteY113" fmla="*/ 2288830 h 2902611"/>
                <a:gd name="connsiteX114" fmla="*/ 2320199 w 2902611"/>
                <a:gd name="connsiteY114" fmla="*/ 2322939 h 2902611"/>
                <a:gd name="connsiteX115" fmla="*/ 2354308 w 2902611"/>
                <a:gd name="connsiteY115" fmla="*/ 2288830 h 2902611"/>
                <a:gd name="connsiteX116" fmla="*/ 2320199 w 2902611"/>
                <a:gd name="connsiteY116" fmla="*/ 2254720 h 2902611"/>
                <a:gd name="connsiteX117" fmla="*/ 2219855 w 2902611"/>
                <a:gd name="connsiteY117" fmla="*/ 2412134 h 2902611"/>
                <a:gd name="connsiteX118" fmla="*/ 2185746 w 2902611"/>
                <a:gd name="connsiteY118" fmla="*/ 2446244 h 2902611"/>
                <a:gd name="connsiteX119" fmla="*/ 2219855 w 2902611"/>
                <a:gd name="connsiteY119" fmla="*/ 2480353 h 2902611"/>
                <a:gd name="connsiteX120" fmla="*/ 2253964 w 2902611"/>
                <a:gd name="connsiteY120" fmla="*/ 2446244 h 2902611"/>
                <a:gd name="connsiteX121" fmla="*/ 2219855 w 2902611"/>
                <a:gd name="connsiteY121" fmla="*/ 2412134 h 2902611"/>
                <a:gd name="connsiteX122" fmla="*/ 2868124 w 2902611"/>
                <a:gd name="connsiteY122" fmla="*/ 2501518 h 2902611"/>
                <a:gd name="connsiteX123" fmla="*/ 2834014 w 2902611"/>
                <a:gd name="connsiteY123" fmla="*/ 2535627 h 2902611"/>
                <a:gd name="connsiteX124" fmla="*/ 2868124 w 2902611"/>
                <a:gd name="connsiteY124" fmla="*/ 2569737 h 2902611"/>
                <a:gd name="connsiteX125" fmla="*/ 2902233 w 2902611"/>
                <a:gd name="connsiteY125" fmla="*/ 2535627 h 2902611"/>
                <a:gd name="connsiteX126" fmla="*/ 2868124 w 2902611"/>
                <a:gd name="connsiteY126" fmla="*/ 2501518 h 2902611"/>
                <a:gd name="connsiteX127" fmla="*/ 2814266 w 2902611"/>
                <a:gd name="connsiteY127" fmla="*/ 2322750 h 2902611"/>
                <a:gd name="connsiteX128" fmla="*/ 2780157 w 2902611"/>
                <a:gd name="connsiteY128" fmla="*/ 2356860 h 2902611"/>
                <a:gd name="connsiteX129" fmla="*/ 2814266 w 2902611"/>
                <a:gd name="connsiteY129" fmla="*/ 2390969 h 2902611"/>
                <a:gd name="connsiteX130" fmla="*/ 2848376 w 2902611"/>
                <a:gd name="connsiteY130" fmla="*/ 2356860 h 2902611"/>
                <a:gd name="connsiteX131" fmla="*/ 2814266 w 2902611"/>
                <a:gd name="connsiteY131" fmla="*/ 2322750 h 2902611"/>
                <a:gd name="connsiteX132" fmla="*/ 2673293 w 2902611"/>
                <a:gd name="connsiteY132" fmla="*/ 2201241 h 2902611"/>
                <a:gd name="connsiteX133" fmla="*/ 2639184 w 2902611"/>
                <a:gd name="connsiteY133" fmla="*/ 2235351 h 2902611"/>
                <a:gd name="connsiteX134" fmla="*/ 2673293 w 2902611"/>
                <a:gd name="connsiteY134" fmla="*/ 2269460 h 2902611"/>
                <a:gd name="connsiteX135" fmla="*/ 2707403 w 2902611"/>
                <a:gd name="connsiteY135" fmla="*/ 2235351 h 2902611"/>
                <a:gd name="connsiteX136" fmla="*/ 2673293 w 2902611"/>
                <a:gd name="connsiteY136" fmla="*/ 2201241 h 2902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2902611" h="2902611">
                  <a:moveTo>
                    <a:pt x="2219477" y="2446244"/>
                  </a:moveTo>
                  <a:lnTo>
                    <a:pt x="2220327" y="2446244"/>
                  </a:lnTo>
                  <a:lnTo>
                    <a:pt x="2219477" y="2446244"/>
                  </a:lnTo>
                  <a:close/>
                  <a:moveTo>
                    <a:pt x="2487723" y="2210406"/>
                  </a:moveTo>
                  <a:lnTo>
                    <a:pt x="2488573" y="2210406"/>
                  </a:lnTo>
                  <a:lnTo>
                    <a:pt x="2487723" y="2210406"/>
                  </a:lnTo>
                  <a:close/>
                  <a:moveTo>
                    <a:pt x="1782007" y="729432"/>
                  </a:moveTo>
                  <a:lnTo>
                    <a:pt x="1120604" y="729432"/>
                  </a:lnTo>
                  <a:cubicBezTo>
                    <a:pt x="1101802" y="729432"/>
                    <a:pt x="1086589" y="714220"/>
                    <a:pt x="1086589" y="695417"/>
                  </a:cubicBezTo>
                  <a:lnTo>
                    <a:pt x="1086589" y="34015"/>
                  </a:lnTo>
                  <a:cubicBezTo>
                    <a:pt x="1086589" y="15212"/>
                    <a:pt x="1101802" y="0"/>
                    <a:pt x="1120604" y="0"/>
                  </a:cubicBezTo>
                  <a:lnTo>
                    <a:pt x="1782007" y="0"/>
                  </a:lnTo>
                  <a:cubicBezTo>
                    <a:pt x="1800809" y="0"/>
                    <a:pt x="1816022" y="15212"/>
                    <a:pt x="1816022" y="34015"/>
                  </a:cubicBezTo>
                  <a:lnTo>
                    <a:pt x="1816022" y="695417"/>
                  </a:lnTo>
                  <a:cubicBezTo>
                    <a:pt x="1816022" y="714220"/>
                    <a:pt x="1800809" y="729432"/>
                    <a:pt x="1782007" y="729432"/>
                  </a:cubicBezTo>
                  <a:close/>
                  <a:moveTo>
                    <a:pt x="1154619" y="661402"/>
                  </a:moveTo>
                  <a:lnTo>
                    <a:pt x="1747992" y="661402"/>
                  </a:lnTo>
                  <a:lnTo>
                    <a:pt x="1747992" y="68030"/>
                  </a:lnTo>
                  <a:lnTo>
                    <a:pt x="1154619" y="68030"/>
                  </a:lnTo>
                  <a:lnTo>
                    <a:pt x="1154619" y="661402"/>
                  </a:lnTo>
                  <a:close/>
                  <a:moveTo>
                    <a:pt x="695417" y="2902611"/>
                  </a:moveTo>
                  <a:lnTo>
                    <a:pt x="34015" y="2902611"/>
                  </a:lnTo>
                  <a:cubicBezTo>
                    <a:pt x="15212" y="2902611"/>
                    <a:pt x="0" y="2887399"/>
                    <a:pt x="0" y="2868596"/>
                  </a:cubicBezTo>
                  <a:lnTo>
                    <a:pt x="0" y="2207194"/>
                  </a:lnTo>
                  <a:cubicBezTo>
                    <a:pt x="0" y="2188391"/>
                    <a:pt x="15212" y="2173179"/>
                    <a:pt x="34015" y="2173179"/>
                  </a:cubicBezTo>
                  <a:lnTo>
                    <a:pt x="695417" y="2173179"/>
                  </a:lnTo>
                  <a:cubicBezTo>
                    <a:pt x="714220" y="2173179"/>
                    <a:pt x="729432" y="2188391"/>
                    <a:pt x="729432" y="2207194"/>
                  </a:cubicBezTo>
                  <a:lnTo>
                    <a:pt x="729432" y="2868596"/>
                  </a:lnTo>
                  <a:cubicBezTo>
                    <a:pt x="729432" y="2887399"/>
                    <a:pt x="714220" y="2902611"/>
                    <a:pt x="695417" y="2902611"/>
                  </a:cubicBezTo>
                  <a:close/>
                  <a:moveTo>
                    <a:pt x="68030" y="2834581"/>
                  </a:moveTo>
                  <a:lnTo>
                    <a:pt x="661402" y="2834581"/>
                  </a:lnTo>
                  <a:lnTo>
                    <a:pt x="661402" y="2241209"/>
                  </a:lnTo>
                  <a:lnTo>
                    <a:pt x="68030" y="2241209"/>
                  </a:lnTo>
                  <a:lnTo>
                    <a:pt x="68030" y="2834581"/>
                  </a:lnTo>
                  <a:close/>
                  <a:moveTo>
                    <a:pt x="2868596" y="1816022"/>
                  </a:moveTo>
                  <a:lnTo>
                    <a:pt x="2207194" y="1816022"/>
                  </a:lnTo>
                  <a:cubicBezTo>
                    <a:pt x="2188391" y="1816022"/>
                    <a:pt x="2173179" y="1800809"/>
                    <a:pt x="2173179" y="1782007"/>
                  </a:cubicBezTo>
                  <a:lnTo>
                    <a:pt x="2173179" y="1120604"/>
                  </a:lnTo>
                  <a:cubicBezTo>
                    <a:pt x="2173179" y="1101802"/>
                    <a:pt x="2188391" y="1086589"/>
                    <a:pt x="2207194" y="1086589"/>
                  </a:cubicBezTo>
                  <a:lnTo>
                    <a:pt x="2868596" y="1086589"/>
                  </a:lnTo>
                  <a:cubicBezTo>
                    <a:pt x="2887399" y="1086589"/>
                    <a:pt x="2902611" y="1101802"/>
                    <a:pt x="2902611" y="1120604"/>
                  </a:cubicBezTo>
                  <a:lnTo>
                    <a:pt x="2902611" y="1782007"/>
                  </a:lnTo>
                  <a:cubicBezTo>
                    <a:pt x="2902611" y="1800809"/>
                    <a:pt x="2887399" y="1816022"/>
                    <a:pt x="2868596" y="1816022"/>
                  </a:cubicBezTo>
                  <a:close/>
                  <a:moveTo>
                    <a:pt x="2241209" y="1747992"/>
                  </a:moveTo>
                  <a:lnTo>
                    <a:pt x="2834487" y="1747992"/>
                  </a:lnTo>
                  <a:lnTo>
                    <a:pt x="2834487" y="1154619"/>
                  </a:lnTo>
                  <a:lnTo>
                    <a:pt x="2241209" y="1154619"/>
                  </a:lnTo>
                  <a:lnTo>
                    <a:pt x="2241209" y="1747992"/>
                  </a:lnTo>
                  <a:close/>
                  <a:moveTo>
                    <a:pt x="1451306" y="1816022"/>
                  </a:moveTo>
                  <a:cubicBezTo>
                    <a:pt x="1250239" y="1816022"/>
                    <a:pt x="1086589" y="1652372"/>
                    <a:pt x="1086589" y="1451306"/>
                  </a:cubicBezTo>
                  <a:cubicBezTo>
                    <a:pt x="1086589" y="1250239"/>
                    <a:pt x="1250145" y="1086589"/>
                    <a:pt x="1451306" y="1086589"/>
                  </a:cubicBezTo>
                  <a:cubicBezTo>
                    <a:pt x="1652372" y="1086589"/>
                    <a:pt x="1816022" y="1250145"/>
                    <a:pt x="1816022" y="1451306"/>
                  </a:cubicBezTo>
                  <a:cubicBezTo>
                    <a:pt x="1816022" y="1652372"/>
                    <a:pt x="1652372" y="1816022"/>
                    <a:pt x="1451306" y="1816022"/>
                  </a:cubicBezTo>
                  <a:close/>
                  <a:moveTo>
                    <a:pt x="1451306" y="1154619"/>
                  </a:moveTo>
                  <a:cubicBezTo>
                    <a:pt x="1287750" y="1154619"/>
                    <a:pt x="1154619" y="1287750"/>
                    <a:pt x="1154619" y="1451306"/>
                  </a:cubicBezTo>
                  <a:cubicBezTo>
                    <a:pt x="1154619" y="1614861"/>
                    <a:pt x="1287750" y="1747992"/>
                    <a:pt x="1451306" y="1747992"/>
                  </a:cubicBezTo>
                  <a:cubicBezTo>
                    <a:pt x="1614861" y="1747992"/>
                    <a:pt x="1747992" y="1614955"/>
                    <a:pt x="1747992" y="1451306"/>
                  </a:cubicBezTo>
                  <a:cubicBezTo>
                    <a:pt x="1747992" y="1287656"/>
                    <a:pt x="1614861" y="1154619"/>
                    <a:pt x="1451306" y="1154619"/>
                  </a:cubicBezTo>
                  <a:close/>
                  <a:moveTo>
                    <a:pt x="364716" y="729432"/>
                  </a:moveTo>
                  <a:cubicBezTo>
                    <a:pt x="163650" y="729432"/>
                    <a:pt x="0" y="565877"/>
                    <a:pt x="0" y="364716"/>
                  </a:cubicBezTo>
                  <a:cubicBezTo>
                    <a:pt x="0" y="163555"/>
                    <a:pt x="163650" y="0"/>
                    <a:pt x="364716" y="0"/>
                  </a:cubicBezTo>
                  <a:cubicBezTo>
                    <a:pt x="565782" y="0"/>
                    <a:pt x="729432" y="163650"/>
                    <a:pt x="729432" y="364716"/>
                  </a:cubicBezTo>
                  <a:cubicBezTo>
                    <a:pt x="729432" y="565782"/>
                    <a:pt x="565782" y="729432"/>
                    <a:pt x="364716" y="729432"/>
                  </a:cubicBezTo>
                  <a:close/>
                  <a:moveTo>
                    <a:pt x="364716" y="68030"/>
                  </a:moveTo>
                  <a:cubicBezTo>
                    <a:pt x="201161" y="68030"/>
                    <a:pt x="68030" y="201161"/>
                    <a:pt x="68030" y="364716"/>
                  </a:cubicBezTo>
                  <a:cubicBezTo>
                    <a:pt x="68030" y="528271"/>
                    <a:pt x="201161" y="661402"/>
                    <a:pt x="364716" y="661402"/>
                  </a:cubicBezTo>
                  <a:cubicBezTo>
                    <a:pt x="528271" y="661402"/>
                    <a:pt x="661402" y="528271"/>
                    <a:pt x="661402" y="364716"/>
                  </a:cubicBezTo>
                  <a:cubicBezTo>
                    <a:pt x="661402" y="201161"/>
                    <a:pt x="528271" y="68030"/>
                    <a:pt x="364716" y="68030"/>
                  </a:cubicBezTo>
                  <a:close/>
                  <a:moveTo>
                    <a:pt x="1782007" y="2902611"/>
                  </a:moveTo>
                  <a:lnTo>
                    <a:pt x="1120604" y="2902611"/>
                  </a:lnTo>
                  <a:cubicBezTo>
                    <a:pt x="1108416" y="2902611"/>
                    <a:pt x="1097172" y="2896092"/>
                    <a:pt x="1091125" y="2885509"/>
                  </a:cubicBezTo>
                  <a:cubicBezTo>
                    <a:pt x="1085078" y="2874927"/>
                    <a:pt x="1085078" y="2861888"/>
                    <a:pt x="1091219" y="2851400"/>
                  </a:cubicBezTo>
                  <a:lnTo>
                    <a:pt x="1421920" y="2284483"/>
                  </a:lnTo>
                  <a:cubicBezTo>
                    <a:pt x="1434109" y="2263602"/>
                    <a:pt x="1468502" y="2263602"/>
                    <a:pt x="1480691" y="2284483"/>
                  </a:cubicBezTo>
                  <a:lnTo>
                    <a:pt x="1811392" y="2851400"/>
                  </a:lnTo>
                  <a:cubicBezTo>
                    <a:pt x="1817533" y="2861888"/>
                    <a:pt x="1817533" y="2874927"/>
                    <a:pt x="1811581" y="2885509"/>
                  </a:cubicBezTo>
                  <a:cubicBezTo>
                    <a:pt x="1805439" y="2896092"/>
                    <a:pt x="1794195" y="2902611"/>
                    <a:pt x="1782007" y="2902611"/>
                  </a:cubicBezTo>
                  <a:close/>
                  <a:moveTo>
                    <a:pt x="1179847" y="2834581"/>
                  </a:moveTo>
                  <a:lnTo>
                    <a:pt x="1722764" y="2834581"/>
                  </a:lnTo>
                  <a:lnTo>
                    <a:pt x="1451306" y="2369237"/>
                  </a:lnTo>
                  <a:lnTo>
                    <a:pt x="1179847" y="2834581"/>
                  </a:lnTo>
                  <a:close/>
                  <a:moveTo>
                    <a:pt x="695417" y="1768779"/>
                  </a:moveTo>
                  <a:lnTo>
                    <a:pt x="34015" y="1768779"/>
                  </a:lnTo>
                  <a:cubicBezTo>
                    <a:pt x="21826" y="1768779"/>
                    <a:pt x="10582" y="1762259"/>
                    <a:pt x="4535" y="1751677"/>
                  </a:cubicBezTo>
                  <a:cubicBezTo>
                    <a:pt x="-1512" y="1741094"/>
                    <a:pt x="-1512" y="1728055"/>
                    <a:pt x="4630" y="1717567"/>
                  </a:cubicBezTo>
                  <a:lnTo>
                    <a:pt x="335331" y="1150651"/>
                  </a:lnTo>
                  <a:cubicBezTo>
                    <a:pt x="347520" y="1129675"/>
                    <a:pt x="381913" y="1129675"/>
                    <a:pt x="394101" y="1150651"/>
                  </a:cubicBezTo>
                  <a:lnTo>
                    <a:pt x="724802" y="1717567"/>
                  </a:lnTo>
                  <a:cubicBezTo>
                    <a:pt x="730944" y="1728055"/>
                    <a:pt x="730944" y="1741094"/>
                    <a:pt x="724897" y="1751677"/>
                  </a:cubicBezTo>
                  <a:cubicBezTo>
                    <a:pt x="718850" y="1762259"/>
                    <a:pt x="707606" y="1768779"/>
                    <a:pt x="695417" y="1768779"/>
                  </a:cubicBezTo>
                  <a:close/>
                  <a:moveTo>
                    <a:pt x="93258" y="1700749"/>
                  </a:moveTo>
                  <a:lnTo>
                    <a:pt x="636174" y="1700749"/>
                  </a:lnTo>
                  <a:lnTo>
                    <a:pt x="364716" y="1235310"/>
                  </a:lnTo>
                  <a:lnTo>
                    <a:pt x="93258" y="1700749"/>
                  </a:lnTo>
                  <a:close/>
                  <a:moveTo>
                    <a:pt x="2868596" y="634946"/>
                  </a:moveTo>
                  <a:lnTo>
                    <a:pt x="2207194" y="634946"/>
                  </a:lnTo>
                  <a:cubicBezTo>
                    <a:pt x="2195005" y="634946"/>
                    <a:pt x="2183761" y="628427"/>
                    <a:pt x="2177714" y="617844"/>
                  </a:cubicBezTo>
                  <a:cubicBezTo>
                    <a:pt x="2171762" y="607262"/>
                    <a:pt x="2171762" y="594317"/>
                    <a:pt x="2177903" y="583829"/>
                  </a:cubicBezTo>
                  <a:lnTo>
                    <a:pt x="2508604" y="16913"/>
                  </a:lnTo>
                  <a:cubicBezTo>
                    <a:pt x="2520793" y="-4063"/>
                    <a:pt x="2555091" y="-4063"/>
                    <a:pt x="2567280" y="16913"/>
                  </a:cubicBezTo>
                  <a:lnTo>
                    <a:pt x="2897981" y="583829"/>
                  </a:lnTo>
                  <a:cubicBezTo>
                    <a:pt x="2904123" y="594317"/>
                    <a:pt x="2904123" y="607356"/>
                    <a:pt x="2898170" y="617844"/>
                  </a:cubicBezTo>
                  <a:cubicBezTo>
                    <a:pt x="2892028" y="628427"/>
                    <a:pt x="2880785" y="634946"/>
                    <a:pt x="2868596" y="634946"/>
                  </a:cubicBezTo>
                  <a:close/>
                  <a:moveTo>
                    <a:pt x="2266437" y="566916"/>
                  </a:moveTo>
                  <a:lnTo>
                    <a:pt x="2809353" y="566916"/>
                  </a:lnTo>
                  <a:lnTo>
                    <a:pt x="2537895" y="101478"/>
                  </a:lnTo>
                  <a:lnTo>
                    <a:pt x="2266437" y="566916"/>
                  </a:lnTo>
                  <a:close/>
                  <a:moveTo>
                    <a:pt x="2488573" y="2176297"/>
                  </a:moveTo>
                  <a:cubicBezTo>
                    <a:pt x="2469770" y="2176297"/>
                    <a:pt x="2454464" y="2191604"/>
                    <a:pt x="2454464" y="2210406"/>
                  </a:cubicBezTo>
                  <a:cubicBezTo>
                    <a:pt x="2454464" y="2229209"/>
                    <a:pt x="2469770" y="2244516"/>
                    <a:pt x="2488573" y="2244516"/>
                  </a:cubicBezTo>
                  <a:cubicBezTo>
                    <a:pt x="2507376" y="2244516"/>
                    <a:pt x="2522683" y="2229209"/>
                    <a:pt x="2522683" y="2210406"/>
                  </a:cubicBezTo>
                  <a:cubicBezTo>
                    <a:pt x="2522683" y="2191604"/>
                    <a:pt x="2507376" y="2176297"/>
                    <a:pt x="2488573" y="2176297"/>
                  </a:cubicBezTo>
                  <a:close/>
                  <a:moveTo>
                    <a:pt x="2320199" y="2254720"/>
                  </a:moveTo>
                  <a:cubicBezTo>
                    <a:pt x="2301396" y="2254720"/>
                    <a:pt x="2286090" y="2270027"/>
                    <a:pt x="2286090" y="2288830"/>
                  </a:cubicBezTo>
                  <a:cubicBezTo>
                    <a:pt x="2286090" y="2307632"/>
                    <a:pt x="2301396" y="2322939"/>
                    <a:pt x="2320199" y="2322939"/>
                  </a:cubicBezTo>
                  <a:cubicBezTo>
                    <a:pt x="2339002" y="2322939"/>
                    <a:pt x="2354308" y="2307632"/>
                    <a:pt x="2354308" y="2288830"/>
                  </a:cubicBezTo>
                  <a:cubicBezTo>
                    <a:pt x="2354308" y="2270027"/>
                    <a:pt x="2339002" y="2254720"/>
                    <a:pt x="2320199" y="2254720"/>
                  </a:cubicBezTo>
                  <a:close/>
                  <a:moveTo>
                    <a:pt x="2219855" y="2412134"/>
                  </a:moveTo>
                  <a:cubicBezTo>
                    <a:pt x="2201052" y="2412134"/>
                    <a:pt x="2185746" y="2427441"/>
                    <a:pt x="2185746" y="2446244"/>
                  </a:cubicBezTo>
                  <a:cubicBezTo>
                    <a:pt x="2185746" y="2465046"/>
                    <a:pt x="2201052" y="2480353"/>
                    <a:pt x="2219855" y="2480353"/>
                  </a:cubicBezTo>
                  <a:cubicBezTo>
                    <a:pt x="2238658" y="2480353"/>
                    <a:pt x="2253964" y="2465046"/>
                    <a:pt x="2253964" y="2446244"/>
                  </a:cubicBezTo>
                  <a:cubicBezTo>
                    <a:pt x="2253964" y="2427441"/>
                    <a:pt x="2238752" y="2412134"/>
                    <a:pt x="2219855" y="2412134"/>
                  </a:cubicBezTo>
                  <a:close/>
                  <a:moveTo>
                    <a:pt x="2868124" y="2501518"/>
                  </a:moveTo>
                  <a:cubicBezTo>
                    <a:pt x="2849321" y="2501518"/>
                    <a:pt x="2834014" y="2516825"/>
                    <a:pt x="2834014" y="2535627"/>
                  </a:cubicBezTo>
                  <a:cubicBezTo>
                    <a:pt x="2834014" y="2554430"/>
                    <a:pt x="2849321" y="2569737"/>
                    <a:pt x="2868124" y="2569737"/>
                  </a:cubicBezTo>
                  <a:cubicBezTo>
                    <a:pt x="2886926" y="2569737"/>
                    <a:pt x="2902233" y="2554430"/>
                    <a:pt x="2902233" y="2535627"/>
                  </a:cubicBezTo>
                  <a:cubicBezTo>
                    <a:pt x="2902233" y="2516825"/>
                    <a:pt x="2886926" y="2501518"/>
                    <a:pt x="2868124" y="2501518"/>
                  </a:cubicBezTo>
                  <a:close/>
                  <a:moveTo>
                    <a:pt x="2814266" y="2322750"/>
                  </a:moveTo>
                  <a:cubicBezTo>
                    <a:pt x="2795464" y="2322750"/>
                    <a:pt x="2780157" y="2338057"/>
                    <a:pt x="2780157" y="2356860"/>
                  </a:cubicBezTo>
                  <a:cubicBezTo>
                    <a:pt x="2780157" y="2375662"/>
                    <a:pt x="2795464" y="2390969"/>
                    <a:pt x="2814266" y="2390969"/>
                  </a:cubicBezTo>
                  <a:cubicBezTo>
                    <a:pt x="2833069" y="2390969"/>
                    <a:pt x="2848376" y="2375662"/>
                    <a:pt x="2848376" y="2356860"/>
                  </a:cubicBezTo>
                  <a:cubicBezTo>
                    <a:pt x="2848376" y="2338057"/>
                    <a:pt x="2833164" y="2322750"/>
                    <a:pt x="2814266" y="2322750"/>
                  </a:cubicBezTo>
                  <a:close/>
                  <a:moveTo>
                    <a:pt x="2673293" y="2201241"/>
                  </a:moveTo>
                  <a:cubicBezTo>
                    <a:pt x="2654491" y="2201241"/>
                    <a:pt x="2639184" y="2216548"/>
                    <a:pt x="2639184" y="2235351"/>
                  </a:cubicBezTo>
                  <a:cubicBezTo>
                    <a:pt x="2639184" y="2254153"/>
                    <a:pt x="2654491" y="2269460"/>
                    <a:pt x="2673293" y="2269460"/>
                  </a:cubicBezTo>
                  <a:cubicBezTo>
                    <a:pt x="2692096" y="2269460"/>
                    <a:pt x="2707403" y="2254153"/>
                    <a:pt x="2707403" y="2235351"/>
                  </a:cubicBezTo>
                  <a:cubicBezTo>
                    <a:pt x="2707403" y="2216548"/>
                    <a:pt x="2692096" y="2201241"/>
                    <a:pt x="2673293" y="2201241"/>
                  </a:cubicBezTo>
                  <a:close/>
                </a:path>
              </a:pathLst>
            </a:custGeom>
            <a:solidFill>
              <a:srgbClr val="0F62FE"/>
            </a:solidFill>
            <a:ln w="9435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7945BF4B-45B9-5A8C-9C12-0BA3B4DFD6F6}"/>
                </a:ext>
              </a:extLst>
            </p:cNvPr>
            <p:cNvSpPr>
              <a:spLocks noChangeAspect="1"/>
            </p:cNvSpPr>
            <p:nvPr/>
          </p:nvSpPr>
          <p:spPr>
            <a:xfrm>
              <a:off x="16432579" y="9138689"/>
              <a:ext cx="859536" cy="859536"/>
            </a:xfrm>
            <a:custGeom>
              <a:avLst/>
              <a:gdLst>
                <a:gd name="connsiteX0" fmla="*/ 144018 w 1301305"/>
                <a:gd name="connsiteY0" fmla="*/ 1316736 h 1316736"/>
                <a:gd name="connsiteX1" fmla="*/ 0 w 1301305"/>
                <a:gd name="connsiteY1" fmla="*/ 1172718 h 1316736"/>
                <a:gd name="connsiteX2" fmla="*/ 144018 w 1301305"/>
                <a:gd name="connsiteY2" fmla="*/ 1028700 h 1316736"/>
                <a:gd name="connsiteX3" fmla="*/ 288036 w 1301305"/>
                <a:gd name="connsiteY3" fmla="*/ 1172718 h 1316736"/>
                <a:gd name="connsiteX4" fmla="*/ 144018 w 1301305"/>
                <a:gd name="connsiteY4" fmla="*/ 1316736 h 1316736"/>
                <a:gd name="connsiteX5" fmla="*/ 144018 w 1301305"/>
                <a:gd name="connsiteY5" fmla="*/ 1059561 h 1316736"/>
                <a:gd name="connsiteX6" fmla="*/ 30861 w 1301305"/>
                <a:gd name="connsiteY6" fmla="*/ 1172718 h 1316736"/>
                <a:gd name="connsiteX7" fmla="*/ 144018 w 1301305"/>
                <a:gd name="connsiteY7" fmla="*/ 1285875 h 1316736"/>
                <a:gd name="connsiteX8" fmla="*/ 257175 w 1301305"/>
                <a:gd name="connsiteY8" fmla="*/ 1172718 h 1316736"/>
                <a:gd name="connsiteX9" fmla="*/ 144018 w 1301305"/>
                <a:gd name="connsiteY9" fmla="*/ 1059561 h 1316736"/>
                <a:gd name="connsiteX10" fmla="*/ 1301306 w 1301305"/>
                <a:gd name="connsiteY10" fmla="*/ 1188149 h 1316736"/>
                <a:gd name="connsiteX11" fmla="*/ 444056 w 1301305"/>
                <a:gd name="connsiteY11" fmla="*/ 1188149 h 1316736"/>
                <a:gd name="connsiteX12" fmla="*/ 444056 w 1301305"/>
                <a:gd name="connsiteY12" fmla="*/ 1157288 h 1316736"/>
                <a:gd name="connsiteX13" fmla="*/ 1301306 w 1301305"/>
                <a:gd name="connsiteY13" fmla="*/ 1157288 h 1316736"/>
                <a:gd name="connsiteX14" fmla="*/ 1301306 w 1301305"/>
                <a:gd name="connsiteY14" fmla="*/ 1188149 h 1316736"/>
                <a:gd name="connsiteX15" fmla="*/ 144018 w 1301305"/>
                <a:gd name="connsiteY15" fmla="*/ 802386 h 1316736"/>
                <a:gd name="connsiteX16" fmla="*/ 0 w 1301305"/>
                <a:gd name="connsiteY16" fmla="*/ 658368 h 1316736"/>
                <a:gd name="connsiteX17" fmla="*/ 144018 w 1301305"/>
                <a:gd name="connsiteY17" fmla="*/ 514350 h 1316736"/>
                <a:gd name="connsiteX18" fmla="*/ 288036 w 1301305"/>
                <a:gd name="connsiteY18" fmla="*/ 658368 h 1316736"/>
                <a:gd name="connsiteX19" fmla="*/ 144018 w 1301305"/>
                <a:gd name="connsiteY19" fmla="*/ 802386 h 1316736"/>
                <a:gd name="connsiteX20" fmla="*/ 144018 w 1301305"/>
                <a:gd name="connsiteY20" fmla="*/ 545211 h 1316736"/>
                <a:gd name="connsiteX21" fmla="*/ 30861 w 1301305"/>
                <a:gd name="connsiteY21" fmla="*/ 658368 h 1316736"/>
                <a:gd name="connsiteX22" fmla="*/ 144018 w 1301305"/>
                <a:gd name="connsiteY22" fmla="*/ 771525 h 1316736"/>
                <a:gd name="connsiteX23" fmla="*/ 257175 w 1301305"/>
                <a:gd name="connsiteY23" fmla="*/ 658368 h 1316736"/>
                <a:gd name="connsiteX24" fmla="*/ 144018 w 1301305"/>
                <a:gd name="connsiteY24" fmla="*/ 545211 h 1316736"/>
                <a:gd name="connsiteX25" fmla="*/ 1301306 w 1301305"/>
                <a:gd name="connsiteY25" fmla="*/ 673799 h 1316736"/>
                <a:gd name="connsiteX26" fmla="*/ 444056 w 1301305"/>
                <a:gd name="connsiteY26" fmla="*/ 673799 h 1316736"/>
                <a:gd name="connsiteX27" fmla="*/ 444056 w 1301305"/>
                <a:gd name="connsiteY27" fmla="*/ 642938 h 1316736"/>
                <a:gd name="connsiteX28" fmla="*/ 1301306 w 1301305"/>
                <a:gd name="connsiteY28" fmla="*/ 642938 h 1316736"/>
                <a:gd name="connsiteX29" fmla="*/ 1301306 w 1301305"/>
                <a:gd name="connsiteY29" fmla="*/ 673799 h 1316736"/>
                <a:gd name="connsiteX30" fmla="*/ 144018 w 1301305"/>
                <a:gd name="connsiteY30" fmla="*/ 288036 h 1316736"/>
                <a:gd name="connsiteX31" fmla="*/ 0 w 1301305"/>
                <a:gd name="connsiteY31" fmla="*/ 144018 h 1316736"/>
                <a:gd name="connsiteX32" fmla="*/ 144018 w 1301305"/>
                <a:gd name="connsiteY32" fmla="*/ 0 h 1316736"/>
                <a:gd name="connsiteX33" fmla="*/ 288036 w 1301305"/>
                <a:gd name="connsiteY33" fmla="*/ 144018 h 1316736"/>
                <a:gd name="connsiteX34" fmla="*/ 144018 w 1301305"/>
                <a:gd name="connsiteY34" fmla="*/ 288036 h 1316736"/>
                <a:gd name="connsiteX35" fmla="*/ 144018 w 1301305"/>
                <a:gd name="connsiteY35" fmla="*/ 30861 h 1316736"/>
                <a:gd name="connsiteX36" fmla="*/ 30861 w 1301305"/>
                <a:gd name="connsiteY36" fmla="*/ 144018 h 1316736"/>
                <a:gd name="connsiteX37" fmla="*/ 144018 w 1301305"/>
                <a:gd name="connsiteY37" fmla="*/ 257175 h 1316736"/>
                <a:gd name="connsiteX38" fmla="*/ 257175 w 1301305"/>
                <a:gd name="connsiteY38" fmla="*/ 144018 h 1316736"/>
                <a:gd name="connsiteX39" fmla="*/ 144018 w 1301305"/>
                <a:gd name="connsiteY39" fmla="*/ 30861 h 1316736"/>
                <a:gd name="connsiteX40" fmla="*/ 1301306 w 1301305"/>
                <a:gd name="connsiteY40" fmla="*/ 159449 h 1316736"/>
                <a:gd name="connsiteX41" fmla="*/ 444056 w 1301305"/>
                <a:gd name="connsiteY41" fmla="*/ 159449 h 1316736"/>
                <a:gd name="connsiteX42" fmla="*/ 444056 w 1301305"/>
                <a:gd name="connsiteY42" fmla="*/ 128588 h 1316736"/>
                <a:gd name="connsiteX43" fmla="*/ 1301306 w 1301305"/>
                <a:gd name="connsiteY43" fmla="*/ 128588 h 1316736"/>
                <a:gd name="connsiteX44" fmla="*/ 1301306 w 1301305"/>
                <a:gd name="connsiteY44" fmla="*/ 159449 h 1316736"/>
                <a:gd name="connsiteX0" fmla="*/ 144018 w 1301306"/>
                <a:gd name="connsiteY0" fmla="*/ 1316736 h 1316736"/>
                <a:gd name="connsiteX1" fmla="*/ 0 w 1301306"/>
                <a:gd name="connsiteY1" fmla="*/ 1172718 h 1316736"/>
                <a:gd name="connsiteX2" fmla="*/ 144018 w 1301306"/>
                <a:gd name="connsiteY2" fmla="*/ 1028700 h 1316736"/>
                <a:gd name="connsiteX3" fmla="*/ 288036 w 1301306"/>
                <a:gd name="connsiteY3" fmla="*/ 1172718 h 1316736"/>
                <a:gd name="connsiteX4" fmla="*/ 144018 w 1301306"/>
                <a:gd name="connsiteY4" fmla="*/ 1316736 h 1316736"/>
                <a:gd name="connsiteX5" fmla="*/ 144018 w 1301306"/>
                <a:gd name="connsiteY5" fmla="*/ 1059561 h 1316736"/>
                <a:gd name="connsiteX6" fmla="*/ 30861 w 1301306"/>
                <a:gd name="connsiteY6" fmla="*/ 1172718 h 1316736"/>
                <a:gd name="connsiteX7" fmla="*/ 144018 w 1301306"/>
                <a:gd name="connsiteY7" fmla="*/ 1285875 h 1316736"/>
                <a:gd name="connsiteX8" fmla="*/ 257175 w 1301306"/>
                <a:gd name="connsiteY8" fmla="*/ 1172718 h 1316736"/>
                <a:gd name="connsiteX9" fmla="*/ 144018 w 1301306"/>
                <a:gd name="connsiteY9" fmla="*/ 1059561 h 1316736"/>
                <a:gd name="connsiteX10" fmla="*/ 1301306 w 1301306"/>
                <a:gd name="connsiteY10" fmla="*/ 1188149 h 1316736"/>
                <a:gd name="connsiteX11" fmla="*/ 444056 w 1301306"/>
                <a:gd name="connsiteY11" fmla="*/ 1188149 h 1316736"/>
                <a:gd name="connsiteX12" fmla="*/ 444056 w 1301306"/>
                <a:gd name="connsiteY12" fmla="*/ 1157288 h 1316736"/>
                <a:gd name="connsiteX13" fmla="*/ 1301306 w 1301306"/>
                <a:gd name="connsiteY13" fmla="*/ 1157288 h 1316736"/>
                <a:gd name="connsiteX14" fmla="*/ 1301306 w 1301306"/>
                <a:gd name="connsiteY14" fmla="*/ 1188149 h 1316736"/>
                <a:gd name="connsiteX15" fmla="*/ 144018 w 1301306"/>
                <a:gd name="connsiteY15" fmla="*/ 802386 h 1316736"/>
                <a:gd name="connsiteX16" fmla="*/ 0 w 1301306"/>
                <a:gd name="connsiteY16" fmla="*/ 658368 h 1316736"/>
                <a:gd name="connsiteX17" fmla="*/ 144018 w 1301306"/>
                <a:gd name="connsiteY17" fmla="*/ 514350 h 1316736"/>
                <a:gd name="connsiteX18" fmla="*/ 288036 w 1301306"/>
                <a:gd name="connsiteY18" fmla="*/ 658368 h 1316736"/>
                <a:gd name="connsiteX19" fmla="*/ 144018 w 1301306"/>
                <a:gd name="connsiteY19" fmla="*/ 802386 h 1316736"/>
                <a:gd name="connsiteX20" fmla="*/ 144018 w 1301306"/>
                <a:gd name="connsiteY20" fmla="*/ 545211 h 1316736"/>
                <a:gd name="connsiteX21" fmla="*/ 30861 w 1301306"/>
                <a:gd name="connsiteY21" fmla="*/ 658368 h 1316736"/>
                <a:gd name="connsiteX22" fmla="*/ 144018 w 1301306"/>
                <a:gd name="connsiteY22" fmla="*/ 771525 h 1316736"/>
                <a:gd name="connsiteX23" fmla="*/ 257175 w 1301306"/>
                <a:gd name="connsiteY23" fmla="*/ 658368 h 1316736"/>
                <a:gd name="connsiteX24" fmla="*/ 144018 w 1301306"/>
                <a:gd name="connsiteY24" fmla="*/ 545211 h 1316736"/>
                <a:gd name="connsiteX25" fmla="*/ 1301306 w 1301306"/>
                <a:gd name="connsiteY25" fmla="*/ 673799 h 1316736"/>
                <a:gd name="connsiteX26" fmla="*/ 444056 w 1301306"/>
                <a:gd name="connsiteY26" fmla="*/ 673799 h 1316736"/>
                <a:gd name="connsiteX27" fmla="*/ 444056 w 1301306"/>
                <a:gd name="connsiteY27" fmla="*/ 642938 h 1316736"/>
                <a:gd name="connsiteX28" fmla="*/ 1301306 w 1301306"/>
                <a:gd name="connsiteY28" fmla="*/ 642938 h 1316736"/>
                <a:gd name="connsiteX29" fmla="*/ 1301306 w 1301306"/>
                <a:gd name="connsiteY29" fmla="*/ 673799 h 1316736"/>
                <a:gd name="connsiteX30" fmla="*/ 144018 w 1301306"/>
                <a:gd name="connsiteY30" fmla="*/ 288036 h 1316736"/>
                <a:gd name="connsiteX31" fmla="*/ 0 w 1301306"/>
                <a:gd name="connsiteY31" fmla="*/ 144018 h 1316736"/>
                <a:gd name="connsiteX32" fmla="*/ 144018 w 1301306"/>
                <a:gd name="connsiteY32" fmla="*/ 0 h 1316736"/>
                <a:gd name="connsiteX33" fmla="*/ 288036 w 1301306"/>
                <a:gd name="connsiteY33" fmla="*/ 144018 h 1316736"/>
                <a:gd name="connsiteX34" fmla="*/ 144018 w 1301306"/>
                <a:gd name="connsiteY34" fmla="*/ 288036 h 1316736"/>
                <a:gd name="connsiteX35" fmla="*/ 144018 w 1301306"/>
                <a:gd name="connsiteY35" fmla="*/ 30861 h 1316736"/>
                <a:gd name="connsiteX36" fmla="*/ 30861 w 1301306"/>
                <a:gd name="connsiteY36" fmla="*/ 144018 h 1316736"/>
                <a:gd name="connsiteX37" fmla="*/ 144018 w 1301306"/>
                <a:gd name="connsiteY37" fmla="*/ 257175 h 1316736"/>
                <a:gd name="connsiteX38" fmla="*/ 257175 w 1301306"/>
                <a:gd name="connsiteY38" fmla="*/ 144018 h 1316736"/>
                <a:gd name="connsiteX39" fmla="*/ 144018 w 1301306"/>
                <a:gd name="connsiteY39" fmla="*/ 30861 h 1316736"/>
                <a:gd name="connsiteX40" fmla="*/ 1301306 w 1301306"/>
                <a:gd name="connsiteY40" fmla="*/ 159449 h 1316736"/>
                <a:gd name="connsiteX41" fmla="*/ 444056 w 1301306"/>
                <a:gd name="connsiteY41" fmla="*/ 159449 h 1316736"/>
                <a:gd name="connsiteX42" fmla="*/ 1301306 w 1301306"/>
                <a:gd name="connsiteY42" fmla="*/ 128588 h 1316736"/>
                <a:gd name="connsiteX43" fmla="*/ 1301306 w 1301306"/>
                <a:gd name="connsiteY43" fmla="*/ 159449 h 1316736"/>
                <a:gd name="connsiteX0" fmla="*/ 144018 w 1301306"/>
                <a:gd name="connsiteY0" fmla="*/ 1316736 h 1316736"/>
                <a:gd name="connsiteX1" fmla="*/ 0 w 1301306"/>
                <a:gd name="connsiteY1" fmla="*/ 1172718 h 1316736"/>
                <a:gd name="connsiteX2" fmla="*/ 144018 w 1301306"/>
                <a:gd name="connsiteY2" fmla="*/ 1028700 h 1316736"/>
                <a:gd name="connsiteX3" fmla="*/ 288036 w 1301306"/>
                <a:gd name="connsiteY3" fmla="*/ 1172718 h 1316736"/>
                <a:gd name="connsiteX4" fmla="*/ 144018 w 1301306"/>
                <a:gd name="connsiteY4" fmla="*/ 1316736 h 1316736"/>
                <a:gd name="connsiteX5" fmla="*/ 144018 w 1301306"/>
                <a:gd name="connsiteY5" fmla="*/ 1059561 h 1316736"/>
                <a:gd name="connsiteX6" fmla="*/ 30861 w 1301306"/>
                <a:gd name="connsiteY6" fmla="*/ 1172718 h 1316736"/>
                <a:gd name="connsiteX7" fmla="*/ 144018 w 1301306"/>
                <a:gd name="connsiteY7" fmla="*/ 1285875 h 1316736"/>
                <a:gd name="connsiteX8" fmla="*/ 257175 w 1301306"/>
                <a:gd name="connsiteY8" fmla="*/ 1172718 h 1316736"/>
                <a:gd name="connsiteX9" fmla="*/ 144018 w 1301306"/>
                <a:gd name="connsiteY9" fmla="*/ 1059561 h 1316736"/>
                <a:gd name="connsiteX10" fmla="*/ 1301306 w 1301306"/>
                <a:gd name="connsiteY10" fmla="*/ 1188149 h 1316736"/>
                <a:gd name="connsiteX11" fmla="*/ 444056 w 1301306"/>
                <a:gd name="connsiteY11" fmla="*/ 1188149 h 1316736"/>
                <a:gd name="connsiteX12" fmla="*/ 444056 w 1301306"/>
                <a:gd name="connsiteY12" fmla="*/ 1157288 h 1316736"/>
                <a:gd name="connsiteX13" fmla="*/ 1301306 w 1301306"/>
                <a:gd name="connsiteY13" fmla="*/ 1157288 h 1316736"/>
                <a:gd name="connsiteX14" fmla="*/ 1301306 w 1301306"/>
                <a:gd name="connsiteY14" fmla="*/ 1188149 h 1316736"/>
                <a:gd name="connsiteX15" fmla="*/ 144018 w 1301306"/>
                <a:gd name="connsiteY15" fmla="*/ 802386 h 1316736"/>
                <a:gd name="connsiteX16" fmla="*/ 0 w 1301306"/>
                <a:gd name="connsiteY16" fmla="*/ 658368 h 1316736"/>
                <a:gd name="connsiteX17" fmla="*/ 144018 w 1301306"/>
                <a:gd name="connsiteY17" fmla="*/ 514350 h 1316736"/>
                <a:gd name="connsiteX18" fmla="*/ 288036 w 1301306"/>
                <a:gd name="connsiteY18" fmla="*/ 658368 h 1316736"/>
                <a:gd name="connsiteX19" fmla="*/ 144018 w 1301306"/>
                <a:gd name="connsiteY19" fmla="*/ 802386 h 1316736"/>
                <a:gd name="connsiteX20" fmla="*/ 144018 w 1301306"/>
                <a:gd name="connsiteY20" fmla="*/ 545211 h 1316736"/>
                <a:gd name="connsiteX21" fmla="*/ 30861 w 1301306"/>
                <a:gd name="connsiteY21" fmla="*/ 658368 h 1316736"/>
                <a:gd name="connsiteX22" fmla="*/ 144018 w 1301306"/>
                <a:gd name="connsiteY22" fmla="*/ 771525 h 1316736"/>
                <a:gd name="connsiteX23" fmla="*/ 257175 w 1301306"/>
                <a:gd name="connsiteY23" fmla="*/ 658368 h 1316736"/>
                <a:gd name="connsiteX24" fmla="*/ 144018 w 1301306"/>
                <a:gd name="connsiteY24" fmla="*/ 545211 h 1316736"/>
                <a:gd name="connsiteX25" fmla="*/ 1301306 w 1301306"/>
                <a:gd name="connsiteY25" fmla="*/ 673799 h 1316736"/>
                <a:gd name="connsiteX26" fmla="*/ 444056 w 1301306"/>
                <a:gd name="connsiteY26" fmla="*/ 673799 h 1316736"/>
                <a:gd name="connsiteX27" fmla="*/ 444056 w 1301306"/>
                <a:gd name="connsiteY27" fmla="*/ 642938 h 1316736"/>
                <a:gd name="connsiteX28" fmla="*/ 1301306 w 1301306"/>
                <a:gd name="connsiteY28" fmla="*/ 642938 h 1316736"/>
                <a:gd name="connsiteX29" fmla="*/ 1301306 w 1301306"/>
                <a:gd name="connsiteY29" fmla="*/ 673799 h 1316736"/>
                <a:gd name="connsiteX30" fmla="*/ 144018 w 1301306"/>
                <a:gd name="connsiteY30" fmla="*/ 288036 h 1316736"/>
                <a:gd name="connsiteX31" fmla="*/ 0 w 1301306"/>
                <a:gd name="connsiteY31" fmla="*/ 144018 h 1316736"/>
                <a:gd name="connsiteX32" fmla="*/ 144018 w 1301306"/>
                <a:gd name="connsiteY32" fmla="*/ 0 h 1316736"/>
                <a:gd name="connsiteX33" fmla="*/ 288036 w 1301306"/>
                <a:gd name="connsiteY33" fmla="*/ 144018 h 1316736"/>
                <a:gd name="connsiteX34" fmla="*/ 144018 w 1301306"/>
                <a:gd name="connsiteY34" fmla="*/ 288036 h 1316736"/>
                <a:gd name="connsiteX35" fmla="*/ 144018 w 1301306"/>
                <a:gd name="connsiteY35" fmla="*/ 30861 h 1316736"/>
                <a:gd name="connsiteX36" fmla="*/ 30861 w 1301306"/>
                <a:gd name="connsiteY36" fmla="*/ 144018 h 1316736"/>
                <a:gd name="connsiteX37" fmla="*/ 144018 w 1301306"/>
                <a:gd name="connsiteY37" fmla="*/ 257175 h 1316736"/>
                <a:gd name="connsiteX38" fmla="*/ 257175 w 1301306"/>
                <a:gd name="connsiteY38" fmla="*/ 144018 h 1316736"/>
                <a:gd name="connsiteX39" fmla="*/ 144018 w 1301306"/>
                <a:gd name="connsiteY39" fmla="*/ 30861 h 1316736"/>
                <a:gd name="connsiteX40" fmla="*/ 1301306 w 1301306"/>
                <a:gd name="connsiteY40" fmla="*/ 159449 h 1316736"/>
                <a:gd name="connsiteX41" fmla="*/ 1301306 w 1301306"/>
                <a:gd name="connsiteY41" fmla="*/ 128588 h 1316736"/>
                <a:gd name="connsiteX42" fmla="*/ 1301306 w 1301306"/>
                <a:gd name="connsiteY42" fmla="*/ 159449 h 1316736"/>
                <a:gd name="connsiteX0" fmla="*/ 144018 w 1301306"/>
                <a:gd name="connsiteY0" fmla="*/ 1316736 h 1316736"/>
                <a:gd name="connsiteX1" fmla="*/ 0 w 1301306"/>
                <a:gd name="connsiteY1" fmla="*/ 1172718 h 1316736"/>
                <a:gd name="connsiteX2" fmla="*/ 144018 w 1301306"/>
                <a:gd name="connsiteY2" fmla="*/ 1028700 h 1316736"/>
                <a:gd name="connsiteX3" fmla="*/ 288036 w 1301306"/>
                <a:gd name="connsiteY3" fmla="*/ 1172718 h 1316736"/>
                <a:gd name="connsiteX4" fmla="*/ 144018 w 1301306"/>
                <a:gd name="connsiteY4" fmla="*/ 1316736 h 1316736"/>
                <a:gd name="connsiteX5" fmla="*/ 144018 w 1301306"/>
                <a:gd name="connsiteY5" fmla="*/ 1059561 h 1316736"/>
                <a:gd name="connsiteX6" fmla="*/ 30861 w 1301306"/>
                <a:gd name="connsiteY6" fmla="*/ 1172718 h 1316736"/>
                <a:gd name="connsiteX7" fmla="*/ 144018 w 1301306"/>
                <a:gd name="connsiteY7" fmla="*/ 1285875 h 1316736"/>
                <a:gd name="connsiteX8" fmla="*/ 257175 w 1301306"/>
                <a:gd name="connsiteY8" fmla="*/ 1172718 h 1316736"/>
                <a:gd name="connsiteX9" fmla="*/ 144018 w 1301306"/>
                <a:gd name="connsiteY9" fmla="*/ 1059561 h 1316736"/>
                <a:gd name="connsiteX10" fmla="*/ 1301306 w 1301306"/>
                <a:gd name="connsiteY10" fmla="*/ 1188149 h 1316736"/>
                <a:gd name="connsiteX11" fmla="*/ 444056 w 1301306"/>
                <a:gd name="connsiteY11" fmla="*/ 1188149 h 1316736"/>
                <a:gd name="connsiteX12" fmla="*/ 444056 w 1301306"/>
                <a:gd name="connsiteY12" fmla="*/ 1157288 h 1316736"/>
                <a:gd name="connsiteX13" fmla="*/ 1301306 w 1301306"/>
                <a:gd name="connsiteY13" fmla="*/ 1157288 h 1316736"/>
                <a:gd name="connsiteX14" fmla="*/ 1301306 w 1301306"/>
                <a:gd name="connsiteY14" fmla="*/ 1188149 h 1316736"/>
                <a:gd name="connsiteX15" fmla="*/ 144018 w 1301306"/>
                <a:gd name="connsiteY15" fmla="*/ 802386 h 1316736"/>
                <a:gd name="connsiteX16" fmla="*/ 0 w 1301306"/>
                <a:gd name="connsiteY16" fmla="*/ 658368 h 1316736"/>
                <a:gd name="connsiteX17" fmla="*/ 144018 w 1301306"/>
                <a:gd name="connsiteY17" fmla="*/ 514350 h 1316736"/>
                <a:gd name="connsiteX18" fmla="*/ 288036 w 1301306"/>
                <a:gd name="connsiteY18" fmla="*/ 658368 h 1316736"/>
                <a:gd name="connsiteX19" fmla="*/ 144018 w 1301306"/>
                <a:gd name="connsiteY19" fmla="*/ 802386 h 1316736"/>
                <a:gd name="connsiteX20" fmla="*/ 144018 w 1301306"/>
                <a:gd name="connsiteY20" fmla="*/ 545211 h 1316736"/>
                <a:gd name="connsiteX21" fmla="*/ 30861 w 1301306"/>
                <a:gd name="connsiteY21" fmla="*/ 658368 h 1316736"/>
                <a:gd name="connsiteX22" fmla="*/ 144018 w 1301306"/>
                <a:gd name="connsiteY22" fmla="*/ 771525 h 1316736"/>
                <a:gd name="connsiteX23" fmla="*/ 257175 w 1301306"/>
                <a:gd name="connsiteY23" fmla="*/ 658368 h 1316736"/>
                <a:gd name="connsiteX24" fmla="*/ 144018 w 1301306"/>
                <a:gd name="connsiteY24" fmla="*/ 545211 h 1316736"/>
                <a:gd name="connsiteX25" fmla="*/ 1301306 w 1301306"/>
                <a:gd name="connsiteY25" fmla="*/ 673799 h 1316736"/>
                <a:gd name="connsiteX26" fmla="*/ 444056 w 1301306"/>
                <a:gd name="connsiteY26" fmla="*/ 673799 h 1316736"/>
                <a:gd name="connsiteX27" fmla="*/ 444056 w 1301306"/>
                <a:gd name="connsiteY27" fmla="*/ 642938 h 1316736"/>
                <a:gd name="connsiteX28" fmla="*/ 1301306 w 1301306"/>
                <a:gd name="connsiteY28" fmla="*/ 642938 h 1316736"/>
                <a:gd name="connsiteX29" fmla="*/ 1301306 w 1301306"/>
                <a:gd name="connsiteY29" fmla="*/ 673799 h 1316736"/>
                <a:gd name="connsiteX30" fmla="*/ 144018 w 1301306"/>
                <a:gd name="connsiteY30" fmla="*/ 288036 h 1316736"/>
                <a:gd name="connsiteX31" fmla="*/ 0 w 1301306"/>
                <a:gd name="connsiteY31" fmla="*/ 144018 h 1316736"/>
                <a:gd name="connsiteX32" fmla="*/ 144018 w 1301306"/>
                <a:gd name="connsiteY32" fmla="*/ 0 h 1316736"/>
                <a:gd name="connsiteX33" fmla="*/ 288036 w 1301306"/>
                <a:gd name="connsiteY33" fmla="*/ 144018 h 1316736"/>
                <a:gd name="connsiteX34" fmla="*/ 144018 w 1301306"/>
                <a:gd name="connsiteY34" fmla="*/ 288036 h 1316736"/>
                <a:gd name="connsiteX35" fmla="*/ 144018 w 1301306"/>
                <a:gd name="connsiteY35" fmla="*/ 30861 h 1316736"/>
                <a:gd name="connsiteX36" fmla="*/ 30861 w 1301306"/>
                <a:gd name="connsiteY36" fmla="*/ 144018 h 1316736"/>
                <a:gd name="connsiteX37" fmla="*/ 144018 w 1301306"/>
                <a:gd name="connsiteY37" fmla="*/ 257175 h 1316736"/>
                <a:gd name="connsiteX38" fmla="*/ 257175 w 1301306"/>
                <a:gd name="connsiteY38" fmla="*/ 144018 h 1316736"/>
                <a:gd name="connsiteX39" fmla="*/ 144018 w 1301306"/>
                <a:gd name="connsiteY39" fmla="*/ 30861 h 1316736"/>
                <a:gd name="connsiteX0" fmla="*/ 144018 w 1301306"/>
                <a:gd name="connsiteY0" fmla="*/ 1316736 h 1316736"/>
                <a:gd name="connsiteX1" fmla="*/ 0 w 1301306"/>
                <a:gd name="connsiteY1" fmla="*/ 1172718 h 1316736"/>
                <a:gd name="connsiteX2" fmla="*/ 144018 w 1301306"/>
                <a:gd name="connsiteY2" fmla="*/ 1028700 h 1316736"/>
                <a:gd name="connsiteX3" fmla="*/ 288036 w 1301306"/>
                <a:gd name="connsiteY3" fmla="*/ 1172718 h 1316736"/>
                <a:gd name="connsiteX4" fmla="*/ 144018 w 1301306"/>
                <a:gd name="connsiteY4" fmla="*/ 1316736 h 1316736"/>
                <a:gd name="connsiteX5" fmla="*/ 144018 w 1301306"/>
                <a:gd name="connsiteY5" fmla="*/ 1059561 h 1316736"/>
                <a:gd name="connsiteX6" fmla="*/ 30861 w 1301306"/>
                <a:gd name="connsiteY6" fmla="*/ 1172718 h 1316736"/>
                <a:gd name="connsiteX7" fmla="*/ 144018 w 1301306"/>
                <a:gd name="connsiteY7" fmla="*/ 1285875 h 1316736"/>
                <a:gd name="connsiteX8" fmla="*/ 257175 w 1301306"/>
                <a:gd name="connsiteY8" fmla="*/ 1172718 h 1316736"/>
                <a:gd name="connsiteX9" fmla="*/ 144018 w 1301306"/>
                <a:gd name="connsiteY9" fmla="*/ 1059561 h 1316736"/>
                <a:gd name="connsiteX10" fmla="*/ 1301306 w 1301306"/>
                <a:gd name="connsiteY10" fmla="*/ 1188149 h 1316736"/>
                <a:gd name="connsiteX11" fmla="*/ 444056 w 1301306"/>
                <a:gd name="connsiteY11" fmla="*/ 1188149 h 1316736"/>
                <a:gd name="connsiteX12" fmla="*/ 444056 w 1301306"/>
                <a:gd name="connsiteY12" fmla="*/ 1157288 h 1316736"/>
                <a:gd name="connsiteX13" fmla="*/ 1301306 w 1301306"/>
                <a:gd name="connsiteY13" fmla="*/ 1157288 h 1316736"/>
                <a:gd name="connsiteX14" fmla="*/ 1301306 w 1301306"/>
                <a:gd name="connsiteY14" fmla="*/ 1188149 h 1316736"/>
                <a:gd name="connsiteX15" fmla="*/ 144018 w 1301306"/>
                <a:gd name="connsiteY15" fmla="*/ 802386 h 1316736"/>
                <a:gd name="connsiteX16" fmla="*/ 0 w 1301306"/>
                <a:gd name="connsiteY16" fmla="*/ 658368 h 1316736"/>
                <a:gd name="connsiteX17" fmla="*/ 144018 w 1301306"/>
                <a:gd name="connsiteY17" fmla="*/ 514350 h 1316736"/>
                <a:gd name="connsiteX18" fmla="*/ 288036 w 1301306"/>
                <a:gd name="connsiteY18" fmla="*/ 658368 h 1316736"/>
                <a:gd name="connsiteX19" fmla="*/ 144018 w 1301306"/>
                <a:gd name="connsiteY19" fmla="*/ 802386 h 1316736"/>
                <a:gd name="connsiteX20" fmla="*/ 144018 w 1301306"/>
                <a:gd name="connsiteY20" fmla="*/ 545211 h 1316736"/>
                <a:gd name="connsiteX21" fmla="*/ 30861 w 1301306"/>
                <a:gd name="connsiteY21" fmla="*/ 658368 h 1316736"/>
                <a:gd name="connsiteX22" fmla="*/ 144018 w 1301306"/>
                <a:gd name="connsiteY22" fmla="*/ 771525 h 1316736"/>
                <a:gd name="connsiteX23" fmla="*/ 257175 w 1301306"/>
                <a:gd name="connsiteY23" fmla="*/ 658368 h 1316736"/>
                <a:gd name="connsiteX24" fmla="*/ 144018 w 1301306"/>
                <a:gd name="connsiteY24" fmla="*/ 545211 h 1316736"/>
                <a:gd name="connsiteX25" fmla="*/ 1301306 w 1301306"/>
                <a:gd name="connsiteY25" fmla="*/ 673799 h 1316736"/>
                <a:gd name="connsiteX26" fmla="*/ 444056 w 1301306"/>
                <a:gd name="connsiteY26" fmla="*/ 673799 h 1316736"/>
                <a:gd name="connsiteX27" fmla="*/ 444056 w 1301306"/>
                <a:gd name="connsiteY27" fmla="*/ 642938 h 1316736"/>
                <a:gd name="connsiteX28" fmla="*/ 1301306 w 1301306"/>
                <a:gd name="connsiteY28" fmla="*/ 642938 h 1316736"/>
                <a:gd name="connsiteX29" fmla="*/ 1301306 w 1301306"/>
                <a:gd name="connsiteY29" fmla="*/ 673799 h 1316736"/>
                <a:gd name="connsiteX30" fmla="*/ 144018 w 1301306"/>
                <a:gd name="connsiteY30" fmla="*/ 288036 h 1316736"/>
                <a:gd name="connsiteX31" fmla="*/ 0 w 1301306"/>
                <a:gd name="connsiteY31" fmla="*/ 144018 h 1316736"/>
                <a:gd name="connsiteX32" fmla="*/ 144018 w 1301306"/>
                <a:gd name="connsiteY32" fmla="*/ 0 h 1316736"/>
                <a:gd name="connsiteX33" fmla="*/ 288036 w 1301306"/>
                <a:gd name="connsiteY33" fmla="*/ 144018 h 1316736"/>
                <a:gd name="connsiteX34" fmla="*/ 144018 w 1301306"/>
                <a:gd name="connsiteY34" fmla="*/ 288036 h 1316736"/>
                <a:gd name="connsiteX35" fmla="*/ 144018 w 1301306"/>
                <a:gd name="connsiteY35" fmla="*/ 30861 h 1316736"/>
                <a:gd name="connsiteX36" fmla="*/ 30861 w 1301306"/>
                <a:gd name="connsiteY36" fmla="*/ 144018 h 1316736"/>
                <a:gd name="connsiteX37" fmla="*/ 144018 w 1301306"/>
                <a:gd name="connsiteY37" fmla="*/ 257175 h 1316736"/>
                <a:gd name="connsiteX38" fmla="*/ 144018 w 1301306"/>
                <a:gd name="connsiteY38" fmla="*/ 30861 h 1316736"/>
                <a:gd name="connsiteX0" fmla="*/ 144018 w 1301306"/>
                <a:gd name="connsiteY0" fmla="*/ 1320735 h 1320735"/>
                <a:gd name="connsiteX1" fmla="*/ 0 w 1301306"/>
                <a:gd name="connsiteY1" fmla="*/ 1176717 h 1320735"/>
                <a:gd name="connsiteX2" fmla="*/ 144018 w 1301306"/>
                <a:gd name="connsiteY2" fmla="*/ 1032699 h 1320735"/>
                <a:gd name="connsiteX3" fmla="*/ 288036 w 1301306"/>
                <a:gd name="connsiteY3" fmla="*/ 1176717 h 1320735"/>
                <a:gd name="connsiteX4" fmla="*/ 144018 w 1301306"/>
                <a:gd name="connsiteY4" fmla="*/ 1320735 h 1320735"/>
                <a:gd name="connsiteX5" fmla="*/ 144018 w 1301306"/>
                <a:gd name="connsiteY5" fmla="*/ 1063560 h 1320735"/>
                <a:gd name="connsiteX6" fmla="*/ 30861 w 1301306"/>
                <a:gd name="connsiteY6" fmla="*/ 1176717 h 1320735"/>
                <a:gd name="connsiteX7" fmla="*/ 144018 w 1301306"/>
                <a:gd name="connsiteY7" fmla="*/ 1289874 h 1320735"/>
                <a:gd name="connsiteX8" fmla="*/ 257175 w 1301306"/>
                <a:gd name="connsiteY8" fmla="*/ 1176717 h 1320735"/>
                <a:gd name="connsiteX9" fmla="*/ 144018 w 1301306"/>
                <a:gd name="connsiteY9" fmla="*/ 1063560 h 1320735"/>
                <a:gd name="connsiteX10" fmla="*/ 1301306 w 1301306"/>
                <a:gd name="connsiteY10" fmla="*/ 1192148 h 1320735"/>
                <a:gd name="connsiteX11" fmla="*/ 444056 w 1301306"/>
                <a:gd name="connsiteY11" fmla="*/ 1192148 h 1320735"/>
                <a:gd name="connsiteX12" fmla="*/ 444056 w 1301306"/>
                <a:gd name="connsiteY12" fmla="*/ 1161287 h 1320735"/>
                <a:gd name="connsiteX13" fmla="*/ 1301306 w 1301306"/>
                <a:gd name="connsiteY13" fmla="*/ 1161287 h 1320735"/>
                <a:gd name="connsiteX14" fmla="*/ 1301306 w 1301306"/>
                <a:gd name="connsiteY14" fmla="*/ 1192148 h 1320735"/>
                <a:gd name="connsiteX15" fmla="*/ 144018 w 1301306"/>
                <a:gd name="connsiteY15" fmla="*/ 806385 h 1320735"/>
                <a:gd name="connsiteX16" fmla="*/ 0 w 1301306"/>
                <a:gd name="connsiteY16" fmla="*/ 662367 h 1320735"/>
                <a:gd name="connsiteX17" fmla="*/ 144018 w 1301306"/>
                <a:gd name="connsiteY17" fmla="*/ 518349 h 1320735"/>
                <a:gd name="connsiteX18" fmla="*/ 288036 w 1301306"/>
                <a:gd name="connsiteY18" fmla="*/ 662367 h 1320735"/>
                <a:gd name="connsiteX19" fmla="*/ 144018 w 1301306"/>
                <a:gd name="connsiteY19" fmla="*/ 806385 h 1320735"/>
                <a:gd name="connsiteX20" fmla="*/ 144018 w 1301306"/>
                <a:gd name="connsiteY20" fmla="*/ 549210 h 1320735"/>
                <a:gd name="connsiteX21" fmla="*/ 30861 w 1301306"/>
                <a:gd name="connsiteY21" fmla="*/ 662367 h 1320735"/>
                <a:gd name="connsiteX22" fmla="*/ 144018 w 1301306"/>
                <a:gd name="connsiteY22" fmla="*/ 775524 h 1320735"/>
                <a:gd name="connsiteX23" fmla="*/ 257175 w 1301306"/>
                <a:gd name="connsiteY23" fmla="*/ 662367 h 1320735"/>
                <a:gd name="connsiteX24" fmla="*/ 144018 w 1301306"/>
                <a:gd name="connsiteY24" fmla="*/ 549210 h 1320735"/>
                <a:gd name="connsiteX25" fmla="*/ 1301306 w 1301306"/>
                <a:gd name="connsiteY25" fmla="*/ 677798 h 1320735"/>
                <a:gd name="connsiteX26" fmla="*/ 444056 w 1301306"/>
                <a:gd name="connsiteY26" fmla="*/ 677798 h 1320735"/>
                <a:gd name="connsiteX27" fmla="*/ 444056 w 1301306"/>
                <a:gd name="connsiteY27" fmla="*/ 646937 h 1320735"/>
                <a:gd name="connsiteX28" fmla="*/ 1301306 w 1301306"/>
                <a:gd name="connsiteY28" fmla="*/ 646937 h 1320735"/>
                <a:gd name="connsiteX29" fmla="*/ 1301306 w 1301306"/>
                <a:gd name="connsiteY29" fmla="*/ 677798 h 1320735"/>
                <a:gd name="connsiteX30" fmla="*/ 144018 w 1301306"/>
                <a:gd name="connsiteY30" fmla="*/ 292035 h 1320735"/>
                <a:gd name="connsiteX31" fmla="*/ 0 w 1301306"/>
                <a:gd name="connsiteY31" fmla="*/ 148017 h 1320735"/>
                <a:gd name="connsiteX32" fmla="*/ 144018 w 1301306"/>
                <a:gd name="connsiteY32" fmla="*/ 3999 h 1320735"/>
                <a:gd name="connsiteX33" fmla="*/ 144018 w 1301306"/>
                <a:gd name="connsiteY33" fmla="*/ 292035 h 1320735"/>
                <a:gd name="connsiteX34" fmla="*/ 144018 w 1301306"/>
                <a:gd name="connsiteY34" fmla="*/ 34860 h 1320735"/>
                <a:gd name="connsiteX35" fmla="*/ 30861 w 1301306"/>
                <a:gd name="connsiteY35" fmla="*/ 148017 h 1320735"/>
                <a:gd name="connsiteX36" fmla="*/ 144018 w 1301306"/>
                <a:gd name="connsiteY36" fmla="*/ 261174 h 1320735"/>
                <a:gd name="connsiteX37" fmla="*/ 144018 w 1301306"/>
                <a:gd name="connsiteY37" fmla="*/ 34860 h 1320735"/>
                <a:gd name="connsiteX0" fmla="*/ 144018 w 1301306"/>
                <a:gd name="connsiteY0" fmla="*/ 1320735 h 1320735"/>
                <a:gd name="connsiteX1" fmla="*/ 0 w 1301306"/>
                <a:gd name="connsiteY1" fmla="*/ 1176717 h 1320735"/>
                <a:gd name="connsiteX2" fmla="*/ 144018 w 1301306"/>
                <a:gd name="connsiteY2" fmla="*/ 1032699 h 1320735"/>
                <a:gd name="connsiteX3" fmla="*/ 288036 w 1301306"/>
                <a:gd name="connsiteY3" fmla="*/ 1176717 h 1320735"/>
                <a:gd name="connsiteX4" fmla="*/ 144018 w 1301306"/>
                <a:gd name="connsiteY4" fmla="*/ 1320735 h 1320735"/>
                <a:gd name="connsiteX5" fmla="*/ 144018 w 1301306"/>
                <a:gd name="connsiteY5" fmla="*/ 1063560 h 1320735"/>
                <a:gd name="connsiteX6" fmla="*/ 30861 w 1301306"/>
                <a:gd name="connsiteY6" fmla="*/ 1176717 h 1320735"/>
                <a:gd name="connsiteX7" fmla="*/ 144018 w 1301306"/>
                <a:gd name="connsiteY7" fmla="*/ 1289874 h 1320735"/>
                <a:gd name="connsiteX8" fmla="*/ 257175 w 1301306"/>
                <a:gd name="connsiteY8" fmla="*/ 1176717 h 1320735"/>
                <a:gd name="connsiteX9" fmla="*/ 144018 w 1301306"/>
                <a:gd name="connsiteY9" fmla="*/ 1063560 h 1320735"/>
                <a:gd name="connsiteX10" fmla="*/ 1301306 w 1301306"/>
                <a:gd name="connsiteY10" fmla="*/ 1192148 h 1320735"/>
                <a:gd name="connsiteX11" fmla="*/ 444056 w 1301306"/>
                <a:gd name="connsiteY11" fmla="*/ 1192148 h 1320735"/>
                <a:gd name="connsiteX12" fmla="*/ 444056 w 1301306"/>
                <a:gd name="connsiteY12" fmla="*/ 1161287 h 1320735"/>
                <a:gd name="connsiteX13" fmla="*/ 1301306 w 1301306"/>
                <a:gd name="connsiteY13" fmla="*/ 1161287 h 1320735"/>
                <a:gd name="connsiteX14" fmla="*/ 1301306 w 1301306"/>
                <a:gd name="connsiteY14" fmla="*/ 1192148 h 1320735"/>
                <a:gd name="connsiteX15" fmla="*/ 144018 w 1301306"/>
                <a:gd name="connsiteY15" fmla="*/ 806385 h 1320735"/>
                <a:gd name="connsiteX16" fmla="*/ 0 w 1301306"/>
                <a:gd name="connsiteY16" fmla="*/ 662367 h 1320735"/>
                <a:gd name="connsiteX17" fmla="*/ 144018 w 1301306"/>
                <a:gd name="connsiteY17" fmla="*/ 518349 h 1320735"/>
                <a:gd name="connsiteX18" fmla="*/ 288036 w 1301306"/>
                <a:gd name="connsiteY18" fmla="*/ 662367 h 1320735"/>
                <a:gd name="connsiteX19" fmla="*/ 144018 w 1301306"/>
                <a:gd name="connsiteY19" fmla="*/ 806385 h 1320735"/>
                <a:gd name="connsiteX20" fmla="*/ 144018 w 1301306"/>
                <a:gd name="connsiteY20" fmla="*/ 549210 h 1320735"/>
                <a:gd name="connsiteX21" fmla="*/ 30861 w 1301306"/>
                <a:gd name="connsiteY21" fmla="*/ 662367 h 1320735"/>
                <a:gd name="connsiteX22" fmla="*/ 144018 w 1301306"/>
                <a:gd name="connsiteY22" fmla="*/ 775524 h 1320735"/>
                <a:gd name="connsiteX23" fmla="*/ 257175 w 1301306"/>
                <a:gd name="connsiteY23" fmla="*/ 662367 h 1320735"/>
                <a:gd name="connsiteX24" fmla="*/ 144018 w 1301306"/>
                <a:gd name="connsiteY24" fmla="*/ 549210 h 1320735"/>
                <a:gd name="connsiteX25" fmla="*/ 1301306 w 1301306"/>
                <a:gd name="connsiteY25" fmla="*/ 677798 h 1320735"/>
                <a:gd name="connsiteX26" fmla="*/ 444056 w 1301306"/>
                <a:gd name="connsiteY26" fmla="*/ 677798 h 1320735"/>
                <a:gd name="connsiteX27" fmla="*/ 444056 w 1301306"/>
                <a:gd name="connsiteY27" fmla="*/ 646937 h 1320735"/>
                <a:gd name="connsiteX28" fmla="*/ 1301306 w 1301306"/>
                <a:gd name="connsiteY28" fmla="*/ 646937 h 1320735"/>
                <a:gd name="connsiteX29" fmla="*/ 1301306 w 1301306"/>
                <a:gd name="connsiteY29" fmla="*/ 677798 h 1320735"/>
                <a:gd name="connsiteX30" fmla="*/ 144018 w 1301306"/>
                <a:gd name="connsiteY30" fmla="*/ 292035 h 1320735"/>
                <a:gd name="connsiteX31" fmla="*/ 0 w 1301306"/>
                <a:gd name="connsiteY31" fmla="*/ 148017 h 1320735"/>
                <a:gd name="connsiteX32" fmla="*/ 144018 w 1301306"/>
                <a:gd name="connsiteY32" fmla="*/ 3999 h 1320735"/>
                <a:gd name="connsiteX33" fmla="*/ 144018 w 1301306"/>
                <a:gd name="connsiteY33" fmla="*/ 292035 h 1320735"/>
                <a:gd name="connsiteX34" fmla="*/ 144018 w 1301306"/>
                <a:gd name="connsiteY34" fmla="*/ 261174 h 1320735"/>
                <a:gd name="connsiteX35" fmla="*/ 30861 w 1301306"/>
                <a:gd name="connsiteY35" fmla="*/ 148017 h 1320735"/>
                <a:gd name="connsiteX36" fmla="*/ 144018 w 1301306"/>
                <a:gd name="connsiteY36" fmla="*/ 261174 h 1320735"/>
                <a:gd name="connsiteX0" fmla="*/ 144018 w 1301306"/>
                <a:gd name="connsiteY0" fmla="*/ 1172718 h 1172718"/>
                <a:gd name="connsiteX1" fmla="*/ 0 w 1301306"/>
                <a:gd name="connsiteY1" fmla="*/ 1028700 h 1172718"/>
                <a:gd name="connsiteX2" fmla="*/ 144018 w 1301306"/>
                <a:gd name="connsiteY2" fmla="*/ 884682 h 1172718"/>
                <a:gd name="connsiteX3" fmla="*/ 288036 w 1301306"/>
                <a:gd name="connsiteY3" fmla="*/ 1028700 h 1172718"/>
                <a:gd name="connsiteX4" fmla="*/ 144018 w 1301306"/>
                <a:gd name="connsiteY4" fmla="*/ 1172718 h 1172718"/>
                <a:gd name="connsiteX5" fmla="*/ 144018 w 1301306"/>
                <a:gd name="connsiteY5" fmla="*/ 915543 h 1172718"/>
                <a:gd name="connsiteX6" fmla="*/ 30861 w 1301306"/>
                <a:gd name="connsiteY6" fmla="*/ 1028700 h 1172718"/>
                <a:gd name="connsiteX7" fmla="*/ 144018 w 1301306"/>
                <a:gd name="connsiteY7" fmla="*/ 1141857 h 1172718"/>
                <a:gd name="connsiteX8" fmla="*/ 257175 w 1301306"/>
                <a:gd name="connsiteY8" fmla="*/ 1028700 h 1172718"/>
                <a:gd name="connsiteX9" fmla="*/ 144018 w 1301306"/>
                <a:gd name="connsiteY9" fmla="*/ 915543 h 1172718"/>
                <a:gd name="connsiteX10" fmla="*/ 1301306 w 1301306"/>
                <a:gd name="connsiteY10" fmla="*/ 1044131 h 1172718"/>
                <a:gd name="connsiteX11" fmla="*/ 444056 w 1301306"/>
                <a:gd name="connsiteY11" fmla="*/ 1044131 h 1172718"/>
                <a:gd name="connsiteX12" fmla="*/ 444056 w 1301306"/>
                <a:gd name="connsiteY12" fmla="*/ 1013270 h 1172718"/>
                <a:gd name="connsiteX13" fmla="*/ 1301306 w 1301306"/>
                <a:gd name="connsiteY13" fmla="*/ 1013270 h 1172718"/>
                <a:gd name="connsiteX14" fmla="*/ 1301306 w 1301306"/>
                <a:gd name="connsiteY14" fmla="*/ 1044131 h 1172718"/>
                <a:gd name="connsiteX15" fmla="*/ 144018 w 1301306"/>
                <a:gd name="connsiteY15" fmla="*/ 658368 h 1172718"/>
                <a:gd name="connsiteX16" fmla="*/ 0 w 1301306"/>
                <a:gd name="connsiteY16" fmla="*/ 514350 h 1172718"/>
                <a:gd name="connsiteX17" fmla="*/ 144018 w 1301306"/>
                <a:gd name="connsiteY17" fmla="*/ 370332 h 1172718"/>
                <a:gd name="connsiteX18" fmla="*/ 288036 w 1301306"/>
                <a:gd name="connsiteY18" fmla="*/ 514350 h 1172718"/>
                <a:gd name="connsiteX19" fmla="*/ 144018 w 1301306"/>
                <a:gd name="connsiteY19" fmla="*/ 658368 h 1172718"/>
                <a:gd name="connsiteX20" fmla="*/ 144018 w 1301306"/>
                <a:gd name="connsiteY20" fmla="*/ 401193 h 1172718"/>
                <a:gd name="connsiteX21" fmla="*/ 30861 w 1301306"/>
                <a:gd name="connsiteY21" fmla="*/ 514350 h 1172718"/>
                <a:gd name="connsiteX22" fmla="*/ 144018 w 1301306"/>
                <a:gd name="connsiteY22" fmla="*/ 627507 h 1172718"/>
                <a:gd name="connsiteX23" fmla="*/ 257175 w 1301306"/>
                <a:gd name="connsiteY23" fmla="*/ 514350 h 1172718"/>
                <a:gd name="connsiteX24" fmla="*/ 144018 w 1301306"/>
                <a:gd name="connsiteY24" fmla="*/ 401193 h 1172718"/>
                <a:gd name="connsiteX25" fmla="*/ 1301306 w 1301306"/>
                <a:gd name="connsiteY25" fmla="*/ 529781 h 1172718"/>
                <a:gd name="connsiteX26" fmla="*/ 444056 w 1301306"/>
                <a:gd name="connsiteY26" fmla="*/ 529781 h 1172718"/>
                <a:gd name="connsiteX27" fmla="*/ 444056 w 1301306"/>
                <a:gd name="connsiteY27" fmla="*/ 498920 h 1172718"/>
                <a:gd name="connsiteX28" fmla="*/ 1301306 w 1301306"/>
                <a:gd name="connsiteY28" fmla="*/ 498920 h 1172718"/>
                <a:gd name="connsiteX29" fmla="*/ 1301306 w 1301306"/>
                <a:gd name="connsiteY29" fmla="*/ 529781 h 1172718"/>
                <a:gd name="connsiteX30" fmla="*/ 144018 w 1301306"/>
                <a:gd name="connsiteY30" fmla="*/ 144018 h 1172718"/>
                <a:gd name="connsiteX31" fmla="*/ 0 w 1301306"/>
                <a:gd name="connsiteY31" fmla="*/ 0 h 1172718"/>
                <a:gd name="connsiteX32" fmla="*/ 144018 w 1301306"/>
                <a:gd name="connsiteY32" fmla="*/ 144018 h 1172718"/>
                <a:gd name="connsiteX33" fmla="*/ 144018 w 1301306"/>
                <a:gd name="connsiteY33" fmla="*/ 113157 h 1172718"/>
                <a:gd name="connsiteX34" fmla="*/ 30861 w 1301306"/>
                <a:gd name="connsiteY34" fmla="*/ 0 h 1172718"/>
                <a:gd name="connsiteX35" fmla="*/ 144018 w 1301306"/>
                <a:gd name="connsiteY35" fmla="*/ 113157 h 1172718"/>
                <a:gd name="connsiteX0" fmla="*/ 144018 w 1301306"/>
                <a:gd name="connsiteY0" fmla="*/ 1172718 h 1172718"/>
                <a:gd name="connsiteX1" fmla="*/ 0 w 1301306"/>
                <a:gd name="connsiteY1" fmla="*/ 1028700 h 1172718"/>
                <a:gd name="connsiteX2" fmla="*/ 144018 w 1301306"/>
                <a:gd name="connsiteY2" fmla="*/ 884682 h 1172718"/>
                <a:gd name="connsiteX3" fmla="*/ 288036 w 1301306"/>
                <a:gd name="connsiteY3" fmla="*/ 1028700 h 1172718"/>
                <a:gd name="connsiteX4" fmla="*/ 144018 w 1301306"/>
                <a:gd name="connsiteY4" fmla="*/ 1172718 h 1172718"/>
                <a:gd name="connsiteX5" fmla="*/ 144018 w 1301306"/>
                <a:gd name="connsiteY5" fmla="*/ 915543 h 1172718"/>
                <a:gd name="connsiteX6" fmla="*/ 30861 w 1301306"/>
                <a:gd name="connsiteY6" fmla="*/ 1028700 h 1172718"/>
                <a:gd name="connsiteX7" fmla="*/ 144018 w 1301306"/>
                <a:gd name="connsiteY7" fmla="*/ 1141857 h 1172718"/>
                <a:gd name="connsiteX8" fmla="*/ 257175 w 1301306"/>
                <a:gd name="connsiteY8" fmla="*/ 1028700 h 1172718"/>
                <a:gd name="connsiteX9" fmla="*/ 144018 w 1301306"/>
                <a:gd name="connsiteY9" fmla="*/ 915543 h 1172718"/>
                <a:gd name="connsiteX10" fmla="*/ 1301306 w 1301306"/>
                <a:gd name="connsiteY10" fmla="*/ 1044131 h 1172718"/>
                <a:gd name="connsiteX11" fmla="*/ 444056 w 1301306"/>
                <a:gd name="connsiteY11" fmla="*/ 1044131 h 1172718"/>
                <a:gd name="connsiteX12" fmla="*/ 444056 w 1301306"/>
                <a:gd name="connsiteY12" fmla="*/ 1013270 h 1172718"/>
                <a:gd name="connsiteX13" fmla="*/ 1301306 w 1301306"/>
                <a:gd name="connsiteY13" fmla="*/ 1013270 h 1172718"/>
                <a:gd name="connsiteX14" fmla="*/ 1301306 w 1301306"/>
                <a:gd name="connsiteY14" fmla="*/ 1044131 h 1172718"/>
                <a:gd name="connsiteX15" fmla="*/ 144018 w 1301306"/>
                <a:gd name="connsiteY15" fmla="*/ 658368 h 1172718"/>
                <a:gd name="connsiteX16" fmla="*/ 0 w 1301306"/>
                <a:gd name="connsiteY16" fmla="*/ 514350 h 1172718"/>
                <a:gd name="connsiteX17" fmla="*/ 144018 w 1301306"/>
                <a:gd name="connsiteY17" fmla="*/ 370332 h 1172718"/>
                <a:gd name="connsiteX18" fmla="*/ 288036 w 1301306"/>
                <a:gd name="connsiteY18" fmla="*/ 514350 h 1172718"/>
                <a:gd name="connsiteX19" fmla="*/ 144018 w 1301306"/>
                <a:gd name="connsiteY19" fmla="*/ 658368 h 1172718"/>
                <a:gd name="connsiteX20" fmla="*/ 144018 w 1301306"/>
                <a:gd name="connsiteY20" fmla="*/ 401193 h 1172718"/>
                <a:gd name="connsiteX21" fmla="*/ 30861 w 1301306"/>
                <a:gd name="connsiteY21" fmla="*/ 514350 h 1172718"/>
                <a:gd name="connsiteX22" fmla="*/ 144018 w 1301306"/>
                <a:gd name="connsiteY22" fmla="*/ 627507 h 1172718"/>
                <a:gd name="connsiteX23" fmla="*/ 257175 w 1301306"/>
                <a:gd name="connsiteY23" fmla="*/ 514350 h 1172718"/>
                <a:gd name="connsiteX24" fmla="*/ 144018 w 1301306"/>
                <a:gd name="connsiteY24" fmla="*/ 401193 h 1172718"/>
                <a:gd name="connsiteX25" fmla="*/ 1301306 w 1301306"/>
                <a:gd name="connsiteY25" fmla="*/ 529781 h 1172718"/>
                <a:gd name="connsiteX26" fmla="*/ 444056 w 1301306"/>
                <a:gd name="connsiteY26" fmla="*/ 529781 h 1172718"/>
                <a:gd name="connsiteX27" fmla="*/ 444056 w 1301306"/>
                <a:gd name="connsiteY27" fmla="*/ 498920 h 1172718"/>
                <a:gd name="connsiteX28" fmla="*/ 1301306 w 1301306"/>
                <a:gd name="connsiteY28" fmla="*/ 498920 h 1172718"/>
                <a:gd name="connsiteX29" fmla="*/ 1301306 w 1301306"/>
                <a:gd name="connsiteY29" fmla="*/ 529781 h 1172718"/>
                <a:gd name="connsiteX30" fmla="*/ 144018 w 1301306"/>
                <a:gd name="connsiteY30" fmla="*/ 144018 h 1172718"/>
                <a:gd name="connsiteX31" fmla="*/ 0 w 1301306"/>
                <a:gd name="connsiteY31" fmla="*/ 0 h 1172718"/>
                <a:gd name="connsiteX32" fmla="*/ 144018 w 1301306"/>
                <a:gd name="connsiteY32" fmla="*/ 144018 h 1172718"/>
                <a:gd name="connsiteX0" fmla="*/ 144018 w 1301306"/>
                <a:gd name="connsiteY0" fmla="*/ 802386 h 802386"/>
                <a:gd name="connsiteX1" fmla="*/ 0 w 1301306"/>
                <a:gd name="connsiteY1" fmla="*/ 658368 h 802386"/>
                <a:gd name="connsiteX2" fmla="*/ 144018 w 1301306"/>
                <a:gd name="connsiteY2" fmla="*/ 514350 h 802386"/>
                <a:gd name="connsiteX3" fmla="*/ 288036 w 1301306"/>
                <a:gd name="connsiteY3" fmla="*/ 658368 h 802386"/>
                <a:gd name="connsiteX4" fmla="*/ 144018 w 1301306"/>
                <a:gd name="connsiteY4" fmla="*/ 802386 h 802386"/>
                <a:gd name="connsiteX5" fmla="*/ 144018 w 1301306"/>
                <a:gd name="connsiteY5" fmla="*/ 545211 h 802386"/>
                <a:gd name="connsiteX6" fmla="*/ 30861 w 1301306"/>
                <a:gd name="connsiteY6" fmla="*/ 658368 h 802386"/>
                <a:gd name="connsiteX7" fmla="*/ 144018 w 1301306"/>
                <a:gd name="connsiteY7" fmla="*/ 771525 h 802386"/>
                <a:gd name="connsiteX8" fmla="*/ 257175 w 1301306"/>
                <a:gd name="connsiteY8" fmla="*/ 658368 h 802386"/>
                <a:gd name="connsiteX9" fmla="*/ 144018 w 1301306"/>
                <a:gd name="connsiteY9" fmla="*/ 545211 h 802386"/>
                <a:gd name="connsiteX10" fmla="*/ 1301306 w 1301306"/>
                <a:gd name="connsiteY10" fmla="*/ 673799 h 802386"/>
                <a:gd name="connsiteX11" fmla="*/ 444056 w 1301306"/>
                <a:gd name="connsiteY11" fmla="*/ 673799 h 802386"/>
                <a:gd name="connsiteX12" fmla="*/ 444056 w 1301306"/>
                <a:gd name="connsiteY12" fmla="*/ 642938 h 802386"/>
                <a:gd name="connsiteX13" fmla="*/ 1301306 w 1301306"/>
                <a:gd name="connsiteY13" fmla="*/ 642938 h 802386"/>
                <a:gd name="connsiteX14" fmla="*/ 1301306 w 1301306"/>
                <a:gd name="connsiteY14" fmla="*/ 673799 h 802386"/>
                <a:gd name="connsiteX15" fmla="*/ 144018 w 1301306"/>
                <a:gd name="connsiteY15" fmla="*/ 288036 h 802386"/>
                <a:gd name="connsiteX16" fmla="*/ 0 w 1301306"/>
                <a:gd name="connsiteY16" fmla="*/ 144018 h 802386"/>
                <a:gd name="connsiteX17" fmla="*/ 144018 w 1301306"/>
                <a:gd name="connsiteY17" fmla="*/ 0 h 802386"/>
                <a:gd name="connsiteX18" fmla="*/ 288036 w 1301306"/>
                <a:gd name="connsiteY18" fmla="*/ 144018 h 802386"/>
                <a:gd name="connsiteX19" fmla="*/ 144018 w 1301306"/>
                <a:gd name="connsiteY19" fmla="*/ 288036 h 802386"/>
                <a:gd name="connsiteX20" fmla="*/ 144018 w 1301306"/>
                <a:gd name="connsiteY20" fmla="*/ 30861 h 802386"/>
                <a:gd name="connsiteX21" fmla="*/ 30861 w 1301306"/>
                <a:gd name="connsiteY21" fmla="*/ 144018 h 802386"/>
                <a:gd name="connsiteX22" fmla="*/ 144018 w 1301306"/>
                <a:gd name="connsiteY22" fmla="*/ 257175 h 802386"/>
                <a:gd name="connsiteX23" fmla="*/ 257175 w 1301306"/>
                <a:gd name="connsiteY23" fmla="*/ 144018 h 802386"/>
                <a:gd name="connsiteX24" fmla="*/ 144018 w 1301306"/>
                <a:gd name="connsiteY24" fmla="*/ 30861 h 802386"/>
                <a:gd name="connsiteX25" fmla="*/ 1301306 w 1301306"/>
                <a:gd name="connsiteY25" fmla="*/ 159449 h 802386"/>
                <a:gd name="connsiteX26" fmla="*/ 444056 w 1301306"/>
                <a:gd name="connsiteY26" fmla="*/ 159449 h 802386"/>
                <a:gd name="connsiteX27" fmla="*/ 444056 w 1301306"/>
                <a:gd name="connsiteY27" fmla="*/ 128588 h 802386"/>
                <a:gd name="connsiteX28" fmla="*/ 1301306 w 1301306"/>
                <a:gd name="connsiteY28" fmla="*/ 128588 h 802386"/>
                <a:gd name="connsiteX29" fmla="*/ 1301306 w 1301306"/>
                <a:gd name="connsiteY29" fmla="*/ 159449 h 802386"/>
                <a:gd name="connsiteX0" fmla="*/ 144018 w 1301306"/>
                <a:gd name="connsiteY0" fmla="*/ 802386 h 802386"/>
                <a:gd name="connsiteX1" fmla="*/ 0 w 1301306"/>
                <a:gd name="connsiteY1" fmla="*/ 658368 h 802386"/>
                <a:gd name="connsiteX2" fmla="*/ 144018 w 1301306"/>
                <a:gd name="connsiteY2" fmla="*/ 514350 h 802386"/>
                <a:gd name="connsiteX3" fmla="*/ 288036 w 1301306"/>
                <a:gd name="connsiteY3" fmla="*/ 658368 h 802386"/>
                <a:gd name="connsiteX4" fmla="*/ 144018 w 1301306"/>
                <a:gd name="connsiteY4" fmla="*/ 802386 h 802386"/>
                <a:gd name="connsiteX5" fmla="*/ 257175 w 1301306"/>
                <a:gd name="connsiteY5" fmla="*/ 658368 h 802386"/>
                <a:gd name="connsiteX6" fmla="*/ 30861 w 1301306"/>
                <a:gd name="connsiteY6" fmla="*/ 658368 h 802386"/>
                <a:gd name="connsiteX7" fmla="*/ 144018 w 1301306"/>
                <a:gd name="connsiteY7" fmla="*/ 771525 h 802386"/>
                <a:gd name="connsiteX8" fmla="*/ 257175 w 1301306"/>
                <a:gd name="connsiteY8" fmla="*/ 658368 h 802386"/>
                <a:gd name="connsiteX9" fmla="*/ 1301306 w 1301306"/>
                <a:gd name="connsiteY9" fmla="*/ 673799 h 802386"/>
                <a:gd name="connsiteX10" fmla="*/ 444056 w 1301306"/>
                <a:gd name="connsiteY10" fmla="*/ 673799 h 802386"/>
                <a:gd name="connsiteX11" fmla="*/ 444056 w 1301306"/>
                <a:gd name="connsiteY11" fmla="*/ 642938 h 802386"/>
                <a:gd name="connsiteX12" fmla="*/ 1301306 w 1301306"/>
                <a:gd name="connsiteY12" fmla="*/ 642938 h 802386"/>
                <a:gd name="connsiteX13" fmla="*/ 1301306 w 1301306"/>
                <a:gd name="connsiteY13" fmla="*/ 673799 h 802386"/>
                <a:gd name="connsiteX14" fmla="*/ 144018 w 1301306"/>
                <a:gd name="connsiteY14" fmla="*/ 288036 h 802386"/>
                <a:gd name="connsiteX15" fmla="*/ 0 w 1301306"/>
                <a:gd name="connsiteY15" fmla="*/ 144018 h 802386"/>
                <a:gd name="connsiteX16" fmla="*/ 144018 w 1301306"/>
                <a:gd name="connsiteY16" fmla="*/ 0 h 802386"/>
                <a:gd name="connsiteX17" fmla="*/ 288036 w 1301306"/>
                <a:gd name="connsiteY17" fmla="*/ 144018 h 802386"/>
                <a:gd name="connsiteX18" fmla="*/ 144018 w 1301306"/>
                <a:gd name="connsiteY18" fmla="*/ 288036 h 802386"/>
                <a:gd name="connsiteX19" fmla="*/ 144018 w 1301306"/>
                <a:gd name="connsiteY19" fmla="*/ 30861 h 802386"/>
                <a:gd name="connsiteX20" fmla="*/ 30861 w 1301306"/>
                <a:gd name="connsiteY20" fmla="*/ 144018 h 802386"/>
                <a:gd name="connsiteX21" fmla="*/ 144018 w 1301306"/>
                <a:gd name="connsiteY21" fmla="*/ 257175 h 802386"/>
                <a:gd name="connsiteX22" fmla="*/ 257175 w 1301306"/>
                <a:gd name="connsiteY22" fmla="*/ 144018 h 802386"/>
                <a:gd name="connsiteX23" fmla="*/ 144018 w 1301306"/>
                <a:gd name="connsiteY23" fmla="*/ 30861 h 802386"/>
                <a:gd name="connsiteX24" fmla="*/ 1301306 w 1301306"/>
                <a:gd name="connsiteY24" fmla="*/ 159449 h 802386"/>
                <a:gd name="connsiteX25" fmla="*/ 444056 w 1301306"/>
                <a:gd name="connsiteY25" fmla="*/ 159449 h 802386"/>
                <a:gd name="connsiteX26" fmla="*/ 444056 w 1301306"/>
                <a:gd name="connsiteY26" fmla="*/ 128588 h 802386"/>
                <a:gd name="connsiteX27" fmla="*/ 1301306 w 1301306"/>
                <a:gd name="connsiteY27" fmla="*/ 128588 h 802386"/>
                <a:gd name="connsiteX28" fmla="*/ 1301306 w 1301306"/>
                <a:gd name="connsiteY28" fmla="*/ 159449 h 802386"/>
                <a:gd name="connsiteX0" fmla="*/ 148017 w 1305305"/>
                <a:gd name="connsiteY0" fmla="*/ 802386 h 802386"/>
                <a:gd name="connsiteX1" fmla="*/ 3999 w 1305305"/>
                <a:gd name="connsiteY1" fmla="*/ 658368 h 802386"/>
                <a:gd name="connsiteX2" fmla="*/ 292035 w 1305305"/>
                <a:gd name="connsiteY2" fmla="*/ 658368 h 802386"/>
                <a:gd name="connsiteX3" fmla="*/ 148017 w 1305305"/>
                <a:gd name="connsiteY3" fmla="*/ 802386 h 802386"/>
                <a:gd name="connsiteX4" fmla="*/ 261174 w 1305305"/>
                <a:gd name="connsiteY4" fmla="*/ 658368 h 802386"/>
                <a:gd name="connsiteX5" fmla="*/ 34860 w 1305305"/>
                <a:gd name="connsiteY5" fmla="*/ 658368 h 802386"/>
                <a:gd name="connsiteX6" fmla="*/ 148017 w 1305305"/>
                <a:gd name="connsiteY6" fmla="*/ 771525 h 802386"/>
                <a:gd name="connsiteX7" fmla="*/ 261174 w 1305305"/>
                <a:gd name="connsiteY7" fmla="*/ 658368 h 802386"/>
                <a:gd name="connsiteX8" fmla="*/ 1305305 w 1305305"/>
                <a:gd name="connsiteY8" fmla="*/ 673799 h 802386"/>
                <a:gd name="connsiteX9" fmla="*/ 448055 w 1305305"/>
                <a:gd name="connsiteY9" fmla="*/ 673799 h 802386"/>
                <a:gd name="connsiteX10" fmla="*/ 448055 w 1305305"/>
                <a:gd name="connsiteY10" fmla="*/ 642938 h 802386"/>
                <a:gd name="connsiteX11" fmla="*/ 1305305 w 1305305"/>
                <a:gd name="connsiteY11" fmla="*/ 642938 h 802386"/>
                <a:gd name="connsiteX12" fmla="*/ 1305305 w 1305305"/>
                <a:gd name="connsiteY12" fmla="*/ 673799 h 802386"/>
                <a:gd name="connsiteX13" fmla="*/ 148017 w 1305305"/>
                <a:gd name="connsiteY13" fmla="*/ 288036 h 802386"/>
                <a:gd name="connsiteX14" fmla="*/ 3999 w 1305305"/>
                <a:gd name="connsiteY14" fmla="*/ 144018 h 802386"/>
                <a:gd name="connsiteX15" fmla="*/ 148017 w 1305305"/>
                <a:gd name="connsiteY15" fmla="*/ 0 h 802386"/>
                <a:gd name="connsiteX16" fmla="*/ 292035 w 1305305"/>
                <a:gd name="connsiteY16" fmla="*/ 144018 h 802386"/>
                <a:gd name="connsiteX17" fmla="*/ 148017 w 1305305"/>
                <a:gd name="connsiteY17" fmla="*/ 288036 h 802386"/>
                <a:gd name="connsiteX18" fmla="*/ 148017 w 1305305"/>
                <a:gd name="connsiteY18" fmla="*/ 30861 h 802386"/>
                <a:gd name="connsiteX19" fmla="*/ 34860 w 1305305"/>
                <a:gd name="connsiteY19" fmla="*/ 144018 h 802386"/>
                <a:gd name="connsiteX20" fmla="*/ 148017 w 1305305"/>
                <a:gd name="connsiteY20" fmla="*/ 257175 h 802386"/>
                <a:gd name="connsiteX21" fmla="*/ 261174 w 1305305"/>
                <a:gd name="connsiteY21" fmla="*/ 144018 h 802386"/>
                <a:gd name="connsiteX22" fmla="*/ 148017 w 1305305"/>
                <a:gd name="connsiteY22" fmla="*/ 30861 h 802386"/>
                <a:gd name="connsiteX23" fmla="*/ 1305305 w 1305305"/>
                <a:gd name="connsiteY23" fmla="*/ 159449 h 802386"/>
                <a:gd name="connsiteX24" fmla="*/ 448055 w 1305305"/>
                <a:gd name="connsiteY24" fmla="*/ 159449 h 802386"/>
                <a:gd name="connsiteX25" fmla="*/ 448055 w 1305305"/>
                <a:gd name="connsiteY25" fmla="*/ 128588 h 802386"/>
                <a:gd name="connsiteX26" fmla="*/ 1305305 w 1305305"/>
                <a:gd name="connsiteY26" fmla="*/ 128588 h 802386"/>
                <a:gd name="connsiteX27" fmla="*/ 1305305 w 1305305"/>
                <a:gd name="connsiteY27" fmla="*/ 159449 h 802386"/>
                <a:gd name="connsiteX0" fmla="*/ 148017 w 1305305"/>
                <a:gd name="connsiteY0" fmla="*/ 802386 h 802386"/>
                <a:gd name="connsiteX1" fmla="*/ 3999 w 1305305"/>
                <a:gd name="connsiteY1" fmla="*/ 658368 h 802386"/>
                <a:gd name="connsiteX2" fmla="*/ 292035 w 1305305"/>
                <a:gd name="connsiteY2" fmla="*/ 658368 h 802386"/>
                <a:gd name="connsiteX3" fmla="*/ 148017 w 1305305"/>
                <a:gd name="connsiteY3" fmla="*/ 802386 h 802386"/>
                <a:gd name="connsiteX4" fmla="*/ 261174 w 1305305"/>
                <a:gd name="connsiteY4" fmla="*/ 658368 h 802386"/>
                <a:gd name="connsiteX5" fmla="*/ 148017 w 1305305"/>
                <a:gd name="connsiteY5" fmla="*/ 771525 h 802386"/>
                <a:gd name="connsiteX6" fmla="*/ 261174 w 1305305"/>
                <a:gd name="connsiteY6" fmla="*/ 658368 h 802386"/>
                <a:gd name="connsiteX7" fmla="*/ 1305305 w 1305305"/>
                <a:gd name="connsiteY7" fmla="*/ 673799 h 802386"/>
                <a:gd name="connsiteX8" fmla="*/ 448055 w 1305305"/>
                <a:gd name="connsiteY8" fmla="*/ 673799 h 802386"/>
                <a:gd name="connsiteX9" fmla="*/ 448055 w 1305305"/>
                <a:gd name="connsiteY9" fmla="*/ 642938 h 802386"/>
                <a:gd name="connsiteX10" fmla="*/ 1305305 w 1305305"/>
                <a:gd name="connsiteY10" fmla="*/ 642938 h 802386"/>
                <a:gd name="connsiteX11" fmla="*/ 1305305 w 1305305"/>
                <a:gd name="connsiteY11" fmla="*/ 673799 h 802386"/>
                <a:gd name="connsiteX12" fmla="*/ 148017 w 1305305"/>
                <a:gd name="connsiteY12" fmla="*/ 288036 h 802386"/>
                <a:gd name="connsiteX13" fmla="*/ 3999 w 1305305"/>
                <a:gd name="connsiteY13" fmla="*/ 144018 h 802386"/>
                <a:gd name="connsiteX14" fmla="*/ 148017 w 1305305"/>
                <a:gd name="connsiteY14" fmla="*/ 0 h 802386"/>
                <a:gd name="connsiteX15" fmla="*/ 292035 w 1305305"/>
                <a:gd name="connsiteY15" fmla="*/ 144018 h 802386"/>
                <a:gd name="connsiteX16" fmla="*/ 148017 w 1305305"/>
                <a:gd name="connsiteY16" fmla="*/ 288036 h 802386"/>
                <a:gd name="connsiteX17" fmla="*/ 148017 w 1305305"/>
                <a:gd name="connsiteY17" fmla="*/ 30861 h 802386"/>
                <a:gd name="connsiteX18" fmla="*/ 34860 w 1305305"/>
                <a:gd name="connsiteY18" fmla="*/ 144018 h 802386"/>
                <a:gd name="connsiteX19" fmla="*/ 148017 w 1305305"/>
                <a:gd name="connsiteY19" fmla="*/ 257175 h 802386"/>
                <a:gd name="connsiteX20" fmla="*/ 261174 w 1305305"/>
                <a:gd name="connsiteY20" fmla="*/ 144018 h 802386"/>
                <a:gd name="connsiteX21" fmla="*/ 148017 w 1305305"/>
                <a:gd name="connsiteY21" fmla="*/ 30861 h 802386"/>
                <a:gd name="connsiteX22" fmla="*/ 1305305 w 1305305"/>
                <a:gd name="connsiteY22" fmla="*/ 159449 h 802386"/>
                <a:gd name="connsiteX23" fmla="*/ 448055 w 1305305"/>
                <a:gd name="connsiteY23" fmla="*/ 159449 h 802386"/>
                <a:gd name="connsiteX24" fmla="*/ 448055 w 1305305"/>
                <a:gd name="connsiteY24" fmla="*/ 128588 h 802386"/>
                <a:gd name="connsiteX25" fmla="*/ 1305305 w 1305305"/>
                <a:gd name="connsiteY25" fmla="*/ 128588 h 802386"/>
                <a:gd name="connsiteX26" fmla="*/ 1305305 w 1305305"/>
                <a:gd name="connsiteY26" fmla="*/ 159449 h 802386"/>
                <a:gd name="connsiteX0" fmla="*/ 144018 w 1301306"/>
                <a:gd name="connsiteY0" fmla="*/ 802386 h 802386"/>
                <a:gd name="connsiteX1" fmla="*/ 288036 w 1301306"/>
                <a:gd name="connsiteY1" fmla="*/ 658368 h 802386"/>
                <a:gd name="connsiteX2" fmla="*/ 144018 w 1301306"/>
                <a:gd name="connsiteY2" fmla="*/ 802386 h 802386"/>
                <a:gd name="connsiteX3" fmla="*/ 257175 w 1301306"/>
                <a:gd name="connsiteY3" fmla="*/ 658368 h 802386"/>
                <a:gd name="connsiteX4" fmla="*/ 144018 w 1301306"/>
                <a:gd name="connsiteY4" fmla="*/ 771525 h 802386"/>
                <a:gd name="connsiteX5" fmla="*/ 257175 w 1301306"/>
                <a:gd name="connsiteY5" fmla="*/ 658368 h 802386"/>
                <a:gd name="connsiteX6" fmla="*/ 1301306 w 1301306"/>
                <a:gd name="connsiteY6" fmla="*/ 673799 h 802386"/>
                <a:gd name="connsiteX7" fmla="*/ 444056 w 1301306"/>
                <a:gd name="connsiteY7" fmla="*/ 673799 h 802386"/>
                <a:gd name="connsiteX8" fmla="*/ 444056 w 1301306"/>
                <a:gd name="connsiteY8" fmla="*/ 642938 h 802386"/>
                <a:gd name="connsiteX9" fmla="*/ 1301306 w 1301306"/>
                <a:gd name="connsiteY9" fmla="*/ 642938 h 802386"/>
                <a:gd name="connsiteX10" fmla="*/ 1301306 w 1301306"/>
                <a:gd name="connsiteY10" fmla="*/ 673799 h 802386"/>
                <a:gd name="connsiteX11" fmla="*/ 144018 w 1301306"/>
                <a:gd name="connsiteY11" fmla="*/ 288036 h 802386"/>
                <a:gd name="connsiteX12" fmla="*/ 0 w 1301306"/>
                <a:gd name="connsiteY12" fmla="*/ 144018 h 802386"/>
                <a:gd name="connsiteX13" fmla="*/ 144018 w 1301306"/>
                <a:gd name="connsiteY13" fmla="*/ 0 h 802386"/>
                <a:gd name="connsiteX14" fmla="*/ 288036 w 1301306"/>
                <a:gd name="connsiteY14" fmla="*/ 144018 h 802386"/>
                <a:gd name="connsiteX15" fmla="*/ 144018 w 1301306"/>
                <a:gd name="connsiteY15" fmla="*/ 288036 h 802386"/>
                <a:gd name="connsiteX16" fmla="*/ 144018 w 1301306"/>
                <a:gd name="connsiteY16" fmla="*/ 30861 h 802386"/>
                <a:gd name="connsiteX17" fmla="*/ 30861 w 1301306"/>
                <a:gd name="connsiteY17" fmla="*/ 144018 h 802386"/>
                <a:gd name="connsiteX18" fmla="*/ 144018 w 1301306"/>
                <a:gd name="connsiteY18" fmla="*/ 257175 h 802386"/>
                <a:gd name="connsiteX19" fmla="*/ 257175 w 1301306"/>
                <a:gd name="connsiteY19" fmla="*/ 144018 h 802386"/>
                <a:gd name="connsiteX20" fmla="*/ 144018 w 1301306"/>
                <a:gd name="connsiteY20" fmla="*/ 30861 h 802386"/>
                <a:gd name="connsiteX21" fmla="*/ 1301306 w 1301306"/>
                <a:gd name="connsiteY21" fmla="*/ 159449 h 802386"/>
                <a:gd name="connsiteX22" fmla="*/ 444056 w 1301306"/>
                <a:gd name="connsiteY22" fmla="*/ 159449 h 802386"/>
                <a:gd name="connsiteX23" fmla="*/ 444056 w 1301306"/>
                <a:gd name="connsiteY23" fmla="*/ 128588 h 802386"/>
                <a:gd name="connsiteX24" fmla="*/ 1301306 w 1301306"/>
                <a:gd name="connsiteY24" fmla="*/ 128588 h 802386"/>
                <a:gd name="connsiteX25" fmla="*/ 1301306 w 1301306"/>
                <a:gd name="connsiteY25" fmla="*/ 159449 h 802386"/>
                <a:gd name="connsiteX0" fmla="*/ 144018 w 1301306"/>
                <a:gd name="connsiteY0" fmla="*/ 802386 h 802386"/>
                <a:gd name="connsiteX1" fmla="*/ 288036 w 1301306"/>
                <a:gd name="connsiteY1" fmla="*/ 658368 h 802386"/>
                <a:gd name="connsiteX2" fmla="*/ 144018 w 1301306"/>
                <a:gd name="connsiteY2" fmla="*/ 802386 h 802386"/>
                <a:gd name="connsiteX3" fmla="*/ 1301306 w 1301306"/>
                <a:gd name="connsiteY3" fmla="*/ 673799 h 802386"/>
                <a:gd name="connsiteX4" fmla="*/ 444056 w 1301306"/>
                <a:gd name="connsiteY4" fmla="*/ 673799 h 802386"/>
                <a:gd name="connsiteX5" fmla="*/ 444056 w 1301306"/>
                <a:gd name="connsiteY5" fmla="*/ 642938 h 802386"/>
                <a:gd name="connsiteX6" fmla="*/ 1301306 w 1301306"/>
                <a:gd name="connsiteY6" fmla="*/ 642938 h 802386"/>
                <a:gd name="connsiteX7" fmla="*/ 1301306 w 1301306"/>
                <a:gd name="connsiteY7" fmla="*/ 673799 h 802386"/>
                <a:gd name="connsiteX8" fmla="*/ 144018 w 1301306"/>
                <a:gd name="connsiteY8" fmla="*/ 288036 h 802386"/>
                <a:gd name="connsiteX9" fmla="*/ 0 w 1301306"/>
                <a:gd name="connsiteY9" fmla="*/ 144018 h 802386"/>
                <a:gd name="connsiteX10" fmla="*/ 144018 w 1301306"/>
                <a:gd name="connsiteY10" fmla="*/ 0 h 802386"/>
                <a:gd name="connsiteX11" fmla="*/ 288036 w 1301306"/>
                <a:gd name="connsiteY11" fmla="*/ 144018 h 802386"/>
                <a:gd name="connsiteX12" fmla="*/ 144018 w 1301306"/>
                <a:gd name="connsiteY12" fmla="*/ 288036 h 802386"/>
                <a:gd name="connsiteX13" fmla="*/ 144018 w 1301306"/>
                <a:gd name="connsiteY13" fmla="*/ 30861 h 802386"/>
                <a:gd name="connsiteX14" fmla="*/ 30861 w 1301306"/>
                <a:gd name="connsiteY14" fmla="*/ 144018 h 802386"/>
                <a:gd name="connsiteX15" fmla="*/ 144018 w 1301306"/>
                <a:gd name="connsiteY15" fmla="*/ 257175 h 802386"/>
                <a:gd name="connsiteX16" fmla="*/ 257175 w 1301306"/>
                <a:gd name="connsiteY16" fmla="*/ 144018 h 802386"/>
                <a:gd name="connsiteX17" fmla="*/ 144018 w 1301306"/>
                <a:gd name="connsiteY17" fmla="*/ 30861 h 802386"/>
                <a:gd name="connsiteX18" fmla="*/ 1301306 w 1301306"/>
                <a:gd name="connsiteY18" fmla="*/ 159449 h 802386"/>
                <a:gd name="connsiteX19" fmla="*/ 444056 w 1301306"/>
                <a:gd name="connsiteY19" fmla="*/ 159449 h 802386"/>
                <a:gd name="connsiteX20" fmla="*/ 444056 w 1301306"/>
                <a:gd name="connsiteY20" fmla="*/ 128588 h 802386"/>
                <a:gd name="connsiteX21" fmla="*/ 1301306 w 1301306"/>
                <a:gd name="connsiteY21" fmla="*/ 128588 h 802386"/>
                <a:gd name="connsiteX22" fmla="*/ 1301306 w 1301306"/>
                <a:gd name="connsiteY22" fmla="*/ 159449 h 802386"/>
                <a:gd name="connsiteX0" fmla="*/ 1301306 w 1301306"/>
                <a:gd name="connsiteY0" fmla="*/ 673799 h 673799"/>
                <a:gd name="connsiteX1" fmla="*/ 444056 w 1301306"/>
                <a:gd name="connsiteY1" fmla="*/ 673799 h 673799"/>
                <a:gd name="connsiteX2" fmla="*/ 444056 w 1301306"/>
                <a:gd name="connsiteY2" fmla="*/ 642938 h 673799"/>
                <a:gd name="connsiteX3" fmla="*/ 1301306 w 1301306"/>
                <a:gd name="connsiteY3" fmla="*/ 642938 h 673799"/>
                <a:gd name="connsiteX4" fmla="*/ 1301306 w 1301306"/>
                <a:gd name="connsiteY4" fmla="*/ 673799 h 673799"/>
                <a:gd name="connsiteX5" fmla="*/ 144018 w 1301306"/>
                <a:gd name="connsiteY5" fmla="*/ 288036 h 673799"/>
                <a:gd name="connsiteX6" fmla="*/ 0 w 1301306"/>
                <a:gd name="connsiteY6" fmla="*/ 144018 h 673799"/>
                <a:gd name="connsiteX7" fmla="*/ 144018 w 1301306"/>
                <a:gd name="connsiteY7" fmla="*/ 0 h 673799"/>
                <a:gd name="connsiteX8" fmla="*/ 288036 w 1301306"/>
                <a:gd name="connsiteY8" fmla="*/ 144018 h 673799"/>
                <a:gd name="connsiteX9" fmla="*/ 144018 w 1301306"/>
                <a:gd name="connsiteY9" fmla="*/ 288036 h 673799"/>
                <a:gd name="connsiteX10" fmla="*/ 144018 w 1301306"/>
                <a:gd name="connsiteY10" fmla="*/ 30861 h 673799"/>
                <a:gd name="connsiteX11" fmla="*/ 30861 w 1301306"/>
                <a:gd name="connsiteY11" fmla="*/ 144018 h 673799"/>
                <a:gd name="connsiteX12" fmla="*/ 144018 w 1301306"/>
                <a:gd name="connsiteY12" fmla="*/ 257175 h 673799"/>
                <a:gd name="connsiteX13" fmla="*/ 257175 w 1301306"/>
                <a:gd name="connsiteY13" fmla="*/ 144018 h 673799"/>
                <a:gd name="connsiteX14" fmla="*/ 144018 w 1301306"/>
                <a:gd name="connsiteY14" fmla="*/ 30861 h 673799"/>
                <a:gd name="connsiteX15" fmla="*/ 1301306 w 1301306"/>
                <a:gd name="connsiteY15" fmla="*/ 159449 h 673799"/>
                <a:gd name="connsiteX16" fmla="*/ 444056 w 1301306"/>
                <a:gd name="connsiteY16" fmla="*/ 159449 h 673799"/>
                <a:gd name="connsiteX17" fmla="*/ 444056 w 1301306"/>
                <a:gd name="connsiteY17" fmla="*/ 128588 h 673799"/>
                <a:gd name="connsiteX18" fmla="*/ 1301306 w 1301306"/>
                <a:gd name="connsiteY18" fmla="*/ 128588 h 673799"/>
                <a:gd name="connsiteX19" fmla="*/ 1301306 w 1301306"/>
                <a:gd name="connsiteY19" fmla="*/ 159449 h 673799"/>
                <a:gd name="connsiteX0" fmla="*/ 1301306 w 1301306"/>
                <a:gd name="connsiteY0" fmla="*/ 673799 h 673799"/>
                <a:gd name="connsiteX1" fmla="*/ 444056 w 1301306"/>
                <a:gd name="connsiteY1" fmla="*/ 673799 h 673799"/>
                <a:gd name="connsiteX2" fmla="*/ 1301306 w 1301306"/>
                <a:gd name="connsiteY2" fmla="*/ 642938 h 673799"/>
                <a:gd name="connsiteX3" fmla="*/ 1301306 w 1301306"/>
                <a:gd name="connsiteY3" fmla="*/ 673799 h 673799"/>
                <a:gd name="connsiteX4" fmla="*/ 144018 w 1301306"/>
                <a:gd name="connsiteY4" fmla="*/ 288036 h 673799"/>
                <a:gd name="connsiteX5" fmla="*/ 0 w 1301306"/>
                <a:gd name="connsiteY5" fmla="*/ 144018 h 673799"/>
                <a:gd name="connsiteX6" fmla="*/ 144018 w 1301306"/>
                <a:gd name="connsiteY6" fmla="*/ 0 h 673799"/>
                <a:gd name="connsiteX7" fmla="*/ 288036 w 1301306"/>
                <a:gd name="connsiteY7" fmla="*/ 144018 h 673799"/>
                <a:gd name="connsiteX8" fmla="*/ 144018 w 1301306"/>
                <a:gd name="connsiteY8" fmla="*/ 288036 h 673799"/>
                <a:gd name="connsiteX9" fmla="*/ 144018 w 1301306"/>
                <a:gd name="connsiteY9" fmla="*/ 30861 h 673799"/>
                <a:gd name="connsiteX10" fmla="*/ 30861 w 1301306"/>
                <a:gd name="connsiteY10" fmla="*/ 144018 h 673799"/>
                <a:gd name="connsiteX11" fmla="*/ 144018 w 1301306"/>
                <a:gd name="connsiteY11" fmla="*/ 257175 h 673799"/>
                <a:gd name="connsiteX12" fmla="*/ 257175 w 1301306"/>
                <a:gd name="connsiteY12" fmla="*/ 144018 h 673799"/>
                <a:gd name="connsiteX13" fmla="*/ 144018 w 1301306"/>
                <a:gd name="connsiteY13" fmla="*/ 30861 h 673799"/>
                <a:gd name="connsiteX14" fmla="*/ 1301306 w 1301306"/>
                <a:gd name="connsiteY14" fmla="*/ 159449 h 673799"/>
                <a:gd name="connsiteX15" fmla="*/ 444056 w 1301306"/>
                <a:gd name="connsiteY15" fmla="*/ 159449 h 673799"/>
                <a:gd name="connsiteX16" fmla="*/ 444056 w 1301306"/>
                <a:gd name="connsiteY16" fmla="*/ 128588 h 673799"/>
                <a:gd name="connsiteX17" fmla="*/ 1301306 w 1301306"/>
                <a:gd name="connsiteY17" fmla="*/ 128588 h 673799"/>
                <a:gd name="connsiteX18" fmla="*/ 1301306 w 1301306"/>
                <a:gd name="connsiteY18" fmla="*/ 159449 h 673799"/>
                <a:gd name="connsiteX0" fmla="*/ 1301306 w 1301306"/>
                <a:gd name="connsiteY0" fmla="*/ 673799 h 673799"/>
                <a:gd name="connsiteX1" fmla="*/ 1301306 w 1301306"/>
                <a:gd name="connsiteY1" fmla="*/ 642938 h 673799"/>
                <a:gd name="connsiteX2" fmla="*/ 1301306 w 1301306"/>
                <a:gd name="connsiteY2" fmla="*/ 673799 h 673799"/>
                <a:gd name="connsiteX3" fmla="*/ 144018 w 1301306"/>
                <a:gd name="connsiteY3" fmla="*/ 288036 h 673799"/>
                <a:gd name="connsiteX4" fmla="*/ 0 w 1301306"/>
                <a:gd name="connsiteY4" fmla="*/ 144018 h 673799"/>
                <a:gd name="connsiteX5" fmla="*/ 144018 w 1301306"/>
                <a:gd name="connsiteY5" fmla="*/ 0 h 673799"/>
                <a:gd name="connsiteX6" fmla="*/ 288036 w 1301306"/>
                <a:gd name="connsiteY6" fmla="*/ 144018 h 673799"/>
                <a:gd name="connsiteX7" fmla="*/ 144018 w 1301306"/>
                <a:gd name="connsiteY7" fmla="*/ 288036 h 673799"/>
                <a:gd name="connsiteX8" fmla="*/ 144018 w 1301306"/>
                <a:gd name="connsiteY8" fmla="*/ 30861 h 673799"/>
                <a:gd name="connsiteX9" fmla="*/ 30861 w 1301306"/>
                <a:gd name="connsiteY9" fmla="*/ 144018 h 673799"/>
                <a:gd name="connsiteX10" fmla="*/ 144018 w 1301306"/>
                <a:gd name="connsiteY10" fmla="*/ 257175 h 673799"/>
                <a:gd name="connsiteX11" fmla="*/ 257175 w 1301306"/>
                <a:gd name="connsiteY11" fmla="*/ 144018 h 673799"/>
                <a:gd name="connsiteX12" fmla="*/ 144018 w 1301306"/>
                <a:gd name="connsiteY12" fmla="*/ 30861 h 673799"/>
                <a:gd name="connsiteX13" fmla="*/ 1301306 w 1301306"/>
                <a:gd name="connsiteY13" fmla="*/ 159449 h 673799"/>
                <a:gd name="connsiteX14" fmla="*/ 444056 w 1301306"/>
                <a:gd name="connsiteY14" fmla="*/ 159449 h 673799"/>
                <a:gd name="connsiteX15" fmla="*/ 444056 w 1301306"/>
                <a:gd name="connsiteY15" fmla="*/ 128588 h 673799"/>
                <a:gd name="connsiteX16" fmla="*/ 1301306 w 1301306"/>
                <a:gd name="connsiteY16" fmla="*/ 128588 h 673799"/>
                <a:gd name="connsiteX17" fmla="*/ 1301306 w 1301306"/>
                <a:gd name="connsiteY17" fmla="*/ 159449 h 673799"/>
                <a:gd name="connsiteX0" fmla="*/ 144018 w 1301306"/>
                <a:gd name="connsiteY0" fmla="*/ 288036 h 288036"/>
                <a:gd name="connsiteX1" fmla="*/ 0 w 1301306"/>
                <a:gd name="connsiteY1" fmla="*/ 144018 h 288036"/>
                <a:gd name="connsiteX2" fmla="*/ 144018 w 1301306"/>
                <a:gd name="connsiteY2" fmla="*/ 0 h 288036"/>
                <a:gd name="connsiteX3" fmla="*/ 288036 w 1301306"/>
                <a:gd name="connsiteY3" fmla="*/ 144018 h 288036"/>
                <a:gd name="connsiteX4" fmla="*/ 144018 w 1301306"/>
                <a:gd name="connsiteY4" fmla="*/ 288036 h 288036"/>
                <a:gd name="connsiteX5" fmla="*/ 144018 w 1301306"/>
                <a:gd name="connsiteY5" fmla="*/ 30861 h 288036"/>
                <a:gd name="connsiteX6" fmla="*/ 30861 w 1301306"/>
                <a:gd name="connsiteY6" fmla="*/ 144018 h 288036"/>
                <a:gd name="connsiteX7" fmla="*/ 144018 w 1301306"/>
                <a:gd name="connsiteY7" fmla="*/ 257175 h 288036"/>
                <a:gd name="connsiteX8" fmla="*/ 257175 w 1301306"/>
                <a:gd name="connsiteY8" fmla="*/ 144018 h 288036"/>
                <a:gd name="connsiteX9" fmla="*/ 144018 w 1301306"/>
                <a:gd name="connsiteY9" fmla="*/ 30861 h 288036"/>
                <a:gd name="connsiteX10" fmla="*/ 1301306 w 1301306"/>
                <a:gd name="connsiteY10" fmla="*/ 159449 h 288036"/>
                <a:gd name="connsiteX11" fmla="*/ 444056 w 1301306"/>
                <a:gd name="connsiteY11" fmla="*/ 159449 h 288036"/>
                <a:gd name="connsiteX12" fmla="*/ 444056 w 1301306"/>
                <a:gd name="connsiteY12" fmla="*/ 128588 h 288036"/>
                <a:gd name="connsiteX13" fmla="*/ 1301306 w 1301306"/>
                <a:gd name="connsiteY13" fmla="*/ 128588 h 288036"/>
                <a:gd name="connsiteX14" fmla="*/ 1301306 w 1301306"/>
                <a:gd name="connsiteY14" fmla="*/ 159449 h 288036"/>
                <a:gd name="connsiteX0" fmla="*/ 144018 w 1301306"/>
                <a:gd name="connsiteY0" fmla="*/ 288036 h 288036"/>
                <a:gd name="connsiteX1" fmla="*/ 0 w 1301306"/>
                <a:gd name="connsiteY1" fmla="*/ 144018 h 288036"/>
                <a:gd name="connsiteX2" fmla="*/ 144018 w 1301306"/>
                <a:gd name="connsiteY2" fmla="*/ 0 h 288036"/>
                <a:gd name="connsiteX3" fmla="*/ 288036 w 1301306"/>
                <a:gd name="connsiteY3" fmla="*/ 144018 h 288036"/>
                <a:gd name="connsiteX4" fmla="*/ 144018 w 1301306"/>
                <a:gd name="connsiteY4" fmla="*/ 288036 h 288036"/>
                <a:gd name="connsiteX5" fmla="*/ 144018 w 1301306"/>
                <a:gd name="connsiteY5" fmla="*/ 30861 h 288036"/>
                <a:gd name="connsiteX6" fmla="*/ 30861 w 1301306"/>
                <a:gd name="connsiteY6" fmla="*/ 144018 h 288036"/>
                <a:gd name="connsiteX7" fmla="*/ 144018 w 1301306"/>
                <a:gd name="connsiteY7" fmla="*/ 257175 h 288036"/>
                <a:gd name="connsiteX8" fmla="*/ 257175 w 1301306"/>
                <a:gd name="connsiteY8" fmla="*/ 144018 h 288036"/>
                <a:gd name="connsiteX9" fmla="*/ 144018 w 1301306"/>
                <a:gd name="connsiteY9" fmla="*/ 30861 h 288036"/>
                <a:gd name="connsiteX10" fmla="*/ 1301306 w 1301306"/>
                <a:gd name="connsiteY10" fmla="*/ 128588 h 288036"/>
                <a:gd name="connsiteX11" fmla="*/ 444056 w 1301306"/>
                <a:gd name="connsiteY11" fmla="*/ 159449 h 288036"/>
                <a:gd name="connsiteX12" fmla="*/ 444056 w 1301306"/>
                <a:gd name="connsiteY12" fmla="*/ 128588 h 288036"/>
                <a:gd name="connsiteX13" fmla="*/ 1301306 w 1301306"/>
                <a:gd name="connsiteY13" fmla="*/ 128588 h 288036"/>
                <a:gd name="connsiteX0" fmla="*/ 144018 w 444056"/>
                <a:gd name="connsiteY0" fmla="*/ 288036 h 288036"/>
                <a:gd name="connsiteX1" fmla="*/ 0 w 444056"/>
                <a:gd name="connsiteY1" fmla="*/ 144018 h 288036"/>
                <a:gd name="connsiteX2" fmla="*/ 144018 w 444056"/>
                <a:gd name="connsiteY2" fmla="*/ 0 h 288036"/>
                <a:gd name="connsiteX3" fmla="*/ 288036 w 444056"/>
                <a:gd name="connsiteY3" fmla="*/ 144018 h 288036"/>
                <a:gd name="connsiteX4" fmla="*/ 144018 w 444056"/>
                <a:gd name="connsiteY4" fmla="*/ 288036 h 288036"/>
                <a:gd name="connsiteX5" fmla="*/ 144018 w 444056"/>
                <a:gd name="connsiteY5" fmla="*/ 30861 h 288036"/>
                <a:gd name="connsiteX6" fmla="*/ 30861 w 444056"/>
                <a:gd name="connsiteY6" fmla="*/ 144018 h 288036"/>
                <a:gd name="connsiteX7" fmla="*/ 144018 w 444056"/>
                <a:gd name="connsiteY7" fmla="*/ 257175 h 288036"/>
                <a:gd name="connsiteX8" fmla="*/ 257175 w 444056"/>
                <a:gd name="connsiteY8" fmla="*/ 144018 h 288036"/>
                <a:gd name="connsiteX9" fmla="*/ 144018 w 444056"/>
                <a:gd name="connsiteY9" fmla="*/ 30861 h 288036"/>
                <a:gd name="connsiteX10" fmla="*/ 444056 w 444056"/>
                <a:gd name="connsiteY10" fmla="*/ 128588 h 288036"/>
                <a:gd name="connsiteX11" fmla="*/ 444056 w 444056"/>
                <a:gd name="connsiteY11" fmla="*/ 159449 h 288036"/>
                <a:gd name="connsiteX12" fmla="*/ 444056 w 444056"/>
                <a:gd name="connsiteY12" fmla="*/ 128588 h 288036"/>
                <a:gd name="connsiteX0" fmla="*/ 144018 w 288036"/>
                <a:gd name="connsiteY0" fmla="*/ 288036 h 288036"/>
                <a:gd name="connsiteX1" fmla="*/ 0 w 288036"/>
                <a:gd name="connsiteY1" fmla="*/ 144018 h 288036"/>
                <a:gd name="connsiteX2" fmla="*/ 144018 w 288036"/>
                <a:gd name="connsiteY2" fmla="*/ 0 h 288036"/>
                <a:gd name="connsiteX3" fmla="*/ 288036 w 288036"/>
                <a:gd name="connsiteY3" fmla="*/ 144018 h 288036"/>
                <a:gd name="connsiteX4" fmla="*/ 144018 w 288036"/>
                <a:gd name="connsiteY4" fmla="*/ 288036 h 288036"/>
                <a:gd name="connsiteX5" fmla="*/ 144018 w 288036"/>
                <a:gd name="connsiteY5" fmla="*/ 30861 h 288036"/>
                <a:gd name="connsiteX6" fmla="*/ 30861 w 288036"/>
                <a:gd name="connsiteY6" fmla="*/ 144018 h 288036"/>
                <a:gd name="connsiteX7" fmla="*/ 144018 w 288036"/>
                <a:gd name="connsiteY7" fmla="*/ 257175 h 288036"/>
                <a:gd name="connsiteX8" fmla="*/ 257175 w 288036"/>
                <a:gd name="connsiteY8" fmla="*/ 144018 h 288036"/>
                <a:gd name="connsiteX9" fmla="*/ 144018 w 288036"/>
                <a:gd name="connsiteY9" fmla="*/ 30861 h 288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036" h="288036">
                  <a:moveTo>
                    <a:pt x="144018" y="288036"/>
                  </a:moveTo>
                  <a:cubicBezTo>
                    <a:pt x="64594" y="288036"/>
                    <a:pt x="0" y="223399"/>
                    <a:pt x="0" y="144018"/>
                  </a:cubicBezTo>
                  <a:cubicBezTo>
                    <a:pt x="0" y="64637"/>
                    <a:pt x="64594" y="0"/>
                    <a:pt x="144018" y="0"/>
                  </a:cubicBezTo>
                  <a:cubicBezTo>
                    <a:pt x="223442" y="0"/>
                    <a:pt x="288036" y="64594"/>
                    <a:pt x="288036" y="144018"/>
                  </a:cubicBezTo>
                  <a:cubicBezTo>
                    <a:pt x="288036" y="223442"/>
                    <a:pt x="223442" y="288036"/>
                    <a:pt x="144018" y="288036"/>
                  </a:cubicBezTo>
                  <a:close/>
                  <a:moveTo>
                    <a:pt x="144018" y="30861"/>
                  </a:moveTo>
                  <a:cubicBezTo>
                    <a:pt x="81610" y="30861"/>
                    <a:pt x="30861" y="81653"/>
                    <a:pt x="30861" y="144018"/>
                  </a:cubicBezTo>
                  <a:cubicBezTo>
                    <a:pt x="30861" y="206426"/>
                    <a:pt x="81653" y="257175"/>
                    <a:pt x="144018" y="257175"/>
                  </a:cubicBezTo>
                  <a:cubicBezTo>
                    <a:pt x="206383" y="257175"/>
                    <a:pt x="257175" y="206426"/>
                    <a:pt x="257175" y="144018"/>
                  </a:cubicBezTo>
                  <a:cubicBezTo>
                    <a:pt x="257175" y="81610"/>
                    <a:pt x="206426" y="30861"/>
                    <a:pt x="144018" y="30861"/>
                  </a:cubicBezTo>
                  <a:close/>
                </a:path>
              </a:pathLst>
            </a:custGeom>
            <a:solidFill>
              <a:srgbClr val="0F62FE"/>
            </a:solidFill>
            <a:ln w="42863" cap="flat">
              <a:noFill/>
              <a:prstDash val="solid"/>
              <a:miter/>
            </a:ln>
          </p:spPr>
          <p:txBody>
            <a:bodyPr rtlCol="0" anchor="ctr"/>
            <a:lstStyle/>
            <a:p>
              <a:endParaRPr lang="en-US"/>
            </a:p>
          </p:txBody>
        </p:sp>
      </p:grpSp>
      <p:sp>
        <p:nvSpPr>
          <p:cNvPr id="30" name="TextBox 29">
            <a:extLst>
              <a:ext uri="{FF2B5EF4-FFF2-40B4-BE49-F238E27FC236}">
                <a16:creationId xmlns:a16="http://schemas.microsoft.com/office/drawing/2014/main" id="{095D9B40-30BA-C2A7-6336-A6F123660DFC}"/>
              </a:ext>
            </a:extLst>
          </p:cNvPr>
          <p:cNvSpPr txBox="1"/>
          <p:nvPr/>
        </p:nvSpPr>
        <p:spPr>
          <a:xfrm>
            <a:off x="13573872" y="8738768"/>
            <a:ext cx="8023919" cy="3077766"/>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a:spAutoFit/>
          </a:bodyPr>
          <a:lstStyle/>
          <a:p>
            <a:pPr algn="ctr"/>
            <a:r>
              <a:rPr lang="en-US" i="1" dirty="0"/>
              <a:t>trained with a </a:t>
            </a:r>
            <a:br>
              <a:rPr lang="en-US" i="1" dirty="0"/>
            </a:br>
            <a:r>
              <a:rPr lang="en-US" i="1" dirty="0"/>
              <a:t>series of </a:t>
            </a:r>
            <a:r>
              <a:rPr lang="en-US" i="1" dirty="0">
                <a:solidFill>
                  <a:srgbClr val="0E61FF"/>
                </a:solidFill>
              </a:rPr>
              <a:t>examples</a:t>
            </a:r>
            <a:endParaRPr lang="en-US" i="1" dirty="0"/>
          </a:p>
          <a:p>
            <a:pPr algn="ctr">
              <a:spcBef>
                <a:spcPts val="2400"/>
              </a:spcBef>
            </a:pPr>
            <a:r>
              <a:rPr lang="en-US" i="1" dirty="0"/>
              <a:t>for example: “here are</a:t>
            </a:r>
            <a:br>
              <a:rPr lang="en-US" i="1" dirty="0"/>
            </a:br>
            <a:r>
              <a:rPr lang="en-US" i="1" dirty="0"/>
              <a:t>pictures of many triangles”</a:t>
            </a:r>
          </a:p>
          <a:p>
            <a:pPr algn="ctr"/>
            <a:endParaRPr lang="en-US" i="1" dirty="0">
              <a:solidFill>
                <a:srgbClr val="0E61FF"/>
              </a:solidFill>
            </a:endParaRPr>
          </a:p>
        </p:txBody>
      </p:sp>
      <p:sp>
        <p:nvSpPr>
          <p:cNvPr id="33" name="TextBox 32">
            <a:extLst>
              <a:ext uri="{FF2B5EF4-FFF2-40B4-BE49-F238E27FC236}">
                <a16:creationId xmlns:a16="http://schemas.microsoft.com/office/drawing/2014/main" id="{3F344D6F-3221-CDF8-4343-0C31BE40328D}"/>
              </a:ext>
            </a:extLst>
          </p:cNvPr>
          <p:cNvSpPr txBox="1"/>
          <p:nvPr/>
        </p:nvSpPr>
        <p:spPr>
          <a:xfrm>
            <a:off x="13331731" y="3275199"/>
            <a:ext cx="8508199" cy="92333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5400" dirty="0">
                <a:latin typeface="IBM Plex Sans Light" panose="020B0403050203000203" pitchFamily="34" charset="0"/>
              </a:rPr>
              <a:t>Machine learning systems </a:t>
            </a:r>
          </a:p>
        </p:txBody>
      </p:sp>
    </p:spTree>
    <p:extLst>
      <p:ext uri="{BB962C8B-B14F-4D97-AF65-F5344CB8AC3E}">
        <p14:creationId xmlns:p14="http://schemas.microsoft.com/office/powerpoint/2010/main" val="132626193"/>
      </p:ext>
    </p:extLst>
  </p:cSld>
  <p:clrMapOvr>
    <a:masterClrMapping/>
  </p:clrMapOvr>
  <p:transition spd="med" advTm="181487"/>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 name="Rectangle 264">
            <a:extLst>
              <a:ext uri="{FF2B5EF4-FFF2-40B4-BE49-F238E27FC236}">
                <a16:creationId xmlns:a16="http://schemas.microsoft.com/office/drawing/2014/main" id="{AF44527C-38C4-6BC5-8AD0-83B4D7AE8E42}"/>
              </a:ext>
            </a:extLst>
          </p:cNvPr>
          <p:cNvSpPr/>
          <p:nvPr/>
        </p:nvSpPr>
        <p:spPr bwMode="auto">
          <a:xfrm>
            <a:off x="0" y="0"/>
            <a:ext cx="12193587" cy="13716000"/>
          </a:xfrm>
          <a:prstGeom prst="rect">
            <a:avLst/>
          </a:prstGeom>
          <a:solidFill>
            <a:srgbClr val="E5F6FF"/>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109E0E9A-490F-C13C-36E3-DCEF1CF7F75B}"/>
              </a:ext>
            </a:extLst>
          </p:cNvPr>
          <p:cNvSpPr>
            <a:spLocks noGrp="1"/>
          </p:cNvSpPr>
          <p:nvPr>
            <p:ph type="title"/>
          </p:nvPr>
        </p:nvSpPr>
        <p:spPr>
          <a:xfrm>
            <a:off x="576071" y="577850"/>
            <a:ext cx="10591281" cy="3587750"/>
          </a:xfrm>
        </p:spPr>
        <p:txBody>
          <a:bodyPr/>
          <a:lstStyle/>
          <a:p>
            <a:r>
              <a:rPr lang="en-US" dirty="0"/>
              <a:t>¿</a:t>
            </a:r>
            <a:r>
              <a:rPr lang="en-US" dirty="0" err="1"/>
              <a:t>Qué</a:t>
            </a:r>
            <a:r>
              <a:rPr lang="en-US" dirty="0"/>
              <a:t> es un </a:t>
            </a:r>
            <a:r>
              <a:rPr lang="en-US" dirty="0" err="1"/>
              <a:t>Modelo</a:t>
            </a:r>
            <a:r>
              <a:rPr lang="en-US" dirty="0"/>
              <a:t> de  machine learning (ML)</a:t>
            </a:r>
            <a:br>
              <a:rPr lang="en-US" dirty="0"/>
            </a:br>
            <a:r>
              <a:rPr lang="es-ES" sz="4800" i="1" dirty="0"/>
              <a:t>Ejemplo: Detección de spam para correo electrónico</a:t>
            </a:r>
            <a:endParaRPr lang="en-US" i="1" dirty="0"/>
          </a:p>
        </p:txBody>
      </p:sp>
      <p:sp>
        <p:nvSpPr>
          <p:cNvPr id="34" name="Rectangle 33">
            <a:extLst>
              <a:ext uri="{FF2B5EF4-FFF2-40B4-BE49-F238E27FC236}">
                <a16:creationId xmlns:a16="http://schemas.microsoft.com/office/drawing/2014/main" id="{118928A1-5B24-A21A-9EF7-A90BA60A1A07}"/>
              </a:ext>
            </a:extLst>
          </p:cNvPr>
          <p:cNvSpPr>
            <a:spLocks noChangeAspect="1"/>
          </p:cNvSpPr>
          <p:nvPr/>
        </p:nvSpPr>
        <p:spPr bwMode="auto">
          <a:xfrm>
            <a:off x="16789135" y="4874197"/>
            <a:ext cx="1712587" cy="1712587"/>
          </a:xfrm>
          <a:prstGeom prst="rect">
            <a:avLst/>
          </a:prstGeom>
          <a:solidFill>
            <a:srgbClr val="F4F4F4"/>
          </a:solidFill>
          <a:ln w="28575">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grpSp>
        <p:nvGrpSpPr>
          <p:cNvPr id="9" name="Group 8">
            <a:extLst>
              <a:ext uri="{FF2B5EF4-FFF2-40B4-BE49-F238E27FC236}">
                <a16:creationId xmlns:a16="http://schemas.microsoft.com/office/drawing/2014/main" id="{16A6DB36-E142-40D7-D67D-E27BD23E24A9}"/>
              </a:ext>
            </a:extLst>
          </p:cNvPr>
          <p:cNvGrpSpPr/>
          <p:nvPr/>
        </p:nvGrpSpPr>
        <p:grpSpPr>
          <a:xfrm>
            <a:off x="17031332" y="5241802"/>
            <a:ext cx="1228193" cy="977377"/>
            <a:chOff x="17031332" y="5241802"/>
            <a:chExt cx="1228193" cy="977377"/>
          </a:xfrm>
        </p:grpSpPr>
        <p:sp>
          <p:nvSpPr>
            <p:cNvPr id="30" name="Freeform 29">
              <a:extLst>
                <a:ext uri="{FF2B5EF4-FFF2-40B4-BE49-F238E27FC236}">
                  <a16:creationId xmlns:a16="http://schemas.microsoft.com/office/drawing/2014/main" id="{C6730262-4E05-B701-993A-14CFCA557EA3}"/>
                </a:ext>
              </a:extLst>
            </p:cNvPr>
            <p:cNvSpPr/>
            <p:nvPr/>
          </p:nvSpPr>
          <p:spPr>
            <a:xfrm rot="408157">
              <a:off x="17031332" y="5241802"/>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dirty="0"/>
            </a:p>
          </p:txBody>
        </p:sp>
        <p:sp>
          <p:nvSpPr>
            <p:cNvPr id="32" name="Freeform 31">
              <a:extLst>
                <a:ext uri="{FF2B5EF4-FFF2-40B4-BE49-F238E27FC236}">
                  <a16:creationId xmlns:a16="http://schemas.microsoft.com/office/drawing/2014/main" id="{E66E0CF2-3906-9AB5-152A-69074BB6B749}"/>
                </a:ext>
              </a:extLst>
            </p:cNvPr>
            <p:cNvSpPr>
              <a:spLocks noChangeAspect="1"/>
            </p:cNvSpPr>
            <p:nvPr/>
          </p:nvSpPr>
          <p:spPr>
            <a:xfrm rot="1829499">
              <a:off x="17820096" y="5779750"/>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grpSp>
      <p:sp>
        <p:nvSpPr>
          <p:cNvPr id="38" name="TextBox 37">
            <a:extLst>
              <a:ext uri="{FF2B5EF4-FFF2-40B4-BE49-F238E27FC236}">
                <a16:creationId xmlns:a16="http://schemas.microsoft.com/office/drawing/2014/main" id="{ECCE9295-2C69-0EA6-359C-382165D1453D}"/>
              </a:ext>
            </a:extLst>
          </p:cNvPr>
          <p:cNvSpPr txBox="1"/>
          <p:nvPr/>
        </p:nvSpPr>
        <p:spPr>
          <a:xfrm>
            <a:off x="15680755" y="3380398"/>
            <a:ext cx="3920648"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Deployed ML model</a:t>
            </a:r>
          </a:p>
          <a:p>
            <a:pPr algn="ctr"/>
            <a:r>
              <a:rPr lang="en-US" sz="2800" i="1" dirty="0">
                <a:solidFill>
                  <a:schemeClr val="bg2"/>
                </a:solidFill>
              </a:rPr>
              <a:t>spam detection</a:t>
            </a:r>
          </a:p>
        </p:txBody>
      </p:sp>
      <p:cxnSp>
        <p:nvCxnSpPr>
          <p:cNvPr id="48" name="Elbow Connector 47">
            <a:extLst>
              <a:ext uri="{FF2B5EF4-FFF2-40B4-BE49-F238E27FC236}">
                <a16:creationId xmlns:a16="http://schemas.microsoft.com/office/drawing/2014/main" id="{1E876FD7-F71F-76AB-21A4-37219567F698}"/>
              </a:ext>
            </a:extLst>
          </p:cNvPr>
          <p:cNvCxnSpPr>
            <a:cxnSpLocks/>
          </p:cNvCxnSpPr>
          <p:nvPr/>
        </p:nvCxnSpPr>
        <p:spPr bwMode="auto">
          <a:xfrm flipV="1">
            <a:off x="18927666" y="5004349"/>
            <a:ext cx="2034539" cy="729996"/>
          </a:xfrm>
          <a:prstGeom prst="bentConnector3">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cxnSp>
        <p:nvCxnSpPr>
          <p:cNvPr id="49" name="Elbow Connector 48">
            <a:extLst>
              <a:ext uri="{FF2B5EF4-FFF2-40B4-BE49-F238E27FC236}">
                <a16:creationId xmlns:a16="http://schemas.microsoft.com/office/drawing/2014/main" id="{9E0EAD20-1BBD-B456-D78D-63966B5F4FF8}"/>
              </a:ext>
            </a:extLst>
          </p:cNvPr>
          <p:cNvCxnSpPr>
            <a:cxnSpLocks/>
          </p:cNvCxnSpPr>
          <p:nvPr/>
        </p:nvCxnSpPr>
        <p:spPr bwMode="auto">
          <a:xfrm>
            <a:off x="18927666" y="5734345"/>
            <a:ext cx="2034540" cy="691044"/>
          </a:xfrm>
          <a:prstGeom prst="bentConnector3">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52" name="TextBox 51">
            <a:extLst>
              <a:ext uri="{FF2B5EF4-FFF2-40B4-BE49-F238E27FC236}">
                <a16:creationId xmlns:a16="http://schemas.microsoft.com/office/drawing/2014/main" id="{69A9B97B-C7C4-87DB-86D7-5D6D24EEC3A2}"/>
              </a:ext>
            </a:extLst>
          </p:cNvPr>
          <p:cNvSpPr txBox="1"/>
          <p:nvPr/>
        </p:nvSpPr>
        <p:spPr>
          <a:xfrm>
            <a:off x="20239864" y="3380398"/>
            <a:ext cx="3560027"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Output</a:t>
            </a:r>
          </a:p>
          <a:p>
            <a:pPr algn="ctr"/>
            <a:r>
              <a:rPr lang="en-US" sz="2800" i="1" dirty="0">
                <a:solidFill>
                  <a:schemeClr val="bg2"/>
                </a:solidFill>
              </a:rPr>
              <a:t>valid email or spam</a:t>
            </a:r>
          </a:p>
        </p:txBody>
      </p:sp>
      <p:sp>
        <p:nvSpPr>
          <p:cNvPr id="90" name="Rectangle 89">
            <a:extLst>
              <a:ext uri="{FF2B5EF4-FFF2-40B4-BE49-F238E27FC236}">
                <a16:creationId xmlns:a16="http://schemas.microsoft.com/office/drawing/2014/main" id="{3E3F50EF-64D9-E33F-0BF0-E8E86264260A}"/>
              </a:ext>
            </a:extLst>
          </p:cNvPr>
          <p:cNvSpPr>
            <a:spLocks noChangeAspect="1"/>
          </p:cNvSpPr>
          <p:nvPr/>
        </p:nvSpPr>
        <p:spPr bwMode="auto">
          <a:xfrm>
            <a:off x="12763502" y="8388325"/>
            <a:ext cx="11048211" cy="3732633"/>
          </a:xfrm>
          <a:prstGeom prst="rect">
            <a:avLst/>
          </a:prstGeom>
          <a:solidFill>
            <a:schemeClr val="bg1"/>
          </a:solidFill>
          <a:ln w="28575">
            <a:solidFill>
              <a:schemeClr val="tx1"/>
            </a:solidFill>
            <a:prstDash val="sysDot"/>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53" name="Right Brace 252">
            <a:extLst>
              <a:ext uri="{FF2B5EF4-FFF2-40B4-BE49-F238E27FC236}">
                <a16:creationId xmlns:a16="http://schemas.microsoft.com/office/drawing/2014/main" id="{3D5CB9BB-68D6-7CBC-C2E2-9A62AF8AD9DC}"/>
              </a:ext>
            </a:extLst>
          </p:cNvPr>
          <p:cNvSpPr/>
          <p:nvPr/>
        </p:nvSpPr>
        <p:spPr bwMode="auto">
          <a:xfrm>
            <a:off x="16869169" y="8767026"/>
            <a:ext cx="442513" cy="1846729"/>
          </a:xfrm>
          <a:prstGeom prst="rightBrace">
            <a:avLst/>
          </a:prstGeom>
          <a:ln w="254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cxnSp>
        <p:nvCxnSpPr>
          <p:cNvPr id="257" name="Straight Arrow Connector 256">
            <a:extLst>
              <a:ext uri="{FF2B5EF4-FFF2-40B4-BE49-F238E27FC236}">
                <a16:creationId xmlns:a16="http://schemas.microsoft.com/office/drawing/2014/main" id="{0D2A89A4-FBF8-0161-41BB-9384F0D5FF05}"/>
              </a:ext>
            </a:extLst>
          </p:cNvPr>
          <p:cNvCxnSpPr>
            <a:cxnSpLocks/>
          </p:cNvCxnSpPr>
          <p:nvPr/>
        </p:nvCxnSpPr>
        <p:spPr bwMode="auto">
          <a:xfrm>
            <a:off x="18036305" y="9690390"/>
            <a:ext cx="2039112"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grpSp>
        <p:nvGrpSpPr>
          <p:cNvPr id="11" name="Group 10">
            <a:extLst>
              <a:ext uri="{FF2B5EF4-FFF2-40B4-BE49-F238E27FC236}">
                <a16:creationId xmlns:a16="http://schemas.microsoft.com/office/drawing/2014/main" id="{0EFBDD64-A907-5BA4-815B-3BDCB197903D}"/>
              </a:ext>
            </a:extLst>
          </p:cNvPr>
          <p:cNvGrpSpPr/>
          <p:nvPr/>
        </p:nvGrpSpPr>
        <p:grpSpPr>
          <a:xfrm>
            <a:off x="20786554" y="9248492"/>
            <a:ext cx="1228193" cy="977377"/>
            <a:chOff x="20786554" y="9248492"/>
            <a:chExt cx="1228193" cy="977377"/>
          </a:xfrm>
        </p:grpSpPr>
        <p:sp>
          <p:nvSpPr>
            <p:cNvPr id="260" name="Freeform 259">
              <a:extLst>
                <a:ext uri="{FF2B5EF4-FFF2-40B4-BE49-F238E27FC236}">
                  <a16:creationId xmlns:a16="http://schemas.microsoft.com/office/drawing/2014/main" id="{0218A417-CF44-2ADB-9848-176831E52C5D}"/>
                </a:ext>
              </a:extLst>
            </p:cNvPr>
            <p:cNvSpPr/>
            <p:nvPr/>
          </p:nvSpPr>
          <p:spPr>
            <a:xfrm rot="11208157">
              <a:off x="21149692" y="9360814"/>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sp>
          <p:nvSpPr>
            <p:cNvPr id="261" name="Freeform 260">
              <a:extLst>
                <a:ext uri="{FF2B5EF4-FFF2-40B4-BE49-F238E27FC236}">
                  <a16:creationId xmlns:a16="http://schemas.microsoft.com/office/drawing/2014/main" id="{D25109EF-02C0-F1DC-2D6F-2686E3D11E26}"/>
                </a:ext>
              </a:extLst>
            </p:cNvPr>
            <p:cNvSpPr>
              <a:spLocks noChangeAspect="1"/>
            </p:cNvSpPr>
            <p:nvPr/>
          </p:nvSpPr>
          <p:spPr>
            <a:xfrm rot="12629499">
              <a:off x="20786554" y="9248492"/>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grpSp>
      <p:sp>
        <p:nvSpPr>
          <p:cNvPr id="263" name="TextBox 262">
            <a:extLst>
              <a:ext uri="{FF2B5EF4-FFF2-40B4-BE49-F238E27FC236}">
                <a16:creationId xmlns:a16="http://schemas.microsoft.com/office/drawing/2014/main" id="{FB3171BB-C307-B9A4-C4CF-3F6FB43587AB}"/>
              </a:ext>
            </a:extLst>
          </p:cNvPr>
          <p:cNvSpPr txBox="1"/>
          <p:nvPr/>
        </p:nvSpPr>
        <p:spPr>
          <a:xfrm>
            <a:off x="12763502" y="12273365"/>
            <a:ext cx="11036389"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Machine learning model training</a:t>
            </a:r>
          </a:p>
          <a:p>
            <a:pPr algn="ctr"/>
            <a:r>
              <a:rPr lang="en-US" sz="2800" i="1" dirty="0">
                <a:solidFill>
                  <a:schemeClr val="bg2"/>
                </a:solidFill>
              </a:rPr>
              <a:t>iterative process of experimenting and testing</a:t>
            </a:r>
          </a:p>
        </p:txBody>
      </p:sp>
      <p:sp>
        <p:nvSpPr>
          <p:cNvPr id="266" name="TextBox 265">
            <a:extLst>
              <a:ext uri="{FF2B5EF4-FFF2-40B4-BE49-F238E27FC236}">
                <a16:creationId xmlns:a16="http://schemas.microsoft.com/office/drawing/2014/main" id="{F2729B76-5205-2751-B5E5-73D74B1F06B9}"/>
              </a:ext>
            </a:extLst>
          </p:cNvPr>
          <p:cNvSpPr txBox="1"/>
          <p:nvPr/>
        </p:nvSpPr>
        <p:spPr>
          <a:xfrm>
            <a:off x="12945212" y="10701166"/>
            <a:ext cx="3896248" cy="892552"/>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Labeled historical data</a:t>
            </a:r>
          </a:p>
          <a:p>
            <a:pPr algn="ctr"/>
            <a:r>
              <a:rPr lang="en-US" sz="2400" i="1" dirty="0"/>
              <a:t>valid and spam emails</a:t>
            </a:r>
          </a:p>
        </p:txBody>
      </p:sp>
      <p:sp>
        <p:nvSpPr>
          <p:cNvPr id="4" name="Rectangle 3">
            <a:extLst>
              <a:ext uri="{FF2B5EF4-FFF2-40B4-BE49-F238E27FC236}">
                <a16:creationId xmlns:a16="http://schemas.microsoft.com/office/drawing/2014/main" id="{00C274D4-AB4E-7FD1-A956-3F9397A28CB2}"/>
              </a:ext>
            </a:extLst>
          </p:cNvPr>
          <p:cNvSpPr>
            <a:spLocks/>
          </p:cNvSpPr>
          <p:nvPr/>
        </p:nvSpPr>
        <p:spPr bwMode="auto">
          <a:xfrm>
            <a:off x="13149003" y="5270070"/>
            <a:ext cx="1225296" cy="904278"/>
          </a:xfrm>
          <a:prstGeom prst="rect">
            <a:avLst/>
          </a:prstGeom>
          <a:solidFill>
            <a:schemeClr val="bg1"/>
          </a:solidFill>
          <a:ln w="28575">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5" name="Freeform 4">
            <a:extLst>
              <a:ext uri="{FF2B5EF4-FFF2-40B4-BE49-F238E27FC236}">
                <a16:creationId xmlns:a16="http://schemas.microsoft.com/office/drawing/2014/main" id="{551EE0C0-BE8D-28C6-EB1C-EEFC223969EB}"/>
              </a:ext>
            </a:extLst>
          </p:cNvPr>
          <p:cNvSpPr>
            <a:spLocks noChangeAspect="1"/>
          </p:cNvSpPr>
          <p:nvPr/>
        </p:nvSpPr>
        <p:spPr>
          <a:xfrm>
            <a:off x="13133943" y="5254993"/>
            <a:ext cx="1263457" cy="93443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F62FE"/>
          </a:solidFill>
          <a:ln w="122337" cap="flat">
            <a:noFill/>
            <a:prstDash val="solid"/>
            <a:miter/>
          </a:ln>
        </p:spPr>
        <p:txBody>
          <a:bodyPr rtlCol="0" anchor="ctr"/>
          <a:lstStyle/>
          <a:p>
            <a:endParaRPr lang="en-US"/>
          </a:p>
        </p:txBody>
      </p:sp>
      <p:sp>
        <p:nvSpPr>
          <p:cNvPr id="8" name="TextBox 7">
            <a:extLst>
              <a:ext uri="{FF2B5EF4-FFF2-40B4-BE49-F238E27FC236}">
                <a16:creationId xmlns:a16="http://schemas.microsoft.com/office/drawing/2014/main" id="{E6100A71-4987-FB29-0978-920E5204EABE}"/>
              </a:ext>
            </a:extLst>
          </p:cNvPr>
          <p:cNvSpPr txBox="1"/>
          <p:nvPr/>
        </p:nvSpPr>
        <p:spPr>
          <a:xfrm>
            <a:off x="18859500" y="10722694"/>
            <a:ext cx="5112668" cy="1261884"/>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Machine learning algorithm</a:t>
            </a:r>
          </a:p>
          <a:p>
            <a:pPr algn="ctr"/>
            <a:r>
              <a:rPr lang="en-US" sz="2400" i="1" dirty="0"/>
              <a:t>one of multiple possible</a:t>
            </a:r>
            <a:br>
              <a:rPr lang="en-US" sz="2400" i="1" dirty="0"/>
            </a:br>
            <a:r>
              <a:rPr lang="en-US" sz="2400" i="1" dirty="0"/>
              <a:t>candidate algorithms</a:t>
            </a:r>
          </a:p>
        </p:txBody>
      </p:sp>
      <p:sp>
        <p:nvSpPr>
          <p:cNvPr id="10" name="TextBox 9">
            <a:extLst>
              <a:ext uri="{FF2B5EF4-FFF2-40B4-BE49-F238E27FC236}">
                <a16:creationId xmlns:a16="http://schemas.microsoft.com/office/drawing/2014/main" id="{75B397BD-1423-F2E1-17DF-54F1CF745A8D}"/>
              </a:ext>
            </a:extLst>
          </p:cNvPr>
          <p:cNvSpPr txBox="1"/>
          <p:nvPr/>
        </p:nvSpPr>
        <p:spPr>
          <a:xfrm>
            <a:off x="12575683" y="3380398"/>
            <a:ext cx="2260581"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Input</a:t>
            </a:r>
          </a:p>
          <a:p>
            <a:pPr algn="ctr"/>
            <a:r>
              <a:rPr lang="en-US" sz="2800" i="1" dirty="0">
                <a:solidFill>
                  <a:schemeClr val="bg2"/>
                </a:solidFill>
              </a:rPr>
              <a:t>new email</a:t>
            </a:r>
          </a:p>
        </p:txBody>
      </p:sp>
      <p:cxnSp>
        <p:nvCxnSpPr>
          <p:cNvPr id="12" name="Straight Arrow Connector 11">
            <a:extLst>
              <a:ext uri="{FF2B5EF4-FFF2-40B4-BE49-F238E27FC236}">
                <a16:creationId xmlns:a16="http://schemas.microsoft.com/office/drawing/2014/main" id="{02B01935-E7CB-36C6-F244-B40000ED21D2}"/>
              </a:ext>
            </a:extLst>
          </p:cNvPr>
          <p:cNvCxnSpPr>
            <a:cxnSpLocks/>
          </p:cNvCxnSpPr>
          <p:nvPr/>
        </p:nvCxnSpPr>
        <p:spPr bwMode="auto">
          <a:xfrm>
            <a:off x="14609135" y="5722209"/>
            <a:ext cx="1754056"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7" name="Freeform 6">
            <a:extLst>
              <a:ext uri="{FF2B5EF4-FFF2-40B4-BE49-F238E27FC236}">
                <a16:creationId xmlns:a16="http://schemas.microsoft.com/office/drawing/2014/main" id="{0DFD6C1E-74B8-1243-28EC-C773DCCB8BBB}"/>
              </a:ext>
            </a:extLst>
          </p:cNvPr>
          <p:cNvSpPr/>
          <p:nvPr/>
        </p:nvSpPr>
        <p:spPr bwMode="auto">
          <a:xfrm>
            <a:off x="17622078" y="6887183"/>
            <a:ext cx="3834302" cy="2234930"/>
          </a:xfrm>
          <a:custGeom>
            <a:avLst/>
            <a:gdLst>
              <a:gd name="connsiteX0" fmla="*/ 3772138 w 3897436"/>
              <a:gd name="connsiteY0" fmla="*/ 2120630 h 2120630"/>
              <a:gd name="connsiteX1" fmla="*/ 3480308 w 3897436"/>
              <a:gd name="connsiteY1" fmla="*/ 894945 h 2120630"/>
              <a:gd name="connsiteX2" fmla="*/ 328546 w 3897436"/>
              <a:gd name="connsiteY2" fmla="*/ 1011677 h 2120630"/>
              <a:gd name="connsiteX3" fmla="*/ 75627 w 3897436"/>
              <a:gd name="connsiteY3" fmla="*/ 0 h 2120630"/>
              <a:gd name="connsiteX0" fmla="*/ 3702652 w 3819561"/>
              <a:gd name="connsiteY0" fmla="*/ 2120630 h 2120630"/>
              <a:gd name="connsiteX1" fmla="*/ 3410822 w 3819561"/>
              <a:gd name="connsiteY1" fmla="*/ 894945 h 2120630"/>
              <a:gd name="connsiteX2" fmla="*/ 414703 w 3819561"/>
              <a:gd name="connsiteY2" fmla="*/ 953311 h 2120630"/>
              <a:gd name="connsiteX3" fmla="*/ 6141 w 3819561"/>
              <a:gd name="connsiteY3" fmla="*/ 0 h 2120630"/>
              <a:gd name="connsiteX0" fmla="*/ 3702652 w 3733857"/>
              <a:gd name="connsiteY0" fmla="*/ 2120630 h 2120630"/>
              <a:gd name="connsiteX1" fmla="*/ 2943895 w 3733857"/>
              <a:gd name="connsiteY1" fmla="*/ 972766 h 2120630"/>
              <a:gd name="connsiteX2" fmla="*/ 414703 w 3733857"/>
              <a:gd name="connsiteY2" fmla="*/ 953311 h 2120630"/>
              <a:gd name="connsiteX3" fmla="*/ 6141 w 3733857"/>
              <a:gd name="connsiteY3" fmla="*/ 0 h 2120630"/>
              <a:gd name="connsiteX0" fmla="*/ 3702652 w 3707471"/>
              <a:gd name="connsiteY0" fmla="*/ 2120630 h 2120630"/>
              <a:gd name="connsiteX1" fmla="*/ 2943895 w 3707471"/>
              <a:gd name="connsiteY1" fmla="*/ 972766 h 2120630"/>
              <a:gd name="connsiteX2" fmla="*/ 414703 w 3707471"/>
              <a:gd name="connsiteY2" fmla="*/ 953311 h 2120630"/>
              <a:gd name="connsiteX3" fmla="*/ 6141 w 3707471"/>
              <a:gd name="connsiteY3" fmla="*/ 0 h 2120630"/>
              <a:gd name="connsiteX0" fmla="*/ 3702652 w 3711480"/>
              <a:gd name="connsiteY0" fmla="*/ 2120630 h 2120630"/>
              <a:gd name="connsiteX1" fmla="*/ 2943895 w 3711480"/>
              <a:gd name="connsiteY1" fmla="*/ 972766 h 2120630"/>
              <a:gd name="connsiteX2" fmla="*/ 414703 w 3711480"/>
              <a:gd name="connsiteY2" fmla="*/ 953311 h 2120630"/>
              <a:gd name="connsiteX3" fmla="*/ 6141 w 3711480"/>
              <a:gd name="connsiteY3" fmla="*/ 0 h 2120630"/>
              <a:gd name="connsiteX0" fmla="*/ 3702652 w 3707780"/>
              <a:gd name="connsiteY0" fmla="*/ 2120630 h 2120630"/>
              <a:gd name="connsiteX1" fmla="*/ 2943895 w 3707780"/>
              <a:gd name="connsiteY1" fmla="*/ 972766 h 2120630"/>
              <a:gd name="connsiteX2" fmla="*/ 414703 w 3707780"/>
              <a:gd name="connsiteY2" fmla="*/ 953311 h 2120630"/>
              <a:gd name="connsiteX3" fmla="*/ 6141 w 3707780"/>
              <a:gd name="connsiteY3" fmla="*/ 0 h 2120630"/>
              <a:gd name="connsiteX0" fmla="*/ 3702652 w 3705537"/>
              <a:gd name="connsiteY0" fmla="*/ 2120630 h 2120630"/>
              <a:gd name="connsiteX1" fmla="*/ 2943895 w 3705537"/>
              <a:gd name="connsiteY1" fmla="*/ 972766 h 2120630"/>
              <a:gd name="connsiteX2" fmla="*/ 414703 w 3705537"/>
              <a:gd name="connsiteY2" fmla="*/ 953311 h 2120630"/>
              <a:gd name="connsiteX3" fmla="*/ 6141 w 3705537"/>
              <a:gd name="connsiteY3" fmla="*/ 0 h 2120630"/>
              <a:gd name="connsiteX0" fmla="*/ 3702652 w 3707007"/>
              <a:gd name="connsiteY0" fmla="*/ 2120630 h 2120630"/>
              <a:gd name="connsiteX1" fmla="*/ 2943895 w 3707007"/>
              <a:gd name="connsiteY1" fmla="*/ 972766 h 2120630"/>
              <a:gd name="connsiteX2" fmla="*/ 414703 w 3707007"/>
              <a:gd name="connsiteY2" fmla="*/ 953311 h 2120630"/>
              <a:gd name="connsiteX3" fmla="*/ 6141 w 3707007"/>
              <a:gd name="connsiteY3" fmla="*/ 0 h 2120630"/>
              <a:gd name="connsiteX0" fmla="*/ 3702652 w 3706126"/>
              <a:gd name="connsiteY0" fmla="*/ 2120630 h 2120630"/>
              <a:gd name="connsiteX1" fmla="*/ 2811159 w 3706126"/>
              <a:gd name="connsiteY1" fmla="*/ 961705 h 2120630"/>
              <a:gd name="connsiteX2" fmla="*/ 414703 w 3706126"/>
              <a:gd name="connsiteY2" fmla="*/ 953311 h 2120630"/>
              <a:gd name="connsiteX3" fmla="*/ 6141 w 3706126"/>
              <a:gd name="connsiteY3" fmla="*/ 0 h 2120630"/>
              <a:gd name="connsiteX0" fmla="*/ 3702652 w 3706287"/>
              <a:gd name="connsiteY0" fmla="*/ 2120630 h 2120630"/>
              <a:gd name="connsiteX1" fmla="*/ 2811159 w 3706287"/>
              <a:gd name="connsiteY1" fmla="*/ 961705 h 2120630"/>
              <a:gd name="connsiteX2" fmla="*/ 414703 w 3706287"/>
              <a:gd name="connsiteY2" fmla="*/ 953311 h 2120630"/>
              <a:gd name="connsiteX3" fmla="*/ 6141 w 3706287"/>
              <a:gd name="connsiteY3" fmla="*/ 0 h 2120630"/>
              <a:gd name="connsiteX0" fmla="*/ 3836002 w 3840058"/>
              <a:gd name="connsiteY0" fmla="*/ 2234930 h 2234930"/>
              <a:gd name="connsiteX1" fmla="*/ 2811159 w 3840058"/>
              <a:gd name="connsiteY1" fmla="*/ 961705 h 2234930"/>
              <a:gd name="connsiteX2" fmla="*/ 414703 w 3840058"/>
              <a:gd name="connsiteY2" fmla="*/ 953311 h 2234930"/>
              <a:gd name="connsiteX3" fmla="*/ 6141 w 3840058"/>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4302 w 3834302"/>
              <a:gd name="connsiteY0" fmla="*/ 2234930 h 2234930"/>
              <a:gd name="connsiteX1" fmla="*/ 2809459 w 3834302"/>
              <a:gd name="connsiteY1" fmla="*/ 961705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3027995 w 3834302"/>
              <a:gd name="connsiteY1" fmla="*/ 1036467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8563"/>
              <a:gd name="connsiteY0" fmla="*/ 2234930 h 2234930"/>
              <a:gd name="connsiteX1" fmla="*/ 3430561 w 3838563"/>
              <a:gd name="connsiteY1" fmla="*/ 1065222 h 2234930"/>
              <a:gd name="connsiteX2" fmla="*/ 418753 w 3838563"/>
              <a:gd name="connsiteY2" fmla="*/ 930307 h 2234930"/>
              <a:gd name="connsiteX3" fmla="*/ 4441 w 3838563"/>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4668"/>
              <a:gd name="connsiteY0" fmla="*/ 2234930 h 2234930"/>
              <a:gd name="connsiteX1" fmla="*/ 3493821 w 3834668"/>
              <a:gd name="connsiteY1" fmla="*/ 1065222 h 2234930"/>
              <a:gd name="connsiteX2" fmla="*/ 418753 w 3834668"/>
              <a:gd name="connsiteY2" fmla="*/ 930307 h 2234930"/>
              <a:gd name="connsiteX3" fmla="*/ 4441 w 3834668"/>
              <a:gd name="connsiteY3" fmla="*/ 0 h 2234930"/>
              <a:gd name="connsiteX0" fmla="*/ 3834302 w 3834302"/>
              <a:gd name="connsiteY0" fmla="*/ 2234930 h 2234930"/>
              <a:gd name="connsiteX1" fmla="*/ 3493821 w 3834302"/>
              <a:gd name="connsiteY1" fmla="*/ 1065222 h 2234930"/>
              <a:gd name="connsiteX2" fmla="*/ 418753 w 3834302"/>
              <a:gd name="connsiteY2" fmla="*/ 930307 h 2234930"/>
              <a:gd name="connsiteX3" fmla="*/ 4441 w 3834302"/>
              <a:gd name="connsiteY3" fmla="*/ 0 h 2234930"/>
            </a:gdLst>
            <a:ahLst/>
            <a:cxnLst>
              <a:cxn ang="0">
                <a:pos x="connsiteX0" y="connsiteY0"/>
              </a:cxn>
              <a:cxn ang="0">
                <a:pos x="connsiteX1" y="connsiteY1"/>
              </a:cxn>
              <a:cxn ang="0">
                <a:pos x="connsiteX2" y="connsiteY2"/>
              </a:cxn>
              <a:cxn ang="0">
                <a:pos x="connsiteX3" y="connsiteY3"/>
              </a:cxn>
            </a:cxnLst>
            <a:rect l="l" t="t" r="r" b="b"/>
            <a:pathLst>
              <a:path w="3834302" h="2234930">
                <a:moveTo>
                  <a:pt x="3834302" y="2234930"/>
                </a:moveTo>
                <a:cubicBezTo>
                  <a:pt x="3833965" y="1242142"/>
                  <a:pt x="3798534" y="1219398"/>
                  <a:pt x="3493821" y="1065222"/>
                </a:cubicBezTo>
                <a:cubicBezTo>
                  <a:pt x="3189108" y="911046"/>
                  <a:pt x="986200" y="1079464"/>
                  <a:pt x="418753" y="930307"/>
                </a:cubicBezTo>
                <a:cubicBezTo>
                  <a:pt x="-148694" y="781150"/>
                  <a:pt x="36866" y="136187"/>
                  <a:pt x="4441" y="0"/>
                </a:cubicBezTo>
              </a:path>
            </a:pathLst>
          </a:custGeom>
          <a:ln w="25400">
            <a:solidFill>
              <a:schemeClr val="tx1"/>
            </a:solidFill>
            <a:prstDash val="sysDash"/>
            <a:headEnd type="none" w="med" len="med"/>
            <a:tailEnd type="triangle" w="lg" len="lg"/>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13" name="Freeform 12">
            <a:extLst>
              <a:ext uri="{FF2B5EF4-FFF2-40B4-BE49-F238E27FC236}">
                <a16:creationId xmlns:a16="http://schemas.microsoft.com/office/drawing/2014/main" id="{411E98E0-CFE5-6D6C-1394-B0CAB9F9A576}"/>
              </a:ext>
            </a:extLst>
          </p:cNvPr>
          <p:cNvSpPr>
            <a:spLocks noChangeAspect="1"/>
          </p:cNvSpPr>
          <p:nvPr/>
        </p:nvSpPr>
        <p:spPr>
          <a:xfrm>
            <a:off x="14621489" y="10009943"/>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EF5242EA-8E59-ACAC-3849-A18773D26942}"/>
              </a:ext>
            </a:extLst>
          </p:cNvPr>
          <p:cNvSpPr>
            <a:spLocks noChangeAspect="1"/>
          </p:cNvSpPr>
          <p:nvPr/>
        </p:nvSpPr>
        <p:spPr>
          <a:xfrm>
            <a:off x="16114576" y="10010640"/>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sp>
        <p:nvSpPr>
          <p:cNvPr id="15" name="Freeform 14">
            <a:extLst>
              <a:ext uri="{FF2B5EF4-FFF2-40B4-BE49-F238E27FC236}">
                <a16:creationId xmlns:a16="http://schemas.microsoft.com/office/drawing/2014/main" id="{37911361-09DB-C2BF-0824-BEC1EB4AD099}"/>
              </a:ext>
            </a:extLst>
          </p:cNvPr>
          <p:cNvSpPr>
            <a:spLocks noChangeAspect="1"/>
          </p:cNvSpPr>
          <p:nvPr/>
        </p:nvSpPr>
        <p:spPr>
          <a:xfrm>
            <a:off x="14622317" y="9464598"/>
            <a:ext cx="520390" cy="384871"/>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grpSp>
        <p:nvGrpSpPr>
          <p:cNvPr id="16" name="Group 15">
            <a:extLst>
              <a:ext uri="{FF2B5EF4-FFF2-40B4-BE49-F238E27FC236}">
                <a16:creationId xmlns:a16="http://schemas.microsoft.com/office/drawing/2014/main" id="{CD6B0DBF-D4AA-54DE-074C-EDF95A12F9FC}"/>
              </a:ext>
            </a:extLst>
          </p:cNvPr>
          <p:cNvGrpSpPr>
            <a:grpSpLocks noChangeAspect="1"/>
          </p:cNvGrpSpPr>
          <p:nvPr/>
        </p:nvGrpSpPr>
        <p:grpSpPr>
          <a:xfrm>
            <a:off x="15029721" y="9737180"/>
            <a:ext cx="225966" cy="225972"/>
            <a:chOff x="13101551" y="8515847"/>
            <a:chExt cx="1828800" cy="1828850"/>
          </a:xfrm>
        </p:grpSpPr>
        <p:sp>
          <p:nvSpPr>
            <p:cNvPr id="17" name="Oval 16">
              <a:extLst>
                <a:ext uri="{FF2B5EF4-FFF2-40B4-BE49-F238E27FC236}">
                  <a16:creationId xmlns:a16="http://schemas.microsoft.com/office/drawing/2014/main" id="{09BC0A0B-7BA9-36E5-3A95-F02520AC71F3}"/>
                </a:ext>
              </a:extLst>
            </p:cNvPr>
            <p:cNvSpPr/>
            <p:nvPr/>
          </p:nvSpPr>
          <p:spPr bwMode="auto">
            <a:xfrm>
              <a:off x="13101551" y="8515872"/>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18" name="Freeform 17">
              <a:extLst>
                <a:ext uri="{FF2B5EF4-FFF2-40B4-BE49-F238E27FC236}">
                  <a16:creationId xmlns:a16="http://schemas.microsoft.com/office/drawing/2014/main" id="{3E5914DF-74F4-D7FA-9A3E-C095C4DAFEE8}"/>
                </a:ext>
              </a:extLst>
            </p:cNvPr>
            <p:cNvSpPr>
              <a:spLocks noChangeAspect="1"/>
            </p:cNvSpPr>
            <p:nvPr/>
          </p:nvSpPr>
          <p:spPr>
            <a:xfrm rot="2735293">
              <a:off x="13101526" y="8515872"/>
              <a:ext cx="1828850" cy="1828800"/>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grpSp>
      <p:sp>
        <p:nvSpPr>
          <p:cNvPr id="19" name="Freeform 18">
            <a:extLst>
              <a:ext uri="{FF2B5EF4-FFF2-40B4-BE49-F238E27FC236}">
                <a16:creationId xmlns:a16="http://schemas.microsoft.com/office/drawing/2014/main" id="{04CA508F-F3D9-C7D4-DB7F-9B4FC6092614}"/>
              </a:ext>
            </a:extLst>
          </p:cNvPr>
          <p:cNvSpPr>
            <a:spLocks noChangeAspect="1"/>
          </p:cNvSpPr>
          <p:nvPr/>
        </p:nvSpPr>
        <p:spPr>
          <a:xfrm>
            <a:off x="14622317" y="8919025"/>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20" name="Group 19">
            <a:extLst>
              <a:ext uri="{FF2B5EF4-FFF2-40B4-BE49-F238E27FC236}">
                <a16:creationId xmlns:a16="http://schemas.microsoft.com/office/drawing/2014/main" id="{813173F5-5AC1-143E-CA6E-316339AE1A1B}"/>
              </a:ext>
            </a:extLst>
          </p:cNvPr>
          <p:cNvGrpSpPr>
            <a:grpSpLocks noChangeAspect="1"/>
          </p:cNvGrpSpPr>
          <p:nvPr/>
        </p:nvGrpSpPr>
        <p:grpSpPr>
          <a:xfrm>
            <a:off x="15031370" y="9190910"/>
            <a:ext cx="225973" cy="225973"/>
            <a:chOff x="17041132" y="4333101"/>
            <a:chExt cx="1828800" cy="1828800"/>
          </a:xfrm>
        </p:grpSpPr>
        <p:sp>
          <p:nvSpPr>
            <p:cNvPr id="21" name="Oval 20">
              <a:extLst>
                <a:ext uri="{FF2B5EF4-FFF2-40B4-BE49-F238E27FC236}">
                  <a16:creationId xmlns:a16="http://schemas.microsoft.com/office/drawing/2014/main" id="{0C007271-5B9B-C401-4F81-7AD3894B1651}"/>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2" name="TextBox 21">
              <a:extLst>
                <a:ext uri="{FF2B5EF4-FFF2-40B4-BE49-F238E27FC236}">
                  <a16:creationId xmlns:a16="http://schemas.microsoft.com/office/drawing/2014/main" id="{768124F4-1531-AE58-56B1-9146FB386BA6}"/>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23" name="Freeform 22">
              <a:extLst>
                <a:ext uri="{FF2B5EF4-FFF2-40B4-BE49-F238E27FC236}">
                  <a16:creationId xmlns:a16="http://schemas.microsoft.com/office/drawing/2014/main" id="{E971621F-B7C9-2777-7637-54D3F1AD2B24}"/>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24" name="Freeform 23">
            <a:extLst>
              <a:ext uri="{FF2B5EF4-FFF2-40B4-BE49-F238E27FC236}">
                <a16:creationId xmlns:a16="http://schemas.microsoft.com/office/drawing/2014/main" id="{4E4F1ED8-B009-077A-5255-CBE1BF04B5A6}"/>
              </a:ext>
            </a:extLst>
          </p:cNvPr>
          <p:cNvSpPr>
            <a:spLocks noChangeAspect="1"/>
          </p:cNvSpPr>
          <p:nvPr/>
        </p:nvSpPr>
        <p:spPr>
          <a:xfrm>
            <a:off x="13875774" y="10009942"/>
            <a:ext cx="520390" cy="384871"/>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grpSp>
        <p:nvGrpSpPr>
          <p:cNvPr id="25" name="Group 24">
            <a:extLst>
              <a:ext uri="{FF2B5EF4-FFF2-40B4-BE49-F238E27FC236}">
                <a16:creationId xmlns:a16="http://schemas.microsoft.com/office/drawing/2014/main" id="{F5BC8DAB-50E9-E6CF-6DAE-A9BE8FF55EBD}"/>
              </a:ext>
            </a:extLst>
          </p:cNvPr>
          <p:cNvGrpSpPr>
            <a:grpSpLocks noChangeAspect="1"/>
          </p:cNvGrpSpPr>
          <p:nvPr/>
        </p:nvGrpSpPr>
        <p:grpSpPr>
          <a:xfrm>
            <a:off x="14283178" y="10282524"/>
            <a:ext cx="225966" cy="225972"/>
            <a:chOff x="13101551" y="8515847"/>
            <a:chExt cx="1828800" cy="1828850"/>
          </a:xfrm>
        </p:grpSpPr>
        <p:sp>
          <p:nvSpPr>
            <p:cNvPr id="26" name="Oval 25">
              <a:extLst>
                <a:ext uri="{FF2B5EF4-FFF2-40B4-BE49-F238E27FC236}">
                  <a16:creationId xmlns:a16="http://schemas.microsoft.com/office/drawing/2014/main" id="{F2880DE9-1497-C20C-EBA4-69560DB19046}"/>
                </a:ext>
              </a:extLst>
            </p:cNvPr>
            <p:cNvSpPr/>
            <p:nvPr/>
          </p:nvSpPr>
          <p:spPr bwMode="auto">
            <a:xfrm>
              <a:off x="13101551" y="8515872"/>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7" name="Freeform 26">
              <a:extLst>
                <a:ext uri="{FF2B5EF4-FFF2-40B4-BE49-F238E27FC236}">
                  <a16:creationId xmlns:a16="http://schemas.microsoft.com/office/drawing/2014/main" id="{4540372E-6806-59FC-6BA9-64D267F37042}"/>
                </a:ext>
              </a:extLst>
            </p:cNvPr>
            <p:cNvSpPr>
              <a:spLocks noChangeAspect="1"/>
            </p:cNvSpPr>
            <p:nvPr/>
          </p:nvSpPr>
          <p:spPr>
            <a:xfrm rot="2735293">
              <a:off x="13101526" y="8515872"/>
              <a:ext cx="1828850" cy="1828800"/>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grpSp>
      <p:sp>
        <p:nvSpPr>
          <p:cNvPr id="28" name="Freeform 27">
            <a:extLst>
              <a:ext uri="{FF2B5EF4-FFF2-40B4-BE49-F238E27FC236}">
                <a16:creationId xmlns:a16="http://schemas.microsoft.com/office/drawing/2014/main" id="{5641B8D7-3A31-DFC8-39AE-AC4F593B82F3}"/>
              </a:ext>
            </a:extLst>
          </p:cNvPr>
          <p:cNvSpPr>
            <a:spLocks noChangeAspect="1"/>
          </p:cNvSpPr>
          <p:nvPr/>
        </p:nvSpPr>
        <p:spPr>
          <a:xfrm>
            <a:off x="13875360" y="9465295"/>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29" name="Group 28">
            <a:extLst>
              <a:ext uri="{FF2B5EF4-FFF2-40B4-BE49-F238E27FC236}">
                <a16:creationId xmlns:a16="http://schemas.microsoft.com/office/drawing/2014/main" id="{F38A571F-E266-DF29-CD71-8AF7D8431D9D}"/>
              </a:ext>
            </a:extLst>
          </p:cNvPr>
          <p:cNvGrpSpPr>
            <a:grpSpLocks noChangeAspect="1"/>
          </p:cNvGrpSpPr>
          <p:nvPr/>
        </p:nvGrpSpPr>
        <p:grpSpPr>
          <a:xfrm>
            <a:off x="14284413" y="9737180"/>
            <a:ext cx="225973" cy="225973"/>
            <a:chOff x="17041132" y="4333101"/>
            <a:chExt cx="1828800" cy="1828800"/>
          </a:xfrm>
        </p:grpSpPr>
        <p:sp>
          <p:nvSpPr>
            <p:cNvPr id="31" name="Oval 30">
              <a:extLst>
                <a:ext uri="{FF2B5EF4-FFF2-40B4-BE49-F238E27FC236}">
                  <a16:creationId xmlns:a16="http://schemas.microsoft.com/office/drawing/2014/main" id="{0842C0F0-9FFA-D8A0-2650-E9AE3B6EDDA8}"/>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35" name="TextBox 34">
              <a:extLst>
                <a:ext uri="{FF2B5EF4-FFF2-40B4-BE49-F238E27FC236}">
                  <a16:creationId xmlns:a16="http://schemas.microsoft.com/office/drawing/2014/main" id="{95FC859B-B617-32CC-11F7-938EA3C71242}"/>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36" name="Freeform 35">
              <a:extLst>
                <a:ext uri="{FF2B5EF4-FFF2-40B4-BE49-F238E27FC236}">
                  <a16:creationId xmlns:a16="http://schemas.microsoft.com/office/drawing/2014/main" id="{4D066E2C-DA65-B874-74EF-31E60845021C}"/>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37" name="Freeform 36">
            <a:extLst>
              <a:ext uri="{FF2B5EF4-FFF2-40B4-BE49-F238E27FC236}">
                <a16:creationId xmlns:a16="http://schemas.microsoft.com/office/drawing/2014/main" id="{8907E38A-0B42-45F7-F26A-6B0CE7A00707}"/>
              </a:ext>
            </a:extLst>
          </p:cNvPr>
          <p:cNvSpPr>
            <a:spLocks noChangeAspect="1"/>
          </p:cNvSpPr>
          <p:nvPr/>
        </p:nvSpPr>
        <p:spPr>
          <a:xfrm>
            <a:off x="13875360" y="8919025"/>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39" name="Group 38">
            <a:extLst>
              <a:ext uri="{FF2B5EF4-FFF2-40B4-BE49-F238E27FC236}">
                <a16:creationId xmlns:a16="http://schemas.microsoft.com/office/drawing/2014/main" id="{2EFBC903-80FC-45E6-660A-63DBF1D1D060}"/>
              </a:ext>
            </a:extLst>
          </p:cNvPr>
          <p:cNvGrpSpPr>
            <a:grpSpLocks noChangeAspect="1"/>
          </p:cNvGrpSpPr>
          <p:nvPr/>
        </p:nvGrpSpPr>
        <p:grpSpPr>
          <a:xfrm>
            <a:off x="14284413" y="9190910"/>
            <a:ext cx="225973" cy="225973"/>
            <a:chOff x="17041132" y="4333101"/>
            <a:chExt cx="1828800" cy="1828800"/>
          </a:xfrm>
        </p:grpSpPr>
        <p:sp>
          <p:nvSpPr>
            <p:cNvPr id="40" name="Oval 39">
              <a:extLst>
                <a:ext uri="{FF2B5EF4-FFF2-40B4-BE49-F238E27FC236}">
                  <a16:creationId xmlns:a16="http://schemas.microsoft.com/office/drawing/2014/main" id="{A4F4ED21-D8C4-5423-41B4-A4C85592AD35}"/>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41" name="TextBox 40">
              <a:extLst>
                <a:ext uri="{FF2B5EF4-FFF2-40B4-BE49-F238E27FC236}">
                  <a16:creationId xmlns:a16="http://schemas.microsoft.com/office/drawing/2014/main" id="{7F89B297-8239-E9FB-F3C4-255A188EF80E}"/>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42" name="Freeform 41">
              <a:extLst>
                <a:ext uri="{FF2B5EF4-FFF2-40B4-BE49-F238E27FC236}">
                  <a16:creationId xmlns:a16="http://schemas.microsoft.com/office/drawing/2014/main" id="{0A113D4E-44F4-8D5C-0716-E4B98F2C80F8}"/>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43" name="Oval 42">
            <a:extLst>
              <a:ext uri="{FF2B5EF4-FFF2-40B4-BE49-F238E27FC236}">
                <a16:creationId xmlns:a16="http://schemas.microsoft.com/office/drawing/2014/main" id="{892B4EAE-EF71-8FB8-CD6B-596B1360F2AD}"/>
              </a:ext>
            </a:extLst>
          </p:cNvPr>
          <p:cNvSpPr/>
          <p:nvPr/>
        </p:nvSpPr>
        <p:spPr bwMode="auto">
          <a:xfrm>
            <a:off x="15028895" y="10282525"/>
            <a:ext cx="225967" cy="225967"/>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44" name="Freeform 43">
            <a:extLst>
              <a:ext uri="{FF2B5EF4-FFF2-40B4-BE49-F238E27FC236}">
                <a16:creationId xmlns:a16="http://schemas.microsoft.com/office/drawing/2014/main" id="{6CB87951-5A07-46B3-C0D9-E4798F204E7E}"/>
              </a:ext>
            </a:extLst>
          </p:cNvPr>
          <p:cNvSpPr>
            <a:spLocks noChangeAspect="1"/>
          </p:cNvSpPr>
          <p:nvPr/>
        </p:nvSpPr>
        <p:spPr>
          <a:xfrm rot="2735293">
            <a:off x="15028891" y="10282527"/>
            <a:ext cx="225973" cy="225967"/>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sp>
        <p:nvSpPr>
          <p:cNvPr id="45" name="Freeform 44">
            <a:extLst>
              <a:ext uri="{FF2B5EF4-FFF2-40B4-BE49-F238E27FC236}">
                <a16:creationId xmlns:a16="http://schemas.microsoft.com/office/drawing/2014/main" id="{E0D5C1C3-9052-B890-FF75-94AB8F41A468}"/>
              </a:ext>
            </a:extLst>
          </p:cNvPr>
          <p:cNvSpPr>
            <a:spLocks noChangeAspect="1"/>
          </p:cNvSpPr>
          <p:nvPr/>
        </p:nvSpPr>
        <p:spPr>
          <a:xfrm>
            <a:off x="15367204" y="10010639"/>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46" name="Group 45">
            <a:extLst>
              <a:ext uri="{FF2B5EF4-FFF2-40B4-BE49-F238E27FC236}">
                <a16:creationId xmlns:a16="http://schemas.microsoft.com/office/drawing/2014/main" id="{057BCC05-83E8-E6B4-63B1-07AFEF21D0D9}"/>
              </a:ext>
            </a:extLst>
          </p:cNvPr>
          <p:cNvGrpSpPr>
            <a:grpSpLocks noChangeAspect="1"/>
          </p:cNvGrpSpPr>
          <p:nvPr/>
        </p:nvGrpSpPr>
        <p:grpSpPr>
          <a:xfrm>
            <a:off x="15776257" y="10282524"/>
            <a:ext cx="225973" cy="225973"/>
            <a:chOff x="17041132" y="4333101"/>
            <a:chExt cx="1828800" cy="1828800"/>
          </a:xfrm>
        </p:grpSpPr>
        <p:sp>
          <p:nvSpPr>
            <p:cNvPr id="47" name="Oval 46">
              <a:extLst>
                <a:ext uri="{FF2B5EF4-FFF2-40B4-BE49-F238E27FC236}">
                  <a16:creationId xmlns:a16="http://schemas.microsoft.com/office/drawing/2014/main" id="{FF1B8DD0-271B-4EF4-19CD-CB52D454CA8F}"/>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50" name="TextBox 49">
              <a:extLst>
                <a:ext uri="{FF2B5EF4-FFF2-40B4-BE49-F238E27FC236}">
                  <a16:creationId xmlns:a16="http://schemas.microsoft.com/office/drawing/2014/main" id="{4E8EE24A-8023-D7A4-DC69-53B1B886D2DF}"/>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51" name="Freeform 50">
              <a:extLst>
                <a:ext uri="{FF2B5EF4-FFF2-40B4-BE49-F238E27FC236}">
                  <a16:creationId xmlns:a16="http://schemas.microsoft.com/office/drawing/2014/main" id="{E08C9FAA-AFB4-7715-E445-2B773F822F3C}"/>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53" name="Freeform 52">
            <a:extLst>
              <a:ext uri="{FF2B5EF4-FFF2-40B4-BE49-F238E27FC236}">
                <a16:creationId xmlns:a16="http://schemas.microsoft.com/office/drawing/2014/main" id="{7F602E04-120B-3EA1-C229-346D77C06FA9}"/>
              </a:ext>
            </a:extLst>
          </p:cNvPr>
          <p:cNvSpPr>
            <a:spLocks noChangeAspect="1"/>
          </p:cNvSpPr>
          <p:nvPr/>
        </p:nvSpPr>
        <p:spPr>
          <a:xfrm>
            <a:off x="15367619" y="9465295"/>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54" name="Group 53">
            <a:extLst>
              <a:ext uri="{FF2B5EF4-FFF2-40B4-BE49-F238E27FC236}">
                <a16:creationId xmlns:a16="http://schemas.microsoft.com/office/drawing/2014/main" id="{700720D2-4D14-44D4-B1BD-F932A0D5C4A8}"/>
              </a:ext>
            </a:extLst>
          </p:cNvPr>
          <p:cNvGrpSpPr>
            <a:grpSpLocks noChangeAspect="1"/>
          </p:cNvGrpSpPr>
          <p:nvPr/>
        </p:nvGrpSpPr>
        <p:grpSpPr>
          <a:xfrm>
            <a:off x="15776672" y="9737180"/>
            <a:ext cx="225973" cy="225973"/>
            <a:chOff x="17041132" y="4333101"/>
            <a:chExt cx="1828800" cy="1828800"/>
          </a:xfrm>
        </p:grpSpPr>
        <p:sp>
          <p:nvSpPr>
            <p:cNvPr id="55" name="Oval 54">
              <a:extLst>
                <a:ext uri="{FF2B5EF4-FFF2-40B4-BE49-F238E27FC236}">
                  <a16:creationId xmlns:a16="http://schemas.microsoft.com/office/drawing/2014/main" id="{942C92E4-9EE4-47F6-30AC-2539C94CD9CC}"/>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56" name="TextBox 55">
              <a:extLst>
                <a:ext uri="{FF2B5EF4-FFF2-40B4-BE49-F238E27FC236}">
                  <a16:creationId xmlns:a16="http://schemas.microsoft.com/office/drawing/2014/main" id="{A56F2CA7-426D-5E5F-470E-96619E8A9B89}"/>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57" name="Freeform 56">
              <a:extLst>
                <a:ext uri="{FF2B5EF4-FFF2-40B4-BE49-F238E27FC236}">
                  <a16:creationId xmlns:a16="http://schemas.microsoft.com/office/drawing/2014/main" id="{B830FDE4-DA23-8933-8D13-87DAA216DDD3}"/>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59" name="Freeform 58">
            <a:extLst>
              <a:ext uri="{FF2B5EF4-FFF2-40B4-BE49-F238E27FC236}">
                <a16:creationId xmlns:a16="http://schemas.microsoft.com/office/drawing/2014/main" id="{D1F29B84-2CE4-B1DD-66DA-C25156367362}"/>
              </a:ext>
            </a:extLst>
          </p:cNvPr>
          <p:cNvSpPr>
            <a:spLocks noChangeAspect="1"/>
          </p:cNvSpPr>
          <p:nvPr/>
        </p:nvSpPr>
        <p:spPr>
          <a:xfrm>
            <a:off x="15369275" y="8918329"/>
            <a:ext cx="520390" cy="384871"/>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grpSp>
        <p:nvGrpSpPr>
          <p:cNvPr id="60" name="Group 59">
            <a:extLst>
              <a:ext uri="{FF2B5EF4-FFF2-40B4-BE49-F238E27FC236}">
                <a16:creationId xmlns:a16="http://schemas.microsoft.com/office/drawing/2014/main" id="{50DCCA12-D327-CCE0-CD5A-B9050DE4D593}"/>
              </a:ext>
            </a:extLst>
          </p:cNvPr>
          <p:cNvGrpSpPr>
            <a:grpSpLocks noChangeAspect="1"/>
          </p:cNvGrpSpPr>
          <p:nvPr/>
        </p:nvGrpSpPr>
        <p:grpSpPr>
          <a:xfrm>
            <a:off x="15776679" y="9190911"/>
            <a:ext cx="225966" cy="225972"/>
            <a:chOff x="13101551" y="8515847"/>
            <a:chExt cx="1828800" cy="1828850"/>
          </a:xfrm>
        </p:grpSpPr>
        <p:sp>
          <p:nvSpPr>
            <p:cNvPr id="61" name="Oval 60">
              <a:extLst>
                <a:ext uri="{FF2B5EF4-FFF2-40B4-BE49-F238E27FC236}">
                  <a16:creationId xmlns:a16="http://schemas.microsoft.com/office/drawing/2014/main" id="{4AB4CF66-39CC-51EF-502D-C95A20920B1D}"/>
                </a:ext>
              </a:extLst>
            </p:cNvPr>
            <p:cNvSpPr/>
            <p:nvPr/>
          </p:nvSpPr>
          <p:spPr bwMode="auto">
            <a:xfrm>
              <a:off x="13101551" y="8515872"/>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62" name="Freeform 61">
              <a:extLst>
                <a:ext uri="{FF2B5EF4-FFF2-40B4-BE49-F238E27FC236}">
                  <a16:creationId xmlns:a16="http://schemas.microsoft.com/office/drawing/2014/main" id="{D61D380F-E8FA-6544-7036-CACA26E3DA65}"/>
                </a:ext>
              </a:extLst>
            </p:cNvPr>
            <p:cNvSpPr>
              <a:spLocks noChangeAspect="1"/>
            </p:cNvSpPr>
            <p:nvPr/>
          </p:nvSpPr>
          <p:spPr>
            <a:xfrm rot="2735293">
              <a:off x="13101526" y="8515872"/>
              <a:ext cx="1828850" cy="1828800"/>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grpSp>
      <p:sp>
        <p:nvSpPr>
          <p:cNvPr id="64" name="Oval 63">
            <a:extLst>
              <a:ext uri="{FF2B5EF4-FFF2-40B4-BE49-F238E27FC236}">
                <a16:creationId xmlns:a16="http://schemas.microsoft.com/office/drawing/2014/main" id="{EA6D4026-4965-279A-BC6A-7B6D0923D0AF}"/>
              </a:ext>
            </a:extLst>
          </p:cNvPr>
          <p:cNvSpPr/>
          <p:nvPr/>
        </p:nvSpPr>
        <p:spPr bwMode="auto">
          <a:xfrm>
            <a:off x="16523629" y="10282524"/>
            <a:ext cx="225973" cy="225973"/>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65" name="TextBox 64">
            <a:extLst>
              <a:ext uri="{FF2B5EF4-FFF2-40B4-BE49-F238E27FC236}">
                <a16:creationId xmlns:a16="http://schemas.microsoft.com/office/drawing/2014/main" id="{8C643875-85AA-93D9-6494-A4904BC05D16}"/>
              </a:ext>
            </a:extLst>
          </p:cNvPr>
          <p:cNvSpPr txBox="1"/>
          <p:nvPr/>
        </p:nvSpPr>
        <p:spPr>
          <a:xfrm>
            <a:off x="16636616" y="1039551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71" name="Freeform 70">
            <a:extLst>
              <a:ext uri="{FF2B5EF4-FFF2-40B4-BE49-F238E27FC236}">
                <a16:creationId xmlns:a16="http://schemas.microsoft.com/office/drawing/2014/main" id="{D31F5BF1-329F-CE21-6892-FE19429F5F60}"/>
              </a:ext>
            </a:extLst>
          </p:cNvPr>
          <p:cNvSpPr>
            <a:spLocks noChangeAspect="1"/>
          </p:cNvSpPr>
          <p:nvPr/>
        </p:nvSpPr>
        <p:spPr>
          <a:xfrm>
            <a:off x="16523629" y="10282524"/>
            <a:ext cx="225973" cy="225973"/>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sp>
        <p:nvSpPr>
          <p:cNvPr id="72" name="Freeform 71">
            <a:extLst>
              <a:ext uri="{FF2B5EF4-FFF2-40B4-BE49-F238E27FC236}">
                <a16:creationId xmlns:a16="http://schemas.microsoft.com/office/drawing/2014/main" id="{FC6BED57-25DC-D296-6AEC-76A6ED357D45}"/>
              </a:ext>
            </a:extLst>
          </p:cNvPr>
          <p:cNvSpPr>
            <a:spLocks noChangeAspect="1"/>
          </p:cNvSpPr>
          <p:nvPr/>
        </p:nvSpPr>
        <p:spPr>
          <a:xfrm>
            <a:off x="16114576" y="9465295"/>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79" name="Group 78">
            <a:extLst>
              <a:ext uri="{FF2B5EF4-FFF2-40B4-BE49-F238E27FC236}">
                <a16:creationId xmlns:a16="http://schemas.microsoft.com/office/drawing/2014/main" id="{9D086F82-8D8B-45D5-8DC8-5797BC1859A0}"/>
              </a:ext>
            </a:extLst>
          </p:cNvPr>
          <p:cNvGrpSpPr>
            <a:grpSpLocks noChangeAspect="1"/>
          </p:cNvGrpSpPr>
          <p:nvPr/>
        </p:nvGrpSpPr>
        <p:grpSpPr>
          <a:xfrm>
            <a:off x="16523629" y="9737180"/>
            <a:ext cx="225973" cy="225973"/>
            <a:chOff x="17041132" y="4333101"/>
            <a:chExt cx="1828800" cy="1828800"/>
          </a:xfrm>
        </p:grpSpPr>
        <p:sp>
          <p:nvSpPr>
            <p:cNvPr id="85" name="Oval 84">
              <a:extLst>
                <a:ext uri="{FF2B5EF4-FFF2-40B4-BE49-F238E27FC236}">
                  <a16:creationId xmlns:a16="http://schemas.microsoft.com/office/drawing/2014/main" id="{1A43CBF5-6FBD-83DD-2013-3E8855802E7D}"/>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86" name="TextBox 85">
              <a:extLst>
                <a:ext uri="{FF2B5EF4-FFF2-40B4-BE49-F238E27FC236}">
                  <a16:creationId xmlns:a16="http://schemas.microsoft.com/office/drawing/2014/main" id="{7D6138F0-4B43-F2CE-899C-68CD2DCF44BE}"/>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87" name="Freeform 86">
              <a:extLst>
                <a:ext uri="{FF2B5EF4-FFF2-40B4-BE49-F238E27FC236}">
                  <a16:creationId xmlns:a16="http://schemas.microsoft.com/office/drawing/2014/main" id="{740223BC-3598-CE2A-E5BF-91957EBA5AEC}"/>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88" name="Freeform 87">
            <a:extLst>
              <a:ext uri="{FF2B5EF4-FFF2-40B4-BE49-F238E27FC236}">
                <a16:creationId xmlns:a16="http://schemas.microsoft.com/office/drawing/2014/main" id="{449D9983-4EC3-43BC-E89B-25FFF95D1C06}"/>
              </a:ext>
            </a:extLst>
          </p:cNvPr>
          <p:cNvSpPr>
            <a:spLocks noChangeAspect="1"/>
          </p:cNvSpPr>
          <p:nvPr/>
        </p:nvSpPr>
        <p:spPr>
          <a:xfrm>
            <a:off x="16114576" y="8919025"/>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89" name="Group 88">
            <a:extLst>
              <a:ext uri="{FF2B5EF4-FFF2-40B4-BE49-F238E27FC236}">
                <a16:creationId xmlns:a16="http://schemas.microsoft.com/office/drawing/2014/main" id="{6A5F7333-A108-1325-3802-60F5E9F13592}"/>
              </a:ext>
            </a:extLst>
          </p:cNvPr>
          <p:cNvGrpSpPr>
            <a:grpSpLocks noChangeAspect="1"/>
          </p:cNvGrpSpPr>
          <p:nvPr/>
        </p:nvGrpSpPr>
        <p:grpSpPr>
          <a:xfrm>
            <a:off x="16523629" y="9190910"/>
            <a:ext cx="225973" cy="225973"/>
            <a:chOff x="17041132" y="4333101"/>
            <a:chExt cx="1828800" cy="1828800"/>
          </a:xfrm>
        </p:grpSpPr>
        <p:sp>
          <p:nvSpPr>
            <p:cNvPr id="91" name="Oval 90">
              <a:extLst>
                <a:ext uri="{FF2B5EF4-FFF2-40B4-BE49-F238E27FC236}">
                  <a16:creationId xmlns:a16="http://schemas.microsoft.com/office/drawing/2014/main" id="{0A43C9D9-E874-0691-B2E7-BB662FD33163}"/>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92" name="TextBox 91">
              <a:extLst>
                <a:ext uri="{FF2B5EF4-FFF2-40B4-BE49-F238E27FC236}">
                  <a16:creationId xmlns:a16="http://schemas.microsoft.com/office/drawing/2014/main" id="{CF59984A-681F-CBB8-A4DF-A79DBD4A1274}"/>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93" name="Freeform 92">
              <a:extLst>
                <a:ext uri="{FF2B5EF4-FFF2-40B4-BE49-F238E27FC236}">
                  <a16:creationId xmlns:a16="http://schemas.microsoft.com/office/drawing/2014/main" id="{94C04B48-3C29-D403-397F-0AC425F6B461}"/>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94" name="Freeform 93">
            <a:extLst>
              <a:ext uri="{FF2B5EF4-FFF2-40B4-BE49-F238E27FC236}">
                <a16:creationId xmlns:a16="http://schemas.microsoft.com/office/drawing/2014/main" id="{D0678F93-9D86-9EF2-3DC5-0D185C5EBD58}"/>
              </a:ext>
            </a:extLst>
          </p:cNvPr>
          <p:cNvSpPr>
            <a:spLocks noChangeAspect="1"/>
          </p:cNvSpPr>
          <p:nvPr/>
        </p:nvSpPr>
        <p:spPr>
          <a:xfrm>
            <a:off x="13130058" y="8918329"/>
            <a:ext cx="520390" cy="384871"/>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grpSp>
        <p:nvGrpSpPr>
          <p:cNvPr id="95" name="Group 94">
            <a:extLst>
              <a:ext uri="{FF2B5EF4-FFF2-40B4-BE49-F238E27FC236}">
                <a16:creationId xmlns:a16="http://schemas.microsoft.com/office/drawing/2014/main" id="{B1142114-CE49-B90D-2472-628D39D65E55}"/>
              </a:ext>
            </a:extLst>
          </p:cNvPr>
          <p:cNvGrpSpPr>
            <a:grpSpLocks noChangeAspect="1"/>
          </p:cNvGrpSpPr>
          <p:nvPr/>
        </p:nvGrpSpPr>
        <p:grpSpPr>
          <a:xfrm>
            <a:off x="13537462" y="9190911"/>
            <a:ext cx="225966" cy="225972"/>
            <a:chOff x="13101551" y="8515847"/>
            <a:chExt cx="1828800" cy="1828850"/>
          </a:xfrm>
        </p:grpSpPr>
        <p:sp>
          <p:nvSpPr>
            <p:cNvPr id="96" name="Oval 95">
              <a:extLst>
                <a:ext uri="{FF2B5EF4-FFF2-40B4-BE49-F238E27FC236}">
                  <a16:creationId xmlns:a16="http://schemas.microsoft.com/office/drawing/2014/main" id="{1A79D280-5F8D-7C93-CE1D-5CCBE36FEDBE}"/>
                </a:ext>
              </a:extLst>
            </p:cNvPr>
            <p:cNvSpPr/>
            <p:nvPr/>
          </p:nvSpPr>
          <p:spPr bwMode="auto">
            <a:xfrm>
              <a:off x="13101551" y="8515872"/>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97" name="Freeform 96">
              <a:extLst>
                <a:ext uri="{FF2B5EF4-FFF2-40B4-BE49-F238E27FC236}">
                  <a16:creationId xmlns:a16="http://schemas.microsoft.com/office/drawing/2014/main" id="{80EC4725-3CBB-415E-5664-A6E89460AF1C}"/>
                </a:ext>
              </a:extLst>
            </p:cNvPr>
            <p:cNvSpPr>
              <a:spLocks noChangeAspect="1"/>
            </p:cNvSpPr>
            <p:nvPr/>
          </p:nvSpPr>
          <p:spPr>
            <a:xfrm rot="2735293">
              <a:off x="13101526" y="8515872"/>
              <a:ext cx="1828850" cy="1828800"/>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grpSp>
      <p:sp>
        <p:nvSpPr>
          <p:cNvPr id="98" name="Freeform 97">
            <a:extLst>
              <a:ext uri="{FF2B5EF4-FFF2-40B4-BE49-F238E27FC236}">
                <a16:creationId xmlns:a16="http://schemas.microsoft.com/office/drawing/2014/main" id="{BF31F6F0-61A6-C4C0-2A1D-3B6ED2CEB652}"/>
              </a:ext>
            </a:extLst>
          </p:cNvPr>
          <p:cNvSpPr>
            <a:spLocks noChangeAspect="1"/>
          </p:cNvSpPr>
          <p:nvPr/>
        </p:nvSpPr>
        <p:spPr>
          <a:xfrm>
            <a:off x="13130058" y="9464598"/>
            <a:ext cx="520390" cy="384871"/>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grpSp>
        <p:nvGrpSpPr>
          <p:cNvPr id="99" name="Group 98">
            <a:extLst>
              <a:ext uri="{FF2B5EF4-FFF2-40B4-BE49-F238E27FC236}">
                <a16:creationId xmlns:a16="http://schemas.microsoft.com/office/drawing/2014/main" id="{01579192-E7BF-BFAB-BFA2-23BB205B98A6}"/>
              </a:ext>
            </a:extLst>
          </p:cNvPr>
          <p:cNvGrpSpPr>
            <a:grpSpLocks noChangeAspect="1"/>
          </p:cNvGrpSpPr>
          <p:nvPr/>
        </p:nvGrpSpPr>
        <p:grpSpPr>
          <a:xfrm>
            <a:off x="13537462" y="9737180"/>
            <a:ext cx="225966" cy="225972"/>
            <a:chOff x="13101551" y="8515847"/>
            <a:chExt cx="1828800" cy="1828850"/>
          </a:xfrm>
        </p:grpSpPr>
        <p:sp>
          <p:nvSpPr>
            <p:cNvPr id="100" name="Oval 99">
              <a:extLst>
                <a:ext uri="{FF2B5EF4-FFF2-40B4-BE49-F238E27FC236}">
                  <a16:creationId xmlns:a16="http://schemas.microsoft.com/office/drawing/2014/main" id="{D373D526-0C02-1CF5-8F38-963473019D15}"/>
                </a:ext>
              </a:extLst>
            </p:cNvPr>
            <p:cNvSpPr/>
            <p:nvPr/>
          </p:nvSpPr>
          <p:spPr bwMode="auto">
            <a:xfrm>
              <a:off x="13101551" y="8515872"/>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101" name="Freeform 100">
              <a:extLst>
                <a:ext uri="{FF2B5EF4-FFF2-40B4-BE49-F238E27FC236}">
                  <a16:creationId xmlns:a16="http://schemas.microsoft.com/office/drawing/2014/main" id="{86B550B2-086E-6675-2087-92ECBAE0D88A}"/>
                </a:ext>
              </a:extLst>
            </p:cNvPr>
            <p:cNvSpPr>
              <a:spLocks noChangeAspect="1"/>
            </p:cNvSpPr>
            <p:nvPr/>
          </p:nvSpPr>
          <p:spPr>
            <a:xfrm rot="2735293">
              <a:off x="13101526" y="8515872"/>
              <a:ext cx="1828850" cy="1828800"/>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grpSp>
      <p:sp>
        <p:nvSpPr>
          <p:cNvPr id="102" name="Freeform 101">
            <a:extLst>
              <a:ext uri="{FF2B5EF4-FFF2-40B4-BE49-F238E27FC236}">
                <a16:creationId xmlns:a16="http://schemas.microsoft.com/office/drawing/2014/main" id="{C70A1ABB-ACA1-DB5E-EBE3-EB9D961DD9C4}"/>
              </a:ext>
            </a:extLst>
          </p:cNvPr>
          <p:cNvSpPr>
            <a:spLocks noChangeAspect="1"/>
          </p:cNvSpPr>
          <p:nvPr/>
        </p:nvSpPr>
        <p:spPr>
          <a:xfrm>
            <a:off x="13128402" y="10010639"/>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103" name="Group 102">
            <a:extLst>
              <a:ext uri="{FF2B5EF4-FFF2-40B4-BE49-F238E27FC236}">
                <a16:creationId xmlns:a16="http://schemas.microsoft.com/office/drawing/2014/main" id="{E1B20895-2E5D-3646-75E9-370B6C3EEAB9}"/>
              </a:ext>
            </a:extLst>
          </p:cNvPr>
          <p:cNvGrpSpPr>
            <a:grpSpLocks noChangeAspect="1"/>
          </p:cNvGrpSpPr>
          <p:nvPr/>
        </p:nvGrpSpPr>
        <p:grpSpPr>
          <a:xfrm>
            <a:off x="13537455" y="10282524"/>
            <a:ext cx="225973" cy="225973"/>
            <a:chOff x="17041132" y="4333101"/>
            <a:chExt cx="1828800" cy="1828800"/>
          </a:xfrm>
        </p:grpSpPr>
        <p:sp>
          <p:nvSpPr>
            <p:cNvPr id="104" name="Oval 103">
              <a:extLst>
                <a:ext uri="{FF2B5EF4-FFF2-40B4-BE49-F238E27FC236}">
                  <a16:creationId xmlns:a16="http://schemas.microsoft.com/office/drawing/2014/main" id="{D43405E0-6ADD-7932-A7F2-ACB876849967}"/>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105" name="TextBox 104">
              <a:extLst>
                <a:ext uri="{FF2B5EF4-FFF2-40B4-BE49-F238E27FC236}">
                  <a16:creationId xmlns:a16="http://schemas.microsoft.com/office/drawing/2014/main" id="{EB1F2CA4-3D2A-0733-B95F-687EA1F9E0A2}"/>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106" name="Freeform 105">
              <a:extLst>
                <a:ext uri="{FF2B5EF4-FFF2-40B4-BE49-F238E27FC236}">
                  <a16:creationId xmlns:a16="http://schemas.microsoft.com/office/drawing/2014/main" id="{AB77EDC0-AFB2-1930-3E3D-C0D389FC7683}"/>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grpSp>
        <p:nvGrpSpPr>
          <p:cNvPr id="107" name="Group 106">
            <a:extLst>
              <a:ext uri="{FF2B5EF4-FFF2-40B4-BE49-F238E27FC236}">
                <a16:creationId xmlns:a16="http://schemas.microsoft.com/office/drawing/2014/main" id="{2AECF455-21F7-1C57-9A08-5B19CCCE1DBA}"/>
              </a:ext>
            </a:extLst>
          </p:cNvPr>
          <p:cNvGrpSpPr/>
          <p:nvPr/>
        </p:nvGrpSpPr>
        <p:grpSpPr>
          <a:xfrm>
            <a:off x="21388150" y="5958173"/>
            <a:ext cx="1537762" cy="1210443"/>
            <a:chOff x="11402899" y="5738052"/>
            <a:chExt cx="1537762" cy="1210443"/>
          </a:xfrm>
        </p:grpSpPr>
        <p:sp>
          <p:nvSpPr>
            <p:cNvPr id="108" name="Freeform 107">
              <a:extLst>
                <a:ext uri="{FF2B5EF4-FFF2-40B4-BE49-F238E27FC236}">
                  <a16:creationId xmlns:a16="http://schemas.microsoft.com/office/drawing/2014/main" id="{C33B541A-25E2-950D-D211-3594ADD2EFC2}"/>
                </a:ext>
              </a:extLst>
            </p:cNvPr>
            <p:cNvSpPr>
              <a:spLocks noChangeAspect="1"/>
            </p:cNvSpPr>
            <p:nvPr/>
          </p:nvSpPr>
          <p:spPr>
            <a:xfrm>
              <a:off x="11402899" y="5738052"/>
              <a:ext cx="1263457" cy="93443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grpSp>
          <p:nvGrpSpPr>
            <p:cNvPr id="109" name="Group 108">
              <a:extLst>
                <a:ext uri="{FF2B5EF4-FFF2-40B4-BE49-F238E27FC236}">
                  <a16:creationId xmlns:a16="http://schemas.microsoft.com/office/drawing/2014/main" id="{82DA5045-E006-A704-C431-AF15470713B3}"/>
                </a:ext>
              </a:extLst>
            </p:cNvPr>
            <p:cNvGrpSpPr>
              <a:grpSpLocks noChangeAspect="1"/>
            </p:cNvGrpSpPr>
            <p:nvPr/>
          </p:nvGrpSpPr>
          <p:grpSpPr>
            <a:xfrm>
              <a:off x="12392036" y="6399855"/>
              <a:ext cx="548625" cy="548640"/>
              <a:chOff x="13101551" y="8515847"/>
              <a:chExt cx="1828800" cy="1828850"/>
            </a:xfrm>
          </p:grpSpPr>
          <p:sp>
            <p:nvSpPr>
              <p:cNvPr id="110" name="Oval 109">
                <a:extLst>
                  <a:ext uri="{FF2B5EF4-FFF2-40B4-BE49-F238E27FC236}">
                    <a16:creationId xmlns:a16="http://schemas.microsoft.com/office/drawing/2014/main" id="{A25B6999-D99D-0DC4-0150-E1A1F09B88D3}"/>
                  </a:ext>
                </a:extLst>
              </p:cNvPr>
              <p:cNvSpPr/>
              <p:nvPr/>
            </p:nvSpPr>
            <p:spPr bwMode="auto">
              <a:xfrm>
                <a:off x="13101551" y="8515872"/>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111" name="Freeform 110">
                <a:extLst>
                  <a:ext uri="{FF2B5EF4-FFF2-40B4-BE49-F238E27FC236}">
                    <a16:creationId xmlns:a16="http://schemas.microsoft.com/office/drawing/2014/main" id="{BDD480FF-CC35-E887-85DE-242A01793BC6}"/>
                  </a:ext>
                </a:extLst>
              </p:cNvPr>
              <p:cNvSpPr>
                <a:spLocks noChangeAspect="1"/>
              </p:cNvSpPr>
              <p:nvPr/>
            </p:nvSpPr>
            <p:spPr>
              <a:xfrm rot="2735293">
                <a:off x="13101526" y="8515872"/>
                <a:ext cx="1828850" cy="1828800"/>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grpSp>
      </p:grpSp>
      <p:grpSp>
        <p:nvGrpSpPr>
          <p:cNvPr id="112" name="Group 111">
            <a:extLst>
              <a:ext uri="{FF2B5EF4-FFF2-40B4-BE49-F238E27FC236}">
                <a16:creationId xmlns:a16="http://schemas.microsoft.com/office/drawing/2014/main" id="{DED4A9B4-9EC1-C25D-F5D3-F2DA6443E7C8}"/>
              </a:ext>
            </a:extLst>
          </p:cNvPr>
          <p:cNvGrpSpPr/>
          <p:nvPr/>
        </p:nvGrpSpPr>
        <p:grpSpPr>
          <a:xfrm>
            <a:off x="21384129" y="4550121"/>
            <a:ext cx="1541783" cy="1208752"/>
            <a:chOff x="11398878" y="4330000"/>
            <a:chExt cx="1541783" cy="1208752"/>
          </a:xfrm>
        </p:grpSpPr>
        <p:sp>
          <p:nvSpPr>
            <p:cNvPr id="113" name="Freeform 112">
              <a:extLst>
                <a:ext uri="{FF2B5EF4-FFF2-40B4-BE49-F238E27FC236}">
                  <a16:creationId xmlns:a16="http://schemas.microsoft.com/office/drawing/2014/main" id="{63C6CC3B-6F32-D627-DFDB-867536FF06CA}"/>
                </a:ext>
              </a:extLst>
            </p:cNvPr>
            <p:cNvSpPr>
              <a:spLocks noChangeAspect="1"/>
            </p:cNvSpPr>
            <p:nvPr/>
          </p:nvSpPr>
          <p:spPr>
            <a:xfrm>
              <a:off x="11398878" y="4330000"/>
              <a:ext cx="1263457" cy="93443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114" name="Group 113">
              <a:extLst>
                <a:ext uri="{FF2B5EF4-FFF2-40B4-BE49-F238E27FC236}">
                  <a16:creationId xmlns:a16="http://schemas.microsoft.com/office/drawing/2014/main" id="{0D21C6F3-2489-3414-FA99-A092E7F46CF9}"/>
                </a:ext>
              </a:extLst>
            </p:cNvPr>
            <p:cNvGrpSpPr>
              <a:grpSpLocks noChangeAspect="1"/>
            </p:cNvGrpSpPr>
            <p:nvPr/>
          </p:nvGrpSpPr>
          <p:grpSpPr>
            <a:xfrm>
              <a:off x="12392021" y="4990112"/>
              <a:ext cx="548640" cy="548640"/>
              <a:chOff x="17041132" y="4333101"/>
              <a:chExt cx="1828800" cy="1828800"/>
            </a:xfrm>
          </p:grpSpPr>
          <p:sp>
            <p:nvSpPr>
              <p:cNvPr id="115" name="Oval 114">
                <a:extLst>
                  <a:ext uri="{FF2B5EF4-FFF2-40B4-BE49-F238E27FC236}">
                    <a16:creationId xmlns:a16="http://schemas.microsoft.com/office/drawing/2014/main" id="{F0D7B175-DA5D-3E3B-B1C3-8D7DCE5067E2}"/>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116" name="TextBox 115">
                <a:extLst>
                  <a:ext uri="{FF2B5EF4-FFF2-40B4-BE49-F238E27FC236}">
                    <a16:creationId xmlns:a16="http://schemas.microsoft.com/office/drawing/2014/main" id="{84769771-BF40-2CB7-ADDA-44F5F29BBBAC}"/>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117" name="Freeform 116">
                <a:extLst>
                  <a:ext uri="{FF2B5EF4-FFF2-40B4-BE49-F238E27FC236}">
                    <a16:creationId xmlns:a16="http://schemas.microsoft.com/office/drawing/2014/main" id="{DD335169-8941-C588-40AD-33A3683F3BDD}"/>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grpSp>
      <p:sp>
        <p:nvSpPr>
          <p:cNvPr id="118" name="TextBox 117">
            <a:extLst>
              <a:ext uri="{FF2B5EF4-FFF2-40B4-BE49-F238E27FC236}">
                <a16:creationId xmlns:a16="http://schemas.microsoft.com/office/drawing/2014/main" id="{9AE35498-AA30-470E-FD44-2ADCE626A947}"/>
              </a:ext>
            </a:extLst>
          </p:cNvPr>
          <p:cNvSpPr txBox="1"/>
          <p:nvPr/>
        </p:nvSpPr>
        <p:spPr>
          <a:xfrm>
            <a:off x="22988380" y="5253721"/>
            <a:ext cx="989152" cy="461665"/>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r>
              <a:rPr lang="en-US" sz="2400" i="1" dirty="0">
                <a:solidFill>
                  <a:schemeClr val="bg2"/>
                </a:solidFill>
              </a:rPr>
              <a:t>valid</a:t>
            </a:r>
            <a:endParaRPr lang="en-US" sz="2400" dirty="0">
              <a:solidFill>
                <a:schemeClr val="bg2"/>
              </a:solidFill>
            </a:endParaRPr>
          </a:p>
        </p:txBody>
      </p:sp>
      <p:sp>
        <p:nvSpPr>
          <p:cNvPr id="119" name="TextBox 118">
            <a:extLst>
              <a:ext uri="{FF2B5EF4-FFF2-40B4-BE49-F238E27FC236}">
                <a16:creationId xmlns:a16="http://schemas.microsoft.com/office/drawing/2014/main" id="{99C56083-8761-ED07-2B0D-3C7BA4BDF778}"/>
              </a:ext>
            </a:extLst>
          </p:cNvPr>
          <p:cNvSpPr txBox="1"/>
          <p:nvPr/>
        </p:nvSpPr>
        <p:spPr>
          <a:xfrm>
            <a:off x="22988380" y="6663464"/>
            <a:ext cx="989152" cy="461665"/>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r>
              <a:rPr lang="en-US" sz="2400" i="1" dirty="0">
                <a:solidFill>
                  <a:schemeClr val="bg2"/>
                </a:solidFill>
              </a:rPr>
              <a:t>spam</a:t>
            </a:r>
            <a:endParaRPr lang="en-US" sz="2400" dirty="0">
              <a:solidFill>
                <a:schemeClr val="bg2"/>
              </a:solidFill>
            </a:endParaRPr>
          </a:p>
        </p:txBody>
      </p:sp>
    </p:spTree>
    <p:extLst>
      <p:ext uri="{BB962C8B-B14F-4D97-AF65-F5344CB8AC3E}">
        <p14:creationId xmlns:p14="http://schemas.microsoft.com/office/powerpoint/2010/main" val="416668066"/>
      </p:ext>
    </p:extLst>
  </p:cSld>
  <p:clrMapOvr>
    <a:masterClrMapping/>
  </p:clrMapOvr>
  <p:transition spd="med"/>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21155A79-0965-5275-65B6-5D86A5E4BA72}"/>
              </a:ext>
            </a:extLst>
          </p:cNvPr>
          <p:cNvSpPr>
            <a:spLocks noChangeAspect="1"/>
          </p:cNvSpPr>
          <p:nvPr/>
        </p:nvSpPr>
        <p:spPr bwMode="auto">
          <a:xfrm>
            <a:off x="12763502" y="8388325"/>
            <a:ext cx="11048211" cy="3732633"/>
          </a:xfrm>
          <a:prstGeom prst="rect">
            <a:avLst/>
          </a:prstGeom>
          <a:solidFill>
            <a:schemeClr val="bg1"/>
          </a:solidFill>
          <a:ln w="28575">
            <a:solidFill>
              <a:schemeClr val="tx1"/>
            </a:solidFill>
            <a:prstDash val="sysDot"/>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5" name="Freeform 24">
            <a:extLst>
              <a:ext uri="{FF2B5EF4-FFF2-40B4-BE49-F238E27FC236}">
                <a16:creationId xmlns:a16="http://schemas.microsoft.com/office/drawing/2014/main" id="{352F0C13-56E2-5B20-50FE-793E02EFBE4C}"/>
              </a:ext>
            </a:extLst>
          </p:cNvPr>
          <p:cNvSpPr>
            <a:spLocks noChangeAspect="1"/>
          </p:cNvSpPr>
          <p:nvPr/>
        </p:nvSpPr>
        <p:spPr>
          <a:xfrm>
            <a:off x="14621489" y="10009943"/>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D3C96F2D-9F0B-CF0A-E706-C184C8988019}"/>
              </a:ext>
            </a:extLst>
          </p:cNvPr>
          <p:cNvSpPr>
            <a:spLocks noChangeAspect="1"/>
          </p:cNvSpPr>
          <p:nvPr/>
        </p:nvSpPr>
        <p:spPr>
          <a:xfrm>
            <a:off x="16114576" y="10010640"/>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sp>
        <p:nvSpPr>
          <p:cNvPr id="12" name="TextBox 11">
            <a:extLst>
              <a:ext uri="{FF2B5EF4-FFF2-40B4-BE49-F238E27FC236}">
                <a16:creationId xmlns:a16="http://schemas.microsoft.com/office/drawing/2014/main" id="{D847CA97-EBEC-F662-0625-3476B3B6232B}"/>
              </a:ext>
            </a:extLst>
          </p:cNvPr>
          <p:cNvSpPr txBox="1"/>
          <p:nvPr/>
        </p:nvSpPr>
        <p:spPr>
          <a:xfrm>
            <a:off x="12575683" y="3380398"/>
            <a:ext cx="2260581"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latin typeface="IBM Plex Sans Text" panose="020B0503050203000203" pitchFamily="34" charset="0"/>
              </a:rPr>
              <a:t>Input</a:t>
            </a:r>
          </a:p>
          <a:p>
            <a:pPr algn="ctr"/>
            <a:r>
              <a:rPr lang="en-US" sz="2800" i="1" dirty="0"/>
              <a:t>new email</a:t>
            </a:r>
          </a:p>
        </p:txBody>
      </p:sp>
      <p:sp>
        <p:nvSpPr>
          <p:cNvPr id="265" name="Rectangle 264">
            <a:extLst>
              <a:ext uri="{FF2B5EF4-FFF2-40B4-BE49-F238E27FC236}">
                <a16:creationId xmlns:a16="http://schemas.microsoft.com/office/drawing/2014/main" id="{AF44527C-38C4-6BC5-8AD0-83B4D7AE8E42}"/>
              </a:ext>
            </a:extLst>
          </p:cNvPr>
          <p:cNvSpPr/>
          <p:nvPr/>
        </p:nvSpPr>
        <p:spPr bwMode="auto">
          <a:xfrm>
            <a:off x="0" y="19528"/>
            <a:ext cx="12193587" cy="13716000"/>
          </a:xfrm>
          <a:prstGeom prst="rect">
            <a:avLst/>
          </a:prstGeom>
          <a:solidFill>
            <a:srgbClr val="E5F6FF"/>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109E0E9A-490F-C13C-36E3-DCEF1CF7F75B}"/>
              </a:ext>
            </a:extLst>
          </p:cNvPr>
          <p:cNvSpPr>
            <a:spLocks noGrp="1"/>
          </p:cNvSpPr>
          <p:nvPr>
            <p:ph type="title"/>
          </p:nvPr>
        </p:nvSpPr>
        <p:spPr>
          <a:xfrm>
            <a:off x="576071" y="577850"/>
            <a:ext cx="10591281" cy="1962150"/>
          </a:xfrm>
        </p:spPr>
        <p:txBody>
          <a:bodyPr/>
          <a:lstStyle/>
          <a:p>
            <a:r>
              <a:rPr lang="en-US" dirty="0"/>
              <a:t>Machine learning (ML) types </a:t>
            </a:r>
            <a:r>
              <a:rPr lang="en-US" sz="4800" i="1" dirty="0"/>
              <a:t>Classification models</a:t>
            </a:r>
            <a:endParaRPr lang="en-US" i="1" dirty="0"/>
          </a:p>
        </p:txBody>
      </p:sp>
      <p:sp>
        <p:nvSpPr>
          <p:cNvPr id="263" name="TextBox 262">
            <a:extLst>
              <a:ext uri="{FF2B5EF4-FFF2-40B4-BE49-F238E27FC236}">
                <a16:creationId xmlns:a16="http://schemas.microsoft.com/office/drawing/2014/main" id="{FB3171BB-C307-B9A4-C4CF-3F6FB43587AB}"/>
              </a:ext>
            </a:extLst>
          </p:cNvPr>
          <p:cNvSpPr txBox="1"/>
          <p:nvPr/>
        </p:nvSpPr>
        <p:spPr>
          <a:xfrm>
            <a:off x="12763500" y="12273365"/>
            <a:ext cx="11036391"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latin typeface="IBM Plex Sans Text" panose="020B0503050203000203" pitchFamily="34" charset="0"/>
              </a:rPr>
              <a:t>Machine learning model training</a:t>
            </a:r>
          </a:p>
          <a:p>
            <a:pPr algn="ctr"/>
            <a:r>
              <a:rPr lang="en-US" sz="2800" i="1" dirty="0"/>
              <a:t>iterative process of experimenting and testing</a:t>
            </a:r>
          </a:p>
        </p:txBody>
      </p:sp>
      <p:sp>
        <p:nvSpPr>
          <p:cNvPr id="3" name="TextBox 2">
            <a:extLst>
              <a:ext uri="{FF2B5EF4-FFF2-40B4-BE49-F238E27FC236}">
                <a16:creationId xmlns:a16="http://schemas.microsoft.com/office/drawing/2014/main" id="{07A3DC8A-B782-47DE-FEE1-B67EA3B3F213}"/>
              </a:ext>
            </a:extLst>
          </p:cNvPr>
          <p:cNvSpPr txBox="1"/>
          <p:nvPr/>
        </p:nvSpPr>
        <p:spPr>
          <a:xfrm>
            <a:off x="574778" y="3671725"/>
            <a:ext cx="10439946" cy="8217634"/>
          </a:xfrm>
          <a:prstGeom prst="rect">
            <a:avLst/>
          </a:prstGeom>
          <a:no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spAutoFit/>
          </a:bodyPr>
          <a:lstStyle/>
          <a:p>
            <a:pPr>
              <a:spcAft>
                <a:spcPts val="2400"/>
              </a:spcAft>
            </a:pPr>
            <a:r>
              <a:rPr lang="en-US" dirty="0"/>
              <a:t>Classification models assign labels to model inputs or assign them to specific categories.</a:t>
            </a:r>
          </a:p>
          <a:p>
            <a:pPr>
              <a:spcAft>
                <a:spcPts val="1200"/>
              </a:spcAft>
            </a:pPr>
            <a:r>
              <a:rPr lang="en-US" dirty="0"/>
              <a:t>Common use cases include:</a:t>
            </a:r>
          </a:p>
          <a:p>
            <a:pPr marL="571500" indent="-571500">
              <a:spcAft>
                <a:spcPts val="1200"/>
              </a:spcAft>
              <a:buFont typeface="Arial" panose="020B0604020202020204" pitchFamily="34" charset="0"/>
              <a:buChar char="•"/>
            </a:pPr>
            <a:r>
              <a:rPr lang="en-US" dirty="0"/>
              <a:t>Fraud detection: predict whether a transaction is fraudulent based on patterns in the data</a:t>
            </a:r>
          </a:p>
          <a:p>
            <a:pPr marL="571500" indent="-571500">
              <a:spcAft>
                <a:spcPts val="1200"/>
              </a:spcAft>
              <a:buFont typeface="Arial" panose="020B0604020202020204" pitchFamily="34" charset="0"/>
              <a:buChar char="•"/>
            </a:pPr>
            <a:r>
              <a:rPr lang="en-US" dirty="0"/>
              <a:t>Sentiment analysis: classify text as </a:t>
            </a:r>
            <a:br>
              <a:rPr lang="en-US" dirty="0"/>
            </a:br>
            <a:r>
              <a:rPr lang="en-US" dirty="0"/>
              <a:t>positive, negative, or neutral</a:t>
            </a:r>
          </a:p>
          <a:p>
            <a:pPr marL="571500" indent="-571500">
              <a:spcAft>
                <a:spcPts val="1200"/>
              </a:spcAft>
              <a:buFont typeface="Arial" panose="020B0604020202020204" pitchFamily="34" charset="0"/>
              <a:buChar char="•"/>
            </a:pPr>
            <a:r>
              <a:rPr lang="en-US" dirty="0"/>
              <a:t>Medical diagnosis: assign a disease </a:t>
            </a:r>
            <a:br>
              <a:rPr lang="en-US" dirty="0"/>
            </a:br>
            <a:r>
              <a:rPr lang="en-US" dirty="0"/>
              <a:t>label to a patient’s case, based on </a:t>
            </a:r>
            <a:br>
              <a:rPr lang="en-US" dirty="0"/>
            </a:br>
            <a:r>
              <a:rPr lang="en-US" dirty="0"/>
              <a:t>symptoms and medical history</a:t>
            </a:r>
          </a:p>
          <a:p>
            <a:pPr marL="571500" indent="-571500">
              <a:spcAft>
                <a:spcPts val="1200"/>
              </a:spcAft>
              <a:buFont typeface="Arial" panose="020B0604020202020204" pitchFamily="34" charset="0"/>
              <a:buChar char="•"/>
            </a:pPr>
            <a:r>
              <a:rPr lang="en-US" dirty="0"/>
              <a:t>Image recognition: recognize objects </a:t>
            </a:r>
            <a:br>
              <a:rPr lang="en-US" dirty="0"/>
            </a:br>
            <a:r>
              <a:rPr lang="en-US" dirty="0"/>
              <a:t>or identify people based on visible </a:t>
            </a:r>
            <a:br>
              <a:rPr lang="en-US" dirty="0"/>
            </a:br>
            <a:r>
              <a:rPr lang="en-US" dirty="0"/>
              <a:t>features and characteristics</a:t>
            </a:r>
          </a:p>
        </p:txBody>
      </p:sp>
      <p:sp>
        <p:nvSpPr>
          <p:cNvPr id="4" name="TextBox 3">
            <a:extLst>
              <a:ext uri="{FF2B5EF4-FFF2-40B4-BE49-F238E27FC236}">
                <a16:creationId xmlns:a16="http://schemas.microsoft.com/office/drawing/2014/main" id="{F5E4E364-A93E-3DA1-7031-D0C387A2C7F5}"/>
              </a:ext>
            </a:extLst>
          </p:cNvPr>
          <p:cNvSpPr txBox="1"/>
          <p:nvPr/>
        </p:nvSpPr>
        <p:spPr>
          <a:xfrm>
            <a:off x="12763500" y="2250500"/>
            <a:ext cx="8283765" cy="55399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a:spAutoFit/>
          </a:bodyPr>
          <a:lstStyle/>
          <a:p>
            <a:r>
              <a:rPr lang="en-US" sz="3600" i="1" dirty="0"/>
              <a:t>Example: Spam detection for email</a:t>
            </a:r>
            <a:endParaRPr lang="en-US" dirty="0"/>
          </a:p>
        </p:txBody>
      </p:sp>
      <p:sp>
        <p:nvSpPr>
          <p:cNvPr id="48" name="TextBox 47">
            <a:extLst>
              <a:ext uri="{FF2B5EF4-FFF2-40B4-BE49-F238E27FC236}">
                <a16:creationId xmlns:a16="http://schemas.microsoft.com/office/drawing/2014/main" id="{C90858D3-4920-7D16-1DA5-9656AEFFDA0B}"/>
              </a:ext>
            </a:extLst>
          </p:cNvPr>
          <p:cNvSpPr txBox="1"/>
          <p:nvPr/>
        </p:nvSpPr>
        <p:spPr>
          <a:xfrm>
            <a:off x="15680755" y="3380398"/>
            <a:ext cx="3920648"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latin typeface="IBM Plex Sans Text" panose="020B0503050203000203" pitchFamily="34" charset="0"/>
              </a:rPr>
              <a:t>Deployed ML model</a:t>
            </a:r>
          </a:p>
          <a:p>
            <a:pPr algn="ctr"/>
            <a:r>
              <a:rPr lang="en-US" sz="2800" i="1" dirty="0"/>
              <a:t>spam detection</a:t>
            </a:r>
          </a:p>
        </p:txBody>
      </p:sp>
      <p:cxnSp>
        <p:nvCxnSpPr>
          <p:cNvPr id="49" name="Elbow Connector 48">
            <a:extLst>
              <a:ext uri="{FF2B5EF4-FFF2-40B4-BE49-F238E27FC236}">
                <a16:creationId xmlns:a16="http://schemas.microsoft.com/office/drawing/2014/main" id="{5EB4F732-1B64-4C26-1159-1C4835B2C76E}"/>
              </a:ext>
            </a:extLst>
          </p:cNvPr>
          <p:cNvCxnSpPr>
            <a:cxnSpLocks/>
          </p:cNvCxnSpPr>
          <p:nvPr/>
        </p:nvCxnSpPr>
        <p:spPr bwMode="auto">
          <a:xfrm flipV="1">
            <a:off x="18927666" y="5004349"/>
            <a:ext cx="2034539" cy="729996"/>
          </a:xfrm>
          <a:prstGeom prst="bentConnector3">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cxnSp>
        <p:nvCxnSpPr>
          <p:cNvPr id="50" name="Elbow Connector 49">
            <a:extLst>
              <a:ext uri="{FF2B5EF4-FFF2-40B4-BE49-F238E27FC236}">
                <a16:creationId xmlns:a16="http://schemas.microsoft.com/office/drawing/2014/main" id="{9FCD3690-6DD9-042B-F146-976C5F96D64C}"/>
              </a:ext>
            </a:extLst>
          </p:cNvPr>
          <p:cNvCxnSpPr>
            <a:cxnSpLocks/>
          </p:cNvCxnSpPr>
          <p:nvPr/>
        </p:nvCxnSpPr>
        <p:spPr bwMode="auto">
          <a:xfrm>
            <a:off x="18927666" y="5734345"/>
            <a:ext cx="2034540" cy="691044"/>
          </a:xfrm>
          <a:prstGeom prst="bentConnector3">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51" name="TextBox 50">
            <a:extLst>
              <a:ext uri="{FF2B5EF4-FFF2-40B4-BE49-F238E27FC236}">
                <a16:creationId xmlns:a16="http://schemas.microsoft.com/office/drawing/2014/main" id="{935567B7-484D-7376-36FC-32F2E2AB2656}"/>
              </a:ext>
            </a:extLst>
          </p:cNvPr>
          <p:cNvSpPr txBox="1"/>
          <p:nvPr/>
        </p:nvSpPr>
        <p:spPr>
          <a:xfrm>
            <a:off x="20239864" y="3380398"/>
            <a:ext cx="3560027"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latin typeface="IBM Plex Sans Text" panose="020B0503050203000203" pitchFamily="34" charset="0"/>
              </a:rPr>
              <a:t>Output</a:t>
            </a:r>
          </a:p>
          <a:p>
            <a:pPr algn="ctr"/>
            <a:r>
              <a:rPr lang="en-US" sz="2800" i="1" dirty="0"/>
              <a:t>valid email or spam</a:t>
            </a:r>
          </a:p>
        </p:txBody>
      </p:sp>
      <p:grpSp>
        <p:nvGrpSpPr>
          <p:cNvPr id="53" name="Group 52">
            <a:extLst>
              <a:ext uri="{FF2B5EF4-FFF2-40B4-BE49-F238E27FC236}">
                <a16:creationId xmlns:a16="http://schemas.microsoft.com/office/drawing/2014/main" id="{A7B49D3E-3D53-E193-1A9C-C981A94A89AE}"/>
              </a:ext>
            </a:extLst>
          </p:cNvPr>
          <p:cNvGrpSpPr/>
          <p:nvPr/>
        </p:nvGrpSpPr>
        <p:grpSpPr>
          <a:xfrm>
            <a:off x="21388150" y="5958173"/>
            <a:ext cx="1537762" cy="1210443"/>
            <a:chOff x="11402899" y="5738052"/>
            <a:chExt cx="1537762" cy="1210443"/>
          </a:xfrm>
        </p:grpSpPr>
        <p:sp>
          <p:nvSpPr>
            <p:cNvPr id="59" name="Freeform 58">
              <a:extLst>
                <a:ext uri="{FF2B5EF4-FFF2-40B4-BE49-F238E27FC236}">
                  <a16:creationId xmlns:a16="http://schemas.microsoft.com/office/drawing/2014/main" id="{E9958344-4553-118E-E9B8-2B4A5A77251F}"/>
                </a:ext>
              </a:extLst>
            </p:cNvPr>
            <p:cNvSpPr>
              <a:spLocks noChangeAspect="1"/>
            </p:cNvSpPr>
            <p:nvPr/>
          </p:nvSpPr>
          <p:spPr>
            <a:xfrm>
              <a:off x="11402899" y="5738052"/>
              <a:ext cx="1263457" cy="93443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grpSp>
          <p:nvGrpSpPr>
            <p:cNvPr id="55" name="Group 54">
              <a:extLst>
                <a:ext uri="{FF2B5EF4-FFF2-40B4-BE49-F238E27FC236}">
                  <a16:creationId xmlns:a16="http://schemas.microsoft.com/office/drawing/2014/main" id="{7A2A0E42-6CC9-9649-0BD9-631FCAD968D6}"/>
                </a:ext>
              </a:extLst>
            </p:cNvPr>
            <p:cNvGrpSpPr>
              <a:grpSpLocks noChangeAspect="1"/>
            </p:cNvGrpSpPr>
            <p:nvPr/>
          </p:nvGrpSpPr>
          <p:grpSpPr>
            <a:xfrm>
              <a:off x="12392036" y="6399855"/>
              <a:ext cx="548625" cy="548640"/>
              <a:chOff x="13101551" y="8515847"/>
              <a:chExt cx="1828800" cy="1828850"/>
            </a:xfrm>
          </p:grpSpPr>
          <p:sp>
            <p:nvSpPr>
              <p:cNvPr id="56" name="Oval 55">
                <a:extLst>
                  <a:ext uri="{FF2B5EF4-FFF2-40B4-BE49-F238E27FC236}">
                    <a16:creationId xmlns:a16="http://schemas.microsoft.com/office/drawing/2014/main" id="{2A106002-9BDF-5B0D-187F-D5EA67E8E2FE}"/>
                  </a:ext>
                </a:extLst>
              </p:cNvPr>
              <p:cNvSpPr/>
              <p:nvPr/>
            </p:nvSpPr>
            <p:spPr bwMode="auto">
              <a:xfrm>
                <a:off x="13101551" y="8515872"/>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57" name="Freeform 56">
                <a:extLst>
                  <a:ext uri="{FF2B5EF4-FFF2-40B4-BE49-F238E27FC236}">
                    <a16:creationId xmlns:a16="http://schemas.microsoft.com/office/drawing/2014/main" id="{06B690A9-531B-73B7-310D-5135A50153E8}"/>
                  </a:ext>
                </a:extLst>
              </p:cNvPr>
              <p:cNvSpPr>
                <a:spLocks noChangeAspect="1"/>
              </p:cNvSpPr>
              <p:nvPr/>
            </p:nvSpPr>
            <p:spPr>
              <a:xfrm rot="2735293">
                <a:off x="13101526" y="8515872"/>
                <a:ext cx="1828850" cy="1828800"/>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grpSp>
      </p:grpSp>
      <p:grpSp>
        <p:nvGrpSpPr>
          <p:cNvPr id="60" name="Group 59">
            <a:extLst>
              <a:ext uri="{FF2B5EF4-FFF2-40B4-BE49-F238E27FC236}">
                <a16:creationId xmlns:a16="http://schemas.microsoft.com/office/drawing/2014/main" id="{E2191489-7446-AE93-CB56-E4B6B751006C}"/>
              </a:ext>
            </a:extLst>
          </p:cNvPr>
          <p:cNvGrpSpPr/>
          <p:nvPr/>
        </p:nvGrpSpPr>
        <p:grpSpPr>
          <a:xfrm>
            <a:off x="21384129" y="4550121"/>
            <a:ext cx="1541783" cy="1208752"/>
            <a:chOff x="11398878" y="4330000"/>
            <a:chExt cx="1541783" cy="1208752"/>
          </a:xfrm>
        </p:grpSpPr>
        <p:sp>
          <p:nvSpPr>
            <p:cNvPr id="67" name="Freeform 66">
              <a:extLst>
                <a:ext uri="{FF2B5EF4-FFF2-40B4-BE49-F238E27FC236}">
                  <a16:creationId xmlns:a16="http://schemas.microsoft.com/office/drawing/2014/main" id="{F845CE61-782B-05F0-D059-32E84A3DAD9D}"/>
                </a:ext>
              </a:extLst>
            </p:cNvPr>
            <p:cNvSpPr>
              <a:spLocks noChangeAspect="1"/>
            </p:cNvSpPr>
            <p:nvPr/>
          </p:nvSpPr>
          <p:spPr>
            <a:xfrm>
              <a:off x="11398878" y="4330000"/>
              <a:ext cx="1263457" cy="93443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62" name="Group 61">
              <a:extLst>
                <a:ext uri="{FF2B5EF4-FFF2-40B4-BE49-F238E27FC236}">
                  <a16:creationId xmlns:a16="http://schemas.microsoft.com/office/drawing/2014/main" id="{19F3E053-E62D-6643-66FB-49F2C7F25E66}"/>
                </a:ext>
              </a:extLst>
            </p:cNvPr>
            <p:cNvGrpSpPr>
              <a:grpSpLocks noChangeAspect="1"/>
            </p:cNvGrpSpPr>
            <p:nvPr/>
          </p:nvGrpSpPr>
          <p:grpSpPr>
            <a:xfrm>
              <a:off x="12392021" y="4990112"/>
              <a:ext cx="548640" cy="548640"/>
              <a:chOff x="17041132" y="4333101"/>
              <a:chExt cx="1828800" cy="1828800"/>
            </a:xfrm>
          </p:grpSpPr>
          <p:sp>
            <p:nvSpPr>
              <p:cNvPr id="63" name="Oval 62">
                <a:extLst>
                  <a:ext uri="{FF2B5EF4-FFF2-40B4-BE49-F238E27FC236}">
                    <a16:creationId xmlns:a16="http://schemas.microsoft.com/office/drawing/2014/main" id="{3A82C40D-34DE-3CBD-199E-C6E146F5BC0B}"/>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64" name="TextBox 63">
                <a:extLst>
                  <a:ext uri="{FF2B5EF4-FFF2-40B4-BE49-F238E27FC236}">
                    <a16:creationId xmlns:a16="http://schemas.microsoft.com/office/drawing/2014/main" id="{834CF611-49E1-AB9C-5C8B-25C35D1CD359}"/>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65" name="Freeform 64">
                <a:extLst>
                  <a:ext uri="{FF2B5EF4-FFF2-40B4-BE49-F238E27FC236}">
                    <a16:creationId xmlns:a16="http://schemas.microsoft.com/office/drawing/2014/main" id="{4C76B5CF-9E58-CC3F-FF73-285A0A123D6E}"/>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grpSp>
      <p:sp>
        <p:nvSpPr>
          <p:cNvPr id="68" name="TextBox 67">
            <a:extLst>
              <a:ext uri="{FF2B5EF4-FFF2-40B4-BE49-F238E27FC236}">
                <a16:creationId xmlns:a16="http://schemas.microsoft.com/office/drawing/2014/main" id="{8FBAC0A3-76E1-56BE-BC62-E93B189272F0}"/>
              </a:ext>
            </a:extLst>
          </p:cNvPr>
          <p:cNvSpPr txBox="1"/>
          <p:nvPr/>
        </p:nvSpPr>
        <p:spPr>
          <a:xfrm>
            <a:off x="22988380" y="5253721"/>
            <a:ext cx="989152" cy="461665"/>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r>
              <a:rPr lang="en-US" sz="2400" i="1" dirty="0"/>
              <a:t>valid</a:t>
            </a:r>
            <a:endParaRPr lang="en-US" sz="2400" dirty="0"/>
          </a:p>
        </p:txBody>
      </p:sp>
      <p:sp>
        <p:nvSpPr>
          <p:cNvPr id="69" name="TextBox 68">
            <a:extLst>
              <a:ext uri="{FF2B5EF4-FFF2-40B4-BE49-F238E27FC236}">
                <a16:creationId xmlns:a16="http://schemas.microsoft.com/office/drawing/2014/main" id="{33D57AF6-340A-EF0E-7B6E-15B6BAA92D14}"/>
              </a:ext>
            </a:extLst>
          </p:cNvPr>
          <p:cNvSpPr txBox="1"/>
          <p:nvPr/>
        </p:nvSpPr>
        <p:spPr>
          <a:xfrm>
            <a:off x="22988380" y="6663464"/>
            <a:ext cx="989152" cy="461665"/>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r>
              <a:rPr lang="en-US" sz="2400" i="1" dirty="0"/>
              <a:t>spam</a:t>
            </a:r>
            <a:endParaRPr lang="en-US" sz="2400" dirty="0"/>
          </a:p>
        </p:txBody>
      </p:sp>
      <p:sp>
        <p:nvSpPr>
          <p:cNvPr id="254" name="Freeform 253">
            <a:extLst>
              <a:ext uri="{FF2B5EF4-FFF2-40B4-BE49-F238E27FC236}">
                <a16:creationId xmlns:a16="http://schemas.microsoft.com/office/drawing/2014/main" id="{B6AADD53-6CA6-714E-E12C-BB0FEC4A6CB5}"/>
              </a:ext>
            </a:extLst>
          </p:cNvPr>
          <p:cNvSpPr>
            <a:spLocks noChangeAspect="1"/>
          </p:cNvSpPr>
          <p:nvPr/>
        </p:nvSpPr>
        <p:spPr>
          <a:xfrm>
            <a:off x="14622317" y="9464598"/>
            <a:ext cx="520390" cy="384871"/>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grpSp>
        <p:nvGrpSpPr>
          <p:cNvPr id="248" name="Group 247">
            <a:extLst>
              <a:ext uri="{FF2B5EF4-FFF2-40B4-BE49-F238E27FC236}">
                <a16:creationId xmlns:a16="http://schemas.microsoft.com/office/drawing/2014/main" id="{538AE170-A5D2-9796-3150-B088EBDCBA92}"/>
              </a:ext>
            </a:extLst>
          </p:cNvPr>
          <p:cNvGrpSpPr>
            <a:grpSpLocks noChangeAspect="1"/>
          </p:cNvGrpSpPr>
          <p:nvPr/>
        </p:nvGrpSpPr>
        <p:grpSpPr>
          <a:xfrm>
            <a:off x="15029721" y="9737180"/>
            <a:ext cx="225966" cy="225972"/>
            <a:chOff x="13101551" y="8515847"/>
            <a:chExt cx="1828800" cy="1828850"/>
          </a:xfrm>
        </p:grpSpPr>
        <p:sp>
          <p:nvSpPr>
            <p:cNvPr id="249" name="Oval 248">
              <a:extLst>
                <a:ext uri="{FF2B5EF4-FFF2-40B4-BE49-F238E27FC236}">
                  <a16:creationId xmlns:a16="http://schemas.microsoft.com/office/drawing/2014/main" id="{5FD90831-0FCC-41C3-7A5C-8DBB3FC52772}"/>
                </a:ext>
              </a:extLst>
            </p:cNvPr>
            <p:cNvSpPr/>
            <p:nvPr/>
          </p:nvSpPr>
          <p:spPr bwMode="auto">
            <a:xfrm>
              <a:off x="13101551" y="8515872"/>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50" name="Freeform 249">
              <a:extLst>
                <a:ext uri="{FF2B5EF4-FFF2-40B4-BE49-F238E27FC236}">
                  <a16:creationId xmlns:a16="http://schemas.microsoft.com/office/drawing/2014/main" id="{653F86D7-824E-9D3C-8139-C2B3E61FE374}"/>
                </a:ext>
              </a:extLst>
            </p:cNvPr>
            <p:cNvSpPr>
              <a:spLocks noChangeAspect="1"/>
            </p:cNvSpPr>
            <p:nvPr/>
          </p:nvSpPr>
          <p:spPr>
            <a:xfrm rot="2735293">
              <a:off x="13101526" y="8515872"/>
              <a:ext cx="1828850" cy="1828800"/>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grpSp>
      <p:sp>
        <p:nvSpPr>
          <p:cNvPr id="246" name="Freeform 245">
            <a:extLst>
              <a:ext uri="{FF2B5EF4-FFF2-40B4-BE49-F238E27FC236}">
                <a16:creationId xmlns:a16="http://schemas.microsoft.com/office/drawing/2014/main" id="{C505CF28-2754-BA08-1317-5A836BC72BB5}"/>
              </a:ext>
            </a:extLst>
          </p:cNvPr>
          <p:cNvSpPr>
            <a:spLocks noChangeAspect="1"/>
          </p:cNvSpPr>
          <p:nvPr/>
        </p:nvSpPr>
        <p:spPr>
          <a:xfrm>
            <a:off x="14622317" y="8919025"/>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241" name="Group 240">
            <a:extLst>
              <a:ext uri="{FF2B5EF4-FFF2-40B4-BE49-F238E27FC236}">
                <a16:creationId xmlns:a16="http://schemas.microsoft.com/office/drawing/2014/main" id="{070B8EDC-6206-B71D-906B-93739C579E3D}"/>
              </a:ext>
            </a:extLst>
          </p:cNvPr>
          <p:cNvGrpSpPr>
            <a:grpSpLocks noChangeAspect="1"/>
          </p:cNvGrpSpPr>
          <p:nvPr/>
        </p:nvGrpSpPr>
        <p:grpSpPr>
          <a:xfrm>
            <a:off x="15031370" y="9190910"/>
            <a:ext cx="225973" cy="225973"/>
            <a:chOff x="17041132" y="4333101"/>
            <a:chExt cx="1828800" cy="1828800"/>
          </a:xfrm>
        </p:grpSpPr>
        <p:sp>
          <p:nvSpPr>
            <p:cNvPr id="242" name="Oval 241">
              <a:extLst>
                <a:ext uri="{FF2B5EF4-FFF2-40B4-BE49-F238E27FC236}">
                  <a16:creationId xmlns:a16="http://schemas.microsoft.com/office/drawing/2014/main" id="{E819BD1D-E4AA-E892-545C-920902DDA429}"/>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43" name="TextBox 242">
              <a:extLst>
                <a:ext uri="{FF2B5EF4-FFF2-40B4-BE49-F238E27FC236}">
                  <a16:creationId xmlns:a16="http://schemas.microsoft.com/office/drawing/2014/main" id="{2A89362C-1B64-3D4E-3420-520C639544C9}"/>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244" name="Freeform 243">
              <a:extLst>
                <a:ext uri="{FF2B5EF4-FFF2-40B4-BE49-F238E27FC236}">
                  <a16:creationId xmlns:a16="http://schemas.microsoft.com/office/drawing/2014/main" id="{4ACF69B5-B2AD-95EF-C08D-0CAF0502C7E1}"/>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239" name="Freeform 238">
            <a:extLst>
              <a:ext uri="{FF2B5EF4-FFF2-40B4-BE49-F238E27FC236}">
                <a16:creationId xmlns:a16="http://schemas.microsoft.com/office/drawing/2014/main" id="{F75AC0AD-AC91-77CC-31A7-60B0FADEFA95}"/>
              </a:ext>
            </a:extLst>
          </p:cNvPr>
          <p:cNvSpPr>
            <a:spLocks noChangeAspect="1"/>
          </p:cNvSpPr>
          <p:nvPr/>
        </p:nvSpPr>
        <p:spPr>
          <a:xfrm>
            <a:off x="13875774" y="10009942"/>
            <a:ext cx="520390" cy="384871"/>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grpSp>
        <p:nvGrpSpPr>
          <p:cNvPr id="235" name="Group 234">
            <a:extLst>
              <a:ext uri="{FF2B5EF4-FFF2-40B4-BE49-F238E27FC236}">
                <a16:creationId xmlns:a16="http://schemas.microsoft.com/office/drawing/2014/main" id="{638FA79B-FA98-FAE7-60C3-602041197A08}"/>
              </a:ext>
            </a:extLst>
          </p:cNvPr>
          <p:cNvGrpSpPr>
            <a:grpSpLocks noChangeAspect="1"/>
          </p:cNvGrpSpPr>
          <p:nvPr/>
        </p:nvGrpSpPr>
        <p:grpSpPr>
          <a:xfrm>
            <a:off x="14283178" y="10282524"/>
            <a:ext cx="225966" cy="225972"/>
            <a:chOff x="13101551" y="8515847"/>
            <a:chExt cx="1828800" cy="1828850"/>
          </a:xfrm>
        </p:grpSpPr>
        <p:sp>
          <p:nvSpPr>
            <p:cNvPr id="236" name="Oval 235">
              <a:extLst>
                <a:ext uri="{FF2B5EF4-FFF2-40B4-BE49-F238E27FC236}">
                  <a16:creationId xmlns:a16="http://schemas.microsoft.com/office/drawing/2014/main" id="{3690165D-59E3-4DCF-A234-47E84C92D7F3}"/>
                </a:ext>
              </a:extLst>
            </p:cNvPr>
            <p:cNvSpPr/>
            <p:nvPr/>
          </p:nvSpPr>
          <p:spPr bwMode="auto">
            <a:xfrm>
              <a:off x="13101551" y="8515872"/>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37" name="Freeform 236">
              <a:extLst>
                <a:ext uri="{FF2B5EF4-FFF2-40B4-BE49-F238E27FC236}">
                  <a16:creationId xmlns:a16="http://schemas.microsoft.com/office/drawing/2014/main" id="{7B047152-9724-90B4-09F7-9FAF7974E8A2}"/>
                </a:ext>
              </a:extLst>
            </p:cNvPr>
            <p:cNvSpPr>
              <a:spLocks noChangeAspect="1"/>
            </p:cNvSpPr>
            <p:nvPr/>
          </p:nvSpPr>
          <p:spPr>
            <a:xfrm rot="2735293">
              <a:off x="13101526" y="8515872"/>
              <a:ext cx="1828850" cy="1828800"/>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grpSp>
      <p:sp>
        <p:nvSpPr>
          <p:cNvPr id="233" name="Freeform 232">
            <a:extLst>
              <a:ext uri="{FF2B5EF4-FFF2-40B4-BE49-F238E27FC236}">
                <a16:creationId xmlns:a16="http://schemas.microsoft.com/office/drawing/2014/main" id="{8A028EAA-0FDE-DA7A-1D04-45FDB9EF9F7B}"/>
              </a:ext>
            </a:extLst>
          </p:cNvPr>
          <p:cNvSpPr>
            <a:spLocks noChangeAspect="1"/>
          </p:cNvSpPr>
          <p:nvPr/>
        </p:nvSpPr>
        <p:spPr>
          <a:xfrm>
            <a:off x="13875360" y="9465295"/>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228" name="Group 227">
            <a:extLst>
              <a:ext uri="{FF2B5EF4-FFF2-40B4-BE49-F238E27FC236}">
                <a16:creationId xmlns:a16="http://schemas.microsoft.com/office/drawing/2014/main" id="{EDDED223-1490-7020-D963-51B5690738DC}"/>
              </a:ext>
            </a:extLst>
          </p:cNvPr>
          <p:cNvGrpSpPr>
            <a:grpSpLocks noChangeAspect="1"/>
          </p:cNvGrpSpPr>
          <p:nvPr/>
        </p:nvGrpSpPr>
        <p:grpSpPr>
          <a:xfrm>
            <a:off x="14284413" y="9737180"/>
            <a:ext cx="225973" cy="225973"/>
            <a:chOff x="17041132" y="4333101"/>
            <a:chExt cx="1828800" cy="1828800"/>
          </a:xfrm>
        </p:grpSpPr>
        <p:sp>
          <p:nvSpPr>
            <p:cNvPr id="229" name="Oval 228">
              <a:extLst>
                <a:ext uri="{FF2B5EF4-FFF2-40B4-BE49-F238E27FC236}">
                  <a16:creationId xmlns:a16="http://schemas.microsoft.com/office/drawing/2014/main" id="{E80FA7D0-29E1-2F13-D170-4006C6F924EA}"/>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30" name="TextBox 229">
              <a:extLst>
                <a:ext uri="{FF2B5EF4-FFF2-40B4-BE49-F238E27FC236}">
                  <a16:creationId xmlns:a16="http://schemas.microsoft.com/office/drawing/2014/main" id="{14940568-26D4-8990-CDFB-44AF953FD1ED}"/>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231" name="Freeform 230">
              <a:extLst>
                <a:ext uri="{FF2B5EF4-FFF2-40B4-BE49-F238E27FC236}">
                  <a16:creationId xmlns:a16="http://schemas.microsoft.com/office/drawing/2014/main" id="{20E24A70-96C5-D8E8-B38C-9E22E9FCABE0}"/>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226" name="Freeform 225">
            <a:extLst>
              <a:ext uri="{FF2B5EF4-FFF2-40B4-BE49-F238E27FC236}">
                <a16:creationId xmlns:a16="http://schemas.microsoft.com/office/drawing/2014/main" id="{CD3572DD-305D-5E5F-A5E5-D4033B5950FF}"/>
              </a:ext>
            </a:extLst>
          </p:cNvPr>
          <p:cNvSpPr>
            <a:spLocks noChangeAspect="1"/>
          </p:cNvSpPr>
          <p:nvPr/>
        </p:nvSpPr>
        <p:spPr>
          <a:xfrm>
            <a:off x="13875360" y="8919025"/>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221" name="Group 220">
            <a:extLst>
              <a:ext uri="{FF2B5EF4-FFF2-40B4-BE49-F238E27FC236}">
                <a16:creationId xmlns:a16="http://schemas.microsoft.com/office/drawing/2014/main" id="{8EA25CEC-9F75-BC7C-DF8B-74ECD8DC6866}"/>
              </a:ext>
            </a:extLst>
          </p:cNvPr>
          <p:cNvGrpSpPr>
            <a:grpSpLocks noChangeAspect="1"/>
          </p:cNvGrpSpPr>
          <p:nvPr/>
        </p:nvGrpSpPr>
        <p:grpSpPr>
          <a:xfrm>
            <a:off x="14284413" y="9190910"/>
            <a:ext cx="225973" cy="225973"/>
            <a:chOff x="17041132" y="4333101"/>
            <a:chExt cx="1828800" cy="1828800"/>
          </a:xfrm>
        </p:grpSpPr>
        <p:sp>
          <p:nvSpPr>
            <p:cNvPr id="222" name="Oval 221">
              <a:extLst>
                <a:ext uri="{FF2B5EF4-FFF2-40B4-BE49-F238E27FC236}">
                  <a16:creationId xmlns:a16="http://schemas.microsoft.com/office/drawing/2014/main" id="{FCCFC713-F91E-ACDE-CB63-2913F0CDECF3}"/>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23" name="TextBox 222">
              <a:extLst>
                <a:ext uri="{FF2B5EF4-FFF2-40B4-BE49-F238E27FC236}">
                  <a16:creationId xmlns:a16="http://schemas.microsoft.com/office/drawing/2014/main" id="{1051FD9C-F362-0361-1425-5CE2FA6888A8}"/>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224" name="Freeform 223">
              <a:extLst>
                <a:ext uri="{FF2B5EF4-FFF2-40B4-BE49-F238E27FC236}">
                  <a16:creationId xmlns:a16="http://schemas.microsoft.com/office/drawing/2014/main" id="{9D89F3D9-6118-CC55-FCB9-2E03C5DF1726}"/>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216" name="Oval 215">
            <a:extLst>
              <a:ext uri="{FF2B5EF4-FFF2-40B4-BE49-F238E27FC236}">
                <a16:creationId xmlns:a16="http://schemas.microsoft.com/office/drawing/2014/main" id="{19A8567C-A807-8E88-B581-702AB9262BD0}"/>
              </a:ext>
            </a:extLst>
          </p:cNvPr>
          <p:cNvSpPr/>
          <p:nvPr/>
        </p:nvSpPr>
        <p:spPr bwMode="auto">
          <a:xfrm>
            <a:off x="15028895" y="10282525"/>
            <a:ext cx="225967" cy="225967"/>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17" name="Freeform 216">
            <a:extLst>
              <a:ext uri="{FF2B5EF4-FFF2-40B4-BE49-F238E27FC236}">
                <a16:creationId xmlns:a16="http://schemas.microsoft.com/office/drawing/2014/main" id="{5291BD87-75E3-F479-BA4A-51443D6C5669}"/>
              </a:ext>
            </a:extLst>
          </p:cNvPr>
          <p:cNvSpPr>
            <a:spLocks noChangeAspect="1"/>
          </p:cNvSpPr>
          <p:nvPr/>
        </p:nvSpPr>
        <p:spPr>
          <a:xfrm rot="2735293">
            <a:off x="15028891" y="10282527"/>
            <a:ext cx="225973" cy="225967"/>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sp>
        <p:nvSpPr>
          <p:cNvPr id="213" name="Freeform 212">
            <a:extLst>
              <a:ext uri="{FF2B5EF4-FFF2-40B4-BE49-F238E27FC236}">
                <a16:creationId xmlns:a16="http://schemas.microsoft.com/office/drawing/2014/main" id="{D3FEC6F1-2C60-DF90-05DC-8D15C6A748D3}"/>
              </a:ext>
            </a:extLst>
          </p:cNvPr>
          <p:cNvSpPr>
            <a:spLocks noChangeAspect="1"/>
          </p:cNvSpPr>
          <p:nvPr/>
        </p:nvSpPr>
        <p:spPr>
          <a:xfrm>
            <a:off x="15367204" y="10010639"/>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208" name="Group 207">
            <a:extLst>
              <a:ext uri="{FF2B5EF4-FFF2-40B4-BE49-F238E27FC236}">
                <a16:creationId xmlns:a16="http://schemas.microsoft.com/office/drawing/2014/main" id="{5D767CA9-6B60-9ED3-C15A-2467A70BADD3}"/>
              </a:ext>
            </a:extLst>
          </p:cNvPr>
          <p:cNvGrpSpPr>
            <a:grpSpLocks noChangeAspect="1"/>
          </p:cNvGrpSpPr>
          <p:nvPr/>
        </p:nvGrpSpPr>
        <p:grpSpPr>
          <a:xfrm>
            <a:off x="15776257" y="10282524"/>
            <a:ext cx="225973" cy="225973"/>
            <a:chOff x="17041132" y="4333101"/>
            <a:chExt cx="1828800" cy="1828800"/>
          </a:xfrm>
        </p:grpSpPr>
        <p:sp>
          <p:nvSpPr>
            <p:cNvPr id="209" name="Oval 208">
              <a:extLst>
                <a:ext uri="{FF2B5EF4-FFF2-40B4-BE49-F238E27FC236}">
                  <a16:creationId xmlns:a16="http://schemas.microsoft.com/office/drawing/2014/main" id="{010E8355-88E7-2EEB-B844-83F8728B8F71}"/>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10" name="TextBox 209">
              <a:extLst>
                <a:ext uri="{FF2B5EF4-FFF2-40B4-BE49-F238E27FC236}">
                  <a16:creationId xmlns:a16="http://schemas.microsoft.com/office/drawing/2014/main" id="{BB99A5D5-1CF8-287B-027A-1F16D13375F1}"/>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211" name="Freeform 210">
              <a:extLst>
                <a:ext uri="{FF2B5EF4-FFF2-40B4-BE49-F238E27FC236}">
                  <a16:creationId xmlns:a16="http://schemas.microsoft.com/office/drawing/2014/main" id="{4E63CA7B-4D7B-CA4F-92AC-59E6CC226399}"/>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206" name="Freeform 205">
            <a:extLst>
              <a:ext uri="{FF2B5EF4-FFF2-40B4-BE49-F238E27FC236}">
                <a16:creationId xmlns:a16="http://schemas.microsoft.com/office/drawing/2014/main" id="{E4C67AC0-869A-E0C8-E9D1-BE7A14E9275E}"/>
              </a:ext>
            </a:extLst>
          </p:cNvPr>
          <p:cNvSpPr>
            <a:spLocks noChangeAspect="1"/>
          </p:cNvSpPr>
          <p:nvPr/>
        </p:nvSpPr>
        <p:spPr>
          <a:xfrm>
            <a:off x="15367619" y="9465295"/>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201" name="Group 200">
            <a:extLst>
              <a:ext uri="{FF2B5EF4-FFF2-40B4-BE49-F238E27FC236}">
                <a16:creationId xmlns:a16="http://schemas.microsoft.com/office/drawing/2014/main" id="{AAE5BA30-6F95-EBB4-532D-D7E4D5AED5FE}"/>
              </a:ext>
            </a:extLst>
          </p:cNvPr>
          <p:cNvGrpSpPr>
            <a:grpSpLocks noChangeAspect="1"/>
          </p:cNvGrpSpPr>
          <p:nvPr/>
        </p:nvGrpSpPr>
        <p:grpSpPr>
          <a:xfrm>
            <a:off x="15776672" y="9737180"/>
            <a:ext cx="225973" cy="225973"/>
            <a:chOff x="17041132" y="4333101"/>
            <a:chExt cx="1828800" cy="1828800"/>
          </a:xfrm>
        </p:grpSpPr>
        <p:sp>
          <p:nvSpPr>
            <p:cNvPr id="202" name="Oval 201">
              <a:extLst>
                <a:ext uri="{FF2B5EF4-FFF2-40B4-BE49-F238E27FC236}">
                  <a16:creationId xmlns:a16="http://schemas.microsoft.com/office/drawing/2014/main" id="{2856EEB9-1F49-0E51-239D-7C0AB9017D11}"/>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03" name="TextBox 202">
              <a:extLst>
                <a:ext uri="{FF2B5EF4-FFF2-40B4-BE49-F238E27FC236}">
                  <a16:creationId xmlns:a16="http://schemas.microsoft.com/office/drawing/2014/main" id="{CBA9CBB6-0AAA-7674-8D00-7BEE953865B8}"/>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204" name="Freeform 203">
              <a:extLst>
                <a:ext uri="{FF2B5EF4-FFF2-40B4-BE49-F238E27FC236}">
                  <a16:creationId xmlns:a16="http://schemas.microsoft.com/office/drawing/2014/main" id="{7266CB81-9C59-A184-C8BC-5CC408115B24}"/>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199" name="Freeform 198">
            <a:extLst>
              <a:ext uri="{FF2B5EF4-FFF2-40B4-BE49-F238E27FC236}">
                <a16:creationId xmlns:a16="http://schemas.microsoft.com/office/drawing/2014/main" id="{5DD9AD91-5E44-1634-E7BB-A550CBE8365C}"/>
              </a:ext>
            </a:extLst>
          </p:cNvPr>
          <p:cNvSpPr>
            <a:spLocks noChangeAspect="1"/>
          </p:cNvSpPr>
          <p:nvPr/>
        </p:nvSpPr>
        <p:spPr>
          <a:xfrm>
            <a:off x="15369275" y="8918329"/>
            <a:ext cx="520390" cy="384871"/>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grpSp>
        <p:nvGrpSpPr>
          <p:cNvPr id="195" name="Group 194">
            <a:extLst>
              <a:ext uri="{FF2B5EF4-FFF2-40B4-BE49-F238E27FC236}">
                <a16:creationId xmlns:a16="http://schemas.microsoft.com/office/drawing/2014/main" id="{D5D90D0C-3566-CB00-41B0-8EC76965BC11}"/>
              </a:ext>
            </a:extLst>
          </p:cNvPr>
          <p:cNvGrpSpPr>
            <a:grpSpLocks noChangeAspect="1"/>
          </p:cNvGrpSpPr>
          <p:nvPr/>
        </p:nvGrpSpPr>
        <p:grpSpPr>
          <a:xfrm>
            <a:off x="15776679" y="9190911"/>
            <a:ext cx="225966" cy="225972"/>
            <a:chOff x="13101551" y="8515847"/>
            <a:chExt cx="1828800" cy="1828850"/>
          </a:xfrm>
        </p:grpSpPr>
        <p:sp>
          <p:nvSpPr>
            <p:cNvPr id="196" name="Oval 195">
              <a:extLst>
                <a:ext uri="{FF2B5EF4-FFF2-40B4-BE49-F238E27FC236}">
                  <a16:creationId xmlns:a16="http://schemas.microsoft.com/office/drawing/2014/main" id="{53A81927-A8A2-86EF-7C30-DBFE49F96C8A}"/>
                </a:ext>
              </a:extLst>
            </p:cNvPr>
            <p:cNvSpPr/>
            <p:nvPr/>
          </p:nvSpPr>
          <p:spPr bwMode="auto">
            <a:xfrm>
              <a:off x="13101551" y="8515872"/>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197" name="Freeform 196">
              <a:extLst>
                <a:ext uri="{FF2B5EF4-FFF2-40B4-BE49-F238E27FC236}">
                  <a16:creationId xmlns:a16="http://schemas.microsoft.com/office/drawing/2014/main" id="{01161840-FE10-AA01-0DAF-42F0AD8319A0}"/>
                </a:ext>
              </a:extLst>
            </p:cNvPr>
            <p:cNvSpPr>
              <a:spLocks noChangeAspect="1"/>
            </p:cNvSpPr>
            <p:nvPr/>
          </p:nvSpPr>
          <p:spPr>
            <a:xfrm rot="2735293">
              <a:off x="13101526" y="8515872"/>
              <a:ext cx="1828850" cy="1828800"/>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grpSp>
      <p:sp>
        <p:nvSpPr>
          <p:cNvPr id="125" name="Oval 124">
            <a:extLst>
              <a:ext uri="{FF2B5EF4-FFF2-40B4-BE49-F238E27FC236}">
                <a16:creationId xmlns:a16="http://schemas.microsoft.com/office/drawing/2014/main" id="{A201897B-A540-F461-9583-F87B79A717DB}"/>
              </a:ext>
            </a:extLst>
          </p:cNvPr>
          <p:cNvSpPr/>
          <p:nvPr/>
        </p:nvSpPr>
        <p:spPr bwMode="auto">
          <a:xfrm>
            <a:off x="16523629" y="10282524"/>
            <a:ext cx="225973" cy="225973"/>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126" name="TextBox 125">
            <a:extLst>
              <a:ext uri="{FF2B5EF4-FFF2-40B4-BE49-F238E27FC236}">
                <a16:creationId xmlns:a16="http://schemas.microsoft.com/office/drawing/2014/main" id="{CFAD7789-5FF4-33BA-9C2A-867D0B33EAC7}"/>
              </a:ext>
            </a:extLst>
          </p:cNvPr>
          <p:cNvSpPr txBox="1"/>
          <p:nvPr/>
        </p:nvSpPr>
        <p:spPr>
          <a:xfrm>
            <a:off x="16636616" y="1039551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127" name="Freeform 126">
            <a:extLst>
              <a:ext uri="{FF2B5EF4-FFF2-40B4-BE49-F238E27FC236}">
                <a16:creationId xmlns:a16="http://schemas.microsoft.com/office/drawing/2014/main" id="{8FF1403D-A82C-F71C-70A9-E88E2BE228E8}"/>
              </a:ext>
            </a:extLst>
          </p:cNvPr>
          <p:cNvSpPr>
            <a:spLocks noChangeAspect="1"/>
          </p:cNvSpPr>
          <p:nvPr/>
        </p:nvSpPr>
        <p:spPr>
          <a:xfrm>
            <a:off x="16523629" y="10282524"/>
            <a:ext cx="225973" cy="225973"/>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sp>
        <p:nvSpPr>
          <p:cNvPr id="122" name="Freeform 121">
            <a:extLst>
              <a:ext uri="{FF2B5EF4-FFF2-40B4-BE49-F238E27FC236}">
                <a16:creationId xmlns:a16="http://schemas.microsoft.com/office/drawing/2014/main" id="{A8B9C876-899E-1B71-0F0D-2B11E51800A9}"/>
              </a:ext>
            </a:extLst>
          </p:cNvPr>
          <p:cNvSpPr>
            <a:spLocks noChangeAspect="1"/>
          </p:cNvSpPr>
          <p:nvPr/>
        </p:nvSpPr>
        <p:spPr>
          <a:xfrm>
            <a:off x="16114576" y="9465295"/>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117" name="Group 116">
            <a:extLst>
              <a:ext uri="{FF2B5EF4-FFF2-40B4-BE49-F238E27FC236}">
                <a16:creationId xmlns:a16="http://schemas.microsoft.com/office/drawing/2014/main" id="{36B87C2D-6136-01EF-C6E4-7EC852B15DC2}"/>
              </a:ext>
            </a:extLst>
          </p:cNvPr>
          <p:cNvGrpSpPr>
            <a:grpSpLocks noChangeAspect="1"/>
          </p:cNvGrpSpPr>
          <p:nvPr/>
        </p:nvGrpSpPr>
        <p:grpSpPr>
          <a:xfrm>
            <a:off x="16523629" y="9737180"/>
            <a:ext cx="225973" cy="225973"/>
            <a:chOff x="17041132" y="4333101"/>
            <a:chExt cx="1828800" cy="1828800"/>
          </a:xfrm>
        </p:grpSpPr>
        <p:sp>
          <p:nvSpPr>
            <p:cNvPr id="118" name="Oval 117">
              <a:extLst>
                <a:ext uri="{FF2B5EF4-FFF2-40B4-BE49-F238E27FC236}">
                  <a16:creationId xmlns:a16="http://schemas.microsoft.com/office/drawing/2014/main" id="{B19FDCF0-8C47-EAA3-AD3A-38886ABEF649}"/>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119" name="TextBox 118">
              <a:extLst>
                <a:ext uri="{FF2B5EF4-FFF2-40B4-BE49-F238E27FC236}">
                  <a16:creationId xmlns:a16="http://schemas.microsoft.com/office/drawing/2014/main" id="{452C28BE-D3F3-A47F-F09B-0F2BBD80E176}"/>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120" name="Freeform 119">
              <a:extLst>
                <a:ext uri="{FF2B5EF4-FFF2-40B4-BE49-F238E27FC236}">
                  <a16:creationId xmlns:a16="http://schemas.microsoft.com/office/drawing/2014/main" id="{74A07730-2B3F-9025-D00D-B827160E97BC}"/>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115" name="Freeform 114">
            <a:extLst>
              <a:ext uri="{FF2B5EF4-FFF2-40B4-BE49-F238E27FC236}">
                <a16:creationId xmlns:a16="http://schemas.microsoft.com/office/drawing/2014/main" id="{FC96A2DF-33D3-4305-67BC-FED3507CD910}"/>
              </a:ext>
            </a:extLst>
          </p:cNvPr>
          <p:cNvSpPr>
            <a:spLocks noChangeAspect="1"/>
          </p:cNvSpPr>
          <p:nvPr/>
        </p:nvSpPr>
        <p:spPr>
          <a:xfrm>
            <a:off x="16114576" y="8919025"/>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110" name="Group 109">
            <a:extLst>
              <a:ext uri="{FF2B5EF4-FFF2-40B4-BE49-F238E27FC236}">
                <a16:creationId xmlns:a16="http://schemas.microsoft.com/office/drawing/2014/main" id="{268AB56B-CEC2-7B05-26B9-1B8892033381}"/>
              </a:ext>
            </a:extLst>
          </p:cNvPr>
          <p:cNvGrpSpPr>
            <a:grpSpLocks noChangeAspect="1"/>
          </p:cNvGrpSpPr>
          <p:nvPr/>
        </p:nvGrpSpPr>
        <p:grpSpPr>
          <a:xfrm>
            <a:off x="16523629" y="9190910"/>
            <a:ext cx="225973" cy="225973"/>
            <a:chOff x="17041132" y="4333101"/>
            <a:chExt cx="1828800" cy="1828800"/>
          </a:xfrm>
        </p:grpSpPr>
        <p:sp>
          <p:nvSpPr>
            <p:cNvPr id="111" name="Oval 110">
              <a:extLst>
                <a:ext uri="{FF2B5EF4-FFF2-40B4-BE49-F238E27FC236}">
                  <a16:creationId xmlns:a16="http://schemas.microsoft.com/office/drawing/2014/main" id="{09F2F166-C918-D5DF-65B9-DABB2393DE50}"/>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112" name="TextBox 111">
              <a:extLst>
                <a:ext uri="{FF2B5EF4-FFF2-40B4-BE49-F238E27FC236}">
                  <a16:creationId xmlns:a16="http://schemas.microsoft.com/office/drawing/2014/main" id="{E0AAFA3D-BA1E-7A9C-02EE-06C0937D145E}"/>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113" name="Freeform 112">
              <a:extLst>
                <a:ext uri="{FF2B5EF4-FFF2-40B4-BE49-F238E27FC236}">
                  <a16:creationId xmlns:a16="http://schemas.microsoft.com/office/drawing/2014/main" id="{44014AB1-D6D2-3BE2-17A6-F93EA8604A87}"/>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108" name="Freeform 107">
            <a:extLst>
              <a:ext uri="{FF2B5EF4-FFF2-40B4-BE49-F238E27FC236}">
                <a16:creationId xmlns:a16="http://schemas.microsoft.com/office/drawing/2014/main" id="{78D02A5E-93F1-A966-DF82-72B95A3ACB6B}"/>
              </a:ext>
            </a:extLst>
          </p:cNvPr>
          <p:cNvSpPr>
            <a:spLocks noChangeAspect="1"/>
          </p:cNvSpPr>
          <p:nvPr/>
        </p:nvSpPr>
        <p:spPr>
          <a:xfrm>
            <a:off x="13130058" y="8918329"/>
            <a:ext cx="520390" cy="384871"/>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grpSp>
        <p:nvGrpSpPr>
          <p:cNvPr id="104" name="Group 103">
            <a:extLst>
              <a:ext uri="{FF2B5EF4-FFF2-40B4-BE49-F238E27FC236}">
                <a16:creationId xmlns:a16="http://schemas.microsoft.com/office/drawing/2014/main" id="{6AA73A19-82DF-ADF9-7E17-724E9B6ED2EC}"/>
              </a:ext>
            </a:extLst>
          </p:cNvPr>
          <p:cNvGrpSpPr>
            <a:grpSpLocks noChangeAspect="1"/>
          </p:cNvGrpSpPr>
          <p:nvPr/>
        </p:nvGrpSpPr>
        <p:grpSpPr>
          <a:xfrm>
            <a:off x="13537462" y="9190911"/>
            <a:ext cx="225966" cy="225972"/>
            <a:chOff x="13101551" y="8515847"/>
            <a:chExt cx="1828800" cy="1828850"/>
          </a:xfrm>
        </p:grpSpPr>
        <p:sp>
          <p:nvSpPr>
            <p:cNvPr id="105" name="Oval 104">
              <a:extLst>
                <a:ext uri="{FF2B5EF4-FFF2-40B4-BE49-F238E27FC236}">
                  <a16:creationId xmlns:a16="http://schemas.microsoft.com/office/drawing/2014/main" id="{9A8F5ED7-C6BF-88C5-58D6-D7EA1AF08D2E}"/>
                </a:ext>
              </a:extLst>
            </p:cNvPr>
            <p:cNvSpPr/>
            <p:nvPr/>
          </p:nvSpPr>
          <p:spPr bwMode="auto">
            <a:xfrm>
              <a:off x="13101551" y="8515872"/>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106" name="Freeform 105">
              <a:extLst>
                <a:ext uri="{FF2B5EF4-FFF2-40B4-BE49-F238E27FC236}">
                  <a16:creationId xmlns:a16="http://schemas.microsoft.com/office/drawing/2014/main" id="{5149C484-8F2E-16B5-A594-F820FEDBD13F}"/>
                </a:ext>
              </a:extLst>
            </p:cNvPr>
            <p:cNvSpPr>
              <a:spLocks noChangeAspect="1"/>
            </p:cNvSpPr>
            <p:nvPr/>
          </p:nvSpPr>
          <p:spPr>
            <a:xfrm rot="2735293">
              <a:off x="13101526" y="8515872"/>
              <a:ext cx="1828850" cy="1828800"/>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grpSp>
      <p:sp>
        <p:nvSpPr>
          <p:cNvPr id="102" name="Freeform 101">
            <a:extLst>
              <a:ext uri="{FF2B5EF4-FFF2-40B4-BE49-F238E27FC236}">
                <a16:creationId xmlns:a16="http://schemas.microsoft.com/office/drawing/2014/main" id="{335987B8-8413-2AE9-2726-D5D806E4A9ED}"/>
              </a:ext>
            </a:extLst>
          </p:cNvPr>
          <p:cNvSpPr>
            <a:spLocks noChangeAspect="1"/>
          </p:cNvSpPr>
          <p:nvPr/>
        </p:nvSpPr>
        <p:spPr>
          <a:xfrm>
            <a:off x="13130058" y="9464598"/>
            <a:ext cx="520390" cy="384871"/>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FF0000"/>
          </a:solidFill>
          <a:ln w="122337" cap="flat">
            <a:noFill/>
            <a:prstDash val="solid"/>
            <a:miter/>
          </a:ln>
        </p:spPr>
        <p:txBody>
          <a:bodyPr rtlCol="0" anchor="ctr"/>
          <a:lstStyle/>
          <a:p>
            <a:endParaRPr lang="en-US"/>
          </a:p>
        </p:txBody>
      </p:sp>
      <p:grpSp>
        <p:nvGrpSpPr>
          <p:cNvPr id="98" name="Group 97">
            <a:extLst>
              <a:ext uri="{FF2B5EF4-FFF2-40B4-BE49-F238E27FC236}">
                <a16:creationId xmlns:a16="http://schemas.microsoft.com/office/drawing/2014/main" id="{B5359369-0394-2FDD-AB57-4F059EA77557}"/>
              </a:ext>
            </a:extLst>
          </p:cNvPr>
          <p:cNvGrpSpPr>
            <a:grpSpLocks noChangeAspect="1"/>
          </p:cNvGrpSpPr>
          <p:nvPr/>
        </p:nvGrpSpPr>
        <p:grpSpPr>
          <a:xfrm>
            <a:off x="13537462" y="9737180"/>
            <a:ext cx="225966" cy="225972"/>
            <a:chOff x="13101551" y="8515847"/>
            <a:chExt cx="1828800" cy="1828850"/>
          </a:xfrm>
        </p:grpSpPr>
        <p:sp>
          <p:nvSpPr>
            <p:cNvPr id="99" name="Oval 98">
              <a:extLst>
                <a:ext uri="{FF2B5EF4-FFF2-40B4-BE49-F238E27FC236}">
                  <a16:creationId xmlns:a16="http://schemas.microsoft.com/office/drawing/2014/main" id="{9E3E279E-A392-B621-897C-A2E81D87E9C6}"/>
                </a:ext>
              </a:extLst>
            </p:cNvPr>
            <p:cNvSpPr/>
            <p:nvPr/>
          </p:nvSpPr>
          <p:spPr bwMode="auto">
            <a:xfrm>
              <a:off x="13101551" y="8515872"/>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100" name="Freeform 99">
              <a:extLst>
                <a:ext uri="{FF2B5EF4-FFF2-40B4-BE49-F238E27FC236}">
                  <a16:creationId xmlns:a16="http://schemas.microsoft.com/office/drawing/2014/main" id="{880BB146-789A-3B61-9A23-6A2F77FBF362}"/>
                </a:ext>
              </a:extLst>
            </p:cNvPr>
            <p:cNvSpPr>
              <a:spLocks noChangeAspect="1"/>
            </p:cNvSpPr>
            <p:nvPr/>
          </p:nvSpPr>
          <p:spPr>
            <a:xfrm rot="2735293">
              <a:off x="13101526" y="8515872"/>
              <a:ext cx="1828850" cy="1828800"/>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grpSp>
      <p:sp>
        <p:nvSpPr>
          <p:cNvPr id="96" name="Freeform 95">
            <a:extLst>
              <a:ext uri="{FF2B5EF4-FFF2-40B4-BE49-F238E27FC236}">
                <a16:creationId xmlns:a16="http://schemas.microsoft.com/office/drawing/2014/main" id="{2084956A-4B7F-2A80-DC7B-1DA2AC028654}"/>
              </a:ext>
            </a:extLst>
          </p:cNvPr>
          <p:cNvSpPr>
            <a:spLocks noChangeAspect="1"/>
          </p:cNvSpPr>
          <p:nvPr/>
        </p:nvSpPr>
        <p:spPr>
          <a:xfrm>
            <a:off x="13128402" y="10010639"/>
            <a:ext cx="520390" cy="38487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0B050"/>
          </a:solidFill>
          <a:ln w="122337" cap="flat">
            <a:noFill/>
            <a:prstDash val="solid"/>
            <a:miter/>
          </a:ln>
        </p:spPr>
        <p:txBody>
          <a:bodyPr rtlCol="0" anchor="ctr"/>
          <a:lstStyle/>
          <a:p>
            <a:endParaRPr lang="en-US"/>
          </a:p>
        </p:txBody>
      </p:sp>
      <p:grpSp>
        <p:nvGrpSpPr>
          <p:cNvPr id="91" name="Group 90">
            <a:extLst>
              <a:ext uri="{FF2B5EF4-FFF2-40B4-BE49-F238E27FC236}">
                <a16:creationId xmlns:a16="http://schemas.microsoft.com/office/drawing/2014/main" id="{F0894E25-2C15-E70B-8DC3-6D2CD9B64145}"/>
              </a:ext>
            </a:extLst>
          </p:cNvPr>
          <p:cNvGrpSpPr>
            <a:grpSpLocks noChangeAspect="1"/>
          </p:cNvGrpSpPr>
          <p:nvPr/>
        </p:nvGrpSpPr>
        <p:grpSpPr>
          <a:xfrm>
            <a:off x="13537455" y="10282524"/>
            <a:ext cx="225973" cy="225973"/>
            <a:chOff x="17041132" y="4333101"/>
            <a:chExt cx="1828800" cy="1828800"/>
          </a:xfrm>
        </p:grpSpPr>
        <p:sp>
          <p:nvSpPr>
            <p:cNvPr id="92" name="Oval 91">
              <a:extLst>
                <a:ext uri="{FF2B5EF4-FFF2-40B4-BE49-F238E27FC236}">
                  <a16:creationId xmlns:a16="http://schemas.microsoft.com/office/drawing/2014/main" id="{8BEDC05A-84CC-1D70-0299-B5EF0FB3D3A2}"/>
                </a:ext>
              </a:extLst>
            </p:cNvPr>
            <p:cNvSpPr/>
            <p:nvPr/>
          </p:nvSpPr>
          <p:spPr bwMode="auto">
            <a:xfrm>
              <a:off x="17041132" y="4333101"/>
              <a:ext cx="1828800" cy="1828800"/>
            </a:xfrm>
            <a:prstGeom prst="ellipse">
              <a:avLst/>
            </a:prstGeom>
            <a:solidFill>
              <a:schemeClr val="bg1"/>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93" name="TextBox 92">
              <a:extLst>
                <a:ext uri="{FF2B5EF4-FFF2-40B4-BE49-F238E27FC236}">
                  <a16:creationId xmlns:a16="http://schemas.microsoft.com/office/drawing/2014/main" id="{78238647-1540-ECE9-4D0F-C924414B164D}"/>
                </a:ext>
              </a:extLst>
            </p:cNvPr>
            <p:cNvSpPr txBox="1"/>
            <p:nvPr/>
          </p:nvSpPr>
          <p:spPr>
            <a:xfrm>
              <a:off x="17955532" y="5247501"/>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94" name="Freeform 93">
              <a:extLst>
                <a:ext uri="{FF2B5EF4-FFF2-40B4-BE49-F238E27FC236}">
                  <a16:creationId xmlns:a16="http://schemas.microsoft.com/office/drawing/2014/main" id="{018519CB-242D-35B8-57FF-832F2319A710}"/>
                </a:ext>
              </a:extLst>
            </p:cNvPr>
            <p:cNvSpPr>
              <a:spLocks noChangeAspect="1"/>
            </p:cNvSpPr>
            <p:nvPr/>
          </p:nvSpPr>
          <p:spPr>
            <a:xfrm>
              <a:off x="17041132" y="4333101"/>
              <a:ext cx="1828800" cy="1828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grpSp>
      <p:sp>
        <p:nvSpPr>
          <p:cNvPr id="255" name="TextBox 254">
            <a:extLst>
              <a:ext uri="{FF2B5EF4-FFF2-40B4-BE49-F238E27FC236}">
                <a16:creationId xmlns:a16="http://schemas.microsoft.com/office/drawing/2014/main" id="{ADB2DB59-1749-403B-FC8A-2BFBEBC1D766}"/>
              </a:ext>
            </a:extLst>
          </p:cNvPr>
          <p:cNvSpPr txBox="1"/>
          <p:nvPr/>
        </p:nvSpPr>
        <p:spPr>
          <a:xfrm>
            <a:off x="12945212" y="10701166"/>
            <a:ext cx="3896248" cy="892552"/>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Labeled historical data</a:t>
            </a:r>
          </a:p>
          <a:p>
            <a:pPr algn="ctr"/>
            <a:r>
              <a:rPr lang="en-US" sz="2400" i="1" dirty="0"/>
              <a:t>valid and spam emails</a:t>
            </a:r>
          </a:p>
        </p:txBody>
      </p:sp>
      <p:sp>
        <p:nvSpPr>
          <p:cNvPr id="256" name="Right Brace 255">
            <a:extLst>
              <a:ext uri="{FF2B5EF4-FFF2-40B4-BE49-F238E27FC236}">
                <a16:creationId xmlns:a16="http://schemas.microsoft.com/office/drawing/2014/main" id="{8DD8E1E9-18A2-E747-02F1-1FC3EA3CBE69}"/>
              </a:ext>
            </a:extLst>
          </p:cNvPr>
          <p:cNvSpPr/>
          <p:nvPr/>
        </p:nvSpPr>
        <p:spPr bwMode="auto">
          <a:xfrm>
            <a:off x="16869169" y="8767026"/>
            <a:ext cx="442513" cy="1846729"/>
          </a:xfrm>
          <a:prstGeom prst="rightBrace">
            <a:avLst/>
          </a:prstGeom>
          <a:ln w="254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cxnSp>
        <p:nvCxnSpPr>
          <p:cNvPr id="258" name="Straight Arrow Connector 257">
            <a:extLst>
              <a:ext uri="{FF2B5EF4-FFF2-40B4-BE49-F238E27FC236}">
                <a16:creationId xmlns:a16="http://schemas.microsoft.com/office/drawing/2014/main" id="{B91528D3-B4B0-A72A-0216-1713B1DC0DF0}"/>
              </a:ext>
            </a:extLst>
          </p:cNvPr>
          <p:cNvCxnSpPr>
            <a:cxnSpLocks/>
          </p:cNvCxnSpPr>
          <p:nvPr/>
        </p:nvCxnSpPr>
        <p:spPr bwMode="auto">
          <a:xfrm>
            <a:off x="18036305" y="9690390"/>
            <a:ext cx="2039112"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11" name="TextBox 10">
            <a:extLst>
              <a:ext uri="{FF2B5EF4-FFF2-40B4-BE49-F238E27FC236}">
                <a16:creationId xmlns:a16="http://schemas.microsoft.com/office/drawing/2014/main" id="{9566F681-A85C-7106-65EE-AD9228745851}"/>
              </a:ext>
            </a:extLst>
          </p:cNvPr>
          <p:cNvSpPr txBox="1"/>
          <p:nvPr/>
        </p:nvSpPr>
        <p:spPr>
          <a:xfrm>
            <a:off x="18859500" y="10722694"/>
            <a:ext cx="5112668" cy="52322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Machine learning algorithm</a:t>
            </a:r>
          </a:p>
        </p:txBody>
      </p:sp>
      <p:cxnSp>
        <p:nvCxnSpPr>
          <p:cNvPr id="13" name="Straight Arrow Connector 12">
            <a:extLst>
              <a:ext uri="{FF2B5EF4-FFF2-40B4-BE49-F238E27FC236}">
                <a16:creationId xmlns:a16="http://schemas.microsoft.com/office/drawing/2014/main" id="{0EDCEE2E-76E8-9446-75A6-17A6694FE5CA}"/>
              </a:ext>
            </a:extLst>
          </p:cNvPr>
          <p:cNvCxnSpPr>
            <a:cxnSpLocks/>
          </p:cNvCxnSpPr>
          <p:nvPr/>
        </p:nvCxnSpPr>
        <p:spPr bwMode="auto">
          <a:xfrm>
            <a:off x="14609135" y="5722209"/>
            <a:ext cx="1754056"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6" name="Freeform 5">
            <a:extLst>
              <a:ext uri="{FF2B5EF4-FFF2-40B4-BE49-F238E27FC236}">
                <a16:creationId xmlns:a16="http://schemas.microsoft.com/office/drawing/2014/main" id="{24703162-33DA-60BE-75E8-D2F2D45C9019}"/>
              </a:ext>
            </a:extLst>
          </p:cNvPr>
          <p:cNvSpPr/>
          <p:nvPr/>
        </p:nvSpPr>
        <p:spPr bwMode="auto">
          <a:xfrm>
            <a:off x="17622078" y="6887183"/>
            <a:ext cx="3834302" cy="2234930"/>
          </a:xfrm>
          <a:custGeom>
            <a:avLst/>
            <a:gdLst>
              <a:gd name="connsiteX0" fmla="*/ 3772138 w 3897436"/>
              <a:gd name="connsiteY0" fmla="*/ 2120630 h 2120630"/>
              <a:gd name="connsiteX1" fmla="*/ 3480308 w 3897436"/>
              <a:gd name="connsiteY1" fmla="*/ 894945 h 2120630"/>
              <a:gd name="connsiteX2" fmla="*/ 328546 w 3897436"/>
              <a:gd name="connsiteY2" fmla="*/ 1011677 h 2120630"/>
              <a:gd name="connsiteX3" fmla="*/ 75627 w 3897436"/>
              <a:gd name="connsiteY3" fmla="*/ 0 h 2120630"/>
              <a:gd name="connsiteX0" fmla="*/ 3702652 w 3819561"/>
              <a:gd name="connsiteY0" fmla="*/ 2120630 h 2120630"/>
              <a:gd name="connsiteX1" fmla="*/ 3410822 w 3819561"/>
              <a:gd name="connsiteY1" fmla="*/ 894945 h 2120630"/>
              <a:gd name="connsiteX2" fmla="*/ 414703 w 3819561"/>
              <a:gd name="connsiteY2" fmla="*/ 953311 h 2120630"/>
              <a:gd name="connsiteX3" fmla="*/ 6141 w 3819561"/>
              <a:gd name="connsiteY3" fmla="*/ 0 h 2120630"/>
              <a:gd name="connsiteX0" fmla="*/ 3702652 w 3733857"/>
              <a:gd name="connsiteY0" fmla="*/ 2120630 h 2120630"/>
              <a:gd name="connsiteX1" fmla="*/ 2943895 w 3733857"/>
              <a:gd name="connsiteY1" fmla="*/ 972766 h 2120630"/>
              <a:gd name="connsiteX2" fmla="*/ 414703 w 3733857"/>
              <a:gd name="connsiteY2" fmla="*/ 953311 h 2120630"/>
              <a:gd name="connsiteX3" fmla="*/ 6141 w 3733857"/>
              <a:gd name="connsiteY3" fmla="*/ 0 h 2120630"/>
              <a:gd name="connsiteX0" fmla="*/ 3702652 w 3707471"/>
              <a:gd name="connsiteY0" fmla="*/ 2120630 h 2120630"/>
              <a:gd name="connsiteX1" fmla="*/ 2943895 w 3707471"/>
              <a:gd name="connsiteY1" fmla="*/ 972766 h 2120630"/>
              <a:gd name="connsiteX2" fmla="*/ 414703 w 3707471"/>
              <a:gd name="connsiteY2" fmla="*/ 953311 h 2120630"/>
              <a:gd name="connsiteX3" fmla="*/ 6141 w 3707471"/>
              <a:gd name="connsiteY3" fmla="*/ 0 h 2120630"/>
              <a:gd name="connsiteX0" fmla="*/ 3702652 w 3711480"/>
              <a:gd name="connsiteY0" fmla="*/ 2120630 h 2120630"/>
              <a:gd name="connsiteX1" fmla="*/ 2943895 w 3711480"/>
              <a:gd name="connsiteY1" fmla="*/ 972766 h 2120630"/>
              <a:gd name="connsiteX2" fmla="*/ 414703 w 3711480"/>
              <a:gd name="connsiteY2" fmla="*/ 953311 h 2120630"/>
              <a:gd name="connsiteX3" fmla="*/ 6141 w 3711480"/>
              <a:gd name="connsiteY3" fmla="*/ 0 h 2120630"/>
              <a:gd name="connsiteX0" fmla="*/ 3702652 w 3707780"/>
              <a:gd name="connsiteY0" fmla="*/ 2120630 h 2120630"/>
              <a:gd name="connsiteX1" fmla="*/ 2943895 w 3707780"/>
              <a:gd name="connsiteY1" fmla="*/ 972766 h 2120630"/>
              <a:gd name="connsiteX2" fmla="*/ 414703 w 3707780"/>
              <a:gd name="connsiteY2" fmla="*/ 953311 h 2120630"/>
              <a:gd name="connsiteX3" fmla="*/ 6141 w 3707780"/>
              <a:gd name="connsiteY3" fmla="*/ 0 h 2120630"/>
              <a:gd name="connsiteX0" fmla="*/ 3702652 w 3705537"/>
              <a:gd name="connsiteY0" fmla="*/ 2120630 h 2120630"/>
              <a:gd name="connsiteX1" fmla="*/ 2943895 w 3705537"/>
              <a:gd name="connsiteY1" fmla="*/ 972766 h 2120630"/>
              <a:gd name="connsiteX2" fmla="*/ 414703 w 3705537"/>
              <a:gd name="connsiteY2" fmla="*/ 953311 h 2120630"/>
              <a:gd name="connsiteX3" fmla="*/ 6141 w 3705537"/>
              <a:gd name="connsiteY3" fmla="*/ 0 h 2120630"/>
              <a:gd name="connsiteX0" fmla="*/ 3702652 w 3707007"/>
              <a:gd name="connsiteY0" fmla="*/ 2120630 h 2120630"/>
              <a:gd name="connsiteX1" fmla="*/ 2943895 w 3707007"/>
              <a:gd name="connsiteY1" fmla="*/ 972766 h 2120630"/>
              <a:gd name="connsiteX2" fmla="*/ 414703 w 3707007"/>
              <a:gd name="connsiteY2" fmla="*/ 953311 h 2120630"/>
              <a:gd name="connsiteX3" fmla="*/ 6141 w 3707007"/>
              <a:gd name="connsiteY3" fmla="*/ 0 h 2120630"/>
              <a:gd name="connsiteX0" fmla="*/ 3702652 w 3706126"/>
              <a:gd name="connsiteY0" fmla="*/ 2120630 h 2120630"/>
              <a:gd name="connsiteX1" fmla="*/ 2811159 w 3706126"/>
              <a:gd name="connsiteY1" fmla="*/ 961705 h 2120630"/>
              <a:gd name="connsiteX2" fmla="*/ 414703 w 3706126"/>
              <a:gd name="connsiteY2" fmla="*/ 953311 h 2120630"/>
              <a:gd name="connsiteX3" fmla="*/ 6141 w 3706126"/>
              <a:gd name="connsiteY3" fmla="*/ 0 h 2120630"/>
              <a:gd name="connsiteX0" fmla="*/ 3702652 w 3706287"/>
              <a:gd name="connsiteY0" fmla="*/ 2120630 h 2120630"/>
              <a:gd name="connsiteX1" fmla="*/ 2811159 w 3706287"/>
              <a:gd name="connsiteY1" fmla="*/ 961705 h 2120630"/>
              <a:gd name="connsiteX2" fmla="*/ 414703 w 3706287"/>
              <a:gd name="connsiteY2" fmla="*/ 953311 h 2120630"/>
              <a:gd name="connsiteX3" fmla="*/ 6141 w 3706287"/>
              <a:gd name="connsiteY3" fmla="*/ 0 h 2120630"/>
              <a:gd name="connsiteX0" fmla="*/ 3836002 w 3840058"/>
              <a:gd name="connsiteY0" fmla="*/ 2234930 h 2234930"/>
              <a:gd name="connsiteX1" fmla="*/ 2811159 w 3840058"/>
              <a:gd name="connsiteY1" fmla="*/ 961705 h 2234930"/>
              <a:gd name="connsiteX2" fmla="*/ 414703 w 3840058"/>
              <a:gd name="connsiteY2" fmla="*/ 953311 h 2234930"/>
              <a:gd name="connsiteX3" fmla="*/ 6141 w 3840058"/>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4302 w 3834302"/>
              <a:gd name="connsiteY0" fmla="*/ 2234930 h 2234930"/>
              <a:gd name="connsiteX1" fmla="*/ 2809459 w 3834302"/>
              <a:gd name="connsiteY1" fmla="*/ 961705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3027995 w 3834302"/>
              <a:gd name="connsiteY1" fmla="*/ 1036467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8563"/>
              <a:gd name="connsiteY0" fmla="*/ 2234930 h 2234930"/>
              <a:gd name="connsiteX1" fmla="*/ 3430561 w 3838563"/>
              <a:gd name="connsiteY1" fmla="*/ 1065222 h 2234930"/>
              <a:gd name="connsiteX2" fmla="*/ 418753 w 3838563"/>
              <a:gd name="connsiteY2" fmla="*/ 930307 h 2234930"/>
              <a:gd name="connsiteX3" fmla="*/ 4441 w 3838563"/>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4668"/>
              <a:gd name="connsiteY0" fmla="*/ 2234930 h 2234930"/>
              <a:gd name="connsiteX1" fmla="*/ 3493821 w 3834668"/>
              <a:gd name="connsiteY1" fmla="*/ 1065222 h 2234930"/>
              <a:gd name="connsiteX2" fmla="*/ 418753 w 3834668"/>
              <a:gd name="connsiteY2" fmla="*/ 930307 h 2234930"/>
              <a:gd name="connsiteX3" fmla="*/ 4441 w 3834668"/>
              <a:gd name="connsiteY3" fmla="*/ 0 h 2234930"/>
              <a:gd name="connsiteX0" fmla="*/ 3834302 w 3834302"/>
              <a:gd name="connsiteY0" fmla="*/ 2234930 h 2234930"/>
              <a:gd name="connsiteX1" fmla="*/ 3493821 w 3834302"/>
              <a:gd name="connsiteY1" fmla="*/ 1065222 h 2234930"/>
              <a:gd name="connsiteX2" fmla="*/ 418753 w 3834302"/>
              <a:gd name="connsiteY2" fmla="*/ 930307 h 2234930"/>
              <a:gd name="connsiteX3" fmla="*/ 4441 w 3834302"/>
              <a:gd name="connsiteY3" fmla="*/ 0 h 2234930"/>
            </a:gdLst>
            <a:ahLst/>
            <a:cxnLst>
              <a:cxn ang="0">
                <a:pos x="connsiteX0" y="connsiteY0"/>
              </a:cxn>
              <a:cxn ang="0">
                <a:pos x="connsiteX1" y="connsiteY1"/>
              </a:cxn>
              <a:cxn ang="0">
                <a:pos x="connsiteX2" y="connsiteY2"/>
              </a:cxn>
              <a:cxn ang="0">
                <a:pos x="connsiteX3" y="connsiteY3"/>
              </a:cxn>
            </a:cxnLst>
            <a:rect l="l" t="t" r="r" b="b"/>
            <a:pathLst>
              <a:path w="3834302" h="2234930">
                <a:moveTo>
                  <a:pt x="3834302" y="2234930"/>
                </a:moveTo>
                <a:cubicBezTo>
                  <a:pt x="3833965" y="1242142"/>
                  <a:pt x="3798534" y="1219398"/>
                  <a:pt x="3493821" y="1065222"/>
                </a:cubicBezTo>
                <a:cubicBezTo>
                  <a:pt x="3189108" y="911046"/>
                  <a:pt x="986200" y="1079464"/>
                  <a:pt x="418753" y="930307"/>
                </a:cubicBezTo>
                <a:cubicBezTo>
                  <a:pt x="-148694" y="781150"/>
                  <a:pt x="36866" y="136187"/>
                  <a:pt x="4441" y="0"/>
                </a:cubicBezTo>
              </a:path>
            </a:pathLst>
          </a:custGeom>
          <a:ln w="25400">
            <a:solidFill>
              <a:schemeClr val="tx1"/>
            </a:solidFill>
            <a:prstDash val="sysDash"/>
            <a:headEnd type="none" w="med" len="med"/>
            <a:tailEnd type="triangle" w="lg" len="lg"/>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14" name="Rectangle 13">
            <a:extLst>
              <a:ext uri="{FF2B5EF4-FFF2-40B4-BE49-F238E27FC236}">
                <a16:creationId xmlns:a16="http://schemas.microsoft.com/office/drawing/2014/main" id="{039282A1-9F46-E3FE-A697-5D6C160698A7}"/>
              </a:ext>
            </a:extLst>
          </p:cNvPr>
          <p:cNvSpPr>
            <a:spLocks noChangeAspect="1"/>
          </p:cNvSpPr>
          <p:nvPr/>
        </p:nvSpPr>
        <p:spPr bwMode="auto">
          <a:xfrm>
            <a:off x="16789135" y="4874197"/>
            <a:ext cx="1712587" cy="1712587"/>
          </a:xfrm>
          <a:prstGeom prst="rect">
            <a:avLst/>
          </a:prstGeom>
          <a:solidFill>
            <a:srgbClr val="F4F4F4"/>
          </a:solidFill>
          <a:ln w="28575">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grpSp>
        <p:nvGrpSpPr>
          <p:cNvPr id="15" name="Group 14">
            <a:extLst>
              <a:ext uri="{FF2B5EF4-FFF2-40B4-BE49-F238E27FC236}">
                <a16:creationId xmlns:a16="http://schemas.microsoft.com/office/drawing/2014/main" id="{696F72D9-1785-62DE-AA9F-F7D26E90E455}"/>
              </a:ext>
            </a:extLst>
          </p:cNvPr>
          <p:cNvGrpSpPr/>
          <p:nvPr/>
        </p:nvGrpSpPr>
        <p:grpSpPr>
          <a:xfrm>
            <a:off x="17031332" y="5241802"/>
            <a:ext cx="1228193" cy="977377"/>
            <a:chOff x="17031332" y="5241802"/>
            <a:chExt cx="1228193" cy="977377"/>
          </a:xfrm>
        </p:grpSpPr>
        <p:sp>
          <p:nvSpPr>
            <p:cNvPr id="16" name="Freeform 15">
              <a:extLst>
                <a:ext uri="{FF2B5EF4-FFF2-40B4-BE49-F238E27FC236}">
                  <a16:creationId xmlns:a16="http://schemas.microsoft.com/office/drawing/2014/main" id="{3F4B0AF4-2D6C-06FB-9EF8-5B592CFCB8BF}"/>
                </a:ext>
              </a:extLst>
            </p:cNvPr>
            <p:cNvSpPr/>
            <p:nvPr/>
          </p:nvSpPr>
          <p:spPr>
            <a:xfrm rot="408157">
              <a:off x="17031332" y="5241802"/>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dirty="0"/>
            </a:p>
          </p:txBody>
        </p:sp>
        <p:sp>
          <p:nvSpPr>
            <p:cNvPr id="17" name="Freeform 16">
              <a:extLst>
                <a:ext uri="{FF2B5EF4-FFF2-40B4-BE49-F238E27FC236}">
                  <a16:creationId xmlns:a16="http://schemas.microsoft.com/office/drawing/2014/main" id="{E73E2D15-1CB2-4DDD-03E3-B46D5F0CF6C3}"/>
                </a:ext>
              </a:extLst>
            </p:cNvPr>
            <p:cNvSpPr>
              <a:spLocks noChangeAspect="1"/>
            </p:cNvSpPr>
            <p:nvPr/>
          </p:nvSpPr>
          <p:spPr>
            <a:xfrm rot="1829499">
              <a:off x="17820096" y="5779750"/>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grpSp>
      <p:grpSp>
        <p:nvGrpSpPr>
          <p:cNvPr id="18" name="Group 17">
            <a:extLst>
              <a:ext uri="{FF2B5EF4-FFF2-40B4-BE49-F238E27FC236}">
                <a16:creationId xmlns:a16="http://schemas.microsoft.com/office/drawing/2014/main" id="{17245387-6352-BF2B-98B6-A7E1C1C06EA9}"/>
              </a:ext>
            </a:extLst>
          </p:cNvPr>
          <p:cNvGrpSpPr/>
          <p:nvPr/>
        </p:nvGrpSpPr>
        <p:grpSpPr>
          <a:xfrm>
            <a:off x="20786554" y="9248492"/>
            <a:ext cx="1228193" cy="977377"/>
            <a:chOff x="20786554" y="9248492"/>
            <a:chExt cx="1228193" cy="977377"/>
          </a:xfrm>
        </p:grpSpPr>
        <p:sp>
          <p:nvSpPr>
            <p:cNvPr id="19" name="Freeform 18">
              <a:extLst>
                <a:ext uri="{FF2B5EF4-FFF2-40B4-BE49-F238E27FC236}">
                  <a16:creationId xmlns:a16="http://schemas.microsoft.com/office/drawing/2014/main" id="{5CC4DD2F-80D8-6D08-D593-59D7B17DC920}"/>
                </a:ext>
              </a:extLst>
            </p:cNvPr>
            <p:cNvSpPr/>
            <p:nvPr/>
          </p:nvSpPr>
          <p:spPr>
            <a:xfrm rot="11208157">
              <a:off x="21149692" y="9360814"/>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13F54091-2A80-E95F-C2AD-C6896C873377}"/>
                </a:ext>
              </a:extLst>
            </p:cNvPr>
            <p:cNvSpPr>
              <a:spLocks noChangeAspect="1"/>
            </p:cNvSpPr>
            <p:nvPr/>
          </p:nvSpPr>
          <p:spPr>
            <a:xfrm rot="12629499">
              <a:off x="20786554" y="9248492"/>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grpSp>
      <p:sp>
        <p:nvSpPr>
          <p:cNvPr id="22" name="Rectangle 21">
            <a:extLst>
              <a:ext uri="{FF2B5EF4-FFF2-40B4-BE49-F238E27FC236}">
                <a16:creationId xmlns:a16="http://schemas.microsoft.com/office/drawing/2014/main" id="{A64D3D70-258A-5335-528A-9C88121DD2F2}"/>
              </a:ext>
            </a:extLst>
          </p:cNvPr>
          <p:cNvSpPr>
            <a:spLocks/>
          </p:cNvSpPr>
          <p:nvPr/>
        </p:nvSpPr>
        <p:spPr bwMode="auto">
          <a:xfrm>
            <a:off x="13149003" y="5270070"/>
            <a:ext cx="1225296" cy="904278"/>
          </a:xfrm>
          <a:prstGeom prst="rect">
            <a:avLst/>
          </a:prstGeom>
          <a:solidFill>
            <a:schemeClr val="bg1"/>
          </a:solidFill>
          <a:ln w="28575">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3" name="Freeform 22">
            <a:extLst>
              <a:ext uri="{FF2B5EF4-FFF2-40B4-BE49-F238E27FC236}">
                <a16:creationId xmlns:a16="http://schemas.microsoft.com/office/drawing/2014/main" id="{99284566-B786-A68E-7086-53BF2161D0EE}"/>
              </a:ext>
            </a:extLst>
          </p:cNvPr>
          <p:cNvSpPr>
            <a:spLocks noChangeAspect="1"/>
          </p:cNvSpPr>
          <p:nvPr/>
        </p:nvSpPr>
        <p:spPr>
          <a:xfrm>
            <a:off x="13133943" y="5254993"/>
            <a:ext cx="1263457" cy="934432"/>
          </a:xfrm>
          <a:custGeom>
            <a:avLst/>
            <a:gdLst>
              <a:gd name="connsiteX0" fmla="*/ 3714445 w 3758489"/>
              <a:gd name="connsiteY0" fmla="*/ 0 h 2779716"/>
              <a:gd name="connsiteX1" fmla="*/ 44045 w 3758489"/>
              <a:gd name="connsiteY1" fmla="*/ 0 h 2779716"/>
              <a:gd name="connsiteX2" fmla="*/ 0 w 3758489"/>
              <a:gd name="connsiteY2" fmla="*/ 44045 h 2779716"/>
              <a:gd name="connsiteX3" fmla="*/ 0 w 3758489"/>
              <a:gd name="connsiteY3" fmla="*/ 2735671 h 2779716"/>
              <a:gd name="connsiteX4" fmla="*/ 44045 w 3758489"/>
              <a:gd name="connsiteY4" fmla="*/ 2779716 h 2779716"/>
              <a:gd name="connsiteX5" fmla="*/ 3714445 w 3758489"/>
              <a:gd name="connsiteY5" fmla="*/ 2779716 h 2779716"/>
              <a:gd name="connsiteX6" fmla="*/ 3758489 w 3758489"/>
              <a:gd name="connsiteY6" fmla="*/ 2735671 h 2779716"/>
              <a:gd name="connsiteX7" fmla="*/ 3758489 w 3758489"/>
              <a:gd name="connsiteY7" fmla="*/ 44045 h 2779716"/>
              <a:gd name="connsiteX8" fmla="*/ 3714445 w 3758489"/>
              <a:gd name="connsiteY8" fmla="*/ 0 h 2779716"/>
              <a:gd name="connsiteX9" fmla="*/ 3670400 w 3758489"/>
              <a:gd name="connsiteY9" fmla="*/ 2635469 h 2779716"/>
              <a:gd name="connsiteX10" fmla="*/ 2324342 w 3758489"/>
              <a:gd name="connsiteY10" fmla="*/ 1401726 h 2779716"/>
              <a:gd name="connsiteX11" fmla="*/ 3670400 w 3758489"/>
              <a:gd name="connsiteY11" fmla="*/ 145470 h 2779716"/>
              <a:gd name="connsiteX12" fmla="*/ 3670400 w 3758489"/>
              <a:gd name="connsiteY12" fmla="*/ 2635469 h 2779716"/>
              <a:gd name="connsiteX13" fmla="*/ 1849147 w 3758489"/>
              <a:gd name="connsiteY13" fmla="*/ 1789075 h 2779716"/>
              <a:gd name="connsiteX14" fmla="*/ 1909220 w 3758489"/>
              <a:gd name="connsiteY14" fmla="*/ 1789075 h 2779716"/>
              <a:gd name="connsiteX15" fmla="*/ 2259743 w 3758489"/>
              <a:gd name="connsiteY15" fmla="*/ 1461920 h 2779716"/>
              <a:gd name="connsiteX16" fmla="*/ 3601152 w 3758489"/>
              <a:gd name="connsiteY16" fmla="*/ 2691627 h 2779716"/>
              <a:gd name="connsiteX17" fmla="*/ 157338 w 3758489"/>
              <a:gd name="connsiteY17" fmla="*/ 2691627 h 2779716"/>
              <a:gd name="connsiteX18" fmla="*/ 1498747 w 3758489"/>
              <a:gd name="connsiteY18" fmla="*/ 1462043 h 2779716"/>
              <a:gd name="connsiteX19" fmla="*/ 1849147 w 3758489"/>
              <a:gd name="connsiteY19" fmla="*/ 1789075 h 2779716"/>
              <a:gd name="connsiteX20" fmla="*/ 3602742 w 3758489"/>
              <a:gd name="connsiteY20" fmla="*/ 88090 h 2779716"/>
              <a:gd name="connsiteX21" fmla="*/ 1879245 w 3758489"/>
              <a:gd name="connsiteY21" fmla="*/ 1696703 h 2779716"/>
              <a:gd name="connsiteX22" fmla="*/ 155747 w 3758489"/>
              <a:gd name="connsiteY22" fmla="*/ 88090 h 2779716"/>
              <a:gd name="connsiteX23" fmla="*/ 3602742 w 3758489"/>
              <a:gd name="connsiteY23" fmla="*/ 88090 h 2779716"/>
              <a:gd name="connsiteX24" fmla="*/ 1434148 w 3758489"/>
              <a:gd name="connsiteY24" fmla="*/ 1401726 h 2779716"/>
              <a:gd name="connsiteX25" fmla="*/ 88090 w 3758489"/>
              <a:gd name="connsiteY25" fmla="*/ 2635592 h 2779716"/>
              <a:gd name="connsiteX26" fmla="*/ 88090 w 3758489"/>
              <a:gd name="connsiteY26" fmla="*/ 145470 h 2779716"/>
              <a:gd name="connsiteX27" fmla="*/ 1434148 w 3758489"/>
              <a:gd name="connsiteY27" fmla="*/ 1401726 h 277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58489" h="2779716">
                <a:moveTo>
                  <a:pt x="3714445" y="0"/>
                </a:moveTo>
                <a:lnTo>
                  <a:pt x="44045" y="0"/>
                </a:lnTo>
                <a:cubicBezTo>
                  <a:pt x="19698" y="0"/>
                  <a:pt x="0" y="19698"/>
                  <a:pt x="0" y="44045"/>
                </a:cubicBezTo>
                <a:lnTo>
                  <a:pt x="0" y="2735671"/>
                </a:lnTo>
                <a:cubicBezTo>
                  <a:pt x="0" y="2760018"/>
                  <a:pt x="19698" y="2779716"/>
                  <a:pt x="44045" y="2779716"/>
                </a:cubicBezTo>
                <a:lnTo>
                  <a:pt x="3714445" y="2779716"/>
                </a:lnTo>
                <a:cubicBezTo>
                  <a:pt x="3738792" y="2779716"/>
                  <a:pt x="3758489" y="2760018"/>
                  <a:pt x="3758489" y="2735671"/>
                </a:cubicBezTo>
                <a:lnTo>
                  <a:pt x="3758489" y="44045"/>
                </a:lnTo>
                <a:cubicBezTo>
                  <a:pt x="3758489" y="19698"/>
                  <a:pt x="3738792" y="0"/>
                  <a:pt x="3714445" y="0"/>
                </a:cubicBezTo>
                <a:close/>
                <a:moveTo>
                  <a:pt x="3670400" y="2635469"/>
                </a:moveTo>
                <a:lnTo>
                  <a:pt x="2324342" y="1401726"/>
                </a:lnTo>
                <a:lnTo>
                  <a:pt x="3670400" y="145470"/>
                </a:lnTo>
                <a:lnTo>
                  <a:pt x="3670400" y="2635469"/>
                </a:lnTo>
                <a:close/>
                <a:moveTo>
                  <a:pt x="1849147" y="1789075"/>
                </a:moveTo>
                <a:cubicBezTo>
                  <a:pt x="1866154" y="1805103"/>
                  <a:pt x="1892336" y="1805103"/>
                  <a:pt x="1909220" y="1789075"/>
                </a:cubicBezTo>
                <a:lnTo>
                  <a:pt x="2259743" y="1461920"/>
                </a:lnTo>
                <a:lnTo>
                  <a:pt x="3601152" y="2691627"/>
                </a:lnTo>
                <a:lnTo>
                  <a:pt x="157338" y="2691627"/>
                </a:lnTo>
                <a:lnTo>
                  <a:pt x="1498747" y="1462043"/>
                </a:lnTo>
                <a:lnTo>
                  <a:pt x="1849147" y="1789075"/>
                </a:lnTo>
                <a:close/>
                <a:moveTo>
                  <a:pt x="3602742" y="88090"/>
                </a:moveTo>
                <a:lnTo>
                  <a:pt x="1879245" y="1696703"/>
                </a:lnTo>
                <a:lnTo>
                  <a:pt x="155747" y="88090"/>
                </a:lnTo>
                <a:lnTo>
                  <a:pt x="3602742" y="88090"/>
                </a:lnTo>
                <a:close/>
                <a:moveTo>
                  <a:pt x="1434148" y="1401726"/>
                </a:moveTo>
                <a:lnTo>
                  <a:pt x="88090" y="2635592"/>
                </a:lnTo>
                <a:lnTo>
                  <a:pt x="88090" y="145470"/>
                </a:lnTo>
                <a:lnTo>
                  <a:pt x="1434148" y="1401726"/>
                </a:lnTo>
                <a:close/>
              </a:path>
            </a:pathLst>
          </a:custGeom>
          <a:solidFill>
            <a:srgbClr val="0F62FE"/>
          </a:solidFill>
          <a:ln w="122337" cap="flat">
            <a:noFill/>
            <a:prstDash val="solid"/>
            <a:miter/>
          </a:ln>
        </p:spPr>
        <p:txBody>
          <a:bodyPr rtlCol="0" anchor="ctr"/>
          <a:lstStyle/>
          <a:p>
            <a:endParaRPr lang="en-US"/>
          </a:p>
        </p:txBody>
      </p:sp>
    </p:spTree>
    <p:extLst>
      <p:ext uri="{BB962C8B-B14F-4D97-AF65-F5344CB8AC3E}">
        <p14:creationId xmlns:p14="http://schemas.microsoft.com/office/powerpoint/2010/main" val="3801532217"/>
      </p:ext>
    </p:extLst>
  </p:cSld>
  <p:clrMapOvr>
    <a:masterClrMapping/>
  </p:clrMapOvr>
  <p:transition spd="med"/>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extBox 22">
            <a:extLst>
              <a:ext uri="{FF2B5EF4-FFF2-40B4-BE49-F238E27FC236}">
                <a16:creationId xmlns:a16="http://schemas.microsoft.com/office/drawing/2014/main" id="{0C384D65-5C84-57F5-2B3E-238F8BB699B4}"/>
              </a:ext>
            </a:extLst>
          </p:cNvPr>
          <p:cNvSpPr txBox="1"/>
          <p:nvPr/>
        </p:nvSpPr>
        <p:spPr>
          <a:xfrm>
            <a:off x="12763500" y="2250500"/>
            <a:ext cx="8283765" cy="55399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a:spAutoFit/>
          </a:bodyPr>
          <a:lstStyle/>
          <a:p>
            <a:r>
              <a:rPr lang="en-US" sz="3600" i="1" dirty="0"/>
              <a:t>Example: House price prediction</a:t>
            </a:r>
            <a:endParaRPr lang="en-US" dirty="0"/>
          </a:p>
        </p:txBody>
      </p:sp>
      <p:sp>
        <p:nvSpPr>
          <p:cNvPr id="265" name="Rectangle 264">
            <a:extLst>
              <a:ext uri="{FF2B5EF4-FFF2-40B4-BE49-F238E27FC236}">
                <a16:creationId xmlns:a16="http://schemas.microsoft.com/office/drawing/2014/main" id="{AF44527C-38C4-6BC5-8AD0-83B4D7AE8E42}"/>
              </a:ext>
            </a:extLst>
          </p:cNvPr>
          <p:cNvSpPr/>
          <p:nvPr/>
        </p:nvSpPr>
        <p:spPr bwMode="auto">
          <a:xfrm>
            <a:off x="0" y="19528"/>
            <a:ext cx="12193587" cy="13716000"/>
          </a:xfrm>
          <a:prstGeom prst="rect">
            <a:avLst/>
          </a:prstGeom>
          <a:solidFill>
            <a:srgbClr val="E5F6FF"/>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109E0E9A-490F-C13C-36E3-DCEF1CF7F75B}"/>
              </a:ext>
            </a:extLst>
          </p:cNvPr>
          <p:cNvSpPr>
            <a:spLocks noGrp="1"/>
          </p:cNvSpPr>
          <p:nvPr>
            <p:ph type="title"/>
          </p:nvPr>
        </p:nvSpPr>
        <p:spPr>
          <a:xfrm>
            <a:off x="576071" y="577850"/>
            <a:ext cx="10591281" cy="2038350"/>
          </a:xfrm>
        </p:spPr>
        <p:txBody>
          <a:bodyPr/>
          <a:lstStyle/>
          <a:p>
            <a:r>
              <a:rPr lang="en-US" dirty="0"/>
              <a:t>Machine learning (ML) types </a:t>
            </a:r>
            <a:r>
              <a:rPr lang="en-US" sz="4800" i="1" dirty="0"/>
              <a:t>Regression models</a:t>
            </a:r>
            <a:endParaRPr lang="en-US" i="1" dirty="0"/>
          </a:p>
        </p:txBody>
      </p:sp>
      <p:sp>
        <p:nvSpPr>
          <p:cNvPr id="52" name="TextBox 51">
            <a:extLst>
              <a:ext uri="{FF2B5EF4-FFF2-40B4-BE49-F238E27FC236}">
                <a16:creationId xmlns:a16="http://schemas.microsoft.com/office/drawing/2014/main" id="{69A9B97B-C7C4-87DB-86D7-5D6D24EEC3A2}"/>
              </a:ext>
            </a:extLst>
          </p:cNvPr>
          <p:cNvSpPr txBox="1"/>
          <p:nvPr/>
        </p:nvSpPr>
        <p:spPr>
          <a:xfrm>
            <a:off x="20239864" y="3380398"/>
            <a:ext cx="3560027"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latin typeface="IBM Plex Sans Text" panose="020B0503050203000203" pitchFamily="34" charset="0"/>
              </a:rPr>
              <a:t>Output</a:t>
            </a:r>
          </a:p>
          <a:p>
            <a:pPr algn="ctr"/>
            <a:r>
              <a:rPr lang="en-US" sz="2800" i="1" dirty="0"/>
              <a:t>house price</a:t>
            </a:r>
          </a:p>
        </p:txBody>
      </p:sp>
      <p:sp>
        <p:nvSpPr>
          <p:cNvPr id="90" name="Rectangle 89">
            <a:extLst>
              <a:ext uri="{FF2B5EF4-FFF2-40B4-BE49-F238E27FC236}">
                <a16:creationId xmlns:a16="http://schemas.microsoft.com/office/drawing/2014/main" id="{3E3F50EF-64D9-E33F-0BF0-E8E86264260A}"/>
              </a:ext>
            </a:extLst>
          </p:cNvPr>
          <p:cNvSpPr>
            <a:spLocks noChangeAspect="1"/>
          </p:cNvSpPr>
          <p:nvPr/>
        </p:nvSpPr>
        <p:spPr bwMode="auto">
          <a:xfrm>
            <a:off x="12763502" y="8388325"/>
            <a:ext cx="11048211" cy="3732633"/>
          </a:xfrm>
          <a:prstGeom prst="rect">
            <a:avLst/>
          </a:prstGeom>
          <a:solidFill>
            <a:schemeClr val="bg1"/>
          </a:solidFill>
          <a:ln w="28575">
            <a:solidFill>
              <a:schemeClr val="tx1"/>
            </a:solidFill>
            <a:prstDash val="sysDot"/>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53" name="Right Brace 252">
            <a:extLst>
              <a:ext uri="{FF2B5EF4-FFF2-40B4-BE49-F238E27FC236}">
                <a16:creationId xmlns:a16="http://schemas.microsoft.com/office/drawing/2014/main" id="{3D5CB9BB-68D6-7CBC-C2E2-9A62AF8AD9DC}"/>
              </a:ext>
            </a:extLst>
          </p:cNvPr>
          <p:cNvSpPr/>
          <p:nvPr/>
        </p:nvSpPr>
        <p:spPr bwMode="auto">
          <a:xfrm>
            <a:off x="16869169" y="8767026"/>
            <a:ext cx="442513" cy="1846729"/>
          </a:xfrm>
          <a:prstGeom prst="rightBrace">
            <a:avLst/>
          </a:prstGeom>
          <a:ln w="254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262" name="TextBox 261">
            <a:extLst>
              <a:ext uri="{FF2B5EF4-FFF2-40B4-BE49-F238E27FC236}">
                <a16:creationId xmlns:a16="http://schemas.microsoft.com/office/drawing/2014/main" id="{4FAE2A70-264B-6252-99ED-B1D0A43E781B}"/>
              </a:ext>
            </a:extLst>
          </p:cNvPr>
          <p:cNvSpPr txBox="1"/>
          <p:nvPr/>
        </p:nvSpPr>
        <p:spPr>
          <a:xfrm>
            <a:off x="18859500" y="10722694"/>
            <a:ext cx="5112668" cy="52322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Machine learning algorithm</a:t>
            </a:r>
          </a:p>
        </p:txBody>
      </p:sp>
      <p:sp>
        <p:nvSpPr>
          <p:cNvPr id="263" name="TextBox 262">
            <a:extLst>
              <a:ext uri="{FF2B5EF4-FFF2-40B4-BE49-F238E27FC236}">
                <a16:creationId xmlns:a16="http://schemas.microsoft.com/office/drawing/2014/main" id="{FB3171BB-C307-B9A4-C4CF-3F6FB43587AB}"/>
              </a:ext>
            </a:extLst>
          </p:cNvPr>
          <p:cNvSpPr txBox="1"/>
          <p:nvPr/>
        </p:nvSpPr>
        <p:spPr>
          <a:xfrm>
            <a:off x="12763500" y="12273365"/>
            <a:ext cx="11036391"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latin typeface="IBM Plex Sans Text" panose="020B0503050203000203" pitchFamily="34" charset="0"/>
              </a:rPr>
              <a:t>Machine learning model training</a:t>
            </a:r>
          </a:p>
          <a:p>
            <a:pPr algn="ctr"/>
            <a:r>
              <a:rPr lang="en-US" sz="2800" i="1" dirty="0"/>
              <a:t>iterative process of experimenting and testing</a:t>
            </a:r>
          </a:p>
        </p:txBody>
      </p:sp>
      <p:sp>
        <p:nvSpPr>
          <p:cNvPr id="3" name="TextBox 2">
            <a:extLst>
              <a:ext uri="{FF2B5EF4-FFF2-40B4-BE49-F238E27FC236}">
                <a16:creationId xmlns:a16="http://schemas.microsoft.com/office/drawing/2014/main" id="{07A3DC8A-B782-47DE-FEE1-B67EA3B3F213}"/>
              </a:ext>
            </a:extLst>
          </p:cNvPr>
          <p:cNvSpPr txBox="1"/>
          <p:nvPr/>
        </p:nvSpPr>
        <p:spPr>
          <a:xfrm>
            <a:off x="574778" y="3671725"/>
            <a:ext cx="10439946" cy="10033516"/>
          </a:xfrm>
          <a:prstGeom prst="rect">
            <a:avLst/>
          </a:prstGeom>
          <a:no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spAutoFit/>
          </a:bodyPr>
          <a:lstStyle/>
          <a:p>
            <a:pPr>
              <a:spcAft>
                <a:spcPts val="2400"/>
              </a:spcAft>
            </a:pPr>
            <a:r>
              <a:rPr lang="en-US" dirty="0"/>
              <a:t>Regression models make predictions</a:t>
            </a:r>
            <a:br>
              <a:rPr lang="en-US" dirty="0"/>
            </a:br>
            <a:r>
              <a:rPr lang="en-US" dirty="0"/>
              <a:t>based on the model input.</a:t>
            </a:r>
          </a:p>
          <a:p>
            <a:pPr>
              <a:spcAft>
                <a:spcPts val="1200"/>
              </a:spcAft>
            </a:pPr>
            <a:r>
              <a:rPr lang="en-US" dirty="0"/>
              <a:t>Common use cases include:</a:t>
            </a:r>
          </a:p>
          <a:p>
            <a:pPr marL="571500" indent="-571500">
              <a:spcAft>
                <a:spcPts val="1200"/>
              </a:spcAft>
              <a:buFont typeface="Arial" panose="020B0604020202020204" pitchFamily="34" charset="0"/>
              <a:buChar char="•"/>
            </a:pPr>
            <a:r>
              <a:rPr lang="en-US" dirty="0"/>
              <a:t>Stock market analysis: securities </a:t>
            </a:r>
            <a:br>
              <a:rPr lang="en-US" dirty="0"/>
            </a:br>
            <a:r>
              <a:rPr lang="en-US" dirty="0"/>
              <a:t>price prediction based on historical </a:t>
            </a:r>
            <a:br>
              <a:rPr lang="en-US" dirty="0"/>
            </a:br>
            <a:r>
              <a:rPr lang="en-US" dirty="0"/>
              <a:t>data or news events</a:t>
            </a:r>
          </a:p>
          <a:p>
            <a:pPr marL="571500" indent="-571500">
              <a:spcAft>
                <a:spcPts val="1200"/>
              </a:spcAft>
              <a:buFont typeface="Arial" panose="020B0604020202020204" pitchFamily="34" charset="0"/>
              <a:buChar char="•"/>
            </a:pPr>
            <a:r>
              <a:rPr lang="en-US" dirty="0"/>
              <a:t>Sales: forecasting based on </a:t>
            </a:r>
            <a:br>
              <a:rPr lang="en-US" dirty="0"/>
            </a:br>
            <a:r>
              <a:rPr lang="en-US" dirty="0"/>
              <a:t>historical data or market trends</a:t>
            </a:r>
          </a:p>
          <a:p>
            <a:pPr marL="571500" indent="-571500">
              <a:spcAft>
                <a:spcPts val="1200"/>
              </a:spcAft>
              <a:buFont typeface="Arial" panose="020B0604020202020204" pitchFamily="34" charset="0"/>
              <a:buChar char="•"/>
            </a:pPr>
            <a:r>
              <a:rPr lang="en-US" dirty="0"/>
              <a:t>Healthcare: predict patient outcomes </a:t>
            </a:r>
            <a:br>
              <a:rPr lang="en-US" dirty="0"/>
            </a:br>
            <a:r>
              <a:rPr lang="en-US" dirty="0"/>
              <a:t>based on factors such as age, gender, </a:t>
            </a:r>
            <a:br>
              <a:rPr lang="en-US" dirty="0"/>
            </a:br>
            <a:r>
              <a:rPr lang="en-US" dirty="0"/>
              <a:t>medical history, or treatment plans</a:t>
            </a:r>
          </a:p>
          <a:p>
            <a:pPr marL="571500" indent="-571500">
              <a:spcAft>
                <a:spcPts val="1200"/>
              </a:spcAft>
              <a:buFont typeface="Arial" panose="020B0604020202020204" pitchFamily="34" charset="0"/>
              <a:buChar char="•"/>
            </a:pPr>
            <a:r>
              <a:rPr lang="en-US" dirty="0"/>
              <a:t>Customer behavior analysis: predict </a:t>
            </a:r>
            <a:br>
              <a:rPr lang="en-US" dirty="0"/>
            </a:br>
            <a:r>
              <a:rPr lang="en-US" dirty="0"/>
              <a:t>future customer purchasing patterns </a:t>
            </a:r>
            <a:br>
              <a:rPr lang="en-US" dirty="0"/>
            </a:br>
            <a:r>
              <a:rPr lang="en-US" dirty="0"/>
              <a:t>based on demographic data, past purchase history, and advertising campaigns</a:t>
            </a:r>
          </a:p>
          <a:p>
            <a:pPr marL="571500" indent="-571500">
              <a:spcAft>
                <a:spcPts val="2400"/>
              </a:spcAft>
              <a:buFont typeface="Arial" panose="020B0604020202020204" pitchFamily="34" charset="0"/>
              <a:buChar char="•"/>
            </a:pPr>
            <a:endParaRPr lang="en-US" dirty="0"/>
          </a:p>
        </p:txBody>
      </p:sp>
      <p:sp>
        <p:nvSpPr>
          <p:cNvPr id="31" name="Freeform 30">
            <a:extLst>
              <a:ext uri="{FF2B5EF4-FFF2-40B4-BE49-F238E27FC236}">
                <a16:creationId xmlns:a16="http://schemas.microsoft.com/office/drawing/2014/main" id="{C2B1CC77-EC46-A379-8D72-7FCEE6A66A90}"/>
              </a:ext>
            </a:extLst>
          </p:cNvPr>
          <p:cNvSpPr/>
          <p:nvPr/>
        </p:nvSpPr>
        <p:spPr>
          <a:xfrm>
            <a:off x="13138778" y="5133339"/>
            <a:ext cx="1144820" cy="1131383"/>
          </a:xfrm>
          <a:custGeom>
            <a:avLst/>
            <a:gdLst>
              <a:gd name="connsiteX0" fmla="*/ 1131394 w 1144820"/>
              <a:gd name="connsiteY0" fmla="*/ 1131384 h 1131383"/>
              <a:gd name="connsiteX1" fmla="*/ 13426 w 1144820"/>
              <a:gd name="connsiteY1" fmla="*/ 1131384 h 1131383"/>
              <a:gd name="connsiteX2" fmla="*/ 13426 w 1144820"/>
              <a:gd name="connsiteY2" fmla="*/ 1104552 h 1131383"/>
              <a:gd name="connsiteX3" fmla="*/ 74542 w 1144820"/>
              <a:gd name="connsiteY3" fmla="*/ 1104552 h 1131383"/>
              <a:gd name="connsiteX4" fmla="*/ 74542 w 1144820"/>
              <a:gd name="connsiteY4" fmla="*/ 633515 h 1131383"/>
              <a:gd name="connsiteX5" fmla="*/ 101373 w 1144820"/>
              <a:gd name="connsiteY5" fmla="*/ 633515 h 1131383"/>
              <a:gd name="connsiteX6" fmla="*/ 101373 w 1144820"/>
              <a:gd name="connsiteY6" fmla="*/ 1104552 h 1131383"/>
              <a:gd name="connsiteX7" fmla="*/ 447198 w 1144820"/>
              <a:gd name="connsiteY7" fmla="*/ 1104552 h 1131383"/>
              <a:gd name="connsiteX8" fmla="*/ 447198 w 1144820"/>
              <a:gd name="connsiteY8" fmla="*/ 819843 h 1131383"/>
              <a:gd name="connsiteX9" fmla="*/ 460613 w 1144820"/>
              <a:gd name="connsiteY9" fmla="*/ 806427 h 1131383"/>
              <a:gd name="connsiteX10" fmla="*/ 684207 w 1144820"/>
              <a:gd name="connsiteY10" fmla="*/ 806427 h 1131383"/>
              <a:gd name="connsiteX11" fmla="*/ 697623 w 1144820"/>
              <a:gd name="connsiteY11" fmla="*/ 819843 h 1131383"/>
              <a:gd name="connsiteX12" fmla="*/ 697623 w 1144820"/>
              <a:gd name="connsiteY12" fmla="*/ 1104552 h 1131383"/>
              <a:gd name="connsiteX13" fmla="*/ 1043410 w 1144820"/>
              <a:gd name="connsiteY13" fmla="*/ 1104552 h 1131383"/>
              <a:gd name="connsiteX14" fmla="*/ 1043410 w 1144820"/>
              <a:gd name="connsiteY14" fmla="*/ 633515 h 1131383"/>
              <a:gd name="connsiteX15" fmla="*/ 1070279 w 1144820"/>
              <a:gd name="connsiteY15" fmla="*/ 633515 h 1131383"/>
              <a:gd name="connsiteX16" fmla="*/ 1070279 w 1144820"/>
              <a:gd name="connsiteY16" fmla="*/ 1104552 h 1131383"/>
              <a:gd name="connsiteX17" fmla="*/ 1131394 w 1144820"/>
              <a:gd name="connsiteY17" fmla="*/ 1104552 h 1131383"/>
              <a:gd name="connsiteX18" fmla="*/ 1131394 w 1144820"/>
              <a:gd name="connsiteY18" fmla="*/ 1131384 h 1131383"/>
              <a:gd name="connsiteX19" fmla="*/ 474029 w 1144820"/>
              <a:gd name="connsiteY19" fmla="*/ 1104552 h 1131383"/>
              <a:gd name="connsiteX20" fmla="*/ 670791 w 1144820"/>
              <a:gd name="connsiteY20" fmla="*/ 1104552 h 1131383"/>
              <a:gd name="connsiteX21" fmla="*/ 670791 w 1144820"/>
              <a:gd name="connsiteY21" fmla="*/ 833259 h 1131383"/>
              <a:gd name="connsiteX22" fmla="*/ 474029 w 1144820"/>
              <a:gd name="connsiteY22" fmla="*/ 833259 h 1131383"/>
              <a:gd name="connsiteX23" fmla="*/ 474029 w 1144820"/>
              <a:gd name="connsiteY23" fmla="*/ 1104552 h 1131383"/>
              <a:gd name="connsiteX24" fmla="*/ 958482 w 1144820"/>
              <a:gd name="connsiteY24" fmla="*/ 745312 h 1131383"/>
              <a:gd name="connsiteX25" fmla="*/ 931651 w 1144820"/>
              <a:gd name="connsiteY25" fmla="*/ 745312 h 1131383"/>
              <a:gd name="connsiteX26" fmla="*/ 931651 w 1144820"/>
              <a:gd name="connsiteY26" fmla="*/ 633515 h 1131383"/>
              <a:gd name="connsiteX27" fmla="*/ 958519 w 1144820"/>
              <a:gd name="connsiteY27" fmla="*/ 633515 h 1131383"/>
              <a:gd name="connsiteX28" fmla="*/ 958482 w 1144820"/>
              <a:gd name="connsiteY28" fmla="*/ 745312 h 1131383"/>
              <a:gd name="connsiteX29" fmla="*/ 958482 w 1144820"/>
              <a:gd name="connsiteY29" fmla="*/ 745312 h 1131383"/>
              <a:gd name="connsiteX30" fmla="*/ 809419 w 1144820"/>
              <a:gd name="connsiteY30" fmla="*/ 745312 h 1131383"/>
              <a:gd name="connsiteX31" fmla="*/ 782588 w 1144820"/>
              <a:gd name="connsiteY31" fmla="*/ 745312 h 1131383"/>
              <a:gd name="connsiteX32" fmla="*/ 782588 w 1144820"/>
              <a:gd name="connsiteY32" fmla="*/ 633515 h 1131383"/>
              <a:gd name="connsiteX33" fmla="*/ 809457 w 1144820"/>
              <a:gd name="connsiteY33" fmla="*/ 633515 h 1131383"/>
              <a:gd name="connsiteX34" fmla="*/ 809419 w 1144820"/>
              <a:gd name="connsiteY34" fmla="*/ 745312 h 1131383"/>
              <a:gd name="connsiteX35" fmla="*/ 809419 w 1144820"/>
              <a:gd name="connsiteY35" fmla="*/ 745312 h 1131383"/>
              <a:gd name="connsiteX36" fmla="*/ 362232 w 1144820"/>
              <a:gd name="connsiteY36" fmla="*/ 745312 h 1131383"/>
              <a:gd name="connsiteX37" fmla="*/ 335401 w 1144820"/>
              <a:gd name="connsiteY37" fmla="*/ 745312 h 1131383"/>
              <a:gd name="connsiteX38" fmla="*/ 335401 w 1144820"/>
              <a:gd name="connsiteY38" fmla="*/ 633515 h 1131383"/>
              <a:gd name="connsiteX39" fmla="*/ 362232 w 1144820"/>
              <a:gd name="connsiteY39" fmla="*/ 633515 h 1131383"/>
              <a:gd name="connsiteX40" fmla="*/ 362232 w 1144820"/>
              <a:gd name="connsiteY40" fmla="*/ 745312 h 1131383"/>
              <a:gd name="connsiteX41" fmla="*/ 213170 w 1144820"/>
              <a:gd name="connsiteY41" fmla="*/ 745312 h 1131383"/>
              <a:gd name="connsiteX42" fmla="*/ 186339 w 1144820"/>
              <a:gd name="connsiteY42" fmla="*/ 745312 h 1131383"/>
              <a:gd name="connsiteX43" fmla="*/ 186339 w 1144820"/>
              <a:gd name="connsiteY43" fmla="*/ 633515 h 1131383"/>
              <a:gd name="connsiteX44" fmla="*/ 213170 w 1144820"/>
              <a:gd name="connsiteY44" fmla="*/ 633515 h 1131383"/>
              <a:gd name="connsiteX45" fmla="*/ 213170 w 1144820"/>
              <a:gd name="connsiteY45" fmla="*/ 745312 h 1131383"/>
              <a:gd name="connsiteX46" fmla="*/ 1131394 w 1144820"/>
              <a:gd name="connsiteY46" fmla="*/ 535134 h 1131383"/>
              <a:gd name="connsiteX47" fmla="*/ 13426 w 1144820"/>
              <a:gd name="connsiteY47" fmla="*/ 535134 h 1131383"/>
              <a:gd name="connsiteX48" fmla="*/ 2768 w 1144820"/>
              <a:gd name="connsiteY48" fmla="*/ 529880 h 1131383"/>
              <a:gd name="connsiteX49" fmla="*/ 458 w 1144820"/>
              <a:gd name="connsiteY49" fmla="*/ 518253 h 1131383"/>
              <a:gd name="connsiteX50" fmla="*/ 90342 w 1144820"/>
              <a:gd name="connsiteY50" fmla="*/ 182862 h 1131383"/>
              <a:gd name="connsiteX51" fmla="*/ 103311 w 1144820"/>
              <a:gd name="connsiteY51" fmla="*/ 172912 h 1131383"/>
              <a:gd name="connsiteX52" fmla="*/ 186339 w 1144820"/>
              <a:gd name="connsiteY52" fmla="*/ 172912 h 1131383"/>
              <a:gd name="connsiteX53" fmla="*/ 186339 w 1144820"/>
              <a:gd name="connsiteY53" fmla="*/ 0 h 1131383"/>
              <a:gd name="connsiteX54" fmla="*/ 213170 w 1144820"/>
              <a:gd name="connsiteY54" fmla="*/ 0 h 1131383"/>
              <a:gd name="connsiteX55" fmla="*/ 213170 w 1144820"/>
              <a:gd name="connsiteY55" fmla="*/ 172912 h 1131383"/>
              <a:gd name="connsiteX56" fmla="*/ 1041509 w 1144820"/>
              <a:gd name="connsiteY56" fmla="*/ 172912 h 1131383"/>
              <a:gd name="connsiteX57" fmla="*/ 1054478 w 1144820"/>
              <a:gd name="connsiteY57" fmla="*/ 182862 h 1131383"/>
              <a:gd name="connsiteX58" fmla="*/ 1144363 w 1144820"/>
              <a:gd name="connsiteY58" fmla="*/ 518253 h 1131383"/>
              <a:gd name="connsiteX59" fmla="*/ 1142052 w 1144820"/>
              <a:gd name="connsiteY59" fmla="*/ 529880 h 1131383"/>
              <a:gd name="connsiteX60" fmla="*/ 1131394 w 1144820"/>
              <a:gd name="connsiteY60" fmla="*/ 535134 h 1131383"/>
              <a:gd name="connsiteX61" fmla="*/ 30904 w 1144820"/>
              <a:gd name="connsiteY61" fmla="*/ 508303 h 1131383"/>
              <a:gd name="connsiteX62" fmla="*/ 1113917 w 1144820"/>
              <a:gd name="connsiteY62" fmla="*/ 508303 h 1131383"/>
              <a:gd name="connsiteX63" fmla="*/ 1031187 w 1144820"/>
              <a:gd name="connsiteY63" fmla="*/ 199744 h 1131383"/>
              <a:gd name="connsiteX64" fmla="*/ 113596 w 1144820"/>
              <a:gd name="connsiteY64" fmla="*/ 199744 h 1131383"/>
              <a:gd name="connsiteX65" fmla="*/ 30904 w 1144820"/>
              <a:gd name="connsiteY65" fmla="*/ 508303 h 113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44820" h="1131383">
                <a:moveTo>
                  <a:pt x="1131394" y="1131384"/>
                </a:moveTo>
                <a:lnTo>
                  <a:pt x="13426" y="1131384"/>
                </a:lnTo>
                <a:lnTo>
                  <a:pt x="13426" y="1104552"/>
                </a:lnTo>
                <a:lnTo>
                  <a:pt x="74542" y="1104552"/>
                </a:lnTo>
                <a:lnTo>
                  <a:pt x="74542" y="633515"/>
                </a:lnTo>
                <a:lnTo>
                  <a:pt x="101373" y="633515"/>
                </a:lnTo>
                <a:lnTo>
                  <a:pt x="101373" y="1104552"/>
                </a:lnTo>
                <a:lnTo>
                  <a:pt x="447198" y="1104552"/>
                </a:lnTo>
                <a:lnTo>
                  <a:pt x="447198" y="819843"/>
                </a:lnTo>
                <a:cubicBezTo>
                  <a:pt x="447198" y="812427"/>
                  <a:pt x="453198" y="806427"/>
                  <a:pt x="460613" y="806427"/>
                </a:cubicBezTo>
                <a:lnTo>
                  <a:pt x="684207" y="806427"/>
                </a:lnTo>
                <a:cubicBezTo>
                  <a:pt x="691623" y="806427"/>
                  <a:pt x="697623" y="812427"/>
                  <a:pt x="697623" y="819843"/>
                </a:cubicBezTo>
                <a:lnTo>
                  <a:pt x="697623" y="1104552"/>
                </a:lnTo>
                <a:lnTo>
                  <a:pt x="1043410" y="1104552"/>
                </a:lnTo>
                <a:lnTo>
                  <a:pt x="1043410" y="633515"/>
                </a:lnTo>
                <a:lnTo>
                  <a:pt x="1070279" y="633515"/>
                </a:lnTo>
                <a:lnTo>
                  <a:pt x="1070279" y="1104552"/>
                </a:lnTo>
                <a:lnTo>
                  <a:pt x="1131394" y="1104552"/>
                </a:lnTo>
                <a:lnTo>
                  <a:pt x="1131394" y="1131384"/>
                </a:lnTo>
                <a:close/>
                <a:moveTo>
                  <a:pt x="474029" y="1104552"/>
                </a:moveTo>
                <a:lnTo>
                  <a:pt x="670791" y="1104552"/>
                </a:lnTo>
                <a:lnTo>
                  <a:pt x="670791" y="833259"/>
                </a:lnTo>
                <a:lnTo>
                  <a:pt x="474029" y="833259"/>
                </a:lnTo>
                <a:cubicBezTo>
                  <a:pt x="474029" y="833259"/>
                  <a:pt x="474029" y="1104552"/>
                  <a:pt x="474029" y="1104552"/>
                </a:cubicBezTo>
                <a:close/>
                <a:moveTo>
                  <a:pt x="958482" y="745312"/>
                </a:moveTo>
                <a:lnTo>
                  <a:pt x="931651" y="745312"/>
                </a:lnTo>
                <a:lnTo>
                  <a:pt x="931651" y="633515"/>
                </a:lnTo>
                <a:lnTo>
                  <a:pt x="958519" y="633515"/>
                </a:lnTo>
                <a:lnTo>
                  <a:pt x="958482" y="745312"/>
                </a:lnTo>
                <a:lnTo>
                  <a:pt x="958482" y="745312"/>
                </a:lnTo>
                <a:close/>
                <a:moveTo>
                  <a:pt x="809419" y="745312"/>
                </a:moveTo>
                <a:lnTo>
                  <a:pt x="782588" y="745312"/>
                </a:lnTo>
                <a:lnTo>
                  <a:pt x="782588" y="633515"/>
                </a:lnTo>
                <a:lnTo>
                  <a:pt x="809457" y="633515"/>
                </a:lnTo>
                <a:lnTo>
                  <a:pt x="809419" y="745312"/>
                </a:lnTo>
                <a:lnTo>
                  <a:pt x="809419" y="745312"/>
                </a:lnTo>
                <a:close/>
                <a:moveTo>
                  <a:pt x="362232" y="745312"/>
                </a:moveTo>
                <a:lnTo>
                  <a:pt x="335401" y="745312"/>
                </a:lnTo>
                <a:lnTo>
                  <a:pt x="335401" y="633515"/>
                </a:lnTo>
                <a:lnTo>
                  <a:pt x="362232" y="633515"/>
                </a:lnTo>
                <a:cubicBezTo>
                  <a:pt x="362232" y="633515"/>
                  <a:pt x="362232" y="745312"/>
                  <a:pt x="362232" y="745312"/>
                </a:cubicBezTo>
                <a:close/>
                <a:moveTo>
                  <a:pt x="213170" y="745312"/>
                </a:moveTo>
                <a:lnTo>
                  <a:pt x="186339" y="745312"/>
                </a:lnTo>
                <a:lnTo>
                  <a:pt x="186339" y="633515"/>
                </a:lnTo>
                <a:lnTo>
                  <a:pt x="213170" y="633515"/>
                </a:lnTo>
                <a:cubicBezTo>
                  <a:pt x="213170" y="633515"/>
                  <a:pt x="213170" y="745312"/>
                  <a:pt x="213170" y="745312"/>
                </a:cubicBezTo>
                <a:close/>
                <a:moveTo>
                  <a:pt x="1131394" y="535134"/>
                </a:moveTo>
                <a:lnTo>
                  <a:pt x="13426" y="535134"/>
                </a:lnTo>
                <a:cubicBezTo>
                  <a:pt x="9253" y="535134"/>
                  <a:pt x="5340" y="533196"/>
                  <a:pt x="2768" y="529880"/>
                </a:cubicBezTo>
                <a:cubicBezTo>
                  <a:pt x="234" y="526563"/>
                  <a:pt x="-623" y="522277"/>
                  <a:pt x="458" y="518253"/>
                </a:cubicBezTo>
                <a:lnTo>
                  <a:pt x="90342" y="182862"/>
                </a:lnTo>
                <a:cubicBezTo>
                  <a:pt x="91908" y="177012"/>
                  <a:pt x="97237" y="172912"/>
                  <a:pt x="103311" y="172912"/>
                </a:cubicBezTo>
                <a:lnTo>
                  <a:pt x="186339" y="172912"/>
                </a:lnTo>
                <a:lnTo>
                  <a:pt x="186339" y="0"/>
                </a:lnTo>
                <a:lnTo>
                  <a:pt x="213170" y="0"/>
                </a:lnTo>
                <a:lnTo>
                  <a:pt x="213170" y="172912"/>
                </a:lnTo>
                <a:lnTo>
                  <a:pt x="1041509" y="172912"/>
                </a:lnTo>
                <a:cubicBezTo>
                  <a:pt x="1047584" y="172912"/>
                  <a:pt x="1052913" y="176974"/>
                  <a:pt x="1054478" y="182862"/>
                </a:cubicBezTo>
                <a:lnTo>
                  <a:pt x="1144363" y="518253"/>
                </a:lnTo>
                <a:cubicBezTo>
                  <a:pt x="1145443" y="522277"/>
                  <a:pt x="1144586" y="526600"/>
                  <a:pt x="1142052" y="529880"/>
                </a:cubicBezTo>
                <a:cubicBezTo>
                  <a:pt x="1139518" y="533196"/>
                  <a:pt x="1135568" y="535134"/>
                  <a:pt x="1131394" y="535134"/>
                </a:cubicBezTo>
                <a:close/>
                <a:moveTo>
                  <a:pt x="30904" y="508303"/>
                </a:moveTo>
                <a:lnTo>
                  <a:pt x="1113917" y="508303"/>
                </a:lnTo>
                <a:lnTo>
                  <a:pt x="1031187" y="199744"/>
                </a:lnTo>
                <a:lnTo>
                  <a:pt x="113596" y="199744"/>
                </a:lnTo>
                <a:lnTo>
                  <a:pt x="30904" y="508303"/>
                </a:lnTo>
                <a:close/>
              </a:path>
            </a:pathLst>
          </a:custGeom>
          <a:solidFill>
            <a:srgbClr val="0F62FE"/>
          </a:solidFill>
          <a:ln w="37207"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B0CD2F1C-7828-8048-4D92-1640031193EB}"/>
              </a:ext>
            </a:extLst>
          </p:cNvPr>
          <p:cNvSpPr/>
          <p:nvPr/>
        </p:nvSpPr>
        <p:spPr>
          <a:xfrm>
            <a:off x="21447487" y="5165785"/>
            <a:ext cx="1144826" cy="1144788"/>
          </a:xfrm>
          <a:custGeom>
            <a:avLst/>
            <a:gdLst>
              <a:gd name="connsiteX0" fmla="*/ 505647 w 1144826"/>
              <a:gd name="connsiteY0" fmla="*/ 1144789 h 1144788"/>
              <a:gd name="connsiteX1" fmla="*/ 496182 w 1144826"/>
              <a:gd name="connsiteY1" fmla="*/ 1140876 h 1144788"/>
              <a:gd name="connsiteX2" fmla="*/ 3941 w 1144826"/>
              <a:gd name="connsiteY2" fmla="*/ 648486 h 1144788"/>
              <a:gd name="connsiteX3" fmla="*/ 3941 w 1144826"/>
              <a:gd name="connsiteY3" fmla="*/ 629481 h 1144788"/>
              <a:gd name="connsiteX4" fmla="*/ 629630 w 1144826"/>
              <a:gd name="connsiteY4" fmla="*/ 3941 h 1144788"/>
              <a:gd name="connsiteX5" fmla="*/ 648635 w 1144826"/>
              <a:gd name="connsiteY5" fmla="*/ 3941 h 1144788"/>
              <a:gd name="connsiteX6" fmla="*/ 885346 w 1144826"/>
              <a:gd name="connsiteY6" fmla="*/ 240577 h 1144788"/>
              <a:gd name="connsiteX7" fmla="*/ 1010111 w 1144826"/>
              <a:gd name="connsiteY7" fmla="*/ 115738 h 1144788"/>
              <a:gd name="connsiteX8" fmla="*/ 1029117 w 1144826"/>
              <a:gd name="connsiteY8" fmla="*/ 115738 h 1144788"/>
              <a:gd name="connsiteX9" fmla="*/ 1029117 w 1144826"/>
              <a:gd name="connsiteY9" fmla="*/ 134706 h 1144788"/>
              <a:gd name="connsiteX10" fmla="*/ 904351 w 1144826"/>
              <a:gd name="connsiteY10" fmla="*/ 259583 h 1144788"/>
              <a:gd name="connsiteX11" fmla="*/ 1140913 w 1144826"/>
              <a:gd name="connsiteY11" fmla="*/ 496070 h 1144788"/>
              <a:gd name="connsiteX12" fmla="*/ 1144826 w 1144826"/>
              <a:gd name="connsiteY12" fmla="*/ 505535 h 1144788"/>
              <a:gd name="connsiteX13" fmla="*/ 1140913 w 1144826"/>
              <a:gd name="connsiteY13" fmla="*/ 515001 h 1144788"/>
              <a:gd name="connsiteX14" fmla="*/ 515113 w 1144826"/>
              <a:gd name="connsiteY14" fmla="*/ 1140876 h 1144788"/>
              <a:gd name="connsiteX15" fmla="*/ 505647 w 1144826"/>
              <a:gd name="connsiteY15" fmla="*/ 1144789 h 1144788"/>
              <a:gd name="connsiteX16" fmla="*/ 32374 w 1144826"/>
              <a:gd name="connsiteY16" fmla="*/ 638983 h 1144788"/>
              <a:gd name="connsiteX17" fmla="*/ 505647 w 1144826"/>
              <a:gd name="connsiteY17" fmla="*/ 1112405 h 1144788"/>
              <a:gd name="connsiteX18" fmla="*/ 1112405 w 1144826"/>
              <a:gd name="connsiteY18" fmla="*/ 505498 h 1144788"/>
              <a:gd name="connsiteX19" fmla="*/ 885346 w 1144826"/>
              <a:gd name="connsiteY19" fmla="*/ 278514 h 1144788"/>
              <a:gd name="connsiteX20" fmla="*/ 848453 w 1144826"/>
              <a:gd name="connsiteY20" fmla="*/ 315444 h 1144788"/>
              <a:gd name="connsiteX21" fmla="*/ 839658 w 1144826"/>
              <a:gd name="connsiteY21" fmla="*/ 427576 h 1144788"/>
              <a:gd name="connsiteX22" fmla="*/ 839658 w 1144826"/>
              <a:gd name="connsiteY22" fmla="*/ 427576 h 1144788"/>
              <a:gd name="connsiteX23" fmla="*/ 839658 w 1144826"/>
              <a:gd name="connsiteY23" fmla="*/ 427576 h 1144788"/>
              <a:gd name="connsiteX24" fmla="*/ 839658 w 1144826"/>
              <a:gd name="connsiteY24" fmla="*/ 427576 h 1144788"/>
              <a:gd name="connsiteX25" fmla="*/ 717166 w 1144826"/>
              <a:gd name="connsiteY25" fmla="*/ 427576 h 1144788"/>
              <a:gd name="connsiteX26" fmla="*/ 717166 w 1144826"/>
              <a:gd name="connsiteY26" fmla="*/ 305121 h 1144788"/>
              <a:gd name="connsiteX27" fmla="*/ 829559 w 1144826"/>
              <a:gd name="connsiteY27" fmla="*/ 296438 h 1144788"/>
              <a:gd name="connsiteX28" fmla="*/ 866378 w 1144826"/>
              <a:gd name="connsiteY28" fmla="*/ 259545 h 1144788"/>
              <a:gd name="connsiteX29" fmla="*/ 639132 w 1144826"/>
              <a:gd name="connsiteY29" fmla="*/ 32374 h 1144788"/>
              <a:gd name="connsiteX30" fmla="*/ 32374 w 1144826"/>
              <a:gd name="connsiteY30" fmla="*/ 638983 h 1144788"/>
              <a:gd name="connsiteX31" fmla="*/ 778394 w 1144826"/>
              <a:gd name="connsiteY31" fmla="*/ 306612 h 1144788"/>
              <a:gd name="connsiteX32" fmla="*/ 736135 w 1144826"/>
              <a:gd name="connsiteY32" fmla="*/ 324127 h 1144788"/>
              <a:gd name="connsiteX33" fmla="*/ 718620 w 1144826"/>
              <a:gd name="connsiteY33" fmla="*/ 366386 h 1144788"/>
              <a:gd name="connsiteX34" fmla="*/ 736135 w 1144826"/>
              <a:gd name="connsiteY34" fmla="*/ 408645 h 1144788"/>
              <a:gd name="connsiteX35" fmla="*/ 820653 w 1144826"/>
              <a:gd name="connsiteY35" fmla="*/ 408645 h 1144788"/>
              <a:gd name="connsiteX36" fmla="*/ 820653 w 1144826"/>
              <a:gd name="connsiteY36" fmla="*/ 408645 h 1144788"/>
              <a:gd name="connsiteX37" fmla="*/ 838168 w 1144826"/>
              <a:gd name="connsiteY37" fmla="*/ 366386 h 1144788"/>
              <a:gd name="connsiteX38" fmla="*/ 829187 w 1144826"/>
              <a:gd name="connsiteY38" fmla="*/ 334784 h 1144788"/>
              <a:gd name="connsiteX39" fmla="*/ 788046 w 1144826"/>
              <a:gd name="connsiteY39" fmla="*/ 375963 h 1144788"/>
              <a:gd name="connsiteX40" fmla="*/ 769040 w 1144826"/>
              <a:gd name="connsiteY40" fmla="*/ 375963 h 1144788"/>
              <a:gd name="connsiteX41" fmla="*/ 769040 w 1144826"/>
              <a:gd name="connsiteY41" fmla="*/ 356995 h 1144788"/>
              <a:gd name="connsiteX42" fmla="*/ 810219 w 1144826"/>
              <a:gd name="connsiteY42" fmla="*/ 315779 h 1144788"/>
              <a:gd name="connsiteX43" fmla="*/ 778394 w 1144826"/>
              <a:gd name="connsiteY43" fmla="*/ 306612 h 1144788"/>
              <a:gd name="connsiteX44" fmla="*/ 656237 w 1144826"/>
              <a:gd name="connsiteY44" fmla="*/ 507734 h 1144788"/>
              <a:gd name="connsiteX45" fmla="*/ 637232 w 1144826"/>
              <a:gd name="connsiteY45" fmla="*/ 488766 h 1144788"/>
              <a:gd name="connsiteX46" fmla="*/ 602612 w 1144826"/>
              <a:gd name="connsiteY46" fmla="*/ 523386 h 1144788"/>
              <a:gd name="connsiteX47" fmla="*/ 478928 w 1144826"/>
              <a:gd name="connsiteY47" fmla="*/ 526926 h 1144788"/>
              <a:gd name="connsiteX48" fmla="*/ 453699 w 1144826"/>
              <a:gd name="connsiteY48" fmla="*/ 593519 h 1144788"/>
              <a:gd name="connsiteX49" fmla="*/ 475350 w 1144826"/>
              <a:gd name="connsiteY49" fmla="*/ 650685 h 1144788"/>
              <a:gd name="connsiteX50" fmla="*/ 384310 w 1144826"/>
              <a:gd name="connsiteY50" fmla="*/ 741724 h 1144788"/>
              <a:gd name="connsiteX51" fmla="*/ 387888 w 1144826"/>
              <a:gd name="connsiteY51" fmla="*/ 655939 h 1144788"/>
              <a:gd name="connsiteX52" fmla="*/ 368920 w 1144826"/>
              <a:gd name="connsiteY52" fmla="*/ 636934 h 1144788"/>
              <a:gd name="connsiteX53" fmla="*/ 343691 w 1144826"/>
              <a:gd name="connsiteY53" fmla="*/ 703527 h 1144788"/>
              <a:gd name="connsiteX54" fmla="*/ 365342 w 1144826"/>
              <a:gd name="connsiteY54" fmla="*/ 760693 h 1144788"/>
              <a:gd name="connsiteX55" fmla="*/ 329381 w 1144826"/>
              <a:gd name="connsiteY55" fmla="*/ 796654 h 1144788"/>
              <a:gd name="connsiteX56" fmla="*/ 348349 w 1144826"/>
              <a:gd name="connsiteY56" fmla="*/ 815659 h 1144788"/>
              <a:gd name="connsiteX57" fmla="*/ 384422 w 1144826"/>
              <a:gd name="connsiteY57" fmla="*/ 779586 h 1144788"/>
              <a:gd name="connsiteX58" fmla="*/ 445687 w 1144826"/>
              <a:gd name="connsiteY58" fmla="*/ 801349 h 1144788"/>
              <a:gd name="connsiteX59" fmla="*/ 508069 w 1144826"/>
              <a:gd name="connsiteY59" fmla="*/ 776083 h 1144788"/>
              <a:gd name="connsiteX60" fmla="*/ 511610 w 1144826"/>
              <a:gd name="connsiteY60" fmla="*/ 652362 h 1144788"/>
              <a:gd name="connsiteX61" fmla="*/ 602724 w 1144826"/>
              <a:gd name="connsiteY61" fmla="*/ 561247 h 1144788"/>
              <a:gd name="connsiteX62" fmla="*/ 616549 w 1144826"/>
              <a:gd name="connsiteY62" fmla="*/ 600637 h 1144788"/>
              <a:gd name="connsiteX63" fmla="*/ 599146 w 1144826"/>
              <a:gd name="connsiteY63" fmla="*/ 647070 h 1144788"/>
              <a:gd name="connsiteX64" fmla="*/ 618115 w 1144826"/>
              <a:gd name="connsiteY64" fmla="*/ 666075 h 1144788"/>
              <a:gd name="connsiteX65" fmla="*/ 643343 w 1144826"/>
              <a:gd name="connsiteY65" fmla="*/ 599482 h 1144788"/>
              <a:gd name="connsiteX66" fmla="*/ 621692 w 1144826"/>
              <a:gd name="connsiteY66" fmla="*/ 542316 h 1144788"/>
              <a:gd name="connsiteX67" fmla="*/ 656237 w 1144826"/>
              <a:gd name="connsiteY67" fmla="*/ 507734 h 1144788"/>
              <a:gd name="connsiteX68" fmla="*/ 480530 w 1144826"/>
              <a:gd name="connsiteY68" fmla="*/ 592327 h 1144788"/>
              <a:gd name="connsiteX69" fmla="*/ 497896 w 1144826"/>
              <a:gd name="connsiteY69" fmla="*/ 545894 h 1144788"/>
              <a:gd name="connsiteX70" fmla="*/ 544329 w 1144826"/>
              <a:gd name="connsiteY70" fmla="*/ 528528 h 1144788"/>
              <a:gd name="connsiteX71" fmla="*/ 583681 w 1144826"/>
              <a:gd name="connsiteY71" fmla="*/ 542316 h 1144788"/>
              <a:gd name="connsiteX72" fmla="*/ 494318 w 1144826"/>
              <a:gd name="connsiteY72" fmla="*/ 631679 h 1144788"/>
              <a:gd name="connsiteX73" fmla="*/ 480530 w 1144826"/>
              <a:gd name="connsiteY73" fmla="*/ 592327 h 1144788"/>
              <a:gd name="connsiteX74" fmla="*/ 489064 w 1144826"/>
              <a:gd name="connsiteY74" fmla="*/ 757115 h 1144788"/>
              <a:gd name="connsiteX75" fmla="*/ 403279 w 1144826"/>
              <a:gd name="connsiteY75" fmla="*/ 760693 h 1144788"/>
              <a:gd name="connsiteX76" fmla="*/ 492604 w 1144826"/>
              <a:gd name="connsiteY76" fmla="*/ 671367 h 1144788"/>
              <a:gd name="connsiteX77" fmla="*/ 489064 w 1144826"/>
              <a:gd name="connsiteY77" fmla="*/ 757115 h 114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144826" h="1144788">
                <a:moveTo>
                  <a:pt x="505647" y="1144789"/>
                </a:moveTo>
                <a:cubicBezTo>
                  <a:pt x="502070" y="1144789"/>
                  <a:pt x="498678" y="1143373"/>
                  <a:pt x="496182" y="1140876"/>
                </a:cubicBezTo>
                <a:lnTo>
                  <a:pt x="3941" y="648486"/>
                </a:lnTo>
                <a:cubicBezTo>
                  <a:pt x="-1314" y="643232"/>
                  <a:pt x="-1314" y="634735"/>
                  <a:pt x="3941" y="629481"/>
                </a:cubicBezTo>
                <a:lnTo>
                  <a:pt x="629630" y="3941"/>
                </a:lnTo>
                <a:cubicBezTo>
                  <a:pt x="634884" y="-1314"/>
                  <a:pt x="643381" y="-1314"/>
                  <a:pt x="648635" y="3941"/>
                </a:cubicBezTo>
                <a:lnTo>
                  <a:pt x="885346" y="240577"/>
                </a:lnTo>
                <a:lnTo>
                  <a:pt x="1010111" y="115738"/>
                </a:lnTo>
                <a:cubicBezTo>
                  <a:pt x="1015365" y="110483"/>
                  <a:pt x="1023862" y="110520"/>
                  <a:pt x="1029117" y="115738"/>
                </a:cubicBezTo>
                <a:cubicBezTo>
                  <a:pt x="1034371" y="120992"/>
                  <a:pt x="1034371" y="129489"/>
                  <a:pt x="1029117" y="134706"/>
                </a:cubicBezTo>
                <a:lnTo>
                  <a:pt x="904351" y="259583"/>
                </a:lnTo>
                <a:lnTo>
                  <a:pt x="1140913" y="496070"/>
                </a:lnTo>
                <a:cubicBezTo>
                  <a:pt x="1143410" y="498567"/>
                  <a:pt x="1144826" y="501995"/>
                  <a:pt x="1144826" y="505535"/>
                </a:cubicBezTo>
                <a:cubicBezTo>
                  <a:pt x="1144826" y="509076"/>
                  <a:pt x="1143410" y="512504"/>
                  <a:pt x="1140913" y="515001"/>
                </a:cubicBezTo>
                <a:lnTo>
                  <a:pt x="515113" y="1140876"/>
                </a:lnTo>
                <a:cubicBezTo>
                  <a:pt x="512616" y="1143373"/>
                  <a:pt x="509225" y="1144789"/>
                  <a:pt x="505647" y="1144789"/>
                </a:cubicBezTo>
                <a:close/>
                <a:moveTo>
                  <a:pt x="32374" y="638983"/>
                </a:moveTo>
                <a:lnTo>
                  <a:pt x="505647" y="1112405"/>
                </a:lnTo>
                <a:lnTo>
                  <a:pt x="1112405" y="505498"/>
                </a:lnTo>
                <a:lnTo>
                  <a:pt x="885346" y="278514"/>
                </a:lnTo>
                <a:lnTo>
                  <a:pt x="848453" y="315444"/>
                </a:lnTo>
                <a:cubicBezTo>
                  <a:pt x="873086" y="349281"/>
                  <a:pt x="870142" y="397093"/>
                  <a:pt x="839658" y="427576"/>
                </a:cubicBezTo>
                <a:lnTo>
                  <a:pt x="839658" y="427576"/>
                </a:lnTo>
                <a:lnTo>
                  <a:pt x="839658" y="427576"/>
                </a:lnTo>
                <a:lnTo>
                  <a:pt x="839658" y="427576"/>
                </a:lnTo>
                <a:cubicBezTo>
                  <a:pt x="806939" y="460258"/>
                  <a:pt x="749960" y="460332"/>
                  <a:pt x="717166" y="427576"/>
                </a:cubicBezTo>
                <a:cubicBezTo>
                  <a:pt x="683441" y="393813"/>
                  <a:pt x="683441" y="338884"/>
                  <a:pt x="717166" y="305121"/>
                </a:cubicBezTo>
                <a:cubicBezTo>
                  <a:pt x="746755" y="275570"/>
                  <a:pt x="796542" y="272141"/>
                  <a:pt x="829559" y="296438"/>
                </a:cubicBezTo>
                <a:lnTo>
                  <a:pt x="866378" y="259545"/>
                </a:lnTo>
                <a:lnTo>
                  <a:pt x="639132" y="32374"/>
                </a:lnTo>
                <a:lnTo>
                  <a:pt x="32374" y="638983"/>
                </a:lnTo>
                <a:close/>
                <a:moveTo>
                  <a:pt x="778394" y="306612"/>
                </a:moveTo>
                <a:cubicBezTo>
                  <a:pt x="762444" y="306612"/>
                  <a:pt x="747426" y="312835"/>
                  <a:pt x="736135" y="324127"/>
                </a:cubicBezTo>
                <a:cubicBezTo>
                  <a:pt x="724843" y="335381"/>
                  <a:pt x="718620" y="350399"/>
                  <a:pt x="718620" y="366386"/>
                </a:cubicBezTo>
                <a:cubicBezTo>
                  <a:pt x="718620" y="382335"/>
                  <a:pt x="724843" y="397353"/>
                  <a:pt x="736135" y="408645"/>
                </a:cubicBezTo>
                <a:cubicBezTo>
                  <a:pt x="758718" y="431228"/>
                  <a:pt x="798107" y="431153"/>
                  <a:pt x="820653" y="408645"/>
                </a:cubicBezTo>
                <a:lnTo>
                  <a:pt x="820653" y="408645"/>
                </a:lnTo>
                <a:cubicBezTo>
                  <a:pt x="831944" y="397353"/>
                  <a:pt x="838168" y="382335"/>
                  <a:pt x="838168" y="366386"/>
                </a:cubicBezTo>
                <a:cubicBezTo>
                  <a:pt x="838168" y="355020"/>
                  <a:pt x="835037" y="344175"/>
                  <a:pt x="829187" y="334784"/>
                </a:cubicBezTo>
                <a:lnTo>
                  <a:pt x="788046" y="375963"/>
                </a:lnTo>
                <a:cubicBezTo>
                  <a:pt x="782791" y="381217"/>
                  <a:pt x="774295" y="381180"/>
                  <a:pt x="769040" y="375963"/>
                </a:cubicBezTo>
                <a:cubicBezTo>
                  <a:pt x="763786" y="370709"/>
                  <a:pt x="763786" y="362212"/>
                  <a:pt x="769040" y="356995"/>
                </a:cubicBezTo>
                <a:lnTo>
                  <a:pt x="810219" y="315779"/>
                </a:lnTo>
                <a:cubicBezTo>
                  <a:pt x="800790" y="309779"/>
                  <a:pt x="789834" y="306612"/>
                  <a:pt x="778394" y="306612"/>
                </a:cubicBezTo>
                <a:close/>
                <a:moveTo>
                  <a:pt x="656237" y="507734"/>
                </a:moveTo>
                <a:lnTo>
                  <a:pt x="637232" y="488766"/>
                </a:lnTo>
                <a:lnTo>
                  <a:pt x="602612" y="523386"/>
                </a:lnTo>
                <a:cubicBezTo>
                  <a:pt x="564415" y="493871"/>
                  <a:pt x="511461" y="494393"/>
                  <a:pt x="478928" y="526926"/>
                </a:cubicBezTo>
                <a:cubicBezTo>
                  <a:pt x="461525" y="544292"/>
                  <a:pt x="452581" y="567955"/>
                  <a:pt x="453699" y="593519"/>
                </a:cubicBezTo>
                <a:cubicBezTo>
                  <a:pt x="454593" y="614239"/>
                  <a:pt x="462382" y="633990"/>
                  <a:pt x="475350" y="650685"/>
                </a:cubicBezTo>
                <a:lnTo>
                  <a:pt x="384310" y="741724"/>
                </a:lnTo>
                <a:cubicBezTo>
                  <a:pt x="364970" y="714372"/>
                  <a:pt x="365678" y="678149"/>
                  <a:pt x="387888" y="655939"/>
                </a:cubicBezTo>
                <a:lnTo>
                  <a:pt x="368920" y="636934"/>
                </a:lnTo>
                <a:cubicBezTo>
                  <a:pt x="351517" y="654337"/>
                  <a:pt x="342573" y="678000"/>
                  <a:pt x="343691" y="703527"/>
                </a:cubicBezTo>
                <a:cubicBezTo>
                  <a:pt x="344623" y="724247"/>
                  <a:pt x="352411" y="743998"/>
                  <a:pt x="365342" y="760693"/>
                </a:cubicBezTo>
                <a:lnTo>
                  <a:pt x="329381" y="796654"/>
                </a:lnTo>
                <a:lnTo>
                  <a:pt x="348349" y="815659"/>
                </a:lnTo>
                <a:lnTo>
                  <a:pt x="384422" y="779586"/>
                </a:lnTo>
                <a:cubicBezTo>
                  <a:pt x="402794" y="793747"/>
                  <a:pt x="424371" y="801349"/>
                  <a:pt x="445687" y="801349"/>
                </a:cubicBezTo>
                <a:cubicBezTo>
                  <a:pt x="468717" y="801349"/>
                  <a:pt x="491151" y="792965"/>
                  <a:pt x="508069" y="776083"/>
                </a:cubicBezTo>
                <a:cubicBezTo>
                  <a:pt x="540639" y="743513"/>
                  <a:pt x="541124" y="690596"/>
                  <a:pt x="511610" y="652362"/>
                </a:cubicBezTo>
                <a:lnTo>
                  <a:pt x="602724" y="561247"/>
                </a:lnTo>
                <a:cubicBezTo>
                  <a:pt x="611071" y="572986"/>
                  <a:pt x="615916" y="586588"/>
                  <a:pt x="616549" y="600637"/>
                </a:cubicBezTo>
                <a:cubicBezTo>
                  <a:pt x="617332" y="618562"/>
                  <a:pt x="611146" y="635070"/>
                  <a:pt x="599146" y="647070"/>
                </a:cubicBezTo>
                <a:lnTo>
                  <a:pt x="618115" y="666075"/>
                </a:lnTo>
                <a:cubicBezTo>
                  <a:pt x="635518" y="648672"/>
                  <a:pt x="644461" y="625009"/>
                  <a:pt x="643343" y="599482"/>
                </a:cubicBezTo>
                <a:cubicBezTo>
                  <a:pt x="642449" y="578762"/>
                  <a:pt x="634623" y="559011"/>
                  <a:pt x="621692" y="542316"/>
                </a:cubicBezTo>
                <a:lnTo>
                  <a:pt x="656237" y="507734"/>
                </a:lnTo>
                <a:close/>
                <a:moveTo>
                  <a:pt x="480530" y="592327"/>
                </a:moveTo>
                <a:cubicBezTo>
                  <a:pt x="479748" y="574402"/>
                  <a:pt x="485934" y="557893"/>
                  <a:pt x="497896" y="545894"/>
                </a:cubicBezTo>
                <a:cubicBezTo>
                  <a:pt x="509895" y="533894"/>
                  <a:pt x="526553" y="527485"/>
                  <a:pt x="544329" y="528528"/>
                </a:cubicBezTo>
                <a:cubicBezTo>
                  <a:pt x="558378" y="529124"/>
                  <a:pt x="571943" y="534006"/>
                  <a:pt x="583681" y="542316"/>
                </a:cubicBezTo>
                <a:lnTo>
                  <a:pt x="494318" y="631679"/>
                </a:lnTo>
                <a:cubicBezTo>
                  <a:pt x="486008" y="619978"/>
                  <a:pt x="481126" y="606376"/>
                  <a:pt x="480530" y="592327"/>
                </a:cubicBezTo>
                <a:close/>
                <a:moveTo>
                  <a:pt x="489064" y="757115"/>
                </a:moveTo>
                <a:cubicBezTo>
                  <a:pt x="466854" y="779325"/>
                  <a:pt x="430669" y="780033"/>
                  <a:pt x="403279" y="760693"/>
                </a:cubicBezTo>
                <a:lnTo>
                  <a:pt x="492604" y="671367"/>
                </a:lnTo>
                <a:cubicBezTo>
                  <a:pt x="511982" y="698720"/>
                  <a:pt x="511237" y="734942"/>
                  <a:pt x="489064" y="757115"/>
                </a:cubicBezTo>
                <a:close/>
              </a:path>
            </a:pathLst>
          </a:custGeom>
          <a:solidFill>
            <a:srgbClr val="0F62FE"/>
          </a:solidFill>
          <a:ln w="37207" cap="flat">
            <a:noFill/>
            <a:prstDash val="solid"/>
            <a:miter/>
          </a:ln>
        </p:spPr>
        <p:txBody>
          <a:bodyPr rtlCol="0" anchor="ctr"/>
          <a:lstStyle/>
          <a:p>
            <a:endParaRPr lang="en-US"/>
          </a:p>
        </p:txBody>
      </p:sp>
      <p:sp>
        <p:nvSpPr>
          <p:cNvPr id="6" name="Rectangle 5">
            <a:extLst>
              <a:ext uri="{FF2B5EF4-FFF2-40B4-BE49-F238E27FC236}">
                <a16:creationId xmlns:a16="http://schemas.microsoft.com/office/drawing/2014/main" id="{61E9FED7-B5C1-588E-B997-4F2BAA328525}"/>
              </a:ext>
            </a:extLst>
          </p:cNvPr>
          <p:cNvSpPr>
            <a:spLocks noChangeAspect="1"/>
          </p:cNvSpPr>
          <p:nvPr/>
        </p:nvSpPr>
        <p:spPr bwMode="auto">
          <a:xfrm>
            <a:off x="16789135" y="4874197"/>
            <a:ext cx="1712587" cy="1712587"/>
          </a:xfrm>
          <a:prstGeom prst="rect">
            <a:avLst/>
          </a:prstGeom>
          <a:solidFill>
            <a:srgbClr val="F4F4F4"/>
          </a:solidFill>
          <a:ln w="28575">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13" name="TextBox 12">
            <a:extLst>
              <a:ext uri="{FF2B5EF4-FFF2-40B4-BE49-F238E27FC236}">
                <a16:creationId xmlns:a16="http://schemas.microsoft.com/office/drawing/2014/main" id="{0D48DB71-DA2F-4FBC-D5BF-56A159F445A8}"/>
              </a:ext>
            </a:extLst>
          </p:cNvPr>
          <p:cNvSpPr txBox="1"/>
          <p:nvPr/>
        </p:nvSpPr>
        <p:spPr>
          <a:xfrm>
            <a:off x="12364278" y="3380398"/>
            <a:ext cx="2678015"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latin typeface="IBM Plex Sans Text" panose="020B0503050203000203" pitchFamily="34" charset="0"/>
              </a:rPr>
              <a:t>Input</a:t>
            </a:r>
          </a:p>
          <a:p>
            <a:pPr algn="ctr"/>
            <a:r>
              <a:rPr lang="en-US" sz="2800" i="1" dirty="0"/>
              <a:t>address &amp; date</a:t>
            </a:r>
          </a:p>
        </p:txBody>
      </p:sp>
      <p:sp>
        <p:nvSpPr>
          <p:cNvPr id="16" name="TextBox 15">
            <a:extLst>
              <a:ext uri="{FF2B5EF4-FFF2-40B4-BE49-F238E27FC236}">
                <a16:creationId xmlns:a16="http://schemas.microsoft.com/office/drawing/2014/main" id="{41AF4632-060C-BCBD-3905-26016AA40FA7}"/>
              </a:ext>
            </a:extLst>
          </p:cNvPr>
          <p:cNvSpPr txBox="1"/>
          <p:nvPr/>
        </p:nvSpPr>
        <p:spPr>
          <a:xfrm>
            <a:off x="15680755" y="3380398"/>
            <a:ext cx="3920648"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latin typeface="IBM Plex Sans Text" panose="020B0503050203000203" pitchFamily="34" charset="0"/>
              </a:rPr>
              <a:t>Deployed ML model</a:t>
            </a:r>
          </a:p>
          <a:p>
            <a:pPr algn="ctr"/>
            <a:r>
              <a:rPr lang="en-US" sz="2800" i="1" dirty="0"/>
              <a:t>house price predictor</a:t>
            </a:r>
          </a:p>
        </p:txBody>
      </p:sp>
      <p:cxnSp>
        <p:nvCxnSpPr>
          <p:cNvPr id="18" name="Straight Arrow Connector 17">
            <a:extLst>
              <a:ext uri="{FF2B5EF4-FFF2-40B4-BE49-F238E27FC236}">
                <a16:creationId xmlns:a16="http://schemas.microsoft.com/office/drawing/2014/main" id="{FCAC44A3-38C4-BBC8-4BC8-4D352C7FED4F}"/>
              </a:ext>
            </a:extLst>
          </p:cNvPr>
          <p:cNvCxnSpPr>
            <a:cxnSpLocks/>
          </p:cNvCxnSpPr>
          <p:nvPr/>
        </p:nvCxnSpPr>
        <p:spPr bwMode="auto">
          <a:xfrm>
            <a:off x="18036305" y="9690390"/>
            <a:ext cx="2039112"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cxnSp>
        <p:nvCxnSpPr>
          <p:cNvPr id="24" name="Straight Arrow Connector 23">
            <a:extLst>
              <a:ext uri="{FF2B5EF4-FFF2-40B4-BE49-F238E27FC236}">
                <a16:creationId xmlns:a16="http://schemas.microsoft.com/office/drawing/2014/main" id="{5CB3AC1B-424D-2358-E15F-48192264D44A}"/>
              </a:ext>
            </a:extLst>
          </p:cNvPr>
          <p:cNvCxnSpPr>
            <a:cxnSpLocks/>
          </p:cNvCxnSpPr>
          <p:nvPr/>
        </p:nvCxnSpPr>
        <p:spPr bwMode="auto">
          <a:xfrm>
            <a:off x="14609135" y="5722209"/>
            <a:ext cx="1754056"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cxnSp>
        <p:nvCxnSpPr>
          <p:cNvPr id="25" name="Straight Arrow Connector 24">
            <a:extLst>
              <a:ext uri="{FF2B5EF4-FFF2-40B4-BE49-F238E27FC236}">
                <a16:creationId xmlns:a16="http://schemas.microsoft.com/office/drawing/2014/main" id="{81E94234-ABB4-9725-3CFB-2CB6FE000C67}"/>
              </a:ext>
            </a:extLst>
          </p:cNvPr>
          <p:cNvCxnSpPr>
            <a:cxnSpLocks/>
          </p:cNvCxnSpPr>
          <p:nvPr/>
        </p:nvCxnSpPr>
        <p:spPr bwMode="auto">
          <a:xfrm>
            <a:off x="18927665" y="5722209"/>
            <a:ext cx="2034540"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28" name="TextBox 27">
            <a:extLst>
              <a:ext uri="{FF2B5EF4-FFF2-40B4-BE49-F238E27FC236}">
                <a16:creationId xmlns:a16="http://schemas.microsoft.com/office/drawing/2014/main" id="{96B433B8-D9D7-8B9F-D615-31232B3822E3}"/>
              </a:ext>
            </a:extLst>
          </p:cNvPr>
          <p:cNvSpPr txBox="1"/>
          <p:nvPr/>
        </p:nvSpPr>
        <p:spPr>
          <a:xfrm>
            <a:off x="12945212" y="10701166"/>
            <a:ext cx="3896248" cy="892552"/>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Labeled historical data</a:t>
            </a:r>
          </a:p>
          <a:p>
            <a:pPr algn="ctr"/>
            <a:r>
              <a:rPr lang="en-US" sz="2400" i="1" dirty="0"/>
              <a:t>real estate market data</a:t>
            </a:r>
          </a:p>
        </p:txBody>
      </p:sp>
      <p:sp>
        <p:nvSpPr>
          <p:cNvPr id="4" name="Freeform 3">
            <a:extLst>
              <a:ext uri="{FF2B5EF4-FFF2-40B4-BE49-F238E27FC236}">
                <a16:creationId xmlns:a16="http://schemas.microsoft.com/office/drawing/2014/main" id="{35AE0B6B-949A-D4C3-30C4-74B6185EC029}"/>
              </a:ext>
            </a:extLst>
          </p:cNvPr>
          <p:cNvSpPr/>
          <p:nvPr/>
        </p:nvSpPr>
        <p:spPr bwMode="auto">
          <a:xfrm>
            <a:off x="17622078" y="6887183"/>
            <a:ext cx="3834302" cy="2234930"/>
          </a:xfrm>
          <a:custGeom>
            <a:avLst/>
            <a:gdLst>
              <a:gd name="connsiteX0" fmla="*/ 3772138 w 3897436"/>
              <a:gd name="connsiteY0" fmla="*/ 2120630 h 2120630"/>
              <a:gd name="connsiteX1" fmla="*/ 3480308 w 3897436"/>
              <a:gd name="connsiteY1" fmla="*/ 894945 h 2120630"/>
              <a:gd name="connsiteX2" fmla="*/ 328546 w 3897436"/>
              <a:gd name="connsiteY2" fmla="*/ 1011677 h 2120630"/>
              <a:gd name="connsiteX3" fmla="*/ 75627 w 3897436"/>
              <a:gd name="connsiteY3" fmla="*/ 0 h 2120630"/>
              <a:gd name="connsiteX0" fmla="*/ 3702652 w 3819561"/>
              <a:gd name="connsiteY0" fmla="*/ 2120630 h 2120630"/>
              <a:gd name="connsiteX1" fmla="*/ 3410822 w 3819561"/>
              <a:gd name="connsiteY1" fmla="*/ 894945 h 2120630"/>
              <a:gd name="connsiteX2" fmla="*/ 414703 w 3819561"/>
              <a:gd name="connsiteY2" fmla="*/ 953311 h 2120630"/>
              <a:gd name="connsiteX3" fmla="*/ 6141 w 3819561"/>
              <a:gd name="connsiteY3" fmla="*/ 0 h 2120630"/>
              <a:gd name="connsiteX0" fmla="*/ 3702652 w 3733857"/>
              <a:gd name="connsiteY0" fmla="*/ 2120630 h 2120630"/>
              <a:gd name="connsiteX1" fmla="*/ 2943895 w 3733857"/>
              <a:gd name="connsiteY1" fmla="*/ 972766 h 2120630"/>
              <a:gd name="connsiteX2" fmla="*/ 414703 w 3733857"/>
              <a:gd name="connsiteY2" fmla="*/ 953311 h 2120630"/>
              <a:gd name="connsiteX3" fmla="*/ 6141 w 3733857"/>
              <a:gd name="connsiteY3" fmla="*/ 0 h 2120630"/>
              <a:gd name="connsiteX0" fmla="*/ 3702652 w 3707471"/>
              <a:gd name="connsiteY0" fmla="*/ 2120630 h 2120630"/>
              <a:gd name="connsiteX1" fmla="*/ 2943895 w 3707471"/>
              <a:gd name="connsiteY1" fmla="*/ 972766 h 2120630"/>
              <a:gd name="connsiteX2" fmla="*/ 414703 w 3707471"/>
              <a:gd name="connsiteY2" fmla="*/ 953311 h 2120630"/>
              <a:gd name="connsiteX3" fmla="*/ 6141 w 3707471"/>
              <a:gd name="connsiteY3" fmla="*/ 0 h 2120630"/>
              <a:gd name="connsiteX0" fmla="*/ 3702652 w 3711480"/>
              <a:gd name="connsiteY0" fmla="*/ 2120630 h 2120630"/>
              <a:gd name="connsiteX1" fmla="*/ 2943895 w 3711480"/>
              <a:gd name="connsiteY1" fmla="*/ 972766 h 2120630"/>
              <a:gd name="connsiteX2" fmla="*/ 414703 w 3711480"/>
              <a:gd name="connsiteY2" fmla="*/ 953311 h 2120630"/>
              <a:gd name="connsiteX3" fmla="*/ 6141 w 3711480"/>
              <a:gd name="connsiteY3" fmla="*/ 0 h 2120630"/>
              <a:gd name="connsiteX0" fmla="*/ 3702652 w 3707780"/>
              <a:gd name="connsiteY0" fmla="*/ 2120630 h 2120630"/>
              <a:gd name="connsiteX1" fmla="*/ 2943895 w 3707780"/>
              <a:gd name="connsiteY1" fmla="*/ 972766 h 2120630"/>
              <a:gd name="connsiteX2" fmla="*/ 414703 w 3707780"/>
              <a:gd name="connsiteY2" fmla="*/ 953311 h 2120630"/>
              <a:gd name="connsiteX3" fmla="*/ 6141 w 3707780"/>
              <a:gd name="connsiteY3" fmla="*/ 0 h 2120630"/>
              <a:gd name="connsiteX0" fmla="*/ 3702652 w 3705537"/>
              <a:gd name="connsiteY0" fmla="*/ 2120630 h 2120630"/>
              <a:gd name="connsiteX1" fmla="*/ 2943895 w 3705537"/>
              <a:gd name="connsiteY1" fmla="*/ 972766 h 2120630"/>
              <a:gd name="connsiteX2" fmla="*/ 414703 w 3705537"/>
              <a:gd name="connsiteY2" fmla="*/ 953311 h 2120630"/>
              <a:gd name="connsiteX3" fmla="*/ 6141 w 3705537"/>
              <a:gd name="connsiteY3" fmla="*/ 0 h 2120630"/>
              <a:gd name="connsiteX0" fmla="*/ 3702652 w 3707007"/>
              <a:gd name="connsiteY0" fmla="*/ 2120630 h 2120630"/>
              <a:gd name="connsiteX1" fmla="*/ 2943895 w 3707007"/>
              <a:gd name="connsiteY1" fmla="*/ 972766 h 2120630"/>
              <a:gd name="connsiteX2" fmla="*/ 414703 w 3707007"/>
              <a:gd name="connsiteY2" fmla="*/ 953311 h 2120630"/>
              <a:gd name="connsiteX3" fmla="*/ 6141 w 3707007"/>
              <a:gd name="connsiteY3" fmla="*/ 0 h 2120630"/>
              <a:gd name="connsiteX0" fmla="*/ 3702652 w 3706126"/>
              <a:gd name="connsiteY0" fmla="*/ 2120630 h 2120630"/>
              <a:gd name="connsiteX1" fmla="*/ 2811159 w 3706126"/>
              <a:gd name="connsiteY1" fmla="*/ 961705 h 2120630"/>
              <a:gd name="connsiteX2" fmla="*/ 414703 w 3706126"/>
              <a:gd name="connsiteY2" fmla="*/ 953311 h 2120630"/>
              <a:gd name="connsiteX3" fmla="*/ 6141 w 3706126"/>
              <a:gd name="connsiteY3" fmla="*/ 0 h 2120630"/>
              <a:gd name="connsiteX0" fmla="*/ 3702652 w 3706287"/>
              <a:gd name="connsiteY0" fmla="*/ 2120630 h 2120630"/>
              <a:gd name="connsiteX1" fmla="*/ 2811159 w 3706287"/>
              <a:gd name="connsiteY1" fmla="*/ 961705 h 2120630"/>
              <a:gd name="connsiteX2" fmla="*/ 414703 w 3706287"/>
              <a:gd name="connsiteY2" fmla="*/ 953311 h 2120630"/>
              <a:gd name="connsiteX3" fmla="*/ 6141 w 3706287"/>
              <a:gd name="connsiteY3" fmla="*/ 0 h 2120630"/>
              <a:gd name="connsiteX0" fmla="*/ 3836002 w 3840058"/>
              <a:gd name="connsiteY0" fmla="*/ 2234930 h 2234930"/>
              <a:gd name="connsiteX1" fmla="*/ 2811159 w 3840058"/>
              <a:gd name="connsiteY1" fmla="*/ 961705 h 2234930"/>
              <a:gd name="connsiteX2" fmla="*/ 414703 w 3840058"/>
              <a:gd name="connsiteY2" fmla="*/ 953311 h 2234930"/>
              <a:gd name="connsiteX3" fmla="*/ 6141 w 3840058"/>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4302 w 3834302"/>
              <a:gd name="connsiteY0" fmla="*/ 2234930 h 2234930"/>
              <a:gd name="connsiteX1" fmla="*/ 2809459 w 3834302"/>
              <a:gd name="connsiteY1" fmla="*/ 961705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3027995 w 3834302"/>
              <a:gd name="connsiteY1" fmla="*/ 1036467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8563"/>
              <a:gd name="connsiteY0" fmla="*/ 2234930 h 2234930"/>
              <a:gd name="connsiteX1" fmla="*/ 3430561 w 3838563"/>
              <a:gd name="connsiteY1" fmla="*/ 1065222 h 2234930"/>
              <a:gd name="connsiteX2" fmla="*/ 418753 w 3838563"/>
              <a:gd name="connsiteY2" fmla="*/ 930307 h 2234930"/>
              <a:gd name="connsiteX3" fmla="*/ 4441 w 3838563"/>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4668"/>
              <a:gd name="connsiteY0" fmla="*/ 2234930 h 2234930"/>
              <a:gd name="connsiteX1" fmla="*/ 3493821 w 3834668"/>
              <a:gd name="connsiteY1" fmla="*/ 1065222 h 2234930"/>
              <a:gd name="connsiteX2" fmla="*/ 418753 w 3834668"/>
              <a:gd name="connsiteY2" fmla="*/ 930307 h 2234930"/>
              <a:gd name="connsiteX3" fmla="*/ 4441 w 3834668"/>
              <a:gd name="connsiteY3" fmla="*/ 0 h 2234930"/>
              <a:gd name="connsiteX0" fmla="*/ 3834302 w 3834302"/>
              <a:gd name="connsiteY0" fmla="*/ 2234930 h 2234930"/>
              <a:gd name="connsiteX1" fmla="*/ 3493821 w 3834302"/>
              <a:gd name="connsiteY1" fmla="*/ 1065222 h 2234930"/>
              <a:gd name="connsiteX2" fmla="*/ 418753 w 3834302"/>
              <a:gd name="connsiteY2" fmla="*/ 930307 h 2234930"/>
              <a:gd name="connsiteX3" fmla="*/ 4441 w 3834302"/>
              <a:gd name="connsiteY3" fmla="*/ 0 h 2234930"/>
            </a:gdLst>
            <a:ahLst/>
            <a:cxnLst>
              <a:cxn ang="0">
                <a:pos x="connsiteX0" y="connsiteY0"/>
              </a:cxn>
              <a:cxn ang="0">
                <a:pos x="connsiteX1" y="connsiteY1"/>
              </a:cxn>
              <a:cxn ang="0">
                <a:pos x="connsiteX2" y="connsiteY2"/>
              </a:cxn>
              <a:cxn ang="0">
                <a:pos x="connsiteX3" y="connsiteY3"/>
              </a:cxn>
            </a:cxnLst>
            <a:rect l="l" t="t" r="r" b="b"/>
            <a:pathLst>
              <a:path w="3834302" h="2234930">
                <a:moveTo>
                  <a:pt x="3834302" y="2234930"/>
                </a:moveTo>
                <a:cubicBezTo>
                  <a:pt x="3833965" y="1242142"/>
                  <a:pt x="3798534" y="1219398"/>
                  <a:pt x="3493821" y="1065222"/>
                </a:cubicBezTo>
                <a:cubicBezTo>
                  <a:pt x="3189108" y="911046"/>
                  <a:pt x="986200" y="1079464"/>
                  <a:pt x="418753" y="930307"/>
                </a:cubicBezTo>
                <a:cubicBezTo>
                  <a:pt x="-148694" y="781150"/>
                  <a:pt x="36866" y="136187"/>
                  <a:pt x="4441" y="0"/>
                </a:cubicBezTo>
              </a:path>
            </a:pathLst>
          </a:custGeom>
          <a:ln w="25400">
            <a:solidFill>
              <a:schemeClr val="tx1"/>
            </a:solidFill>
            <a:prstDash val="sysDash"/>
            <a:headEnd type="none" w="med" len="med"/>
            <a:tailEnd type="triangle" w="lg" len="lg"/>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grpSp>
        <p:nvGrpSpPr>
          <p:cNvPr id="9" name="Group 8">
            <a:extLst>
              <a:ext uri="{FF2B5EF4-FFF2-40B4-BE49-F238E27FC236}">
                <a16:creationId xmlns:a16="http://schemas.microsoft.com/office/drawing/2014/main" id="{3F20B271-6275-2710-31FD-4F52892731F7}"/>
              </a:ext>
            </a:extLst>
          </p:cNvPr>
          <p:cNvGrpSpPr/>
          <p:nvPr/>
        </p:nvGrpSpPr>
        <p:grpSpPr>
          <a:xfrm>
            <a:off x="20786554" y="9248492"/>
            <a:ext cx="1228193" cy="977377"/>
            <a:chOff x="20786554" y="9248492"/>
            <a:chExt cx="1228193" cy="977377"/>
          </a:xfrm>
        </p:grpSpPr>
        <p:sp>
          <p:nvSpPr>
            <p:cNvPr id="11" name="Freeform 10">
              <a:extLst>
                <a:ext uri="{FF2B5EF4-FFF2-40B4-BE49-F238E27FC236}">
                  <a16:creationId xmlns:a16="http://schemas.microsoft.com/office/drawing/2014/main" id="{E660676B-DF14-A372-9479-BC19BA6C1D3D}"/>
                </a:ext>
              </a:extLst>
            </p:cNvPr>
            <p:cNvSpPr/>
            <p:nvPr/>
          </p:nvSpPr>
          <p:spPr>
            <a:xfrm rot="11208157">
              <a:off x="21149692" y="9360814"/>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sp>
          <p:nvSpPr>
            <p:cNvPr id="15" name="Freeform 14">
              <a:extLst>
                <a:ext uri="{FF2B5EF4-FFF2-40B4-BE49-F238E27FC236}">
                  <a16:creationId xmlns:a16="http://schemas.microsoft.com/office/drawing/2014/main" id="{185F095E-75BB-2314-5357-6A7C08E699DD}"/>
                </a:ext>
              </a:extLst>
            </p:cNvPr>
            <p:cNvSpPr>
              <a:spLocks noChangeAspect="1"/>
            </p:cNvSpPr>
            <p:nvPr/>
          </p:nvSpPr>
          <p:spPr>
            <a:xfrm rot="12629499">
              <a:off x="20786554" y="9248492"/>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grpSp>
      <p:sp>
        <p:nvSpPr>
          <p:cNvPr id="19" name="Freeform 18">
            <a:extLst>
              <a:ext uri="{FF2B5EF4-FFF2-40B4-BE49-F238E27FC236}">
                <a16:creationId xmlns:a16="http://schemas.microsoft.com/office/drawing/2014/main" id="{AA30262C-EBCF-D7B7-9A31-15F6FB7D7923}"/>
              </a:ext>
            </a:extLst>
          </p:cNvPr>
          <p:cNvSpPr/>
          <p:nvPr/>
        </p:nvSpPr>
        <p:spPr>
          <a:xfrm>
            <a:off x="14359735" y="9258840"/>
            <a:ext cx="952081" cy="970969"/>
          </a:xfrm>
          <a:custGeom>
            <a:avLst/>
            <a:gdLst>
              <a:gd name="connsiteX0" fmla="*/ 483991 w 952081"/>
              <a:gd name="connsiteY0" fmla="*/ 710584 h 970969"/>
              <a:gd name="connsiteX1" fmla="*/ 445123 w 952081"/>
              <a:gd name="connsiteY1" fmla="*/ 701911 h 970969"/>
              <a:gd name="connsiteX2" fmla="*/ 418268 w 952081"/>
              <a:gd name="connsiteY2" fmla="*/ 677016 h 970969"/>
              <a:gd name="connsiteX3" fmla="*/ 402721 w 952081"/>
              <a:gd name="connsiteY3" fmla="*/ 637120 h 970969"/>
              <a:gd name="connsiteX4" fmla="*/ 397774 w 952081"/>
              <a:gd name="connsiteY4" fmla="*/ 583025 h 970969"/>
              <a:gd name="connsiteX5" fmla="*/ 402721 w 952081"/>
              <a:gd name="connsiteY5" fmla="*/ 529123 h 970969"/>
              <a:gd name="connsiteX6" fmla="*/ 418268 w 952081"/>
              <a:gd name="connsiteY6" fmla="*/ 489002 h 970969"/>
              <a:gd name="connsiteX7" fmla="*/ 445123 w 952081"/>
              <a:gd name="connsiteY7" fmla="*/ 464107 h 970969"/>
              <a:gd name="connsiteX8" fmla="*/ 483991 w 952081"/>
              <a:gd name="connsiteY8" fmla="*/ 455434 h 970969"/>
              <a:gd name="connsiteX9" fmla="*/ 522859 w 952081"/>
              <a:gd name="connsiteY9" fmla="*/ 464107 h 970969"/>
              <a:gd name="connsiteX10" fmla="*/ 549714 w 952081"/>
              <a:gd name="connsiteY10" fmla="*/ 489002 h 970969"/>
              <a:gd name="connsiteX11" fmla="*/ 565229 w 952081"/>
              <a:gd name="connsiteY11" fmla="*/ 529123 h 970969"/>
              <a:gd name="connsiteX12" fmla="*/ 570176 w 952081"/>
              <a:gd name="connsiteY12" fmla="*/ 583025 h 970969"/>
              <a:gd name="connsiteX13" fmla="*/ 565229 w 952081"/>
              <a:gd name="connsiteY13" fmla="*/ 637120 h 970969"/>
              <a:gd name="connsiteX14" fmla="*/ 549714 w 952081"/>
              <a:gd name="connsiteY14" fmla="*/ 677016 h 970969"/>
              <a:gd name="connsiteX15" fmla="*/ 522859 w 952081"/>
              <a:gd name="connsiteY15" fmla="*/ 701911 h 970969"/>
              <a:gd name="connsiteX16" fmla="*/ 483991 w 952081"/>
              <a:gd name="connsiteY16" fmla="*/ 710584 h 970969"/>
              <a:gd name="connsiteX17" fmla="*/ 483991 w 952081"/>
              <a:gd name="connsiteY17" fmla="*/ 684790 h 970969"/>
              <a:gd name="connsiteX18" fmla="*/ 509432 w 952081"/>
              <a:gd name="connsiteY18" fmla="*/ 678943 h 970969"/>
              <a:gd name="connsiteX19" fmla="*/ 526586 w 952081"/>
              <a:gd name="connsiteY19" fmla="*/ 662496 h 970969"/>
              <a:gd name="connsiteX20" fmla="*/ 536319 w 952081"/>
              <a:gd name="connsiteY20" fmla="*/ 636895 h 970969"/>
              <a:gd name="connsiteX21" fmla="*/ 539499 w 952081"/>
              <a:gd name="connsiteY21" fmla="*/ 603134 h 970969"/>
              <a:gd name="connsiteX22" fmla="*/ 539499 w 952081"/>
              <a:gd name="connsiteY22" fmla="*/ 562852 h 970969"/>
              <a:gd name="connsiteX23" fmla="*/ 536319 w 952081"/>
              <a:gd name="connsiteY23" fmla="*/ 529284 h 970969"/>
              <a:gd name="connsiteX24" fmla="*/ 526586 w 952081"/>
              <a:gd name="connsiteY24" fmla="*/ 503490 h 970969"/>
              <a:gd name="connsiteX25" fmla="*/ 509432 w 952081"/>
              <a:gd name="connsiteY25" fmla="*/ 487043 h 970969"/>
              <a:gd name="connsiteX26" fmla="*/ 483991 w 952081"/>
              <a:gd name="connsiteY26" fmla="*/ 481229 h 970969"/>
              <a:gd name="connsiteX27" fmla="*/ 458550 w 952081"/>
              <a:gd name="connsiteY27" fmla="*/ 487043 h 970969"/>
              <a:gd name="connsiteX28" fmla="*/ 441429 w 952081"/>
              <a:gd name="connsiteY28" fmla="*/ 503490 h 970969"/>
              <a:gd name="connsiteX29" fmla="*/ 431696 w 952081"/>
              <a:gd name="connsiteY29" fmla="*/ 529284 h 970969"/>
              <a:gd name="connsiteX30" fmla="*/ 428515 w 952081"/>
              <a:gd name="connsiteY30" fmla="*/ 562852 h 970969"/>
              <a:gd name="connsiteX31" fmla="*/ 428515 w 952081"/>
              <a:gd name="connsiteY31" fmla="*/ 603134 h 970969"/>
              <a:gd name="connsiteX32" fmla="*/ 431696 w 952081"/>
              <a:gd name="connsiteY32" fmla="*/ 636895 h 970969"/>
              <a:gd name="connsiteX33" fmla="*/ 441429 w 952081"/>
              <a:gd name="connsiteY33" fmla="*/ 662496 h 970969"/>
              <a:gd name="connsiteX34" fmla="*/ 458550 w 952081"/>
              <a:gd name="connsiteY34" fmla="*/ 678943 h 970969"/>
              <a:gd name="connsiteX35" fmla="*/ 483991 w 952081"/>
              <a:gd name="connsiteY35" fmla="*/ 684790 h 970969"/>
              <a:gd name="connsiteX36" fmla="*/ 483991 w 952081"/>
              <a:gd name="connsiteY36" fmla="*/ 603873 h 970969"/>
              <a:gd name="connsiteX37" fmla="*/ 466870 w 952081"/>
              <a:gd name="connsiteY37" fmla="*/ 598926 h 970969"/>
              <a:gd name="connsiteX38" fmla="*/ 462116 w 952081"/>
              <a:gd name="connsiteY38" fmla="*/ 586944 h 970969"/>
              <a:gd name="connsiteX39" fmla="*/ 462116 w 952081"/>
              <a:gd name="connsiteY39" fmla="*/ 579170 h 970969"/>
              <a:gd name="connsiteX40" fmla="*/ 466870 w 952081"/>
              <a:gd name="connsiteY40" fmla="*/ 567157 h 970969"/>
              <a:gd name="connsiteX41" fmla="*/ 483991 w 952081"/>
              <a:gd name="connsiteY41" fmla="*/ 562242 h 970969"/>
              <a:gd name="connsiteX42" fmla="*/ 501145 w 952081"/>
              <a:gd name="connsiteY42" fmla="*/ 567157 h 970969"/>
              <a:gd name="connsiteX43" fmla="*/ 505899 w 952081"/>
              <a:gd name="connsiteY43" fmla="*/ 579170 h 970969"/>
              <a:gd name="connsiteX44" fmla="*/ 505899 w 952081"/>
              <a:gd name="connsiteY44" fmla="*/ 586944 h 970969"/>
              <a:gd name="connsiteX45" fmla="*/ 501145 w 952081"/>
              <a:gd name="connsiteY45" fmla="*/ 598926 h 970969"/>
              <a:gd name="connsiteX46" fmla="*/ 483991 w 952081"/>
              <a:gd name="connsiteY46" fmla="*/ 603873 h 970969"/>
              <a:gd name="connsiteX47" fmla="*/ 619677 w 952081"/>
              <a:gd name="connsiteY47" fmla="*/ 706344 h 970969"/>
              <a:gd name="connsiteX48" fmla="*/ 619677 w 952081"/>
              <a:gd name="connsiteY48" fmla="*/ 680517 h 970969"/>
              <a:gd name="connsiteX49" fmla="*/ 690347 w 952081"/>
              <a:gd name="connsiteY49" fmla="*/ 680517 h 970969"/>
              <a:gd name="connsiteX50" fmla="*/ 690347 w 952081"/>
              <a:gd name="connsiteY50" fmla="*/ 481614 h 970969"/>
              <a:gd name="connsiteX51" fmla="*/ 687873 w 952081"/>
              <a:gd name="connsiteY51" fmla="*/ 481614 h 970969"/>
              <a:gd name="connsiteX52" fmla="*/ 625652 w 952081"/>
              <a:gd name="connsiteY52" fmla="*/ 539563 h 970969"/>
              <a:gd name="connsiteX53" fmla="*/ 608338 w 952081"/>
              <a:gd name="connsiteY53" fmla="*/ 520868 h 970969"/>
              <a:gd name="connsiteX54" fmla="*/ 673707 w 952081"/>
              <a:gd name="connsiteY54" fmla="*/ 459706 h 970969"/>
              <a:gd name="connsiteX55" fmla="*/ 719996 w 952081"/>
              <a:gd name="connsiteY55" fmla="*/ 459706 h 970969"/>
              <a:gd name="connsiteX56" fmla="*/ 719996 w 952081"/>
              <a:gd name="connsiteY56" fmla="*/ 680549 h 970969"/>
              <a:gd name="connsiteX57" fmla="*/ 784980 w 952081"/>
              <a:gd name="connsiteY57" fmla="*/ 680549 h 970969"/>
              <a:gd name="connsiteX58" fmla="*/ 784980 w 952081"/>
              <a:gd name="connsiteY58" fmla="*/ 706376 h 970969"/>
              <a:gd name="connsiteX59" fmla="*/ 619677 w 952081"/>
              <a:gd name="connsiteY59" fmla="*/ 706376 h 970969"/>
              <a:gd name="connsiteX60" fmla="*/ 619677 w 952081"/>
              <a:gd name="connsiteY60" fmla="*/ 706344 h 970969"/>
              <a:gd name="connsiteX61" fmla="*/ 0 w 952081"/>
              <a:gd name="connsiteY61" fmla="*/ 353349 h 970969"/>
              <a:gd name="connsiteX62" fmla="*/ 23128 w 952081"/>
              <a:gd name="connsiteY62" fmla="*/ 353349 h 970969"/>
              <a:gd name="connsiteX63" fmla="*/ 23128 w 952081"/>
              <a:gd name="connsiteY63" fmla="*/ 0 h 970969"/>
              <a:gd name="connsiteX64" fmla="*/ 0 w 952081"/>
              <a:gd name="connsiteY64" fmla="*/ 0 h 970969"/>
              <a:gd name="connsiteX65" fmla="*/ 0 w 952081"/>
              <a:gd name="connsiteY65" fmla="*/ 353349 h 970969"/>
              <a:gd name="connsiteX66" fmla="*/ 408599 w 952081"/>
              <a:gd name="connsiteY66" fmla="*/ 0 h 970969"/>
              <a:gd name="connsiteX67" fmla="*/ 385471 w 952081"/>
              <a:gd name="connsiteY67" fmla="*/ 0 h 970969"/>
              <a:gd name="connsiteX68" fmla="*/ 385471 w 952081"/>
              <a:gd name="connsiteY68" fmla="*/ 160613 h 970969"/>
              <a:gd name="connsiteX69" fmla="*/ 408599 w 952081"/>
              <a:gd name="connsiteY69" fmla="*/ 160613 h 970969"/>
              <a:gd name="connsiteX70" fmla="*/ 408599 w 952081"/>
              <a:gd name="connsiteY70" fmla="*/ 0 h 970969"/>
              <a:gd name="connsiteX71" fmla="*/ 128490 w 952081"/>
              <a:gd name="connsiteY71" fmla="*/ 481839 h 970969"/>
              <a:gd name="connsiteX72" fmla="*/ 151619 w 952081"/>
              <a:gd name="connsiteY72" fmla="*/ 481839 h 970969"/>
              <a:gd name="connsiteX73" fmla="*/ 151619 w 952081"/>
              <a:gd name="connsiteY73" fmla="*/ 128490 h 970969"/>
              <a:gd name="connsiteX74" fmla="*/ 128490 w 952081"/>
              <a:gd name="connsiteY74" fmla="*/ 128490 h 970969"/>
              <a:gd name="connsiteX75" fmla="*/ 128490 w 952081"/>
              <a:gd name="connsiteY75" fmla="*/ 481839 h 970969"/>
              <a:gd name="connsiteX76" fmla="*/ 0 w 952081"/>
              <a:gd name="connsiteY76" fmla="*/ 867310 h 970969"/>
              <a:gd name="connsiteX77" fmla="*/ 23128 w 952081"/>
              <a:gd name="connsiteY77" fmla="*/ 867310 h 970969"/>
              <a:gd name="connsiteX78" fmla="*/ 23128 w 952081"/>
              <a:gd name="connsiteY78" fmla="*/ 610329 h 970969"/>
              <a:gd name="connsiteX79" fmla="*/ 0 w 952081"/>
              <a:gd name="connsiteY79" fmla="*/ 610329 h 970969"/>
              <a:gd name="connsiteX80" fmla="*/ 0 w 952081"/>
              <a:gd name="connsiteY80" fmla="*/ 867310 h 970969"/>
              <a:gd name="connsiteX81" fmla="*/ 0 w 952081"/>
              <a:gd name="connsiteY81" fmla="*/ 481839 h 970969"/>
              <a:gd name="connsiteX82" fmla="*/ 23128 w 952081"/>
              <a:gd name="connsiteY82" fmla="*/ 481839 h 970969"/>
              <a:gd name="connsiteX83" fmla="*/ 23128 w 952081"/>
              <a:gd name="connsiteY83" fmla="*/ 385471 h 970969"/>
              <a:gd name="connsiteX84" fmla="*/ 0 w 952081"/>
              <a:gd name="connsiteY84" fmla="*/ 385471 h 970969"/>
              <a:gd name="connsiteX85" fmla="*/ 0 w 952081"/>
              <a:gd name="connsiteY85" fmla="*/ 481839 h 970969"/>
              <a:gd name="connsiteX86" fmla="*/ 128490 w 952081"/>
              <a:gd name="connsiteY86" fmla="*/ 706697 h 970969"/>
              <a:gd name="connsiteX87" fmla="*/ 151619 w 952081"/>
              <a:gd name="connsiteY87" fmla="*/ 706697 h 970969"/>
              <a:gd name="connsiteX88" fmla="*/ 151619 w 952081"/>
              <a:gd name="connsiteY88" fmla="*/ 513962 h 970969"/>
              <a:gd name="connsiteX89" fmla="*/ 128490 w 952081"/>
              <a:gd name="connsiteY89" fmla="*/ 513962 h 970969"/>
              <a:gd name="connsiteX90" fmla="*/ 128490 w 952081"/>
              <a:gd name="connsiteY90" fmla="*/ 706697 h 970969"/>
              <a:gd name="connsiteX91" fmla="*/ 128490 w 952081"/>
              <a:gd name="connsiteY91" fmla="*/ 963678 h 970969"/>
              <a:gd name="connsiteX92" fmla="*/ 151619 w 952081"/>
              <a:gd name="connsiteY92" fmla="*/ 963678 h 970969"/>
              <a:gd name="connsiteX93" fmla="*/ 151619 w 952081"/>
              <a:gd name="connsiteY93" fmla="*/ 803065 h 970969"/>
              <a:gd name="connsiteX94" fmla="*/ 128490 w 952081"/>
              <a:gd name="connsiteY94" fmla="*/ 803065 h 970969"/>
              <a:gd name="connsiteX95" fmla="*/ 128490 w 952081"/>
              <a:gd name="connsiteY95" fmla="*/ 963678 h 970969"/>
              <a:gd name="connsiteX96" fmla="*/ 128490 w 952081"/>
              <a:gd name="connsiteY96" fmla="*/ 96368 h 970969"/>
              <a:gd name="connsiteX97" fmla="*/ 151619 w 952081"/>
              <a:gd name="connsiteY97" fmla="*/ 96368 h 970969"/>
              <a:gd name="connsiteX98" fmla="*/ 151619 w 952081"/>
              <a:gd name="connsiteY98" fmla="*/ 0 h 970969"/>
              <a:gd name="connsiteX99" fmla="*/ 128490 w 952081"/>
              <a:gd name="connsiteY99" fmla="*/ 0 h 970969"/>
              <a:gd name="connsiteX100" fmla="*/ 128490 w 952081"/>
              <a:gd name="connsiteY100" fmla="*/ 96368 h 970969"/>
              <a:gd name="connsiteX101" fmla="*/ 280109 w 952081"/>
              <a:gd name="connsiteY101" fmla="*/ 96368 h 970969"/>
              <a:gd name="connsiteX102" fmla="*/ 256981 w 952081"/>
              <a:gd name="connsiteY102" fmla="*/ 96368 h 970969"/>
              <a:gd name="connsiteX103" fmla="*/ 256981 w 952081"/>
              <a:gd name="connsiteY103" fmla="*/ 353349 h 970969"/>
              <a:gd name="connsiteX104" fmla="*/ 280109 w 952081"/>
              <a:gd name="connsiteY104" fmla="*/ 353349 h 970969"/>
              <a:gd name="connsiteX105" fmla="*/ 280109 w 952081"/>
              <a:gd name="connsiteY105" fmla="*/ 96368 h 970969"/>
              <a:gd name="connsiteX106" fmla="*/ 665580 w 952081"/>
              <a:gd name="connsiteY106" fmla="*/ 0 h 970969"/>
              <a:gd name="connsiteX107" fmla="*/ 642452 w 952081"/>
              <a:gd name="connsiteY107" fmla="*/ 0 h 970969"/>
              <a:gd name="connsiteX108" fmla="*/ 642452 w 952081"/>
              <a:gd name="connsiteY108" fmla="*/ 192736 h 970969"/>
              <a:gd name="connsiteX109" fmla="*/ 665612 w 952081"/>
              <a:gd name="connsiteY109" fmla="*/ 192736 h 970969"/>
              <a:gd name="connsiteX110" fmla="*/ 665580 w 952081"/>
              <a:gd name="connsiteY110" fmla="*/ 0 h 970969"/>
              <a:gd name="connsiteX111" fmla="*/ 665580 w 952081"/>
              <a:gd name="connsiteY111" fmla="*/ 0 h 970969"/>
              <a:gd name="connsiteX112" fmla="*/ 256981 w 952081"/>
              <a:gd name="connsiteY112" fmla="*/ 931555 h 970969"/>
              <a:gd name="connsiteX113" fmla="*/ 280109 w 952081"/>
              <a:gd name="connsiteY113" fmla="*/ 931555 h 970969"/>
              <a:gd name="connsiteX114" fmla="*/ 280109 w 952081"/>
              <a:gd name="connsiteY114" fmla="*/ 803065 h 970969"/>
              <a:gd name="connsiteX115" fmla="*/ 256981 w 952081"/>
              <a:gd name="connsiteY115" fmla="*/ 803065 h 970969"/>
              <a:gd name="connsiteX116" fmla="*/ 256981 w 952081"/>
              <a:gd name="connsiteY116" fmla="*/ 931555 h 970969"/>
              <a:gd name="connsiteX117" fmla="*/ 0 w 952081"/>
              <a:gd name="connsiteY117" fmla="*/ 578207 h 970969"/>
              <a:gd name="connsiteX118" fmla="*/ 23128 w 952081"/>
              <a:gd name="connsiteY118" fmla="*/ 578207 h 970969"/>
              <a:gd name="connsiteX119" fmla="*/ 23128 w 952081"/>
              <a:gd name="connsiteY119" fmla="*/ 513962 h 970969"/>
              <a:gd name="connsiteX120" fmla="*/ 0 w 952081"/>
              <a:gd name="connsiteY120" fmla="*/ 513962 h 970969"/>
              <a:gd name="connsiteX121" fmla="*/ 0 w 952081"/>
              <a:gd name="connsiteY121" fmla="*/ 578207 h 970969"/>
              <a:gd name="connsiteX122" fmla="*/ 280109 w 952081"/>
              <a:gd name="connsiteY122" fmla="*/ 0 h 970969"/>
              <a:gd name="connsiteX123" fmla="*/ 256981 w 952081"/>
              <a:gd name="connsiteY123" fmla="*/ 0 h 970969"/>
              <a:gd name="connsiteX124" fmla="*/ 256981 w 952081"/>
              <a:gd name="connsiteY124" fmla="*/ 64245 h 970969"/>
              <a:gd name="connsiteX125" fmla="*/ 280109 w 952081"/>
              <a:gd name="connsiteY125" fmla="*/ 64245 h 970969"/>
              <a:gd name="connsiteX126" fmla="*/ 280109 w 952081"/>
              <a:gd name="connsiteY126" fmla="*/ 0 h 970969"/>
              <a:gd name="connsiteX127" fmla="*/ 537090 w 952081"/>
              <a:gd name="connsiteY127" fmla="*/ 0 h 970969"/>
              <a:gd name="connsiteX128" fmla="*/ 513961 w 952081"/>
              <a:gd name="connsiteY128" fmla="*/ 0 h 970969"/>
              <a:gd name="connsiteX129" fmla="*/ 513961 w 952081"/>
              <a:gd name="connsiteY129" fmla="*/ 96368 h 970969"/>
              <a:gd name="connsiteX130" fmla="*/ 537090 w 952081"/>
              <a:gd name="connsiteY130" fmla="*/ 96368 h 970969"/>
              <a:gd name="connsiteX131" fmla="*/ 537090 w 952081"/>
              <a:gd name="connsiteY131" fmla="*/ 0 h 970969"/>
              <a:gd name="connsiteX132" fmla="*/ 537090 w 952081"/>
              <a:gd name="connsiteY132" fmla="*/ 128490 h 970969"/>
              <a:gd name="connsiteX133" fmla="*/ 513961 w 952081"/>
              <a:gd name="connsiteY133" fmla="*/ 128490 h 970969"/>
              <a:gd name="connsiteX134" fmla="*/ 513961 w 952081"/>
              <a:gd name="connsiteY134" fmla="*/ 192736 h 970969"/>
              <a:gd name="connsiteX135" fmla="*/ 537090 w 952081"/>
              <a:gd name="connsiteY135" fmla="*/ 192736 h 970969"/>
              <a:gd name="connsiteX136" fmla="*/ 537090 w 952081"/>
              <a:gd name="connsiteY136" fmla="*/ 128490 h 970969"/>
              <a:gd name="connsiteX137" fmla="*/ 128490 w 952081"/>
              <a:gd name="connsiteY137" fmla="*/ 770942 h 970969"/>
              <a:gd name="connsiteX138" fmla="*/ 151619 w 952081"/>
              <a:gd name="connsiteY138" fmla="*/ 770942 h 970969"/>
              <a:gd name="connsiteX139" fmla="*/ 151619 w 952081"/>
              <a:gd name="connsiteY139" fmla="*/ 738820 h 970969"/>
              <a:gd name="connsiteX140" fmla="*/ 128490 w 952081"/>
              <a:gd name="connsiteY140" fmla="*/ 738820 h 970969"/>
              <a:gd name="connsiteX141" fmla="*/ 128490 w 952081"/>
              <a:gd name="connsiteY141" fmla="*/ 770942 h 970969"/>
              <a:gd name="connsiteX142" fmla="*/ 408599 w 952081"/>
              <a:gd name="connsiteY142" fmla="*/ 192736 h 970969"/>
              <a:gd name="connsiteX143" fmla="*/ 385471 w 952081"/>
              <a:gd name="connsiteY143" fmla="*/ 192736 h 970969"/>
              <a:gd name="connsiteX144" fmla="*/ 385471 w 952081"/>
              <a:gd name="connsiteY144" fmla="*/ 224858 h 970969"/>
              <a:gd name="connsiteX145" fmla="*/ 408599 w 952081"/>
              <a:gd name="connsiteY145" fmla="*/ 224858 h 970969"/>
              <a:gd name="connsiteX146" fmla="*/ 408599 w 952081"/>
              <a:gd name="connsiteY146" fmla="*/ 192736 h 970969"/>
              <a:gd name="connsiteX147" fmla="*/ 952082 w 952081"/>
              <a:gd name="connsiteY147" fmla="*/ 956386 h 970969"/>
              <a:gd name="connsiteX148" fmla="*/ 830915 w 952081"/>
              <a:gd name="connsiteY148" fmla="*/ 807048 h 970969"/>
              <a:gd name="connsiteX149" fmla="*/ 922561 w 952081"/>
              <a:gd name="connsiteY149" fmla="*/ 578175 h 970969"/>
              <a:gd name="connsiteX150" fmla="*/ 589771 w 952081"/>
              <a:gd name="connsiteY150" fmla="*/ 245384 h 970969"/>
              <a:gd name="connsiteX151" fmla="*/ 256981 w 952081"/>
              <a:gd name="connsiteY151" fmla="*/ 578207 h 970969"/>
              <a:gd name="connsiteX152" fmla="*/ 589771 w 952081"/>
              <a:gd name="connsiteY152" fmla="*/ 910997 h 970969"/>
              <a:gd name="connsiteX153" fmla="*/ 814308 w 952081"/>
              <a:gd name="connsiteY153" fmla="*/ 823270 h 970969"/>
              <a:gd name="connsiteX154" fmla="*/ 934157 w 952081"/>
              <a:gd name="connsiteY154" fmla="*/ 970970 h 970969"/>
              <a:gd name="connsiteX155" fmla="*/ 952082 w 952081"/>
              <a:gd name="connsiteY155" fmla="*/ 956386 h 970969"/>
              <a:gd name="connsiteX156" fmla="*/ 280109 w 952081"/>
              <a:gd name="connsiteY156" fmla="*/ 578207 h 970969"/>
              <a:gd name="connsiteX157" fmla="*/ 589771 w 952081"/>
              <a:gd name="connsiteY157" fmla="*/ 268545 h 970969"/>
              <a:gd name="connsiteX158" fmla="*/ 899433 w 952081"/>
              <a:gd name="connsiteY158" fmla="*/ 578207 h 970969"/>
              <a:gd name="connsiteX159" fmla="*/ 808718 w 952081"/>
              <a:gd name="connsiteY159" fmla="*/ 797122 h 970969"/>
              <a:gd name="connsiteX160" fmla="*/ 589771 w 952081"/>
              <a:gd name="connsiteY160" fmla="*/ 887869 h 970969"/>
              <a:gd name="connsiteX161" fmla="*/ 280109 w 952081"/>
              <a:gd name="connsiteY161" fmla="*/ 578207 h 970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952081" h="970969">
                <a:moveTo>
                  <a:pt x="483991" y="710584"/>
                </a:moveTo>
                <a:cubicBezTo>
                  <a:pt x="468926" y="710584"/>
                  <a:pt x="455948" y="707693"/>
                  <a:pt x="445123" y="701911"/>
                </a:cubicBezTo>
                <a:cubicBezTo>
                  <a:pt x="434297" y="696129"/>
                  <a:pt x="425335" y="687841"/>
                  <a:pt x="418268" y="677016"/>
                </a:cubicBezTo>
                <a:cubicBezTo>
                  <a:pt x="411201" y="666191"/>
                  <a:pt x="406030" y="652860"/>
                  <a:pt x="402721" y="637120"/>
                </a:cubicBezTo>
                <a:cubicBezTo>
                  <a:pt x="399412" y="621315"/>
                  <a:pt x="397774" y="603294"/>
                  <a:pt x="397774" y="583025"/>
                </a:cubicBezTo>
                <a:cubicBezTo>
                  <a:pt x="397774" y="563013"/>
                  <a:pt x="399412" y="545024"/>
                  <a:pt x="402721" y="529123"/>
                </a:cubicBezTo>
                <a:cubicBezTo>
                  <a:pt x="406030" y="513223"/>
                  <a:pt x="411201" y="499860"/>
                  <a:pt x="418268" y="489002"/>
                </a:cubicBezTo>
                <a:cubicBezTo>
                  <a:pt x="425335" y="478177"/>
                  <a:pt x="434297" y="469857"/>
                  <a:pt x="445123" y="464107"/>
                </a:cubicBezTo>
                <a:cubicBezTo>
                  <a:pt x="455948" y="458357"/>
                  <a:pt x="468926" y="455434"/>
                  <a:pt x="483991" y="455434"/>
                </a:cubicBezTo>
                <a:cubicBezTo>
                  <a:pt x="499057" y="455434"/>
                  <a:pt x="512034" y="458325"/>
                  <a:pt x="522859" y="464107"/>
                </a:cubicBezTo>
                <a:cubicBezTo>
                  <a:pt x="533685" y="469889"/>
                  <a:pt x="542679" y="478177"/>
                  <a:pt x="549714" y="489002"/>
                </a:cubicBezTo>
                <a:cubicBezTo>
                  <a:pt x="556781" y="499828"/>
                  <a:pt x="561953" y="513191"/>
                  <a:pt x="565229" y="529123"/>
                </a:cubicBezTo>
                <a:cubicBezTo>
                  <a:pt x="568570" y="545024"/>
                  <a:pt x="570176" y="563013"/>
                  <a:pt x="570176" y="583025"/>
                </a:cubicBezTo>
                <a:cubicBezTo>
                  <a:pt x="570176" y="603294"/>
                  <a:pt x="568538" y="621283"/>
                  <a:pt x="565229" y="637120"/>
                </a:cubicBezTo>
                <a:cubicBezTo>
                  <a:pt x="561921" y="652860"/>
                  <a:pt x="556749" y="666191"/>
                  <a:pt x="549714" y="677016"/>
                </a:cubicBezTo>
                <a:cubicBezTo>
                  <a:pt x="542647" y="687873"/>
                  <a:pt x="533685" y="696161"/>
                  <a:pt x="522859" y="701911"/>
                </a:cubicBezTo>
                <a:cubicBezTo>
                  <a:pt x="512034" y="707693"/>
                  <a:pt x="499057" y="710584"/>
                  <a:pt x="483991" y="710584"/>
                </a:cubicBezTo>
                <a:close/>
                <a:moveTo>
                  <a:pt x="483991" y="684790"/>
                </a:moveTo>
                <a:cubicBezTo>
                  <a:pt x="493885" y="684790"/>
                  <a:pt x="502365" y="682830"/>
                  <a:pt x="509432" y="678943"/>
                </a:cubicBezTo>
                <a:cubicBezTo>
                  <a:pt x="516499" y="675056"/>
                  <a:pt x="522217" y="669595"/>
                  <a:pt x="526586" y="662496"/>
                </a:cubicBezTo>
                <a:cubicBezTo>
                  <a:pt x="530954" y="655429"/>
                  <a:pt x="534167" y="646917"/>
                  <a:pt x="536319" y="636895"/>
                </a:cubicBezTo>
                <a:cubicBezTo>
                  <a:pt x="538407" y="626872"/>
                  <a:pt x="539499" y="615630"/>
                  <a:pt x="539499" y="603134"/>
                </a:cubicBezTo>
                <a:lnTo>
                  <a:pt x="539499" y="562852"/>
                </a:lnTo>
                <a:cubicBezTo>
                  <a:pt x="539499" y="550613"/>
                  <a:pt x="538439" y="539403"/>
                  <a:pt x="536319" y="529284"/>
                </a:cubicBezTo>
                <a:cubicBezTo>
                  <a:pt x="534199" y="519165"/>
                  <a:pt x="530954" y="510556"/>
                  <a:pt x="526586" y="503490"/>
                </a:cubicBezTo>
                <a:cubicBezTo>
                  <a:pt x="522217" y="496423"/>
                  <a:pt x="516531" y="490930"/>
                  <a:pt x="509432" y="487043"/>
                </a:cubicBezTo>
                <a:cubicBezTo>
                  <a:pt x="502365" y="483156"/>
                  <a:pt x="493885" y="481229"/>
                  <a:pt x="483991" y="481229"/>
                </a:cubicBezTo>
                <a:cubicBezTo>
                  <a:pt x="474097" y="481229"/>
                  <a:pt x="465617" y="483188"/>
                  <a:pt x="458550" y="487043"/>
                </a:cubicBezTo>
                <a:cubicBezTo>
                  <a:pt x="451483" y="490930"/>
                  <a:pt x="445797" y="496423"/>
                  <a:pt x="441429" y="503490"/>
                </a:cubicBezTo>
                <a:cubicBezTo>
                  <a:pt x="437060" y="510556"/>
                  <a:pt x="433816" y="519165"/>
                  <a:pt x="431696" y="529284"/>
                </a:cubicBezTo>
                <a:cubicBezTo>
                  <a:pt x="429575" y="539371"/>
                  <a:pt x="428515" y="550613"/>
                  <a:pt x="428515" y="562852"/>
                </a:cubicBezTo>
                <a:lnTo>
                  <a:pt x="428515" y="603134"/>
                </a:lnTo>
                <a:cubicBezTo>
                  <a:pt x="428515" y="615630"/>
                  <a:pt x="429575" y="626840"/>
                  <a:pt x="431696" y="636895"/>
                </a:cubicBezTo>
                <a:cubicBezTo>
                  <a:pt x="433816" y="646917"/>
                  <a:pt x="437060" y="655429"/>
                  <a:pt x="441429" y="662496"/>
                </a:cubicBezTo>
                <a:cubicBezTo>
                  <a:pt x="445797" y="669595"/>
                  <a:pt x="451483" y="675056"/>
                  <a:pt x="458550" y="678943"/>
                </a:cubicBezTo>
                <a:cubicBezTo>
                  <a:pt x="465617" y="682862"/>
                  <a:pt x="474097" y="684790"/>
                  <a:pt x="483991" y="684790"/>
                </a:cubicBezTo>
                <a:close/>
                <a:moveTo>
                  <a:pt x="483991" y="603873"/>
                </a:moveTo>
                <a:cubicBezTo>
                  <a:pt x="475768" y="603873"/>
                  <a:pt x="470050" y="602234"/>
                  <a:pt x="466870" y="598926"/>
                </a:cubicBezTo>
                <a:cubicBezTo>
                  <a:pt x="463690" y="595649"/>
                  <a:pt x="462116" y="591634"/>
                  <a:pt x="462116" y="586944"/>
                </a:cubicBezTo>
                <a:lnTo>
                  <a:pt x="462116" y="579170"/>
                </a:lnTo>
                <a:cubicBezTo>
                  <a:pt x="462116" y="574481"/>
                  <a:pt x="463690" y="570465"/>
                  <a:pt x="466870" y="567157"/>
                </a:cubicBezTo>
                <a:cubicBezTo>
                  <a:pt x="470050" y="563848"/>
                  <a:pt x="475768" y="562242"/>
                  <a:pt x="483991" y="562242"/>
                </a:cubicBezTo>
                <a:cubicBezTo>
                  <a:pt x="492247" y="562242"/>
                  <a:pt x="497964" y="563880"/>
                  <a:pt x="501145" y="567157"/>
                </a:cubicBezTo>
                <a:cubicBezTo>
                  <a:pt x="504325" y="570433"/>
                  <a:pt x="505899" y="574481"/>
                  <a:pt x="505899" y="579170"/>
                </a:cubicBezTo>
                <a:lnTo>
                  <a:pt x="505899" y="586944"/>
                </a:lnTo>
                <a:cubicBezTo>
                  <a:pt x="505899" y="591634"/>
                  <a:pt x="504325" y="595649"/>
                  <a:pt x="501145" y="598926"/>
                </a:cubicBezTo>
                <a:cubicBezTo>
                  <a:pt x="497932" y="602234"/>
                  <a:pt x="492215" y="603873"/>
                  <a:pt x="483991" y="603873"/>
                </a:cubicBezTo>
                <a:close/>
                <a:moveTo>
                  <a:pt x="619677" y="706344"/>
                </a:moveTo>
                <a:lnTo>
                  <a:pt x="619677" y="680517"/>
                </a:lnTo>
                <a:lnTo>
                  <a:pt x="690347" y="680517"/>
                </a:lnTo>
                <a:lnTo>
                  <a:pt x="690347" y="481614"/>
                </a:lnTo>
                <a:lnTo>
                  <a:pt x="687873" y="481614"/>
                </a:lnTo>
                <a:lnTo>
                  <a:pt x="625652" y="539563"/>
                </a:lnTo>
                <a:lnTo>
                  <a:pt x="608338" y="520868"/>
                </a:lnTo>
                <a:lnTo>
                  <a:pt x="673707" y="459706"/>
                </a:lnTo>
                <a:lnTo>
                  <a:pt x="719996" y="459706"/>
                </a:lnTo>
                <a:lnTo>
                  <a:pt x="719996" y="680549"/>
                </a:lnTo>
                <a:lnTo>
                  <a:pt x="784980" y="680549"/>
                </a:lnTo>
                <a:lnTo>
                  <a:pt x="784980" y="706376"/>
                </a:lnTo>
                <a:lnTo>
                  <a:pt x="619677" y="706376"/>
                </a:lnTo>
                <a:lnTo>
                  <a:pt x="619677" y="706344"/>
                </a:lnTo>
                <a:close/>
                <a:moveTo>
                  <a:pt x="0" y="353349"/>
                </a:moveTo>
                <a:lnTo>
                  <a:pt x="23128" y="353349"/>
                </a:lnTo>
                <a:lnTo>
                  <a:pt x="23128" y="0"/>
                </a:lnTo>
                <a:lnTo>
                  <a:pt x="0" y="0"/>
                </a:lnTo>
                <a:lnTo>
                  <a:pt x="0" y="353349"/>
                </a:lnTo>
                <a:close/>
                <a:moveTo>
                  <a:pt x="408599" y="0"/>
                </a:moveTo>
                <a:lnTo>
                  <a:pt x="385471" y="0"/>
                </a:lnTo>
                <a:lnTo>
                  <a:pt x="385471" y="160613"/>
                </a:lnTo>
                <a:lnTo>
                  <a:pt x="408599" y="160613"/>
                </a:lnTo>
                <a:lnTo>
                  <a:pt x="408599" y="0"/>
                </a:lnTo>
                <a:close/>
                <a:moveTo>
                  <a:pt x="128490" y="481839"/>
                </a:moveTo>
                <a:lnTo>
                  <a:pt x="151619" y="481839"/>
                </a:lnTo>
                <a:lnTo>
                  <a:pt x="151619" y="128490"/>
                </a:lnTo>
                <a:lnTo>
                  <a:pt x="128490" y="128490"/>
                </a:lnTo>
                <a:lnTo>
                  <a:pt x="128490" y="481839"/>
                </a:lnTo>
                <a:close/>
                <a:moveTo>
                  <a:pt x="0" y="867310"/>
                </a:moveTo>
                <a:lnTo>
                  <a:pt x="23128" y="867310"/>
                </a:lnTo>
                <a:lnTo>
                  <a:pt x="23128" y="610329"/>
                </a:lnTo>
                <a:lnTo>
                  <a:pt x="0" y="610329"/>
                </a:lnTo>
                <a:lnTo>
                  <a:pt x="0" y="867310"/>
                </a:lnTo>
                <a:close/>
                <a:moveTo>
                  <a:pt x="0" y="481839"/>
                </a:moveTo>
                <a:lnTo>
                  <a:pt x="23128" y="481839"/>
                </a:lnTo>
                <a:lnTo>
                  <a:pt x="23128" y="385471"/>
                </a:lnTo>
                <a:lnTo>
                  <a:pt x="0" y="385471"/>
                </a:lnTo>
                <a:lnTo>
                  <a:pt x="0" y="481839"/>
                </a:lnTo>
                <a:close/>
                <a:moveTo>
                  <a:pt x="128490" y="706697"/>
                </a:moveTo>
                <a:lnTo>
                  <a:pt x="151619" y="706697"/>
                </a:lnTo>
                <a:lnTo>
                  <a:pt x="151619" y="513962"/>
                </a:lnTo>
                <a:lnTo>
                  <a:pt x="128490" y="513962"/>
                </a:lnTo>
                <a:lnTo>
                  <a:pt x="128490" y="706697"/>
                </a:lnTo>
                <a:close/>
                <a:moveTo>
                  <a:pt x="128490" y="963678"/>
                </a:moveTo>
                <a:lnTo>
                  <a:pt x="151619" y="963678"/>
                </a:lnTo>
                <a:lnTo>
                  <a:pt x="151619" y="803065"/>
                </a:lnTo>
                <a:lnTo>
                  <a:pt x="128490" y="803065"/>
                </a:lnTo>
                <a:lnTo>
                  <a:pt x="128490" y="963678"/>
                </a:lnTo>
                <a:close/>
                <a:moveTo>
                  <a:pt x="128490" y="96368"/>
                </a:moveTo>
                <a:lnTo>
                  <a:pt x="151619" y="96368"/>
                </a:lnTo>
                <a:lnTo>
                  <a:pt x="151619" y="0"/>
                </a:lnTo>
                <a:lnTo>
                  <a:pt x="128490" y="0"/>
                </a:lnTo>
                <a:lnTo>
                  <a:pt x="128490" y="96368"/>
                </a:lnTo>
                <a:close/>
                <a:moveTo>
                  <a:pt x="280109" y="96368"/>
                </a:moveTo>
                <a:lnTo>
                  <a:pt x="256981" y="96368"/>
                </a:lnTo>
                <a:lnTo>
                  <a:pt x="256981" y="353349"/>
                </a:lnTo>
                <a:lnTo>
                  <a:pt x="280109" y="353349"/>
                </a:lnTo>
                <a:cubicBezTo>
                  <a:pt x="280109" y="353349"/>
                  <a:pt x="280109" y="96368"/>
                  <a:pt x="280109" y="96368"/>
                </a:cubicBezTo>
                <a:close/>
                <a:moveTo>
                  <a:pt x="665580" y="0"/>
                </a:moveTo>
                <a:lnTo>
                  <a:pt x="642452" y="0"/>
                </a:lnTo>
                <a:lnTo>
                  <a:pt x="642452" y="192736"/>
                </a:lnTo>
                <a:lnTo>
                  <a:pt x="665612" y="192736"/>
                </a:lnTo>
                <a:lnTo>
                  <a:pt x="665580" y="0"/>
                </a:lnTo>
                <a:lnTo>
                  <a:pt x="665580" y="0"/>
                </a:lnTo>
                <a:close/>
                <a:moveTo>
                  <a:pt x="256981" y="931555"/>
                </a:moveTo>
                <a:lnTo>
                  <a:pt x="280109" y="931555"/>
                </a:lnTo>
                <a:lnTo>
                  <a:pt x="280109" y="803065"/>
                </a:lnTo>
                <a:lnTo>
                  <a:pt x="256981" y="803065"/>
                </a:lnTo>
                <a:lnTo>
                  <a:pt x="256981" y="931555"/>
                </a:lnTo>
                <a:close/>
                <a:moveTo>
                  <a:pt x="0" y="578207"/>
                </a:moveTo>
                <a:lnTo>
                  <a:pt x="23128" y="578207"/>
                </a:lnTo>
                <a:lnTo>
                  <a:pt x="23128" y="513962"/>
                </a:lnTo>
                <a:lnTo>
                  <a:pt x="0" y="513962"/>
                </a:lnTo>
                <a:lnTo>
                  <a:pt x="0" y="578207"/>
                </a:lnTo>
                <a:close/>
                <a:moveTo>
                  <a:pt x="280109" y="0"/>
                </a:moveTo>
                <a:lnTo>
                  <a:pt x="256981" y="0"/>
                </a:lnTo>
                <a:lnTo>
                  <a:pt x="256981" y="64245"/>
                </a:lnTo>
                <a:lnTo>
                  <a:pt x="280109" y="64245"/>
                </a:lnTo>
                <a:cubicBezTo>
                  <a:pt x="280109" y="64245"/>
                  <a:pt x="280109" y="0"/>
                  <a:pt x="280109" y="0"/>
                </a:cubicBezTo>
                <a:close/>
                <a:moveTo>
                  <a:pt x="537090" y="0"/>
                </a:moveTo>
                <a:lnTo>
                  <a:pt x="513961" y="0"/>
                </a:lnTo>
                <a:lnTo>
                  <a:pt x="513961" y="96368"/>
                </a:lnTo>
                <a:lnTo>
                  <a:pt x="537090" y="96368"/>
                </a:lnTo>
                <a:lnTo>
                  <a:pt x="537090" y="0"/>
                </a:lnTo>
                <a:close/>
                <a:moveTo>
                  <a:pt x="537090" y="128490"/>
                </a:moveTo>
                <a:lnTo>
                  <a:pt x="513961" y="128490"/>
                </a:lnTo>
                <a:lnTo>
                  <a:pt x="513961" y="192736"/>
                </a:lnTo>
                <a:lnTo>
                  <a:pt x="537090" y="192736"/>
                </a:lnTo>
                <a:lnTo>
                  <a:pt x="537090" y="128490"/>
                </a:lnTo>
                <a:close/>
                <a:moveTo>
                  <a:pt x="128490" y="770942"/>
                </a:moveTo>
                <a:lnTo>
                  <a:pt x="151619" y="770942"/>
                </a:lnTo>
                <a:lnTo>
                  <a:pt x="151619" y="738820"/>
                </a:lnTo>
                <a:lnTo>
                  <a:pt x="128490" y="738820"/>
                </a:lnTo>
                <a:lnTo>
                  <a:pt x="128490" y="770942"/>
                </a:lnTo>
                <a:close/>
                <a:moveTo>
                  <a:pt x="408599" y="192736"/>
                </a:moveTo>
                <a:lnTo>
                  <a:pt x="385471" y="192736"/>
                </a:lnTo>
                <a:lnTo>
                  <a:pt x="385471" y="224858"/>
                </a:lnTo>
                <a:lnTo>
                  <a:pt x="408599" y="224858"/>
                </a:lnTo>
                <a:lnTo>
                  <a:pt x="408599" y="192736"/>
                </a:lnTo>
                <a:close/>
                <a:moveTo>
                  <a:pt x="952082" y="956386"/>
                </a:moveTo>
                <a:lnTo>
                  <a:pt x="830915" y="807048"/>
                </a:lnTo>
                <a:cubicBezTo>
                  <a:pt x="889924" y="744891"/>
                  <a:pt x="922561" y="664103"/>
                  <a:pt x="922561" y="578175"/>
                </a:cubicBezTo>
                <a:cubicBezTo>
                  <a:pt x="922561" y="394690"/>
                  <a:pt x="773287" y="245384"/>
                  <a:pt x="589771" y="245384"/>
                </a:cubicBezTo>
                <a:cubicBezTo>
                  <a:pt x="406287" y="245417"/>
                  <a:pt x="256981" y="394722"/>
                  <a:pt x="256981" y="578207"/>
                </a:cubicBezTo>
                <a:cubicBezTo>
                  <a:pt x="256981" y="761723"/>
                  <a:pt x="406254" y="910997"/>
                  <a:pt x="589771" y="910997"/>
                </a:cubicBezTo>
                <a:cubicBezTo>
                  <a:pt x="673739" y="910997"/>
                  <a:pt x="752729" y="879741"/>
                  <a:pt x="814308" y="823270"/>
                </a:cubicBezTo>
                <a:lnTo>
                  <a:pt x="934157" y="970970"/>
                </a:lnTo>
                <a:lnTo>
                  <a:pt x="952082" y="956386"/>
                </a:lnTo>
                <a:close/>
                <a:moveTo>
                  <a:pt x="280109" y="578207"/>
                </a:moveTo>
                <a:cubicBezTo>
                  <a:pt x="280109" y="407475"/>
                  <a:pt x="419039" y="268545"/>
                  <a:pt x="589771" y="268545"/>
                </a:cubicBezTo>
                <a:cubicBezTo>
                  <a:pt x="760502" y="268545"/>
                  <a:pt x="899433" y="407475"/>
                  <a:pt x="899433" y="578207"/>
                </a:cubicBezTo>
                <a:cubicBezTo>
                  <a:pt x="899433" y="660858"/>
                  <a:pt x="867214" y="738595"/>
                  <a:pt x="808718" y="797122"/>
                </a:cubicBezTo>
                <a:cubicBezTo>
                  <a:pt x="750159" y="855650"/>
                  <a:pt x="672422" y="887869"/>
                  <a:pt x="589771" y="887869"/>
                </a:cubicBezTo>
                <a:cubicBezTo>
                  <a:pt x="419039" y="887869"/>
                  <a:pt x="280109" y="748938"/>
                  <a:pt x="280109" y="578207"/>
                </a:cubicBezTo>
                <a:close/>
              </a:path>
            </a:pathLst>
          </a:custGeom>
          <a:solidFill>
            <a:srgbClr val="0F62FE"/>
          </a:solidFill>
          <a:ln w="31849" cap="flat">
            <a:noFill/>
            <a:prstDash val="solid"/>
            <a:miter/>
          </a:ln>
        </p:spPr>
        <p:txBody>
          <a:bodyPr rtlCol="0" anchor="ctr"/>
          <a:lstStyle/>
          <a:p>
            <a:endParaRPr lang="en-US"/>
          </a:p>
        </p:txBody>
      </p:sp>
      <p:grpSp>
        <p:nvGrpSpPr>
          <p:cNvPr id="26" name="Group 25">
            <a:extLst>
              <a:ext uri="{FF2B5EF4-FFF2-40B4-BE49-F238E27FC236}">
                <a16:creationId xmlns:a16="http://schemas.microsoft.com/office/drawing/2014/main" id="{B37CF772-0561-370F-8B21-5911642CF9AA}"/>
              </a:ext>
            </a:extLst>
          </p:cNvPr>
          <p:cNvGrpSpPr/>
          <p:nvPr/>
        </p:nvGrpSpPr>
        <p:grpSpPr>
          <a:xfrm>
            <a:off x="17031332" y="5241802"/>
            <a:ext cx="1228193" cy="977377"/>
            <a:chOff x="17031332" y="5241802"/>
            <a:chExt cx="1228193" cy="977377"/>
          </a:xfrm>
        </p:grpSpPr>
        <p:sp>
          <p:nvSpPr>
            <p:cNvPr id="27" name="Freeform 26">
              <a:extLst>
                <a:ext uri="{FF2B5EF4-FFF2-40B4-BE49-F238E27FC236}">
                  <a16:creationId xmlns:a16="http://schemas.microsoft.com/office/drawing/2014/main" id="{F3A2E743-EC83-2307-109A-952166858856}"/>
                </a:ext>
              </a:extLst>
            </p:cNvPr>
            <p:cNvSpPr/>
            <p:nvPr/>
          </p:nvSpPr>
          <p:spPr>
            <a:xfrm rot="408157">
              <a:off x="17031332" y="5241802"/>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DC466DDC-2D87-9EE8-F029-2A039D544AC7}"/>
                </a:ext>
              </a:extLst>
            </p:cNvPr>
            <p:cNvSpPr>
              <a:spLocks noChangeAspect="1"/>
            </p:cNvSpPr>
            <p:nvPr/>
          </p:nvSpPr>
          <p:spPr>
            <a:xfrm rot="1829499">
              <a:off x="17820096" y="5779750"/>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grpSp>
    </p:spTree>
    <p:extLst>
      <p:ext uri="{BB962C8B-B14F-4D97-AF65-F5344CB8AC3E}">
        <p14:creationId xmlns:p14="http://schemas.microsoft.com/office/powerpoint/2010/main" val="1820392655"/>
      </p:ext>
    </p:extLst>
  </p:cSld>
  <p:clrMapOvr>
    <a:masterClrMapping/>
  </p:clrMapOvr>
  <p:transition spd="med"/>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 name="Rectangle 264">
            <a:extLst>
              <a:ext uri="{FF2B5EF4-FFF2-40B4-BE49-F238E27FC236}">
                <a16:creationId xmlns:a16="http://schemas.microsoft.com/office/drawing/2014/main" id="{AF44527C-38C4-6BC5-8AD0-83B4D7AE8E42}"/>
              </a:ext>
            </a:extLst>
          </p:cNvPr>
          <p:cNvSpPr/>
          <p:nvPr/>
        </p:nvSpPr>
        <p:spPr bwMode="auto">
          <a:xfrm>
            <a:off x="0" y="19528"/>
            <a:ext cx="12193587" cy="13716000"/>
          </a:xfrm>
          <a:prstGeom prst="rect">
            <a:avLst/>
          </a:prstGeom>
          <a:solidFill>
            <a:srgbClr val="E5F6FF"/>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109E0E9A-490F-C13C-36E3-DCEF1CF7F75B}"/>
              </a:ext>
            </a:extLst>
          </p:cNvPr>
          <p:cNvSpPr>
            <a:spLocks noGrp="1"/>
          </p:cNvSpPr>
          <p:nvPr>
            <p:ph type="title"/>
          </p:nvPr>
        </p:nvSpPr>
        <p:spPr>
          <a:xfrm>
            <a:off x="576071" y="577850"/>
            <a:ext cx="10591281" cy="1672650"/>
          </a:xfrm>
        </p:spPr>
        <p:txBody>
          <a:bodyPr/>
          <a:lstStyle/>
          <a:p>
            <a:r>
              <a:rPr lang="en-US" dirty="0"/>
              <a:t>Machine learning (ML) types </a:t>
            </a:r>
            <a:r>
              <a:rPr lang="en-US" sz="4800" i="1" dirty="0"/>
              <a:t>Clustering models</a:t>
            </a:r>
            <a:endParaRPr lang="en-US" i="1" dirty="0"/>
          </a:p>
        </p:txBody>
      </p:sp>
      <p:sp>
        <p:nvSpPr>
          <p:cNvPr id="52" name="TextBox 51">
            <a:extLst>
              <a:ext uri="{FF2B5EF4-FFF2-40B4-BE49-F238E27FC236}">
                <a16:creationId xmlns:a16="http://schemas.microsoft.com/office/drawing/2014/main" id="{69A9B97B-C7C4-87DB-86D7-5D6D24EEC3A2}"/>
              </a:ext>
            </a:extLst>
          </p:cNvPr>
          <p:cNvSpPr txBox="1"/>
          <p:nvPr/>
        </p:nvSpPr>
        <p:spPr>
          <a:xfrm>
            <a:off x="20278015" y="6761132"/>
            <a:ext cx="3560027" cy="144655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latin typeface="IBM Plex Sans Text" panose="020B0503050203000203" pitchFamily="34" charset="0"/>
              </a:rPr>
              <a:t>Output</a:t>
            </a:r>
          </a:p>
          <a:p>
            <a:pPr algn="ctr"/>
            <a:r>
              <a:rPr lang="en-US" sz="2800" i="1" dirty="0"/>
              <a:t>items commonly purchased together</a:t>
            </a:r>
          </a:p>
        </p:txBody>
      </p:sp>
      <p:sp>
        <p:nvSpPr>
          <p:cNvPr id="252" name="TextBox 251">
            <a:extLst>
              <a:ext uri="{FF2B5EF4-FFF2-40B4-BE49-F238E27FC236}">
                <a16:creationId xmlns:a16="http://schemas.microsoft.com/office/drawing/2014/main" id="{92913375-B2AD-EA19-40DE-EC35CFE75D36}"/>
              </a:ext>
            </a:extLst>
          </p:cNvPr>
          <p:cNvSpPr txBox="1"/>
          <p:nvPr/>
        </p:nvSpPr>
        <p:spPr>
          <a:xfrm>
            <a:off x="12662678" y="6747933"/>
            <a:ext cx="3073128" cy="1508105"/>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latin typeface="IBM Plex Sans Text" panose="020B0503050203000203" pitchFamily="34" charset="0"/>
              </a:rPr>
              <a:t>Unlabeled</a:t>
            </a:r>
            <a:br>
              <a:rPr lang="en-US" sz="3200" dirty="0">
                <a:latin typeface="IBM Plex Sans Text" panose="020B0503050203000203" pitchFamily="34" charset="0"/>
              </a:rPr>
            </a:br>
            <a:r>
              <a:rPr lang="en-US" sz="3200" dirty="0">
                <a:latin typeface="IBM Plex Sans Text" panose="020B0503050203000203" pitchFamily="34" charset="0"/>
              </a:rPr>
              <a:t>historical data</a:t>
            </a:r>
          </a:p>
          <a:p>
            <a:pPr algn="ctr"/>
            <a:r>
              <a:rPr lang="en-US" sz="2800" i="1" dirty="0"/>
              <a:t>transaction data</a:t>
            </a:r>
          </a:p>
        </p:txBody>
      </p:sp>
      <p:sp>
        <p:nvSpPr>
          <p:cNvPr id="253" name="Right Brace 252">
            <a:extLst>
              <a:ext uri="{FF2B5EF4-FFF2-40B4-BE49-F238E27FC236}">
                <a16:creationId xmlns:a16="http://schemas.microsoft.com/office/drawing/2014/main" id="{3D5CB9BB-68D6-7CBC-C2E2-9A62AF8AD9DC}"/>
              </a:ext>
            </a:extLst>
          </p:cNvPr>
          <p:cNvSpPr/>
          <p:nvPr/>
        </p:nvSpPr>
        <p:spPr bwMode="auto">
          <a:xfrm>
            <a:off x="15293293" y="4798145"/>
            <a:ext cx="442513" cy="1846729"/>
          </a:xfrm>
          <a:prstGeom prst="rightBrace">
            <a:avLst/>
          </a:prstGeom>
          <a:ln w="254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cxnSp>
        <p:nvCxnSpPr>
          <p:cNvPr id="257" name="Straight Arrow Connector 256">
            <a:extLst>
              <a:ext uri="{FF2B5EF4-FFF2-40B4-BE49-F238E27FC236}">
                <a16:creationId xmlns:a16="http://schemas.microsoft.com/office/drawing/2014/main" id="{0D2A89A4-FBF8-0161-41BB-9384F0D5FF05}"/>
              </a:ext>
            </a:extLst>
          </p:cNvPr>
          <p:cNvCxnSpPr>
            <a:cxnSpLocks/>
          </p:cNvCxnSpPr>
          <p:nvPr/>
        </p:nvCxnSpPr>
        <p:spPr bwMode="auto">
          <a:xfrm>
            <a:off x="16129693" y="5721509"/>
            <a:ext cx="1188720"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grpSp>
        <p:nvGrpSpPr>
          <p:cNvPr id="6" name="Group 5">
            <a:extLst>
              <a:ext uri="{FF2B5EF4-FFF2-40B4-BE49-F238E27FC236}">
                <a16:creationId xmlns:a16="http://schemas.microsoft.com/office/drawing/2014/main" id="{B55DB860-6F7D-8DBA-D649-D498A05BF250}"/>
              </a:ext>
            </a:extLst>
          </p:cNvPr>
          <p:cNvGrpSpPr/>
          <p:nvPr/>
        </p:nvGrpSpPr>
        <p:grpSpPr>
          <a:xfrm>
            <a:off x="17732086" y="5279611"/>
            <a:ext cx="1228193" cy="977377"/>
            <a:chOff x="17732086" y="5279611"/>
            <a:chExt cx="1228193" cy="977377"/>
          </a:xfrm>
        </p:grpSpPr>
        <p:sp>
          <p:nvSpPr>
            <p:cNvPr id="260" name="Freeform 259">
              <a:extLst>
                <a:ext uri="{FF2B5EF4-FFF2-40B4-BE49-F238E27FC236}">
                  <a16:creationId xmlns:a16="http://schemas.microsoft.com/office/drawing/2014/main" id="{0218A417-CF44-2ADB-9848-176831E52C5D}"/>
                </a:ext>
              </a:extLst>
            </p:cNvPr>
            <p:cNvSpPr/>
            <p:nvPr/>
          </p:nvSpPr>
          <p:spPr>
            <a:xfrm rot="11208157">
              <a:off x="18095224" y="5391933"/>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sp>
          <p:nvSpPr>
            <p:cNvPr id="261" name="Freeform 260">
              <a:extLst>
                <a:ext uri="{FF2B5EF4-FFF2-40B4-BE49-F238E27FC236}">
                  <a16:creationId xmlns:a16="http://schemas.microsoft.com/office/drawing/2014/main" id="{D25109EF-02C0-F1DC-2D6F-2686E3D11E26}"/>
                </a:ext>
              </a:extLst>
            </p:cNvPr>
            <p:cNvSpPr>
              <a:spLocks noChangeAspect="1"/>
            </p:cNvSpPr>
            <p:nvPr/>
          </p:nvSpPr>
          <p:spPr>
            <a:xfrm rot="12629499">
              <a:off x="17732086" y="5279611"/>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grpSp>
      <p:sp>
        <p:nvSpPr>
          <p:cNvPr id="262" name="TextBox 261">
            <a:extLst>
              <a:ext uri="{FF2B5EF4-FFF2-40B4-BE49-F238E27FC236}">
                <a16:creationId xmlns:a16="http://schemas.microsoft.com/office/drawing/2014/main" id="{4FAE2A70-264B-6252-99ED-B1D0A43E781B}"/>
              </a:ext>
            </a:extLst>
          </p:cNvPr>
          <p:cNvSpPr txBox="1"/>
          <p:nvPr/>
        </p:nvSpPr>
        <p:spPr>
          <a:xfrm>
            <a:off x="16634460" y="6733030"/>
            <a:ext cx="3397480" cy="107721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latin typeface="IBM Plex Sans Text" panose="020B0503050203000203" pitchFamily="34" charset="0"/>
              </a:rPr>
              <a:t>Clustering algorithm</a:t>
            </a:r>
          </a:p>
        </p:txBody>
      </p:sp>
      <p:sp>
        <p:nvSpPr>
          <p:cNvPr id="3" name="TextBox 2">
            <a:extLst>
              <a:ext uri="{FF2B5EF4-FFF2-40B4-BE49-F238E27FC236}">
                <a16:creationId xmlns:a16="http://schemas.microsoft.com/office/drawing/2014/main" id="{07A3DC8A-B782-47DE-FEE1-B67EA3B3F213}"/>
              </a:ext>
            </a:extLst>
          </p:cNvPr>
          <p:cNvSpPr txBox="1"/>
          <p:nvPr/>
        </p:nvSpPr>
        <p:spPr>
          <a:xfrm>
            <a:off x="574778" y="3671725"/>
            <a:ext cx="10439946" cy="8217634"/>
          </a:xfrm>
          <a:prstGeom prst="rect">
            <a:avLst/>
          </a:prstGeom>
          <a:no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spAutoFit/>
          </a:bodyPr>
          <a:lstStyle/>
          <a:p>
            <a:pPr>
              <a:spcAft>
                <a:spcPts val="2400"/>
              </a:spcAft>
            </a:pPr>
            <a:r>
              <a:rPr lang="en-US" dirty="0"/>
              <a:t>Clustering models identifies distinct groupings </a:t>
            </a:r>
            <a:br>
              <a:rPr lang="en-US" dirty="0"/>
            </a:br>
            <a:r>
              <a:rPr lang="en-US" dirty="0"/>
              <a:t>of individual data points that share common characteristics within a larger data set.</a:t>
            </a:r>
          </a:p>
          <a:p>
            <a:pPr>
              <a:spcAft>
                <a:spcPts val="1200"/>
              </a:spcAft>
            </a:pPr>
            <a:r>
              <a:rPr lang="en-US" dirty="0"/>
              <a:t>Common use cases include:</a:t>
            </a:r>
          </a:p>
          <a:p>
            <a:pPr marL="571500" indent="-571500">
              <a:spcAft>
                <a:spcPts val="1200"/>
              </a:spcAft>
              <a:buFont typeface="Arial" panose="020B0604020202020204" pitchFamily="34" charset="0"/>
              <a:buChar char="•"/>
            </a:pPr>
            <a:r>
              <a:rPr lang="en-US" dirty="0"/>
              <a:t>Customer segmentation: group customers based on similar preference, behaviors, </a:t>
            </a:r>
            <a:br>
              <a:rPr lang="en-US" dirty="0"/>
            </a:br>
            <a:r>
              <a:rPr lang="en-US" dirty="0"/>
              <a:t>and demographics</a:t>
            </a:r>
          </a:p>
          <a:p>
            <a:pPr marL="571500" indent="-571500">
              <a:spcAft>
                <a:spcPts val="1200"/>
              </a:spcAft>
              <a:buFont typeface="Arial" panose="020B0604020202020204" pitchFamily="34" charset="0"/>
              <a:buChar char="•"/>
            </a:pPr>
            <a:r>
              <a:rPr lang="en-US" dirty="0"/>
              <a:t>Genetic analysis: group genes with </a:t>
            </a:r>
            <a:br>
              <a:rPr lang="en-US" dirty="0"/>
            </a:br>
            <a:r>
              <a:rPr lang="en-US" dirty="0"/>
              <a:t>similar functions or processes</a:t>
            </a:r>
          </a:p>
          <a:p>
            <a:pPr marL="571500" indent="-571500">
              <a:spcAft>
                <a:spcPts val="1200"/>
              </a:spcAft>
              <a:buFont typeface="Arial" panose="020B0604020202020204" pitchFamily="34" charset="0"/>
              <a:buChar char="•"/>
            </a:pPr>
            <a:r>
              <a:rPr lang="en-US" dirty="0"/>
              <a:t>Social network analysis: identify communities or groups within a social network</a:t>
            </a:r>
          </a:p>
          <a:p>
            <a:pPr marL="571500" indent="-571500">
              <a:spcAft>
                <a:spcPts val="1200"/>
              </a:spcAft>
              <a:buFont typeface="Arial" panose="020B0604020202020204" pitchFamily="34" charset="0"/>
              <a:buChar char="•"/>
            </a:pPr>
            <a:r>
              <a:rPr lang="en-US" dirty="0"/>
              <a:t>Market basket analysis: identify items</a:t>
            </a:r>
            <a:br>
              <a:rPr lang="en-US" dirty="0"/>
            </a:br>
            <a:r>
              <a:rPr lang="en-US" dirty="0"/>
              <a:t>that are commonly purchased together</a:t>
            </a:r>
          </a:p>
        </p:txBody>
      </p:sp>
      <p:sp>
        <p:nvSpPr>
          <p:cNvPr id="8" name="Freeform 7">
            <a:extLst>
              <a:ext uri="{FF2B5EF4-FFF2-40B4-BE49-F238E27FC236}">
                <a16:creationId xmlns:a16="http://schemas.microsoft.com/office/drawing/2014/main" id="{B7726835-EB2C-D562-2386-45FD2DFC8E12}"/>
              </a:ext>
            </a:extLst>
          </p:cNvPr>
          <p:cNvSpPr/>
          <p:nvPr/>
        </p:nvSpPr>
        <p:spPr>
          <a:xfrm flipH="1">
            <a:off x="21485640" y="5204988"/>
            <a:ext cx="1131372" cy="1144799"/>
          </a:xfrm>
          <a:custGeom>
            <a:avLst/>
            <a:gdLst>
              <a:gd name="connsiteX0" fmla="*/ 931640 w 1131372"/>
              <a:gd name="connsiteY0" fmla="*/ 1144799 h 1144799"/>
              <a:gd name="connsiteX1" fmla="*/ 843693 w 1131372"/>
              <a:gd name="connsiteY1" fmla="*/ 1056852 h 1144799"/>
              <a:gd name="connsiteX2" fmla="*/ 931640 w 1131372"/>
              <a:gd name="connsiteY2" fmla="*/ 968905 h 1144799"/>
              <a:gd name="connsiteX3" fmla="*/ 1019587 w 1131372"/>
              <a:gd name="connsiteY3" fmla="*/ 1056852 h 1144799"/>
              <a:gd name="connsiteX4" fmla="*/ 931640 w 1131372"/>
              <a:gd name="connsiteY4" fmla="*/ 1144799 h 1144799"/>
              <a:gd name="connsiteX5" fmla="*/ 931640 w 1131372"/>
              <a:gd name="connsiteY5" fmla="*/ 995737 h 1144799"/>
              <a:gd name="connsiteX6" fmla="*/ 870524 w 1131372"/>
              <a:gd name="connsiteY6" fmla="*/ 1056852 h 1144799"/>
              <a:gd name="connsiteX7" fmla="*/ 931640 w 1131372"/>
              <a:gd name="connsiteY7" fmla="*/ 1117968 h 1144799"/>
              <a:gd name="connsiteX8" fmla="*/ 992755 w 1131372"/>
              <a:gd name="connsiteY8" fmla="*/ 1056852 h 1144799"/>
              <a:gd name="connsiteX9" fmla="*/ 931640 w 1131372"/>
              <a:gd name="connsiteY9" fmla="*/ 995737 h 1144799"/>
              <a:gd name="connsiteX10" fmla="*/ 428554 w 1131372"/>
              <a:gd name="connsiteY10" fmla="*/ 1144799 h 1144799"/>
              <a:gd name="connsiteX11" fmla="*/ 340608 w 1131372"/>
              <a:gd name="connsiteY11" fmla="*/ 1056852 h 1144799"/>
              <a:gd name="connsiteX12" fmla="*/ 428554 w 1131372"/>
              <a:gd name="connsiteY12" fmla="*/ 968905 h 1144799"/>
              <a:gd name="connsiteX13" fmla="*/ 516501 w 1131372"/>
              <a:gd name="connsiteY13" fmla="*/ 1056852 h 1144799"/>
              <a:gd name="connsiteX14" fmla="*/ 428554 w 1131372"/>
              <a:gd name="connsiteY14" fmla="*/ 1144799 h 1144799"/>
              <a:gd name="connsiteX15" fmla="*/ 428554 w 1131372"/>
              <a:gd name="connsiteY15" fmla="*/ 995737 h 1144799"/>
              <a:gd name="connsiteX16" fmla="*/ 367439 w 1131372"/>
              <a:gd name="connsiteY16" fmla="*/ 1056852 h 1144799"/>
              <a:gd name="connsiteX17" fmla="*/ 428554 w 1131372"/>
              <a:gd name="connsiteY17" fmla="*/ 1117968 h 1144799"/>
              <a:gd name="connsiteX18" fmla="*/ 489670 w 1131372"/>
              <a:gd name="connsiteY18" fmla="*/ 1056852 h 1144799"/>
              <a:gd name="connsiteX19" fmla="*/ 428554 w 1131372"/>
              <a:gd name="connsiteY19" fmla="*/ 995737 h 1144799"/>
              <a:gd name="connsiteX20" fmla="*/ 1043437 w 1131372"/>
              <a:gd name="connsiteY20" fmla="*/ 921206 h 1144799"/>
              <a:gd name="connsiteX21" fmla="*/ 421809 w 1131372"/>
              <a:gd name="connsiteY21" fmla="*/ 921206 h 1144799"/>
              <a:gd name="connsiteX22" fmla="*/ 282473 w 1131372"/>
              <a:gd name="connsiteY22" fmla="*/ 778590 h 1144799"/>
              <a:gd name="connsiteX23" fmla="*/ 101251 w 1131372"/>
              <a:gd name="connsiteY23" fmla="*/ 26831 h 1144799"/>
              <a:gd name="connsiteX24" fmla="*/ 0 w 1131372"/>
              <a:gd name="connsiteY24" fmla="*/ 26831 h 1144799"/>
              <a:gd name="connsiteX25" fmla="*/ 0 w 1131372"/>
              <a:gd name="connsiteY25" fmla="*/ 0 h 1144799"/>
              <a:gd name="connsiteX26" fmla="*/ 111797 w 1131372"/>
              <a:gd name="connsiteY26" fmla="*/ 0 h 1144799"/>
              <a:gd name="connsiteX27" fmla="*/ 124840 w 1131372"/>
              <a:gd name="connsiteY27" fmla="*/ 10248 h 1144799"/>
              <a:gd name="connsiteX28" fmla="*/ 188452 w 1131372"/>
              <a:gd name="connsiteY28" fmla="*/ 271927 h 1144799"/>
              <a:gd name="connsiteX29" fmla="*/ 188937 w 1131372"/>
              <a:gd name="connsiteY29" fmla="*/ 271815 h 1144799"/>
              <a:gd name="connsiteX30" fmla="*/ 263542 w 1131372"/>
              <a:gd name="connsiteY30" fmla="*/ 580971 h 1144799"/>
              <a:gd name="connsiteX31" fmla="*/ 376010 w 1131372"/>
              <a:gd name="connsiteY31" fmla="*/ 708009 h 1144799"/>
              <a:gd name="connsiteX32" fmla="*/ 953589 w 1131372"/>
              <a:gd name="connsiteY32" fmla="*/ 708009 h 1144799"/>
              <a:gd name="connsiteX33" fmla="*/ 1043958 w 1131372"/>
              <a:gd name="connsiteY33" fmla="*/ 618124 h 1144799"/>
              <a:gd name="connsiteX34" fmla="*/ 1102465 w 1131372"/>
              <a:gd name="connsiteY34" fmla="*/ 213159 h 1144799"/>
              <a:gd name="connsiteX35" fmla="*/ 298125 w 1131372"/>
              <a:gd name="connsiteY35" fmla="*/ 213159 h 1144799"/>
              <a:gd name="connsiteX36" fmla="*/ 298125 w 1131372"/>
              <a:gd name="connsiteY36" fmla="*/ 186328 h 1144799"/>
              <a:gd name="connsiteX37" fmla="*/ 1117968 w 1131372"/>
              <a:gd name="connsiteY37" fmla="*/ 186328 h 1144799"/>
              <a:gd name="connsiteX38" fmla="*/ 1128104 w 1131372"/>
              <a:gd name="connsiteY38" fmla="*/ 190949 h 1144799"/>
              <a:gd name="connsiteX39" fmla="*/ 1131234 w 1131372"/>
              <a:gd name="connsiteY39" fmla="*/ 201644 h 1144799"/>
              <a:gd name="connsiteX40" fmla="*/ 1070417 w 1131372"/>
              <a:gd name="connsiteY40" fmla="*/ 622298 h 1144799"/>
              <a:gd name="connsiteX41" fmla="*/ 953515 w 1131372"/>
              <a:gd name="connsiteY41" fmla="*/ 734878 h 1144799"/>
              <a:gd name="connsiteX42" fmla="*/ 375973 w 1131372"/>
              <a:gd name="connsiteY42" fmla="*/ 734878 h 1144799"/>
              <a:gd name="connsiteX43" fmla="*/ 291007 w 1131372"/>
              <a:gd name="connsiteY43" fmla="*/ 698693 h 1144799"/>
              <a:gd name="connsiteX44" fmla="*/ 308671 w 1131372"/>
              <a:gd name="connsiteY44" fmla="*/ 772516 h 1144799"/>
              <a:gd name="connsiteX45" fmla="*/ 421847 w 1131372"/>
              <a:gd name="connsiteY45" fmla="*/ 894337 h 1144799"/>
              <a:gd name="connsiteX46" fmla="*/ 1043437 w 1131372"/>
              <a:gd name="connsiteY46" fmla="*/ 894337 h 1144799"/>
              <a:gd name="connsiteX47" fmla="*/ 1043437 w 1131372"/>
              <a:gd name="connsiteY47" fmla="*/ 921206 h 114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31372" h="1144799">
                <a:moveTo>
                  <a:pt x="931640" y="1144799"/>
                </a:moveTo>
                <a:cubicBezTo>
                  <a:pt x="883120" y="1144799"/>
                  <a:pt x="843693" y="1105335"/>
                  <a:pt x="843693" y="1056852"/>
                </a:cubicBezTo>
                <a:cubicBezTo>
                  <a:pt x="843693" y="1008370"/>
                  <a:pt x="883157" y="968905"/>
                  <a:pt x="931640" y="968905"/>
                </a:cubicBezTo>
                <a:cubicBezTo>
                  <a:pt x="980122" y="968905"/>
                  <a:pt x="1019587" y="1008370"/>
                  <a:pt x="1019587" y="1056852"/>
                </a:cubicBezTo>
                <a:cubicBezTo>
                  <a:pt x="1019587" y="1105335"/>
                  <a:pt x="980160" y="1144799"/>
                  <a:pt x="931640" y="1144799"/>
                </a:cubicBezTo>
                <a:close/>
                <a:moveTo>
                  <a:pt x="931640" y="995737"/>
                </a:moveTo>
                <a:cubicBezTo>
                  <a:pt x="897952" y="995737"/>
                  <a:pt x="870524" y="1023127"/>
                  <a:pt x="870524" y="1056852"/>
                </a:cubicBezTo>
                <a:cubicBezTo>
                  <a:pt x="870524" y="1090578"/>
                  <a:pt x="897914" y="1117968"/>
                  <a:pt x="931640" y="1117968"/>
                </a:cubicBezTo>
                <a:cubicBezTo>
                  <a:pt x="965365" y="1117968"/>
                  <a:pt x="992755" y="1090578"/>
                  <a:pt x="992755" y="1056852"/>
                </a:cubicBezTo>
                <a:cubicBezTo>
                  <a:pt x="992755" y="1023127"/>
                  <a:pt x="965328" y="995737"/>
                  <a:pt x="931640" y="995737"/>
                </a:cubicBezTo>
                <a:close/>
                <a:moveTo>
                  <a:pt x="428554" y="1144799"/>
                </a:moveTo>
                <a:cubicBezTo>
                  <a:pt x="380072" y="1144799"/>
                  <a:pt x="340608" y="1105335"/>
                  <a:pt x="340608" y="1056852"/>
                </a:cubicBezTo>
                <a:cubicBezTo>
                  <a:pt x="340608" y="1008370"/>
                  <a:pt x="380072" y="968905"/>
                  <a:pt x="428554" y="968905"/>
                </a:cubicBezTo>
                <a:cubicBezTo>
                  <a:pt x="477037" y="968905"/>
                  <a:pt x="516501" y="1008370"/>
                  <a:pt x="516501" y="1056852"/>
                </a:cubicBezTo>
                <a:cubicBezTo>
                  <a:pt x="516501" y="1105335"/>
                  <a:pt x="477037" y="1144799"/>
                  <a:pt x="428554" y="1144799"/>
                </a:cubicBezTo>
                <a:close/>
                <a:moveTo>
                  <a:pt x="428554" y="995737"/>
                </a:moveTo>
                <a:cubicBezTo>
                  <a:pt x="394866" y="995737"/>
                  <a:pt x="367439" y="1023127"/>
                  <a:pt x="367439" y="1056852"/>
                </a:cubicBezTo>
                <a:cubicBezTo>
                  <a:pt x="367439" y="1090578"/>
                  <a:pt x="394866" y="1117968"/>
                  <a:pt x="428554" y="1117968"/>
                </a:cubicBezTo>
                <a:cubicBezTo>
                  <a:pt x="462242" y="1117968"/>
                  <a:pt x="489670" y="1090578"/>
                  <a:pt x="489670" y="1056852"/>
                </a:cubicBezTo>
                <a:cubicBezTo>
                  <a:pt x="489670" y="1023127"/>
                  <a:pt x="462242" y="995737"/>
                  <a:pt x="428554" y="995737"/>
                </a:cubicBezTo>
                <a:close/>
                <a:moveTo>
                  <a:pt x="1043437" y="921206"/>
                </a:moveTo>
                <a:lnTo>
                  <a:pt x="421809" y="921206"/>
                </a:lnTo>
                <a:cubicBezTo>
                  <a:pt x="345452" y="921206"/>
                  <a:pt x="305093" y="879878"/>
                  <a:pt x="282473" y="778590"/>
                </a:cubicBezTo>
                <a:lnTo>
                  <a:pt x="101251" y="26831"/>
                </a:lnTo>
                <a:lnTo>
                  <a:pt x="0" y="26831"/>
                </a:lnTo>
                <a:lnTo>
                  <a:pt x="0" y="0"/>
                </a:lnTo>
                <a:lnTo>
                  <a:pt x="111797" y="0"/>
                </a:lnTo>
                <a:cubicBezTo>
                  <a:pt x="117983" y="0"/>
                  <a:pt x="123386" y="4211"/>
                  <a:pt x="124840" y="10248"/>
                </a:cubicBezTo>
                <a:lnTo>
                  <a:pt x="188452" y="271927"/>
                </a:lnTo>
                <a:lnTo>
                  <a:pt x="188937" y="271815"/>
                </a:lnTo>
                <a:lnTo>
                  <a:pt x="263542" y="580971"/>
                </a:lnTo>
                <a:cubicBezTo>
                  <a:pt x="285529" y="667613"/>
                  <a:pt x="321267" y="708009"/>
                  <a:pt x="376010" y="708009"/>
                </a:cubicBezTo>
                <a:lnTo>
                  <a:pt x="953589" y="708009"/>
                </a:lnTo>
                <a:cubicBezTo>
                  <a:pt x="1004308" y="708009"/>
                  <a:pt x="1033897" y="678607"/>
                  <a:pt x="1043958" y="618124"/>
                </a:cubicBezTo>
                <a:lnTo>
                  <a:pt x="1102465" y="213159"/>
                </a:lnTo>
                <a:lnTo>
                  <a:pt x="298125" y="213159"/>
                </a:lnTo>
                <a:lnTo>
                  <a:pt x="298125" y="186328"/>
                </a:lnTo>
                <a:lnTo>
                  <a:pt x="1117968" y="186328"/>
                </a:lnTo>
                <a:cubicBezTo>
                  <a:pt x="1121844" y="186328"/>
                  <a:pt x="1125570" y="188005"/>
                  <a:pt x="1128104" y="190949"/>
                </a:cubicBezTo>
                <a:cubicBezTo>
                  <a:pt x="1130638" y="193893"/>
                  <a:pt x="1131793" y="197806"/>
                  <a:pt x="1131234" y="201644"/>
                </a:cubicBezTo>
                <a:lnTo>
                  <a:pt x="1070417" y="622298"/>
                </a:lnTo>
                <a:cubicBezTo>
                  <a:pt x="1054915" y="715388"/>
                  <a:pt x="998271" y="734878"/>
                  <a:pt x="953515" y="734878"/>
                </a:cubicBezTo>
                <a:lnTo>
                  <a:pt x="375973" y="734878"/>
                </a:lnTo>
                <a:cubicBezTo>
                  <a:pt x="342135" y="734878"/>
                  <a:pt x="313888" y="722953"/>
                  <a:pt x="291007" y="698693"/>
                </a:cubicBezTo>
                <a:lnTo>
                  <a:pt x="308671" y="772516"/>
                </a:lnTo>
                <a:cubicBezTo>
                  <a:pt x="328757" y="862512"/>
                  <a:pt x="358346" y="894337"/>
                  <a:pt x="421847" y="894337"/>
                </a:cubicBezTo>
                <a:lnTo>
                  <a:pt x="1043437" y="894337"/>
                </a:lnTo>
                <a:lnTo>
                  <a:pt x="1043437" y="921206"/>
                </a:lnTo>
                <a:close/>
              </a:path>
            </a:pathLst>
          </a:custGeom>
          <a:solidFill>
            <a:srgbClr val="0F62FE"/>
          </a:solidFill>
          <a:ln w="37207"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D764C5E3-201B-AE02-3E05-1A6623A715EC}"/>
              </a:ext>
            </a:extLst>
          </p:cNvPr>
          <p:cNvSpPr/>
          <p:nvPr/>
        </p:nvSpPr>
        <p:spPr>
          <a:xfrm>
            <a:off x="13494204" y="5149108"/>
            <a:ext cx="1144799" cy="1131383"/>
          </a:xfrm>
          <a:custGeom>
            <a:avLst/>
            <a:gdLst>
              <a:gd name="connsiteX0" fmla="*/ 250425 w 1144799"/>
              <a:gd name="connsiteY0" fmla="*/ 609665 h 1131383"/>
              <a:gd name="connsiteX1" fmla="*/ 223594 w 1144799"/>
              <a:gd name="connsiteY1" fmla="*/ 609665 h 1131383"/>
              <a:gd name="connsiteX2" fmla="*/ 223594 w 1144799"/>
              <a:gd name="connsiteY2" fmla="*/ 311876 h 1131383"/>
              <a:gd name="connsiteX3" fmla="*/ 311540 w 1144799"/>
              <a:gd name="connsiteY3" fmla="*/ 223594 h 1131383"/>
              <a:gd name="connsiteX4" fmla="*/ 502750 w 1144799"/>
              <a:gd name="connsiteY4" fmla="*/ 223594 h 1131383"/>
              <a:gd name="connsiteX5" fmla="*/ 413872 w 1144799"/>
              <a:gd name="connsiteY5" fmla="*/ 134678 h 1131383"/>
              <a:gd name="connsiteX6" fmla="*/ 432840 w 1144799"/>
              <a:gd name="connsiteY6" fmla="*/ 115710 h 1131383"/>
              <a:gd name="connsiteX7" fmla="*/ 554102 w 1144799"/>
              <a:gd name="connsiteY7" fmla="*/ 237009 h 1131383"/>
              <a:gd name="connsiteX8" fmla="*/ 433063 w 1144799"/>
              <a:gd name="connsiteY8" fmla="*/ 358346 h 1131383"/>
              <a:gd name="connsiteX9" fmla="*/ 414058 w 1144799"/>
              <a:gd name="connsiteY9" fmla="*/ 339378 h 1131383"/>
              <a:gd name="connsiteX10" fmla="*/ 502787 w 1144799"/>
              <a:gd name="connsiteY10" fmla="*/ 250425 h 1131383"/>
              <a:gd name="connsiteX11" fmla="*/ 311540 w 1144799"/>
              <a:gd name="connsiteY11" fmla="*/ 250425 h 1131383"/>
              <a:gd name="connsiteX12" fmla="*/ 250425 w 1144799"/>
              <a:gd name="connsiteY12" fmla="*/ 311876 h 1131383"/>
              <a:gd name="connsiteX13" fmla="*/ 250425 w 1144799"/>
              <a:gd name="connsiteY13" fmla="*/ 609665 h 1131383"/>
              <a:gd name="connsiteX14" fmla="*/ 894374 w 1144799"/>
              <a:gd name="connsiteY14" fmla="*/ 833259 h 1131383"/>
              <a:gd name="connsiteX15" fmla="*/ 833259 w 1144799"/>
              <a:gd name="connsiteY15" fmla="*/ 894374 h 1131383"/>
              <a:gd name="connsiteX16" fmla="*/ 567555 w 1144799"/>
              <a:gd name="connsiteY16" fmla="*/ 894374 h 1131383"/>
              <a:gd name="connsiteX17" fmla="*/ 656433 w 1144799"/>
              <a:gd name="connsiteY17" fmla="*/ 805496 h 1131383"/>
              <a:gd name="connsiteX18" fmla="*/ 637428 w 1144799"/>
              <a:gd name="connsiteY18" fmla="*/ 786490 h 1131383"/>
              <a:gd name="connsiteX19" fmla="*/ 516166 w 1144799"/>
              <a:gd name="connsiteY19" fmla="*/ 907790 h 1131383"/>
              <a:gd name="connsiteX20" fmla="*/ 637428 w 1144799"/>
              <a:gd name="connsiteY20" fmla="*/ 1029089 h 1131383"/>
              <a:gd name="connsiteX21" fmla="*/ 656433 w 1144799"/>
              <a:gd name="connsiteY21" fmla="*/ 1010084 h 1131383"/>
              <a:gd name="connsiteX22" fmla="*/ 567555 w 1144799"/>
              <a:gd name="connsiteY22" fmla="*/ 921206 h 1131383"/>
              <a:gd name="connsiteX23" fmla="*/ 833259 w 1144799"/>
              <a:gd name="connsiteY23" fmla="*/ 921206 h 1131383"/>
              <a:gd name="connsiteX24" fmla="*/ 921206 w 1144799"/>
              <a:gd name="connsiteY24" fmla="*/ 833259 h 1131383"/>
              <a:gd name="connsiteX25" fmla="*/ 921206 w 1144799"/>
              <a:gd name="connsiteY25" fmla="*/ 684196 h 1131383"/>
              <a:gd name="connsiteX26" fmla="*/ 894374 w 1144799"/>
              <a:gd name="connsiteY26" fmla="*/ 684196 h 1131383"/>
              <a:gd name="connsiteX27" fmla="*/ 894374 w 1144799"/>
              <a:gd name="connsiteY27" fmla="*/ 833259 h 1131383"/>
              <a:gd name="connsiteX28" fmla="*/ 945055 w 1144799"/>
              <a:gd name="connsiteY28" fmla="*/ 223594 h 1131383"/>
              <a:gd name="connsiteX29" fmla="*/ 870524 w 1144799"/>
              <a:gd name="connsiteY29" fmla="*/ 223594 h 1131383"/>
              <a:gd name="connsiteX30" fmla="*/ 846674 w 1144799"/>
              <a:gd name="connsiteY30" fmla="*/ 199744 h 1131383"/>
              <a:gd name="connsiteX31" fmla="*/ 870524 w 1144799"/>
              <a:gd name="connsiteY31" fmla="*/ 175894 h 1131383"/>
              <a:gd name="connsiteX32" fmla="*/ 982321 w 1144799"/>
              <a:gd name="connsiteY32" fmla="*/ 175894 h 1131383"/>
              <a:gd name="connsiteX33" fmla="*/ 982321 w 1144799"/>
              <a:gd name="connsiteY33" fmla="*/ 149062 h 1131383"/>
              <a:gd name="connsiteX34" fmla="*/ 921206 w 1144799"/>
              <a:gd name="connsiteY34" fmla="*/ 149062 h 1131383"/>
              <a:gd name="connsiteX35" fmla="*/ 921206 w 1144799"/>
              <a:gd name="connsiteY35" fmla="*/ 106580 h 1131383"/>
              <a:gd name="connsiteX36" fmla="*/ 894374 w 1144799"/>
              <a:gd name="connsiteY36" fmla="*/ 106580 h 1131383"/>
              <a:gd name="connsiteX37" fmla="*/ 894374 w 1144799"/>
              <a:gd name="connsiteY37" fmla="*/ 149062 h 1131383"/>
              <a:gd name="connsiteX38" fmla="*/ 870524 w 1144799"/>
              <a:gd name="connsiteY38" fmla="*/ 149062 h 1131383"/>
              <a:gd name="connsiteX39" fmla="*/ 819843 w 1144799"/>
              <a:gd name="connsiteY39" fmla="*/ 199744 h 1131383"/>
              <a:gd name="connsiteX40" fmla="*/ 870524 w 1144799"/>
              <a:gd name="connsiteY40" fmla="*/ 250425 h 1131383"/>
              <a:gd name="connsiteX41" fmla="*/ 945055 w 1144799"/>
              <a:gd name="connsiteY41" fmla="*/ 250425 h 1131383"/>
              <a:gd name="connsiteX42" fmla="*/ 968905 w 1144799"/>
              <a:gd name="connsiteY42" fmla="*/ 274275 h 1131383"/>
              <a:gd name="connsiteX43" fmla="*/ 945055 w 1144799"/>
              <a:gd name="connsiteY43" fmla="*/ 298125 h 1131383"/>
              <a:gd name="connsiteX44" fmla="*/ 833259 w 1144799"/>
              <a:gd name="connsiteY44" fmla="*/ 298125 h 1131383"/>
              <a:gd name="connsiteX45" fmla="*/ 833259 w 1144799"/>
              <a:gd name="connsiteY45" fmla="*/ 324956 h 1131383"/>
              <a:gd name="connsiteX46" fmla="*/ 894374 w 1144799"/>
              <a:gd name="connsiteY46" fmla="*/ 324956 h 1131383"/>
              <a:gd name="connsiteX47" fmla="*/ 894374 w 1144799"/>
              <a:gd name="connsiteY47" fmla="*/ 367439 h 1131383"/>
              <a:gd name="connsiteX48" fmla="*/ 921243 w 1144799"/>
              <a:gd name="connsiteY48" fmla="*/ 367439 h 1131383"/>
              <a:gd name="connsiteX49" fmla="*/ 921243 w 1144799"/>
              <a:gd name="connsiteY49" fmla="*/ 324956 h 1131383"/>
              <a:gd name="connsiteX50" fmla="*/ 945055 w 1144799"/>
              <a:gd name="connsiteY50" fmla="*/ 324956 h 1131383"/>
              <a:gd name="connsiteX51" fmla="*/ 995737 w 1144799"/>
              <a:gd name="connsiteY51" fmla="*/ 274275 h 1131383"/>
              <a:gd name="connsiteX52" fmla="*/ 945055 w 1144799"/>
              <a:gd name="connsiteY52" fmla="*/ 223594 h 1131383"/>
              <a:gd name="connsiteX53" fmla="*/ 1144799 w 1144799"/>
              <a:gd name="connsiteY53" fmla="*/ 237009 h 1131383"/>
              <a:gd name="connsiteX54" fmla="*/ 907790 w 1144799"/>
              <a:gd name="connsiteY54" fmla="*/ 474018 h 1131383"/>
              <a:gd name="connsiteX55" fmla="*/ 670781 w 1144799"/>
              <a:gd name="connsiteY55" fmla="*/ 237009 h 1131383"/>
              <a:gd name="connsiteX56" fmla="*/ 907790 w 1144799"/>
              <a:gd name="connsiteY56" fmla="*/ 0 h 1131383"/>
              <a:gd name="connsiteX57" fmla="*/ 1144799 w 1144799"/>
              <a:gd name="connsiteY57" fmla="*/ 237009 h 1131383"/>
              <a:gd name="connsiteX58" fmla="*/ 1117968 w 1144799"/>
              <a:gd name="connsiteY58" fmla="*/ 237009 h 1131383"/>
              <a:gd name="connsiteX59" fmla="*/ 907790 w 1144799"/>
              <a:gd name="connsiteY59" fmla="*/ 26831 h 1131383"/>
              <a:gd name="connsiteX60" fmla="*/ 697612 w 1144799"/>
              <a:gd name="connsiteY60" fmla="*/ 237009 h 1131383"/>
              <a:gd name="connsiteX61" fmla="*/ 907790 w 1144799"/>
              <a:gd name="connsiteY61" fmla="*/ 447187 h 1131383"/>
              <a:gd name="connsiteX62" fmla="*/ 1117968 w 1144799"/>
              <a:gd name="connsiteY62" fmla="*/ 237009 h 1131383"/>
              <a:gd name="connsiteX63" fmla="*/ 324658 w 1144799"/>
              <a:gd name="connsiteY63" fmla="*/ 911703 h 1131383"/>
              <a:gd name="connsiteX64" fmla="*/ 373178 w 1144799"/>
              <a:gd name="connsiteY64" fmla="*/ 807396 h 1131383"/>
              <a:gd name="connsiteX65" fmla="*/ 236786 w 1144799"/>
              <a:gd name="connsiteY65" fmla="*/ 670743 h 1131383"/>
              <a:gd name="connsiteX66" fmla="*/ 100394 w 1144799"/>
              <a:gd name="connsiteY66" fmla="*/ 807396 h 1131383"/>
              <a:gd name="connsiteX67" fmla="*/ 148951 w 1144799"/>
              <a:gd name="connsiteY67" fmla="*/ 911703 h 1131383"/>
              <a:gd name="connsiteX68" fmla="*/ 0 w 1144799"/>
              <a:gd name="connsiteY68" fmla="*/ 1131383 h 1131383"/>
              <a:gd name="connsiteX69" fmla="*/ 26831 w 1144799"/>
              <a:gd name="connsiteY69" fmla="*/ 1131383 h 1131383"/>
              <a:gd name="connsiteX70" fmla="*/ 182303 w 1144799"/>
              <a:gd name="connsiteY70" fmla="*/ 928845 h 1131383"/>
              <a:gd name="connsiteX71" fmla="*/ 192141 w 1144799"/>
              <a:gd name="connsiteY71" fmla="*/ 917404 h 1131383"/>
              <a:gd name="connsiteX72" fmla="*/ 185135 w 1144799"/>
              <a:gd name="connsiteY72" fmla="*/ 904063 h 1131383"/>
              <a:gd name="connsiteX73" fmla="*/ 127150 w 1144799"/>
              <a:gd name="connsiteY73" fmla="*/ 807396 h 1131383"/>
              <a:gd name="connsiteX74" fmla="*/ 236711 w 1144799"/>
              <a:gd name="connsiteY74" fmla="*/ 697612 h 1131383"/>
              <a:gd name="connsiteX75" fmla="*/ 346272 w 1144799"/>
              <a:gd name="connsiteY75" fmla="*/ 807396 h 1131383"/>
              <a:gd name="connsiteX76" fmla="*/ 288287 w 1144799"/>
              <a:gd name="connsiteY76" fmla="*/ 904063 h 1131383"/>
              <a:gd name="connsiteX77" fmla="*/ 281281 w 1144799"/>
              <a:gd name="connsiteY77" fmla="*/ 917404 h 1131383"/>
              <a:gd name="connsiteX78" fmla="*/ 291119 w 1144799"/>
              <a:gd name="connsiteY78" fmla="*/ 928845 h 1131383"/>
              <a:gd name="connsiteX79" fmla="*/ 447113 w 1144799"/>
              <a:gd name="connsiteY79" fmla="*/ 1131383 h 1131383"/>
              <a:gd name="connsiteX80" fmla="*/ 473944 w 1144799"/>
              <a:gd name="connsiteY80" fmla="*/ 1131383 h 1131383"/>
              <a:gd name="connsiteX81" fmla="*/ 324658 w 1144799"/>
              <a:gd name="connsiteY81" fmla="*/ 911703 h 113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44799" h="1131383">
                <a:moveTo>
                  <a:pt x="250425" y="609665"/>
                </a:moveTo>
                <a:lnTo>
                  <a:pt x="223594" y="609665"/>
                </a:lnTo>
                <a:lnTo>
                  <a:pt x="223594" y="311876"/>
                </a:lnTo>
                <a:cubicBezTo>
                  <a:pt x="223594" y="263207"/>
                  <a:pt x="263058" y="223594"/>
                  <a:pt x="311540" y="223594"/>
                </a:cubicBezTo>
                <a:lnTo>
                  <a:pt x="502750" y="223594"/>
                </a:lnTo>
                <a:lnTo>
                  <a:pt x="413872" y="134678"/>
                </a:lnTo>
                <a:lnTo>
                  <a:pt x="432840" y="115710"/>
                </a:lnTo>
                <a:lnTo>
                  <a:pt x="554102" y="237009"/>
                </a:lnTo>
                <a:lnTo>
                  <a:pt x="433063" y="358346"/>
                </a:lnTo>
                <a:lnTo>
                  <a:pt x="414058" y="339378"/>
                </a:lnTo>
                <a:lnTo>
                  <a:pt x="502787" y="250425"/>
                </a:lnTo>
                <a:lnTo>
                  <a:pt x="311540" y="250425"/>
                </a:lnTo>
                <a:cubicBezTo>
                  <a:pt x="277852" y="250425"/>
                  <a:pt x="250425" y="278001"/>
                  <a:pt x="250425" y="311876"/>
                </a:cubicBezTo>
                <a:lnTo>
                  <a:pt x="250425" y="609665"/>
                </a:lnTo>
                <a:close/>
                <a:moveTo>
                  <a:pt x="894374" y="833259"/>
                </a:moveTo>
                <a:cubicBezTo>
                  <a:pt x="894374" y="866947"/>
                  <a:pt x="866984" y="894374"/>
                  <a:pt x="833259" y="894374"/>
                </a:cubicBezTo>
                <a:lnTo>
                  <a:pt x="567555" y="894374"/>
                </a:lnTo>
                <a:lnTo>
                  <a:pt x="656433" y="805496"/>
                </a:lnTo>
                <a:lnTo>
                  <a:pt x="637428" y="786490"/>
                </a:lnTo>
                <a:lnTo>
                  <a:pt x="516166" y="907790"/>
                </a:lnTo>
                <a:lnTo>
                  <a:pt x="637428" y="1029089"/>
                </a:lnTo>
                <a:lnTo>
                  <a:pt x="656433" y="1010084"/>
                </a:lnTo>
                <a:lnTo>
                  <a:pt x="567555" y="921206"/>
                </a:lnTo>
                <a:lnTo>
                  <a:pt x="833259" y="921206"/>
                </a:lnTo>
                <a:cubicBezTo>
                  <a:pt x="881779" y="921206"/>
                  <a:pt x="921206" y="881741"/>
                  <a:pt x="921206" y="833259"/>
                </a:cubicBezTo>
                <a:lnTo>
                  <a:pt x="921206" y="684196"/>
                </a:lnTo>
                <a:lnTo>
                  <a:pt x="894374" y="684196"/>
                </a:lnTo>
                <a:lnTo>
                  <a:pt x="894374" y="833259"/>
                </a:lnTo>
                <a:close/>
                <a:moveTo>
                  <a:pt x="945055" y="223594"/>
                </a:moveTo>
                <a:lnTo>
                  <a:pt x="870524" y="223594"/>
                </a:lnTo>
                <a:cubicBezTo>
                  <a:pt x="857370" y="223594"/>
                  <a:pt x="846674" y="212898"/>
                  <a:pt x="846674" y="199744"/>
                </a:cubicBezTo>
                <a:cubicBezTo>
                  <a:pt x="846674" y="186589"/>
                  <a:pt x="857370" y="175894"/>
                  <a:pt x="870524" y="175894"/>
                </a:cubicBezTo>
                <a:lnTo>
                  <a:pt x="982321" y="175894"/>
                </a:lnTo>
                <a:lnTo>
                  <a:pt x="982321" y="149062"/>
                </a:lnTo>
                <a:lnTo>
                  <a:pt x="921206" y="149062"/>
                </a:lnTo>
                <a:lnTo>
                  <a:pt x="921206" y="106580"/>
                </a:lnTo>
                <a:lnTo>
                  <a:pt x="894374" y="106580"/>
                </a:lnTo>
                <a:lnTo>
                  <a:pt x="894374" y="149062"/>
                </a:lnTo>
                <a:lnTo>
                  <a:pt x="870524" y="149062"/>
                </a:lnTo>
                <a:cubicBezTo>
                  <a:pt x="842575" y="149062"/>
                  <a:pt x="819843" y="171794"/>
                  <a:pt x="819843" y="199744"/>
                </a:cubicBezTo>
                <a:cubicBezTo>
                  <a:pt x="819843" y="227693"/>
                  <a:pt x="842575" y="250425"/>
                  <a:pt x="870524" y="250425"/>
                </a:cubicBezTo>
                <a:lnTo>
                  <a:pt x="945055" y="250425"/>
                </a:lnTo>
                <a:cubicBezTo>
                  <a:pt x="958210" y="250425"/>
                  <a:pt x="968905" y="261120"/>
                  <a:pt x="968905" y="274275"/>
                </a:cubicBezTo>
                <a:cubicBezTo>
                  <a:pt x="968905" y="287430"/>
                  <a:pt x="958210" y="298125"/>
                  <a:pt x="945055" y="298125"/>
                </a:cubicBezTo>
                <a:lnTo>
                  <a:pt x="833259" y="298125"/>
                </a:lnTo>
                <a:lnTo>
                  <a:pt x="833259" y="324956"/>
                </a:lnTo>
                <a:lnTo>
                  <a:pt x="894374" y="324956"/>
                </a:lnTo>
                <a:lnTo>
                  <a:pt x="894374" y="367439"/>
                </a:lnTo>
                <a:lnTo>
                  <a:pt x="921243" y="367439"/>
                </a:lnTo>
                <a:lnTo>
                  <a:pt x="921243" y="324956"/>
                </a:lnTo>
                <a:lnTo>
                  <a:pt x="945055" y="324956"/>
                </a:lnTo>
                <a:cubicBezTo>
                  <a:pt x="973005" y="324956"/>
                  <a:pt x="995737" y="302224"/>
                  <a:pt x="995737" y="274275"/>
                </a:cubicBezTo>
                <a:cubicBezTo>
                  <a:pt x="995737" y="246326"/>
                  <a:pt x="973005" y="223594"/>
                  <a:pt x="945055" y="223594"/>
                </a:cubicBezTo>
                <a:close/>
                <a:moveTo>
                  <a:pt x="1144799" y="237009"/>
                </a:moveTo>
                <a:cubicBezTo>
                  <a:pt x="1144799" y="367700"/>
                  <a:pt x="1038443" y="474018"/>
                  <a:pt x="907790" y="474018"/>
                </a:cubicBezTo>
                <a:cubicBezTo>
                  <a:pt x="777137" y="474018"/>
                  <a:pt x="670781" y="367700"/>
                  <a:pt x="670781" y="237009"/>
                </a:cubicBezTo>
                <a:cubicBezTo>
                  <a:pt x="670781" y="106319"/>
                  <a:pt x="777099" y="0"/>
                  <a:pt x="907790" y="0"/>
                </a:cubicBezTo>
                <a:cubicBezTo>
                  <a:pt x="1038480" y="0"/>
                  <a:pt x="1144799" y="106319"/>
                  <a:pt x="1144799" y="237009"/>
                </a:cubicBezTo>
                <a:close/>
                <a:moveTo>
                  <a:pt x="1117968" y="237009"/>
                </a:moveTo>
                <a:cubicBezTo>
                  <a:pt x="1117968" y="121113"/>
                  <a:pt x="1023723" y="26831"/>
                  <a:pt x="907790" y="26831"/>
                </a:cubicBezTo>
                <a:cubicBezTo>
                  <a:pt x="791857" y="26831"/>
                  <a:pt x="697612" y="121113"/>
                  <a:pt x="697612" y="237009"/>
                </a:cubicBezTo>
                <a:cubicBezTo>
                  <a:pt x="697612" y="352905"/>
                  <a:pt x="791857" y="447187"/>
                  <a:pt x="907790" y="447187"/>
                </a:cubicBezTo>
                <a:cubicBezTo>
                  <a:pt x="1023723" y="447187"/>
                  <a:pt x="1117968" y="352905"/>
                  <a:pt x="1117968" y="237009"/>
                </a:cubicBezTo>
                <a:close/>
                <a:moveTo>
                  <a:pt x="324658" y="911703"/>
                </a:moveTo>
                <a:cubicBezTo>
                  <a:pt x="355104" y="886064"/>
                  <a:pt x="373178" y="848128"/>
                  <a:pt x="373178" y="807396"/>
                </a:cubicBezTo>
                <a:cubicBezTo>
                  <a:pt x="373178" y="732083"/>
                  <a:pt x="311988" y="670743"/>
                  <a:pt x="236786" y="670743"/>
                </a:cubicBezTo>
                <a:cubicBezTo>
                  <a:pt x="161584" y="670743"/>
                  <a:pt x="100394" y="732083"/>
                  <a:pt x="100394" y="807396"/>
                </a:cubicBezTo>
                <a:cubicBezTo>
                  <a:pt x="100394" y="848128"/>
                  <a:pt x="118467" y="886064"/>
                  <a:pt x="148951" y="911703"/>
                </a:cubicBezTo>
                <a:cubicBezTo>
                  <a:pt x="59998" y="947217"/>
                  <a:pt x="0" y="1033934"/>
                  <a:pt x="0" y="1131383"/>
                </a:cubicBezTo>
                <a:lnTo>
                  <a:pt x="26831" y="1131383"/>
                </a:lnTo>
                <a:cubicBezTo>
                  <a:pt x="26831" y="1036654"/>
                  <a:pt x="90779" y="953403"/>
                  <a:pt x="182303" y="928845"/>
                </a:cubicBezTo>
                <a:cubicBezTo>
                  <a:pt x="187632" y="927429"/>
                  <a:pt x="191545" y="922920"/>
                  <a:pt x="192141" y="917404"/>
                </a:cubicBezTo>
                <a:cubicBezTo>
                  <a:pt x="192775" y="911964"/>
                  <a:pt x="190017" y="906635"/>
                  <a:pt x="185135" y="904063"/>
                </a:cubicBezTo>
                <a:cubicBezTo>
                  <a:pt x="149360" y="884909"/>
                  <a:pt x="127150" y="847867"/>
                  <a:pt x="127150" y="807396"/>
                </a:cubicBezTo>
                <a:cubicBezTo>
                  <a:pt x="127150" y="746840"/>
                  <a:pt x="176304" y="697612"/>
                  <a:pt x="236711" y="697612"/>
                </a:cubicBezTo>
                <a:cubicBezTo>
                  <a:pt x="297119" y="697612"/>
                  <a:pt x="346272" y="746840"/>
                  <a:pt x="346272" y="807396"/>
                </a:cubicBezTo>
                <a:cubicBezTo>
                  <a:pt x="346272" y="847867"/>
                  <a:pt x="324062" y="884872"/>
                  <a:pt x="288287" y="904063"/>
                </a:cubicBezTo>
                <a:cubicBezTo>
                  <a:pt x="283442" y="906672"/>
                  <a:pt x="280647" y="911964"/>
                  <a:pt x="281281" y="917404"/>
                </a:cubicBezTo>
                <a:cubicBezTo>
                  <a:pt x="281914" y="922882"/>
                  <a:pt x="285827" y="927429"/>
                  <a:pt x="291119" y="928845"/>
                </a:cubicBezTo>
                <a:cubicBezTo>
                  <a:pt x="382941" y="953440"/>
                  <a:pt x="447113" y="1036766"/>
                  <a:pt x="447113" y="1131383"/>
                </a:cubicBezTo>
                <a:lnTo>
                  <a:pt x="473944" y="1131383"/>
                </a:lnTo>
                <a:cubicBezTo>
                  <a:pt x="474018" y="1034008"/>
                  <a:pt x="413834" y="947254"/>
                  <a:pt x="324658" y="911703"/>
                </a:cubicBezTo>
                <a:close/>
              </a:path>
            </a:pathLst>
          </a:custGeom>
          <a:solidFill>
            <a:srgbClr val="0F62FE"/>
          </a:solidFill>
          <a:ln w="37207" cap="flat">
            <a:noFill/>
            <a:prstDash val="solid"/>
            <a:miter/>
          </a:ln>
        </p:spPr>
        <p:txBody>
          <a:bodyPr rtlCol="0" anchor="ctr"/>
          <a:lstStyle/>
          <a:p>
            <a:endParaRPr lang="en-US"/>
          </a:p>
        </p:txBody>
      </p:sp>
      <p:cxnSp>
        <p:nvCxnSpPr>
          <p:cNvPr id="12" name="Straight Arrow Connector 11">
            <a:extLst>
              <a:ext uri="{FF2B5EF4-FFF2-40B4-BE49-F238E27FC236}">
                <a16:creationId xmlns:a16="http://schemas.microsoft.com/office/drawing/2014/main" id="{97026946-BE4D-269D-B9D2-99086C40CF9A}"/>
              </a:ext>
            </a:extLst>
          </p:cNvPr>
          <p:cNvCxnSpPr>
            <a:cxnSpLocks/>
          </p:cNvCxnSpPr>
          <p:nvPr/>
        </p:nvCxnSpPr>
        <p:spPr bwMode="auto">
          <a:xfrm>
            <a:off x="19423282" y="5719911"/>
            <a:ext cx="1188720"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4" name="TextBox 3">
            <a:extLst>
              <a:ext uri="{FF2B5EF4-FFF2-40B4-BE49-F238E27FC236}">
                <a16:creationId xmlns:a16="http://schemas.microsoft.com/office/drawing/2014/main" id="{4059E10B-78A8-6D9C-87F4-598B87AB4245}"/>
              </a:ext>
            </a:extLst>
          </p:cNvPr>
          <p:cNvSpPr txBox="1"/>
          <p:nvPr/>
        </p:nvSpPr>
        <p:spPr>
          <a:xfrm>
            <a:off x="12763500" y="2250500"/>
            <a:ext cx="8283765" cy="55399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a:spAutoFit/>
          </a:bodyPr>
          <a:lstStyle/>
          <a:p>
            <a:r>
              <a:rPr lang="en-US" sz="3600" i="1" dirty="0"/>
              <a:t>Example: Market basket analysis</a:t>
            </a:r>
            <a:endParaRPr lang="en-US" dirty="0"/>
          </a:p>
        </p:txBody>
      </p:sp>
    </p:spTree>
    <p:extLst>
      <p:ext uri="{BB962C8B-B14F-4D97-AF65-F5344CB8AC3E}">
        <p14:creationId xmlns:p14="http://schemas.microsoft.com/office/powerpoint/2010/main" val="599257224"/>
      </p:ext>
    </p:extLst>
  </p:cSld>
  <p:clrMapOvr>
    <a:masterClrMapping/>
  </p:clrMapOvr>
  <p:transition spd="med"/>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78A39D0C-541A-9D40-E78C-CDB7784F12B3}"/>
              </a:ext>
            </a:extLst>
          </p:cNvPr>
          <p:cNvSpPr/>
          <p:nvPr/>
        </p:nvSpPr>
        <p:spPr bwMode="auto">
          <a:xfrm>
            <a:off x="0" y="0"/>
            <a:ext cx="12193587" cy="13716000"/>
          </a:xfrm>
          <a:prstGeom prst="rect">
            <a:avLst/>
          </a:prstGeom>
          <a:solidFill>
            <a:srgbClr val="E5F6FF"/>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3" name="Title 2">
            <a:extLst>
              <a:ext uri="{FF2B5EF4-FFF2-40B4-BE49-F238E27FC236}">
                <a16:creationId xmlns:a16="http://schemas.microsoft.com/office/drawing/2014/main" id="{7F3D7DD8-1923-A305-D989-C4ED2C3A59C2}"/>
              </a:ext>
            </a:extLst>
          </p:cNvPr>
          <p:cNvSpPr>
            <a:spLocks noGrp="1"/>
          </p:cNvSpPr>
          <p:nvPr>
            <p:ph type="title"/>
          </p:nvPr>
        </p:nvSpPr>
        <p:spPr>
          <a:xfrm>
            <a:off x="576072" y="577850"/>
            <a:ext cx="10101072" cy="10285285"/>
          </a:xfrm>
        </p:spPr>
        <p:txBody>
          <a:bodyPr/>
          <a:lstStyle/>
          <a:p>
            <a:r>
              <a:rPr lang="en-US" sz="6400" dirty="0"/>
              <a:t>Machine learning operations (MLOps) lifecycle</a:t>
            </a:r>
          </a:p>
        </p:txBody>
      </p:sp>
      <p:sp>
        <p:nvSpPr>
          <p:cNvPr id="117" name="TextBox 116">
            <a:extLst>
              <a:ext uri="{FF2B5EF4-FFF2-40B4-BE49-F238E27FC236}">
                <a16:creationId xmlns:a16="http://schemas.microsoft.com/office/drawing/2014/main" id="{A1ACB08C-C377-CB6C-F687-4D286D46DD95}"/>
              </a:ext>
            </a:extLst>
          </p:cNvPr>
          <p:cNvSpPr txBox="1"/>
          <p:nvPr/>
        </p:nvSpPr>
        <p:spPr>
          <a:xfrm>
            <a:off x="574778" y="4174212"/>
            <a:ext cx="7731022" cy="4524315"/>
          </a:xfrm>
          <a:prstGeom prst="rect">
            <a:avLst/>
          </a:prstGeom>
          <a:no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spAutoFit/>
          </a:bodyPr>
          <a:lstStyle/>
          <a:p>
            <a:r>
              <a:rPr lang="en-US" dirty="0"/>
              <a:t>Use math, statistics, specialized</a:t>
            </a:r>
            <a:br>
              <a:rPr lang="en-US" dirty="0"/>
            </a:br>
            <a:r>
              <a:rPr lang="en-US" dirty="0"/>
              <a:t>programming, and analytics to </a:t>
            </a:r>
            <a:br>
              <a:rPr lang="en-US" dirty="0"/>
            </a:br>
            <a:r>
              <a:rPr lang="en-US" dirty="0"/>
              <a:t>extract meaningful insights </a:t>
            </a:r>
            <a:br>
              <a:rPr lang="en-US" dirty="0"/>
            </a:br>
            <a:r>
              <a:rPr lang="en-US" dirty="0"/>
              <a:t>from data. </a:t>
            </a:r>
          </a:p>
          <a:p>
            <a:endParaRPr lang="en-US" dirty="0"/>
          </a:p>
          <a:p>
            <a:r>
              <a:rPr lang="en-US" dirty="0"/>
              <a:t>Designed to build, deploy,</a:t>
            </a:r>
            <a:br>
              <a:rPr lang="en-US" dirty="0"/>
            </a:br>
            <a:r>
              <a:rPr lang="en-US" dirty="0"/>
              <a:t>manage, and monitor </a:t>
            </a:r>
            <a:br>
              <a:rPr lang="en-US" dirty="0"/>
            </a:br>
            <a:r>
              <a:rPr lang="en-US" dirty="0"/>
              <a:t>ML models.</a:t>
            </a:r>
          </a:p>
        </p:txBody>
      </p:sp>
      <p:sp>
        <p:nvSpPr>
          <p:cNvPr id="4" name="Freeform 3">
            <a:extLst>
              <a:ext uri="{FF2B5EF4-FFF2-40B4-BE49-F238E27FC236}">
                <a16:creationId xmlns:a16="http://schemas.microsoft.com/office/drawing/2014/main" id="{E3C4DFB9-B6FD-B091-2256-3B1EAE5A6B4A}"/>
              </a:ext>
            </a:extLst>
          </p:cNvPr>
          <p:cNvSpPr>
            <a:spLocks noChangeAspect="1"/>
          </p:cNvSpPr>
          <p:nvPr/>
        </p:nvSpPr>
        <p:spPr>
          <a:xfrm>
            <a:off x="22311273" y="6567465"/>
            <a:ext cx="939001" cy="939001"/>
          </a:xfrm>
          <a:custGeom>
            <a:avLst/>
            <a:gdLst>
              <a:gd name="connsiteX0" fmla="*/ 264771 w 972706"/>
              <a:gd name="connsiteY0" fmla="*/ 972707 h 972706"/>
              <a:gd name="connsiteX1" fmla="*/ 126718 w 972706"/>
              <a:gd name="connsiteY1" fmla="*/ 834653 h 972706"/>
              <a:gd name="connsiteX2" fmla="*/ 264771 w 972706"/>
              <a:gd name="connsiteY2" fmla="*/ 696600 h 972706"/>
              <a:gd name="connsiteX3" fmla="*/ 328922 w 972706"/>
              <a:gd name="connsiteY3" fmla="*/ 712432 h 972706"/>
              <a:gd name="connsiteX4" fmla="*/ 396207 w 972706"/>
              <a:gd name="connsiteY4" fmla="*/ 606738 h 972706"/>
              <a:gd name="connsiteX5" fmla="*/ 415427 w 972706"/>
              <a:gd name="connsiteY5" fmla="*/ 618992 h 972706"/>
              <a:gd name="connsiteX6" fmla="*/ 348142 w 972706"/>
              <a:gd name="connsiteY6" fmla="*/ 724717 h 972706"/>
              <a:gd name="connsiteX7" fmla="*/ 402825 w 972706"/>
              <a:gd name="connsiteY7" fmla="*/ 834685 h 972706"/>
              <a:gd name="connsiteX8" fmla="*/ 264771 w 972706"/>
              <a:gd name="connsiteY8" fmla="*/ 972707 h 972706"/>
              <a:gd name="connsiteX9" fmla="*/ 264771 w 972706"/>
              <a:gd name="connsiteY9" fmla="*/ 719398 h 972706"/>
              <a:gd name="connsiteX10" fmla="*/ 149516 w 972706"/>
              <a:gd name="connsiteY10" fmla="*/ 834653 h 972706"/>
              <a:gd name="connsiteX11" fmla="*/ 264771 w 972706"/>
              <a:gd name="connsiteY11" fmla="*/ 949909 h 972706"/>
              <a:gd name="connsiteX12" fmla="*/ 380027 w 972706"/>
              <a:gd name="connsiteY12" fmla="*/ 834653 h 972706"/>
              <a:gd name="connsiteX13" fmla="*/ 264771 w 972706"/>
              <a:gd name="connsiteY13" fmla="*/ 719398 h 972706"/>
              <a:gd name="connsiteX14" fmla="*/ 486417 w 972706"/>
              <a:gd name="connsiteY14" fmla="*/ 972548 h 972706"/>
              <a:gd name="connsiteX15" fmla="*/ 405453 w 972706"/>
              <a:gd name="connsiteY15" fmla="*/ 965836 h 972706"/>
              <a:gd name="connsiteX16" fmla="*/ 409221 w 972706"/>
              <a:gd name="connsiteY16" fmla="*/ 943323 h 972706"/>
              <a:gd name="connsiteX17" fmla="*/ 486417 w 972706"/>
              <a:gd name="connsiteY17" fmla="*/ 949719 h 972706"/>
              <a:gd name="connsiteX18" fmla="*/ 857261 w 972706"/>
              <a:gd name="connsiteY18" fmla="*/ 764360 h 972706"/>
              <a:gd name="connsiteX19" fmla="*/ 875499 w 972706"/>
              <a:gd name="connsiteY19" fmla="*/ 778039 h 972706"/>
              <a:gd name="connsiteX20" fmla="*/ 486417 w 972706"/>
              <a:gd name="connsiteY20" fmla="*/ 972548 h 972706"/>
              <a:gd name="connsiteX21" fmla="*/ 961308 w 972706"/>
              <a:gd name="connsiteY21" fmla="*/ 766893 h 972706"/>
              <a:gd name="connsiteX22" fmla="*/ 955545 w 972706"/>
              <a:gd name="connsiteY22" fmla="*/ 765310 h 972706"/>
              <a:gd name="connsiteX23" fmla="*/ 765721 w 972706"/>
              <a:gd name="connsiteY23" fmla="*/ 654329 h 972706"/>
              <a:gd name="connsiteX24" fmla="*/ 760054 w 972706"/>
              <a:gd name="connsiteY24" fmla="*/ 644481 h 972706"/>
              <a:gd name="connsiteX25" fmla="*/ 765721 w 972706"/>
              <a:gd name="connsiteY25" fmla="*/ 634634 h 972706"/>
              <a:gd name="connsiteX26" fmla="*/ 955545 w 972706"/>
              <a:gd name="connsiteY26" fmla="*/ 523970 h 972706"/>
              <a:gd name="connsiteX27" fmla="*/ 966976 w 972706"/>
              <a:gd name="connsiteY27" fmla="*/ 523906 h 972706"/>
              <a:gd name="connsiteX28" fmla="*/ 972707 w 972706"/>
              <a:gd name="connsiteY28" fmla="*/ 533785 h 972706"/>
              <a:gd name="connsiteX29" fmla="*/ 972707 w 972706"/>
              <a:gd name="connsiteY29" fmla="*/ 755431 h 972706"/>
              <a:gd name="connsiteX30" fmla="*/ 966944 w 972706"/>
              <a:gd name="connsiteY30" fmla="*/ 765310 h 972706"/>
              <a:gd name="connsiteX31" fmla="*/ 961308 w 972706"/>
              <a:gd name="connsiteY31" fmla="*/ 766893 h 972706"/>
              <a:gd name="connsiteX32" fmla="*/ 794092 w 972706"/>
              <a:gd name="connsiteY32" fmla="*/ 644513 h 972706"/>
              <a:gd name="connsiteX33" fmla="*/ 949909 w 972706"/>
              <a:gd name="connsiteY33" fmla="*/ 735609 h 972706"/>
              <a:gd name="connsiteX34" fmla="*/ 949909 w 972706"/>
              <a:gd name="connsiteY34" fmla="*/ 553702 h 972706"/>
              <a:gd name="connsiteX35" fmla="*/ 794092 w 972706"/>
              <a:gd name="connsiteY35" fmla="*/ 644513 h 972706"/>
              <a:gd name="connsiteX36" fmla="*/ 85650 w 972706"/>
              <a:gd name="connsiteY36" fmla="*/ 761795 h 972706"/>
              <a:gd name="connsiteX37" fmla="*/ 40529 w 972706"/>
              <a:gd name="connsiteY37" fmla="*/ 680736 h 972706"/>
              <a:gd name="connsiteX38" fmla="*/ 61427 w 972706"/>
              <a:gd name="connsiteY38" fmla="*/ 671586 h 972706"/>
              <a:gd name="connsiteX39" fmla="*/ 104395 w 972706"/>
              <a:gd name="connsiteY39" fmla="*/ 748845 h 972706"/>
              <a:gd name="connsiteX40" fmla="*/ 85650 w 972706"/>
              <a:gd name="connsiteY40" fmla="*/ 761795 h 972706"/>
              <a:gd name="connsiteX41" fmla="*/ 78716 w 972706"/>
              <a:gd name="connsiteY41" fmla="*/ 628111 h 972706"/>
              <a:gd name="connsiteX42" fmla="*/ 70673 w 972706"/>
              <a:gd name="connsiteY42" fmla="*/ 624787 h 972706"/>
              <a:gd name="connsiteX43" fmla="*/ 3356 w 972706"/>
              <a:gd name="connsiteY43" fmla="*/ 557786 h 972706"/>
              <a:gd name="connsiteX44" fmla="*/ 0 w 972706"/>
              <a:gd name="connsiteY44" fmla="*/ 549681 h 972706"/>
              <a:gd name="connsiteX45" fmla="*/ 3325 w 972706"/>
              <a:gd name="connsiteY45" fmla="*/ 541606 h 972706"/>
              <a:gd name="connsiteX46" fmla="*/ 70642 w 972706"/>
              <a:gd name="connsiteY46" fmla="*/ 474321 h 972706"/>
              <a:gd name="connsiteX47" fmla="*/ 86758 w 972706"/>
              <a:gd name="connsiteY47" fmla="*/ 474321 h 972706"/>
              <a:gd name="connsiteX48" fmla="*/ 153949 w 972706"/>
              <a:gd name="connsiteY48" fmla="*/ 541480 h 972706"/>
              <a:gd name="connsiteX49" fmla="*/ 157273 w 972706"/>
              <a:gd name="connsiteY49" fmla="*/ 549554 h 972706"/>
              <a:gd name="connsiteX50" fmla="*/ 153949 w 972706"/>
              <a:gd name="connsiteY50" fmla="*/ 557596 h 972706"/>
              <a:gd name="connsiteX51" fmla="*/ 86758 w 972706"/>
              <a:gd name="connsiteY51" fmla="*/ 624755 h 972706"/>
              <a:gd name="connsiteX52" fmla="*/ 78716 w 972706"/>
              <a:gd name="connsiteY52" fmla="*/ 628111 h 972706"/>
              <a:gd name="connsiteX53" fmla="*/ 27547 w 972706"/>
              <a:gd name="connsiteY53" fmla="*/ 549649 h 972706"/>
              <a:gd name="connsiteX54" fmla="*/ 78716 w 972706"/>
              <a:gd name="connsiteY54" fmla="*/ 600564 h 972706"/>
              <a:gd name="connsiteX55" fmla="*/ 129789 w 972706"/>
              <a:gd name="connsiteY55" fmla="*/ 549522 h 972706"/>
              <a:gd name="connsiteX56" fmla="*/ 78747 w 972706"/>
              <a:gd name="connsiteY56" fmla="*/ 498480 h 972706"/>
              <a:gd name="connsiteX57" fmla="*/ 27547 w 972706"/>
              <a:gd name="connsiteY57" fmla="*/ 549649 h 972706"/>
              <a:gd name="connsiteX58" fmla="*/ 257140 w 972706"/>
              <a:gd name="connsiteY58" fmla="*/ 618581 h 972706"/>
              <a:gd name="connsiteX59" fmla="*/ 221709 w 972706"/>
              <a:gd name="connsiteY59" fmla="*/ 486195 h 972706"/>
              <a:gd name="connsiteX60" fmla="*/ 420366 w 972706"/>
              <a:gd name="connsiteY60" fmla="*/ 229783 h 972706"/>
              <a:gd name="connsiteX61" fmla="*/ 426034 w 972706"/>
              <a:gd name="connsiteY61" fmla="*/ 251852 h 972706"/>
              <a:gd name="connsiteX62" fmla="*/ 244507 w 972706"/>
              <a:gd name="connsiteY62" fmla="*/ 486163 h 972706"/>
              <a:gd name="connsiteX63" fmla="*/ 276867 w 972706"/>
              <a:gd name="connsiteY63" fmla="*/ 607087 h 972706"/>
              <a:gd name="connsiteX64" fmla="*/ 257140 w 972706"/>
              <a:gd name="connsiteY64" fmla="*/ 618581 h 972706"/>
              <a:gd name="connsiteX65" fmla="*/ 486417 w 972706"/>
              <a:gd name="connsiteY65" fmla="*/ 592585 h 972706"/>
              <a:gd name="connsiteX66" fmla="*/ 380027 w 972706"/>
              <a:gd name="connsiteY66" fmla="*/ 486195 h 972706"/>
              <a:gd name="connsiteX67" fmla="*/ 475081 w 972706"/>
              <a:gd name="connsiteY67" fmla="*/ 380407 h 972706"/>
              <a:gd name="connsiteX68" fmla="*/ 475081 w 972706"/>
              <a:gd name="connsiteY68" fmla="*/ 201222 h 972706"/>
              <a:gd name="connsiteX69" fmla="*/ 497879 w 972706"/>
              <a:gd name="connsiteY69" fmla="*/ 201222 h 972706"/>
              <a:gd name="connsiteX70" fmla="*/ 497879 w 972706"/>
              <a:gd name="connsiteY70" fmla="*/ 380407 h 972706"/>
              <a:gd name="connsiteX71" fmla="*/ 592806 w 972706"/>
              <a:gd name="connsiteY71" fmla="*/ 486195 h 972706"/>
              <a:gd name="connsiteX72" fmla="*/ 486417 w 972706"/>
              <a:gd name="connsiteY72" fmla="*/ 592585 h 972706"/>
              <a:gd name="connsiteX73" fmla="*/ 486417 w 972706"/>
              <a:gd name="connsiteY73" fmla="*/ 402603 h 972706"/>
              <a:gd name="connsiteX74" fmla="*/ 402825 w 972706"/>
              <a:gd name="connsiteY74" fmla="*/ 486195 h 972706"/>
              <a:gd name="connsiteX75" fmla="*/ 486417 w 972706"/>
              <a:gd name="connsiteY75" fmla="*/ 569787 h 972706"/>
              <a:gd name="connsiteX76" fmla="*/ 569977 w 972706"/>
              <a:gd name="connsiteY76" fmla="*/ 486195 h 972706"/>
              <a:gd name="connsiteX77" fmla="*/ 486417 w 972706"/>
              <a:gd name="connsiteY77" fmla="*/ 402603 h 972706"/>
              <a:gd name="connsiteX78" fmla="*/ 949940 w 972706"/>
              <a:gd name="connsiteY78" fmla="*/ 455291 h 972706"/>
              <a:gd name="connsiteX79" fmla="*/ 579254 w 972706"/>
              <a:gd name="connsiteY79" fmla="*/ 31949 h 972706"/>
              <a:gd name="connsiteX80" fmla="*/ 583782 w 972706"/>
              <a:gd name="connsiteY80" fmla="*/ 9594 h 972706"/>
              <a:gd name="connsiteX81" fmla="*/ 972707 w 972706"/>
              <a:gd name="connsiteY81" fmla="*/ 453803 h 972706"/>
              <a:gd name="connsiteX82" fmla="*/ 949940 w 972706"/>
              <a:gd name="connsiteY82" fmla="*/ 455291 h 972706"/>
              <a:gd name="connsiteX83" fmla="*/ 739821 w 972706"/>
              <a:gd name="connsiteY83" fmla="*/ 434267 h 972706"/>
              <a:gd name="connsiteX84" fmla="*/ 734121 w 972706"/>
              <a:gd name="connsiteY84" fmla="*/ 432747 h 972706"/>
              <a:gd name="connsiteX85" fmla="*/ 651827 w 972706"/>
              <a:gd name="connsiteY85" fmla="*/ 385251 h 972706"/>
              <a:gd name="connsiteX86" fmla="*/ 646096 w 972706"/>
              <a:gd name="connsiteY86" fmla="*/ 375372 h 972706"/>
              <a:gd name="connsiteX87" fmla="*/ 646096 w 972706"/>
              <a:gd name="connsiteY87" fmla="*/ 280381 h 972706"/>
              <a:gd name="connsiteX88" fmla="*/ 651827 w 972706"/>
              <a:gd name="connsiteY88" fmla="*/ 270502 h 972706"/>
              <a:gd name="connsiteX89" fmla="*/ 734121 w 972706"/>
              <a:gd name="connsiteY89" fmla="*/ 223007 h 972706"/>
              <a:gd name="connsiteX90" fmla="*/ 745488 w 972706"/>
              <a:gd name="connsiteY90" fmla="*/ 223007 h 972706"/>
              <a:gd name="connsiteX91" fmla="*/ 827751 w 972706"/>
              <a:gd name="connsiteY91" fmla="*/ 270502 h 972706"/>
              <a:gd name="connsiteX92" fmla="*/ 833482 w 972706"/>
              <a:gd name="connsiteY92" fmla="*/ 280381 h 972706"/>
              <a:gd name="connsiteX93" fmla="*/ 833482 w 972706"/>
              <a:gd name="connsiteY93" fmla="*/ 375372 h 972706"/>
              <a:gd name="connsiteX94" fmla="*/ 827751 w 972706"/>
              <a:gd name="connsiteY94" fmla="*/ 385251 h 972706"/>
              <a:gd name="connsiteX95" fmla="*/ 745488 w 972706"/>
              <a:gd name="connsiteY95" fmla="*/ 432747 h 972706"/>
              <a:gd name="connsiteX96" fmla="*/ 739821 w 972706"/>
              <a:gd name="connsiteY96" fmla="*/ 434267 h 972706"/>
              <a:gd name="connsiteX97" fmla="*/ 668957 w 972706"/>
              <a:gd name="connsiteY97" fmla="*/ 368786 h 972706"/>
              <a:gd name="connsiteX98" fmla="*/ 739821 w 972706"/>
              <a:gd name="connsiteY98" fmla="*/ 409696 h 972706"/>
              <a:gd name="connsiteX99" fmla="*/ 810652 w 972706"/>
              <a:gd name="connsiteY99" fmla="*/ 368786 h 972706"/>
              <a:gd name="connsiteX100" fmla="*/ 810652 w 972706"/>
              <a:gd name="connsiteY100" fmla="*/ 286967 h 972706"/>
              <a:gd name="connsiteX101" fmla="*/ 739821 w 972706"/>
              <a:gd name="connsiteY101" fmla="*/ 246058 h 972706"/>
              <a:gd name="connsiteX102" fmla="*/ 668957 w 972706"/>
              <a:gd name="connsiteY102" fmla="*/ 286967 h 972706"/>
              <a:gd name="connsiteX103" fmla="*/ 668957 w 972706"/>
              <a:gd name="connsiteY103" fmla="*/ 368786 h 972706"/>
              <a:gd name="connsiteX104" fmla="*/ 486290 w 972706"/>
              <a:gd name="connsiteY104" fmla="*/ 117789 h 972706"/>
              <a:gd name="connsiteX105" fmla="*/ 427491 w 972706"/>
              <a:gd name="connsiteY105" fmla="*/ 58736 h 972706"/>
              <a:gd name="connsiteX106" fmla="*/ 486290 w 972706"/>
              <a:gd name="connsiteY106" fmla="*/ 0 h 972706"/>
              <a:gd name="connsiteX107" fmla="*/ 545279 w 972706"/>
              <a:gd name="connsiteY107" fmla="*/ 58736 h 972706"/>
              <a:gd name="connsiteX108" fmla="*/ 486290 w 972706"/>
              <a:gd name="connsiteY108" fmla="*/ 117789 h 972706"/>
              <a:gd name="connsiteX109" fmla="*/ 486290 w 972706"/>
              <a:gd name="connsiteY109" fmla="*/ 22798 h 972706"/>
              <a:gd name="connsiteX110" fmla="*/ 450257 w 972706"/>
              <a:gd name="connsiteY110" fmla="*/ 58736 h 972706"/>
              <a:gd name="connsiteX111" fmla="*/ 486290 w 972706"/>
              <a:gd name="connsiteY111" fmla="*/ 94991 h 972706"/>
              <a:gd name="connsiteX112" fmla="*/ 522450 w 972706"/>
              <a:gd name="connsiteY112" fmla="*/ 58736 h 972706"/>
              <a:gd name="connsiteX113" fmla="*/ 486290 w 972706"/>
              <a:gd name="connsiteY113" fmla="*/ 22798 h 972706"/>
              <a:gd name="connsiteX114" fmla="*/ 12507 w 972706"/>
              <a:gd name="connsiteY114" fmla="*/ 465709 h 972706"/>
              <a:gd name="connsiteX115" fmla="*/ 11716 w 972706"/>
              <a:gd name="connsiteY115" fmla="*/ 465677 h 972706"/>
              <a:gd name="connsiteX116" fmla="*/ 1172 w 972706"/>
              <a:gd name="connsiteY116" fmla="*/ 453803 h 972706"/>
              <a:gd name="connsiteX117" fmla="*/ 1203 w 972706"/>
              <a:gd name="connsiteY117" fmla="*/ 453106 h 972706"/>
              <a:gd name="connsiteX118" fmla="*/ 13457 w 972706"/>
              <a:gd name="connsiteY118" fmla="*/ 442626 h 972706"/>
              <a:gd name="connsiteX119" fmla="*/ 23938 w 972706"/>
              <a:gd name="connsiteY119" fmla="*/ 454880 h 972706"/>
              <a:gd name="connsiteX120" fmla="*/ 12507 w 972706"/>
              <a:gd name="connsiteY120" fmla="*/ 465709 h 972706"/>
              <a:gd name="connsiteX121" fmla="*/ 20961 w 972706"/>
              <a:gd name="connsiteY121" fmla="*/ 391267 h 972706"/>
              <a:gd name="connsiteX122" fmla="*/ 21246 w 972706"/>
              <a:gd name="connsiteY122" fmla="*/ 391267 h 972706"/>
              <a:gd name="connsiteX123" fmla="*/ 20961 w 972706"/>
              <a:gd name="connsiteY123" fmla="*/ 391267 h 972706"/>
              <a:gd name="connsiteX124" fmla="*/ 37870 w 972706"/>
              <a:gd name="connsiteY124" fmla="*/ 329618 h 972706"/>
              <a:gd name="connsiteX125" fmla="*/ 38155 w 972706"/>
              <a:gd name="connsiteY125" fmla="*/ 329618 h 972706"/>
              <a:gd name="connsiteX126" fmla="*/ 37870 w 972706"/>
              <a:gd name="connsiteY126" fmla="*/ 329618 h 972706"/>
              <a:gd name="connsiteX127" fmla="*/ 62916 w 972706"/>
              <a:gd name="connsiteY127" fmla="*/ 281870 h 972706"/>
              <a:gd name="connsiteX128" fmla="*/ 57881 w 972706"/>
              <a:gd name="connsiteY128" fmla="*/ 280635 h 972706"/>
              <a:gd name="connsiteX129" fmla="*/ 52815 w 972706"/>
              <a:gd name="connsiteY129" fmla="*/ 265721 h 972706"/>
              <a:gd name="connsiteX130" fmla="*/ 53258 w 972706"/>
              <a:gd name="connsiteY130" fmla="*/ 264835 h 972706"/>
              <a:gd name="connsiteX131" fmla="*/ 68710 w 972706"/>
              <a:gd name="connsiteY131" fmla="*/ 260212 h 972706"/>
              <a:gd name="connsiteX132" fmla="*/ 73333 w 972706"/>
              <a:gd name="connsiteY132" fmla="*/ 275664 h 972706"/>
              <a:gd name="connsiteX133" fmla="*/ 62916 w 972706"/>
              <a:gd name="connsiteY133" fmla="*/ 281870 h 972706"/>
              <a:gd name="connsiteX134" fmla="*/ 135710 w 972706"/>
              <a:gd name="connsiteY134" fmla="*/ 177031 h 972706"/>
              <a:gd name="connsiteX135" fmla="*/ 127984 w 972706"/>
              <a:gd name="connsiteY135" fmla="*/ 174023 h 972706"/>
              <a:gd name="connsiteX136" fmla="*/ 127129 w 972706"/>
              <a:gd name="connsiteY136" fmla="*/ 158350 h 972706"/>
              <a:gd name="connsiteX137" fmla="*/ 128016 w 972706"/>
              <a:gd name="connsiteY137" fmla="*/ 157463 h 972706"/>
              <a:gd name="connsiteX138" fmla="*/ 144133 w 972706"/>
              <a:gd name="connsiteY138" fmla="*/ 157463 h 972706"/>
              <a:gd name="connsiteX139" fmla="*/ 144133 w 972706"/>
              <a:gd name="connsiteY139" fmla="*/ 173580 h 972706"/>
              <a:gd name="connsiteX140" fmla="*/ 135710 w 972706"/>
              <a:gd name="connsiteY140" fmla="*/ 177031 h 972706"/>
              <a:gd name="connsiteX141" fmla="*/ 95846 w 972706"/>
              <a:gd name="connsiteY141" fmla="*/ 226807 h 972706"/>
              <a:gd name="connsiteX142" fmla="*/ 88120 w 972706"/>
              <a:gd name="connsiteY142" fmla="*/ 223799 h 972706"/>
              <a:gd name="connsiteX143" fmla="*/ 87265 w 972706"/>
              <a:gd name="connsiteY143" fmla="*/ 208125 h 972706"/>
              <a:gd name="connsiteX144" fmla="*/ 88120 w 972706"/>
              <a:gd name="connsiteY144" fmla="*/ 207238 h 972706"/>
              <a:gd name="connsiteX145" fmla="*/ 104237 w 972706"/>
              <a:gd name="connsiteY145" fmla="*/ 207238 h 972706"/>
              <a:gd name="connsiteX146" fmla="*/ 104237 w 972706"/>
              <a:gd name="connsiteY146" fmla="*/ 223355 h 972706"/>
              <a:gd name="connsiteX147" fmla="*/ 95846 w 972706"/>
              <a:gd name="connsiteY147" fmla="*/ 226807 h 972706"/>
              <a:gd name="connsiteX148" fmla="*/ 37711 w 972706"/>
              <a:gd name="connsiteY148" fmla="*/ 340732 h 972706"/>
              <a:gd name="connsiteX149" fmla="*/ 29985 w 972706"/>
              <a:gd name="connsiteY149" fmla="*/ 337724 h 972706"/>
              <a:gd name="connsiteX150" fmla="*/ 29131 w 972706"/>
              <a:gd name="connsiteY150" fmla="*/ 322051 h 972706"/>
              <a:gd name="connsiteX151" fmla="*/ 29985 w 972706"/>
              <a:gd name="connsiteY151" fmla="*/ 321164 h 972706"/>
              <a:gd name="connsiteX152" fmla="*/ 46102 w 972706"/>
              <a:gd name="connsiteY152" fmla="*/ 321164 h 972706"/>
              <a:gd name="connsiteX153" fmla="*/ 46102 w 972706"/>
              <a:gd name="connsiteY153" fmla="*/ 337281 h 972706"/>
              <a:gd name="connsiteX154" fmla="*/ 37711 w 972706"/>
              <a:gd name="connsiteY154" fmla="*/ 340732 h 972706"/>
              <a:gd name="connsiteX155" fmla="*/ 20771 w 972706"/>
              <a:gd name="connsiteY155" fmla="*/ 402381 h 972706"/>
              <a:gd name="connsiteX156" fmla="*/ 13045 w 972706"/>
              <a:gd name="connsiteY156" fmla="*/ 399373 h 972706"/>
              <a:gd name="connsiteX157" fmla="*/ 12190 w 972706"/>
              <a:gd name="connsiteY157" fmla="*/ 383700 h 972706"/>
              <a:gd name="connsiteX158" fmla="*/ 13045 w 972706"/>
              <a:gd name="connsiteY158" fmla="*/ 382813 h 972706"/>
              <a:gd name="connsiteX159" fmla="*/ 29162 w 972706"/>
              <a:gd name="connsiteY159" fmla="*/ 382813 h 972706"/>
              <a:gd name="connsiteX160" fmla="*/ 29162 w 972706"/>
              <a:gd name="connsiteY160" fmla="*/ 398930 h 972706"/>
              <a:gd name="connsiteX161" fmla="*/ 20771 w 972706"/>
              <a:gd name="connsiteY161" fmla="*/ 402381 h 972706"/>
              <a:gd name="connsiteX162" fmla="*/ 499335 w 972706"/>
              <a:gd name="connsiteY162" fmla="*/ 750745 h 972706"/>
              <a:gd name="connsiteX163" fmla="*/ 491609 w 972706"/>
              <a:gd name="connsiteY163" fmla="*/ 747737 h 972706"/>
              <a:gd name="connsiteX164" fmla="*/ 490755 w 972706"/>
              <a:gd name="connsiteY164" fmla="*/ 732063 h 972706"/>
              <a:gd name="connsiteX165" fmla="*/ 491609 w 972706"/>
              <a:gd name="connsiteY165" fmla="*/ 731176 h 972706"/>
              <a:gd name="connsiteX166" fmla="*/ 507726 w 972706"/>
              <a:gd name="connsiteY166" fmla="*/ 731176 h 972706"/>
              <a:gd name="connsiteX167" fmla="*/ 507726 w 972706"/>
              <a:gd name="connsiteY167" fmla="*/ 747293 h 972706"/>
              <a:gd name="connsiteX168" fmla="*/ 499335 w 972706"/>
              <a:gd name="connsiteY168" fmla="*/ 750745 h 972706"/>
              <a:gd name="connsiteX169" fmla="*/ 562884 w 972706"/>
              <a:gd name="connsiteY169" fmla="*/ 739124 h 972706"/>
              <a:gd name="connsiteX170" fmla="*/ 555158 w 972706"/>
              <a:gd name="connsiteY170" fmla="*/ 736116 h 972706"/>
              <a:gd name="connsiteX171" fmla="*/ 554303 w 972706"/>
              <a:gd name="connsiteY171" fmla="*/ 720442 h 972706"/>
              <a:gd name="connsiteX172" fmla="*/ 555158 w 972706"/>
              <a:gd name="connsiteY172" fmla="*/ 719556 h 972706"/>
              <a:gd name="connsiteX173" fmla="*/ 571275 w 972706"/>
              <a:gd name="connsiteY173" fmla="*/ 719556 h 972706"/>
              <a:gd name="connsiteX174" fmla="*/ 571275 w 972706"/>
              <a:gd name="connsiteY174" fmla="*/ 735673 h 972706"/>
              <a:gd name="connsiteX175" fmla="*/ 562884 w 972706"/>
              <a:gd name="connsiteY175" fmla="*/ 739124 h 972706"/>
              <a:gd name="connsiteX176" fmla="*/ 669907 w 972706"/>
              <a:gd name="connsiteY176" fmla="*/ 672630 h 972706"/>
              <a:gd name="connsiteX177" fmla="*/ 662181 w 972706"/>
              <a:gd name="connsiteY177" fmla="*/ 669622 h 972706"/>
              <a:gd name="connsiteX178" fmla="*/ 661326 w 972706"/>
              <a:gd name="connsiteY178" fmla="*/ 653949 h 972706"/>
              <a:gd name="connsiteX179" fmla="*/ 662181 w 972706"/>
              <a:gd name="connsiteY179" fmla="*/ 653062 h 972706"/>
              <a:gd name="connsiteX180" fmla="*/ 678298 w 972706"/>
              <a:gd name="connsiteY180" fmla="*/ 653062 h 972706"/>
              <a:gd name="connsiteX181" fmla="*/ 678298 w 972706"/>
              <a:gd name="connsiteY181" fmla="*/ 669179 h 972706"/>
              <a:gd name="connsiteX182" fmla="*/ 669907 w 972706"/>
              <a:gd name="connsiteY182" fmla="*/ 672630 h 972706"/>
              <a:gd name="connsiteX183" fmla="*/ 731493 w 972706"/>
              <a:gd name="connsiteY183" fmla="*/ 561903 h 972706"/>
              <a:gd name="connsiteX184" fmla="*/ 723767 w 972706"/>
              <a:gd name="connsiteY184" fmla="*/ 558895 h 972706"/>
              <a:gd name="connsiteX185" fmla="*/ 722912 w 972706"/>
              <a:gd name="connsiteY185" fmla="*/ 543221 h 972706"/>
              <a:gd name="connsiteX186" fmla="*/ 723767 w 972706"/>
              <a:gd name="connsiteY186" fmla="*/ 542335 h 972706"/>
              <a:gd name="connsiteX187" fmla="*/ 739884 w 972706"/>
              <a:gd name="connsiteY187" fmla="*/ 542335 h 972706"/>
              <a:gd name="connsiteX188" fmla="*/ 739884 w 972706"/>
              <a:gd name="connsiteY188" fmla="*/ 558451 h 972706"/>
              <a:gd name="connsiteX189" fmla="*/ 731493 w 972706"/>
              <a:gd name="connsiteY189" fmla="*/ 561903 h 972706"/>
              <a:gd name="connsiteX190" fmla="*/ 181591 w 972706"/>
              <a:gd name="connsiteY190" fmla="*/ 133462 h 972706"/>
              <a:gd name="connsiteX191" fmla="*/ 173073 w 972706"/>
              <a:gd name="connsiteY191" fmla="*/ 129568 h 972706"/>
              <a:gd name="connsiteX192" fmla="*/ 174150 w 972706"/>
              <a:gd name="connsiteY192" fmla="*/ 113324 h 972706"/>
              <a:gd name="connsiteX193" fmla="*/ 175543 w 972706"/>
              <a:gd name="connsiteY193" fmla="*/ 112184 h 972706"/>
              <a:gd name="connsiteX194" fmla="*/ 191470 w 972706"/>
              <a:gd name="connsiteY194" fmla="*/ 114686 h 972706"/>
              <a:gd name="connsiteX195" fmla="*/ 188969 w 972706"/>
              <a:gd name="connsiteY195" fmla="*/ 130612 h 972706"/>
              <a:gd name="connsiteX196" fmla="*/ 181591 w 972706"/>
              <a:gd name="connsiteY196" fmla="*/ 133462 h 972706"/>
              <a:gd name="connsiteX197" fmla="*/ 290039 w 972706"/>
              <a:gd name="connsiteY197" fmla="*/ 64974 h 972706"/>
              <a:gd name="connsiteX198" fmla="*/ 279463 w 972706"/>
              <a:gd name="connsiteY198" fmla="*/ 58293 h 972706"/>
              <a:gd name="connsiteX199" fmla="*/ 284498 w 972706"/>
              <a:gd name="connsiteY199" fmla="*/ 43632 h 972706"/>
              <a:gd name="connsiteX200" fmla="*/ 286081 w 972706"/>
              <a:gd name="connsiteY200" fmla="*/ 42936 h 972706"/>
              <a:gd name="connsiteX201" fmla="*/ 300804 w 972706"/>
              <a:gd name="connsiteY201" fmla="*/ 49490 h 972706"/>
              <a:gd name="connsiteX202" fmla="*/ 294250 w 972706"/>
              <a:gd name="connsiteY202" fmla="*/ 64214 h 972706"/>
              <a:gd name="connsiteX203" fmla="*/ 290039 w 972706"/>
              <a:gd name="connsiteY203" fmla="*/ 64974 h 972706"/>
              <a:gd name="connsiteX204" fmla="*/ 233931 w 972706"/>
              <a:gd name="connsiteY204" fmla="*/ 95086 h 972706"/>
              <a:gd name="connsiteX205" fmla="*/ 223355 w 972706"/>
              <a:gd name="connsiteY205" fmla="*/ 88405 h 972706"/>
              <a:gd name="connsiteX206" fmla="*/ 228390 w 972706"/>
              <a:gd name="connsiteY206" fmla="*/ 73745 h 972706"/>
              <a:gd name="connsiteX207" fmla="*/ 229973 w 972706"/>
              <a:gd name="connsiteY207" fmla="*/ 73048 h 972706"/>
              <a:gd name="connsiteX208" fmla="*/ 244697 w 972706"/>
              <a:gd name="connsiteY208" fmla="*/ 79602 h 972706"/>
              <a:gd name="connsiteX209" fmla="*/ 238142 w 972706"/>
              <a:gd name="connsiteY209" fmla="*/ 94326 h 972706"/>
              <a:gd name="connsiteX210" fmla="*/ 233931 w 972706"/>
              <a:gd name="connsiteY210" fmla="*/ 95086 h 972706"/>
              <a:gd name="connsiteX211" fmla="*/ 349883 w 972706"/>
              <a:gd name="connsiteY211" fmla="*/ 42524 h 972706"/>
              <a:gd name="connsiteX212" fmla="*/ 338769 w 972706"/>
              <a:gd name="connsiteY212" fmla="*/ 34577 h 972706"/>
              <a:gd name="connsiteX213" fmla="*/ 346020 w 972706"/>
              <a:gd name="connsiteY213" fmla="*/ 20423 h 972706"/>
              <a:gd name="connsiteX214" fmla="*/ 346622 w 972706"/>
              <a:gd name="connsiteY214" fmla="*/ 20233 h 972706"/>
              <a:gd name="connsiteX215" fmla="*/ 360870 w 972706"/>
              <a:gd name="connsiteY215" fmla="*/ 27769 h 972706"/>
              <a:gd name="connsiteX216" fmla="*/ 353334 w 972706"/>
              <a:gd name="connsiteY216" fmla="*/ 42018 h 972706"/>
              <a:gd name="connsiteX217" fmla="*/ 349883 w 972706"/>
              <a:gd name="connsiteY217" fmla="*/ 42524 h 972706"/>
              <a:gd name="connsiteX218" fmla="*/ 437085 w 972706"/>
              <a:gd name="connsiteY218" fmla="*/ 746122 h 972706"/>
              <a:gd name="connsiteX219" fmla="*/ 435312 w 972706"/>
              <a:gd name="connsiteY219" fmla="*/ 745963 h 972706"/>
              <a:gd name="connsiteX220" fmla="*/ 433285 w 972706"/>
              <a:gd name="connsiteY220" fmla="*/ 745520 h 972706"/>
              <a:gd name="connsiteX221" fmla="*/ 425464 w 972706"/>
              <a:gd name="connsiteY221" fmla="*/ 731461 h 972706"/>
              <a:gd name="connsiteX222" fmla="*/ 439554 w 972706"/>
              <a:gd name="connsiteY222" fmla="*/ 723641 h 972706"/>
              <a:gd name="connsiteX223" fmla="*/ 448705 w 972706"/>
              <a:gd name="connsiteY223" fmla="*/ 736528 h 972706"/>
              <a:gd name="connsiteX224" fmla="*/ 437085 w 972706"/>
              <a:gd name="connsiteY224" fmla="*/ 746122 h 972706"/>
              <a:gd name="connsiteX225" fmla="*/ 620702 w 972706"/>
              <a:gd name="connsiteY225" fmla="*/ 712463 h 972706"/>
              <a:gd name="connsiteX226" fmla="*/ 610918 w 972706"/>
              <a:gd name="connsiteY226" fmla="*/ 706922 h 972706"/>
              <a:gd name="connsiteX227" fmla="*/ 614813 w 972706"/>
              <a:gd name="connsiteY227" fmla="*/ 691280 h 972706"/>
              <a:gd name="connsiteX228" fmla="*/ 630581 w 972706"/>
              <a:gd name="connsiteY228" fmla="*/ 694763 h 972706"/>
              <a:gd name="connsiteX229" fmla="*/ 627510 w 972706"/>
              <a:gd name="connsiteY229" fmla="*/ 710183 h 972706"/>
              <a:gd name="connsiteX230" fmla="*/ 626560 w 972706"/>
              <a:gd name="connsiteY230" fmla="*/ 710817 h 972706"/>
              <a:gd name="connsiteX231" fmla="*/ 620702 w 972706"/>
              <a:gd name="connsiteY231" fmla="*/ 712463 h 972706"/>
              <a:gd name="connsiteX232" fmla="*/ 707840 w 972706"/>
              <a:gd name="connsiteY232" fmla="*/ 620702 h 972706"/>
              <a:gd name="connsiteX233" fmla="*/ 701539 w 972706"/>
              <a:gd name="connsiteY233" fmla="*/ 618771 h 972706"/>
              <a:gd name="connsiteX234" fmla="*/ 698341 w 972706"/>
              <a:gd name="connsiteY234" fmla="*/ 602970 h 972706"/>
              <a:gd name="connsiteX235" fmla="*/ 713445 w 972706"/>
              <a:gd name="connsiteY235" fmla="*/ 598189 h 972706"/>
              <a:gd name="connsiteX236" fmla="*/ 718353 w 972706"/>
              <a:gd name="connsiteY236" fmla="*/ 613831 h 972706"/>
              <a:gd name="connsiteX237" fmla="*/ 717339 w 972706"/>
              <a:gd name="connsiteY237" fmla="*/ 615604 h 972706"/>
              <a:gd name="connsiteX238" fmla="*/ 707840 w 972706"/>
              <a:gd name="connsiteY238" fmla="*/ 620702 h 972706"/>
              <a:gd name="connsiteX239" fmla="*/ 739726 w 972706"/>
              <a:gd name="connsiteY239" fmla="*/ 498227 h 972706"/>
              <a:gd name="connsiteX240" fmla="*/ 728327 w 972706"/>
              <a:gd name="connsiteY240" fmla="*/ 486828 h 972706"/>
              <a:gd name="connsiteX241" fmla="*/ 739726 w 972706"/>
              <a:gd name="connsiteY241" fmla="*/ 475113 h 972706"/>
              <a:gd name="connsiteX242" fmla="*/ 751125 w 972706"/>
              <a:gd name="connsiteY242" fmla="*/ 486195 h 972706"/>
              <a:gd name="connsiteX243" fmla="*/ 751125 w 972706"/>
              <a:gd name="connsiteY243" fmla="*/ 486828 h 972706"/>
              <a:gd name="connsiteX244" fmla="*/ 739726 w 972706"/>
              <a:gd name="connsiteY244" fmla="*/ 498227 h 97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972706" h="972706">
                <a:moveTo>
                  <a:pt x="264771" y="972707"/>
                </a:moveTo>
                <a:cubicBezTo>
                  <a:pt x="188652" y="972707"/>
                  <a:pt x="126718" y="910773"/>
                  <a:pt x="126718" y="834653"/>
                </a:cubicBezTo>
                <a:cubicBezTo>
                  <a:pt x="126718" y="758534"/>
                  <a:pt x="188652" y="696600"/>
                  <a:pt x="264771" y="696600"/>
                </a:cubicBezTo>
                <a:cubicBezTo>
                  <a:pt x="287917" y="696600"/>
                  <a:pt x="309734" y="702363"/>
                  <a:pt x="328922" y="712432"/>
                </a:cubicBezTo>
                <a:lnTo>
                  <a:pt x="396207" y="606738"/>
                </a:lnTo>
                <a:lnTo>
                  <a:pt x="415427" y="618992"/>
                </a:lnTo>
                <a:lnTo>
                  <a:pt x="348142" y="724717"/>
                </a:lnTo>
                <a:cubicBezTo>
                  <a:pt x="381325" y="749953"/>
                  <a:pt x="402825" y="789849"/>
                  <a:pt x="402825" y="834685"/>
                </a:cubicBezTo>
                <a:cubicBezTo>
                  <a:pt x="402825" y="910773"/>
                  <a:pt x="340922" y="972707"/>
                  <a:pt x="264771" y="972707"/>
                </a:cubicBezTo>
                <a:close/>
                <a:moveTo>
                  <a:pt x="264771" y="719398"/>
                </a:moveTo>
                <a:cubicBezTo>
                  <a:pt x="201222" y="719398"/>
                  <a:pt x="149516" y="771104"/>
                  <a:pt x="149516" y="834653"/>
                </a:cubicBezTo>
                <a:cubicBezTo>
                  <a:pt x="149516" y="898202"/>
                  <a:pt x="201222" y="949909"/>
                  <a:pt x="264771" y="949909"/>
                </a:cubicBezTo>
                <a:cubicBezTo>
                  <a:pt x="328320" y="949909"/>
                  <a:pt x="380027" y="898202"/>
                  <a:pt x="380027" y="834653"/>
                </a:cubicBezTo>
                <a:cubicBezTo>
                  <a:pt x="380027" y="771104"/>
                  <a:pt x="328352" y="719398"/>
                  <a:pt x="264771" y="719398"/>
                </a:cubicBezTo>
                <a:close/>
                <a:moveTo>
                  <a:pt x="486417" y="972548"/>
                </a:moveTo>
                <a:cubicBezTo>
                  <a:pt x="459154" y="972548"/>
                  <a:pt x="431892" y="970300"/>
                  <a:pt x="405453" y="965836"/>
                </a:cubicBezTo>
                <a:lnTo>
                  <a:pt x="409221" y="943323"/>
                </a:lnTo>
                <a:cubicBezTo>
                  <a:pt x="434425" y="947597"/>
                  <a:pt x="460421" y="949719"/>
                  <a:pt x="486417" y="949719"/>
                </a:cubicBezTo>
                <a:cubicBezTo>
                  <a:pt x="633589" y="949719"/>
                  <a:pt x="768761" y="882149"/>
                  <a:pt x="857261" y="764360"/>
                </a:cubicBezTo>
                <a:lnTo>
                  <a:pt x="875499" y="778039"/>
                </a:lnTo>
                <a:cubicBezTo>
                  <a:pt x="782662" y="901653"/>
                  <a:pt x="640840" y="972548"/>
                  <a:pt x="486417" y="972548"/>
                </a:cubicBezTo>
                <a:close/>
                <a:moveTo>
                  <a:pt x="961308" y="766893"/>
                </a:moveTo>
                <a:cubicBezTo>
                  <a:pt x="959345" y="766893"/>
                  <a:pt x="957318" y="766355"/>
                  <a:pt x="955545" y="765310"/>
                </a:cubicBezTo>
                <a:lnTo>
                  <a:pt x="765721" y="654329"/>
                </a:lnTo>
                <a:cubicBezTo>
                  <a:pt x="762238" y="652302"/>
                  <a:pt x="760054" y="648534"/>
                  <a:pt x="760054" y="644481"/>
                </a:cubicBezTo>
                <a:cubicBezTo>
                  <a:pt x="760054" y="640428"/>
                  <a:pt x="762207" y="636692"/>
                  <a:pt x="765721" y="634634"/>
                </a:cubicBezTo>
                <a:lnTo>
                  <a:pt x="955545" y="523970"/>
                </a:lnTo>
                <a:cubicBezTo>
                  <a:pt x="959123" y="521912"/>
                  <a:pt x="963429" y="521912"/>
                  <a:pt x="966976" y="523906"/>
                </a:cubicBezTo>
                <a:cubicBezTo>
                  <a:pt x="970490" y="525933"/>
                  <a:pt x="972707" y="529733"/>
                  <a:pt x="972707" y="533785"/>
                </a:cubicBezTo>
                <a:lnTo>
                  <a:pt x="972707" y="755431"/>
                </a:lnTo>
                <a:cubicBezTo>
                  <a:pt x="972707" y="759515"/>
                  <a:pt x="970522" y="763283"/>
                  <a:pt x="966944" y="765310"/>
                </a:cubicBezTo>
                <a:cubicBezTo>
                  <a:pt x="965234" y="766386"/>
                  <a:pt x="963271" y="766893"/>
                  <a:pt x="961308" y="766893"/>
                </a:cubicBezTo>
                <a:close/>
                <a:moveTo>
                  <a:pt x="794092" y="644513"/>
                </a:moveTo>
                <a:lnTo>
                  <a:pt x="949909" y="735609"/>
                </a:lnTo>
                <a:lnTo>
                  <a:pt x="949909" y="553702"/>
                </a:lnTo>
                <a:lnTo>
                  <a:pt x="794092" y="644513"/>
                </a:lnTo>
                <a:close/>
                <a:moveTo>
                  <a:pt x="85650" y="761795"/>
                </a:moveTo>
                <a:cubicBezTo>
                  <a:pt x="68108" y="736369"/>
                  <a:pt x="52910" y="709075"/>
                  <a:pt x="40529" y="680736"/>
                </a:cubicBezTo>
                <a:lnTo>
                  <a:pt x="61427" y="671586"/>
                </a:lnTo>
                <a:cubicBezTo>
                  <a:pt x="73238" y="698626"/>
                  <a:pt x="87677" y="724622"/>
                  <a:pt x="104395" y="748845"/>
                </a:cubicBezTo>
                <a:lnTo>
                  <a:pt x="85650" y="761795"/>
                </a:lnTo>
                <a:close/>
                <a:moveTo>
                  <a:pt x="78716" y="628111"/>
                </a:moveTo>
                <a:cubicBezTo>
                  <a:pt x="75803" y="628111"/>
                  <a:pt x="72890" y="627003"/>
                  <a:pt x="70673" y="624787"/>
                </a:cubicBezTo>
                <a:lnTo>
                  <a:pt x="3356" y="557786"/>
                </a:lnTo>
                <a:cubicBezTo>
                  <a:pt x="1203" y="555633"/>
                  <a:pt x="0" y="552720"/>
                  <a:pt x="0" y="549681"/>
                </a:cubicBezTo>
                <a:cubicBezTo>
                  <a:pt x="0" y="546673"/>
                  <a:pt x="1203" y="543759"/>
                  <a:pt x="3325" y="541606"/>
                </a:cubicBezTo>
                <a:lnTo>
                  <a:pt x="70642" y="474321"/>
                </a:lnTo>
                <a:cubicBezTo>
                  <a:pt x="75106" y="469857"/>
                  <a:pt x="82294" y="469857"/>
                  <a:pt x="86758" y="474321"/>
                </a:cubicBezTo>
                <a:lnTo>
                  <a:pt x="153949" y="541480"/>
                </a:lnTo>
                <a:cubicBezTo>
                  <a:pt x="156102" y="543601"/>
                  <a:pt x="157273" y="546514"/>
                  <a:pt x="157273" y="549554"/>
                </a:cubicBezTo>
                <a:cubicBezTo>
                  <a:pt x="157273" y="552594"/>
                  <a:pt x="156102" y="555475"/>
                  <a:pt x="153949" y="557596"/>
                </a:cubicBezTo>
                <a:lnTo>
                  <a:pt x="86758" y="624755"/>
                </a:lnTo>
                <a:cubicBezTo>
                  <a:pt x="84542" y="626971"/>
                  <a:pt x="81629" y="628111"/>
                  <a:pt x="78716" y="628111"/>
                </a:cubicBezTo>
                <a:close/>
                <a:moveTo>
                  <a:pt x="27547" y="549649"/>
                </a:moveTo>
                <a:lnTo>
                  <a:pt x="78716" y="600564"/>
                </a:lnTo>
                <a:lnTo>
                  <a:pt x="129789" y="549522"/>
                </a:lnTo>
                <a:lnTo>
                  <a:pt x="78747" y="498480"/>
                </a:lnTo>
                <a:lnTo>
                  <a:pt x="27547" y="549649"/>
                </a:lnTo>
                <a:close/>
                <a:moveTo>
                  <a:pt x="257140" y="618581"/>
                </a:moveTo>
                <a:cubicBezTo>
                  <a:pt x="233963" y="578494"/>
                  <a:pt x="221709" y="532741"/>
                  <a:pt x="221709" y="486195"/>
                </a:cubicBezTo>
                <a:cubicBezTo>
                  <a:pt x="221709" y="365272"/>
                  <a:pt x="303401" y="259832"/>
                  <a:pt x="420366" y="229783"/>
                </a:cubicBezTo>
                <a:lnTo>
                  <a:pt x="426034" y="251852"/>
                </a:lnTo>
                <a:cubicBezTo>
                  <a:pt x="319169" y="279305"/>
                  <a:pt x="244507" y="375657"/>
                  <a:pt x="244507" y="486163"/>
                </a:cubicBezTo>
                <a:cubicBezTo>
                  <a:pt x="244507" y="528688"/>
                  <a:pt x="255715" y="570515"/>
                  <a:pt x="276867" y="607087"/>
                </a:cubicBezTo>
                <a:lnTo>
                  <a:pt x="257140" y="618581"/>
                </a:lnTo>
                <a:close/>
                <a:moveTo>
                  <a:pt x="486417" y="592585"/>
                </a:moveTo>
                <a:cubicBezTo>
                  <a:pt x="427744" y="592585"/>
                  <a:pt x="380027" y="544836"/>
                  <a:pt x="380027" y="486195"/>
                </a:cubicBezTo>
                <a:cubicBezTo>
                  <a:pt x="380027" y="431354"/>
                  <a:pt x="421728" y="386075"/>
                  <a:pt x="475081" y="380407"/>
                </a:cubicBezTo>
                <a:lnTo>
                  <a:pt x="475081" y="201222"/>
                </a:lnTo>
                <a:lnTo>
                  <a:pt x="497879" y="201222"/>
                </a:lnTo>
                <a:lnTo>
                  <a:pt x="497879" y="380407"/>
                </a:lnTo>
                <a:cubicBezTo>
                  <a:pt x="551169" y="386170"/>
                  <a:pt x="592806" y="431385"/>
                  <a:pt x="592806" y="486195"/>
                </a:cubicBezTo>
                <a:cubicBezTo>
                  <a:pt x="592806" y="544868"/>
                  <a:pt x="545058" y="592585"/>
                  <a:pt x="486417" y="592585"/>
                </a:cubicBezTo>
                <a:close/>
                <a:moveTo>
                  <a:pt x="486417" y="402603"/>
                </a:moveTo>
                <a:cubicBezTo>
                  <a:pt x="440314" y="402603"/>
                  <a:pt x="402825" y="440124"/>
                  <a:pt x="402825" y="486195"/>
                </a:cubicBezTo>
                <a:cubicBezTo>
                  <a:pt x="402825" y="532297"/>
                  <a:pt x="440346" y="569787"/>
                  <a:pt x="486417" y="569787"/>
                </a:cubicBezTo>
                <a:cubicBezTo>
                  <a:pt x="532487" y="569787"/>
                  <a:pt x="569977" y="532297"/>
                  <a:pt x="569977" y="486195"/>
                </a:cubicBezTo>
                <a:cubicBezTo>
                  <a:pt x="570009" y="440124"/>
                  <a:pt x="532519" y="402603"/>
                  <a:pt x="486417" y="402603"/>
                </a:cubicBezTo>
                <a:close/>
                <a:moveTo>
                  <a:pt x="949940" y="455291"/>
                </a:moveTo>
                <a:cubicBezTo>
                  <a:pt x="936262" y="247578"/>
                  <a:pt x="783833" y="73523"/>
                  <a:pt x="579254" y="31949"/>
                </a:cubicBezTo>
                <a:lnTo>
                  <a:pt x="583782" y="9594"/>
                </a:lnTo>
                <a:cubicBezTo>
                  <a:pt x="798430" y="53195"/>
                  <a:pt x="958363" y="235862"/>
                  <a:pt x="972707" y="453803"/>
                </a:cubicBezTo>
                <a:lnTo>
                  <a:pt x="949940" y="455291"/>
                </a:lnTo>
                <a:close/>
                <a:moveTo>
                  <a:pt x="739821" y="434267"/>
                </a:moveTo>
                <a:cubicBezTo>
                  <a:pt x="737858" y="434267"/>
                  <a:pt x="735894" y="433760"/>
                  <a:pt x="734121" y="432747"/>
                </a:cubicBezTo>
                <a:lnTo>
                  <a:pt x="651827" y="385251"/>
                </a:lnTo>
                <a:cubicBezTo>
                  <a:pt x="648313" y="383225"/>
                  <a:pt x="646096" y="379425"/>
                  <a:pt x="646096" y="375372"/>
                </a:cubicBezTo>
                <a:lnTo>
                  <a:pt x="646096" y="280381"/>
                </a:lnTo>
                <a:cubicBezTo>
                  <a:pt x="646096" y="276328"/>
                  <a:pt x="648281" y="272529"/>
                  <a:pt x="651827" y="270502"/>
                </a:cubicBezTo>
                <a:lnTo>
                  <a:pt x="734121" y="223007"/>
                </a:lnTo>
                <a:cubicBezTo>
                  <a:pt x="737636" y="221012"/>
                  <a:pt x="741974" y="220980"/>
                  <a:pt x="745488" y="223007"/>
                </a:cubicBezTo>
                <a:lnTo>
                  <a:pt x="827751" y="270502"/>
                </a:lnTo>
                <a:cubicBezTo>
                  <a:pt x="831265" y="272529"/>
                  <a:pt x="833482" y="276297"/>
                  <a:pt x="833482" y="280381"/>
                </a:cubicBezTo>
                <a:lnTo>
                  <a:pt x="833482" y="375372"/>
                </a:lnTo>
                <a:cubicBezTo>
                  <a:pt x="833482" y="379425"/>
                  <a:pt x="831297" y="383225"/>
                  <a:pt x="827751" y="385251"/>
                </a:cubicBezTo>
                <a:lnTo>
                  <a:pt x="745488" y="432747"/>
                </a:lnTo>
                <a:cubicBezTo>
                  <a:pt x="743747" y="433760"/>
                  <a:pt x="741784" y="434267"/>
                  <a:pt x="739821" y="434267"/>
                </a:cubicBezTo>
                <a:close/>
                <a:moveTo>
                  <a:pt x="668957" y="368786"/>
                </a:moveTo>
                <a:lnTo>
                  <a:pt x="739821" y="409696"/>
                </a:lnTo>
                <a:lnTo>
                  <a:pt x="810652" y="368786"/>
                </a:lnTo>
                <a:lnTo>
                  <a:pt x="810652" y="286967"/>
                </a:lnTo>
                <a:lnTo>
                  <a:pt x="739821" y="246058"/>
                </a:lnTo>
                <a:lnTo>
                  <a:pt x="668957" y="286967"/>
                </a:lnTo>
                <a:cubicBezTo>
                  <a:pt x="668957" y="286967"/>
                  <a:pt x="668957" y="368786"/>
                  <a:pt x="668957" y="368786"/>
                </a:cubicBezTo>
                <a:close/>
                <a:moveTo>
                  <a:pt x="486290" y="117789"/>
                </a:moveTo>
                <a:cubicBezTo>
                  <a:pt x="453866" y="117789"/>
                  <a:pt x="427491" y="91318"/>
                  <a:pt x="427491" y="58736"/>
                </a:cubicBezTo>
                <a:cubicBezTo>
                  <a:pt x="427491" y="26344"/>
                  <a:pt x="453866" y="0"/>
                  <a:pt x="486290" y="0"/>
                </a:cubicBezTo>
                <a:cubicBezTo>
                  <a:pt x="518808" y="0"/>
                  <a:pt x="545279" y="26344"/>
                  <a:pt x="545279" y="58736"/>
                </a:cubicBezTo>
                <a:cubicBezTo>
                  <a:pt x="545248" y="91286"/>
                  <a:pt x="518777" y="117789"/>
                  <a:pt x="486290" y="117789"/>
                </a:cubicBezTo>
                <a:close/>
                <a:moveTo>
                  <a:pt x="486290" y="22798"/>
                </a:moveTo>
                <a:cubicBezTo>
                  <a:pt x="466437" y="22798"/>
                  <a:pt x="450257" y="38915"/>
                  <a:pt x="450257" y="58736"/>
                </a:cubicBezTo>
                <a:cubicBezTo>
                  <a:pt x="450257" y="78716"/>
                  <a:pt x="466405" y="94991"/>
                  <a:pt x="486290" y="94991"/>
                </a:cubicBezTo>
                <a:cubicBezTo>
                  <a:pt x="506238" y="94991"/>
                  <a:pt x="522450" y="78716"/>
                  <a:pt x="522450" y="58736"/>
                </a:cubicBezTo>
                <a:cubicBezTo>
                  <a:pt x="522450" y="38915"/>
                  <a:pt x="506206" y="22798"/>
                  <a:pt x="486290" y="22798"/>
                </a:cubicBezTo>
                <a:close/>
                <a:moveTo>
                  <a:pt x="12507" y="465709"/>
                </a:moveTo>
                <a:cubicBezTo>
                  <a:pt x="12254" y="465709"/>
                  <a:pt x="11969" y="465709"/>
                  <a:pt x="11716" y="465677"/>
                </a:cubicBezTo>
                <a:cubicBezTo>
                  <a:pt x="5446" y="465202"/>
                  <a:pt x="728" y="460072"/>
                  <a:pt x="1172" y="453803"/>
                </a:cubicBezTo>
                <a:cubicBezTo>
                  <a:pt x="1172" y="453803"/>
                  <a:pt x="1203" y="453138"/>
                  <a:pt x="1203" y="453106"/>
                </a:cubicBezTo>
                <a:cubicBezTo>
                  <a:pt x="1710" y="446837"/>
                  <a:pt x="7061" y="441929"/>
                  <a:pt x="13457" y="442626"/>
                </a:cubicBezTo>
                <a:cubicBezTo>
                  <a:pt x="19726" y="443101"/>
                  <a:pt x="24413" y="448579"/>
                  <a:pt x="23938" y="454880"/>
                </a:cubicBezTo>
                <a:cubicBezTo>
                  <a:pt x="23463" y="460832"/>
                  <a:pt x="18428" y="465709"/>
                  <a:pt x="12507" y="465709"/>
                </a:cubicBezTo>
                <a:close/>
                <a:moveTo>
                  <a:pt x="20961" y="391267"/>
                </a:moveTo>
                <a:lnTo>
                  <a:pt x="21246" y="391267"/>
                </a:lnTo>
                <a:lnTo>
                  <a:pt x="20961" y="391267"/>
                </a:lnTo>
                <a:close/>
                <a:moveTo>
                  <a:pt x="37870" y="329618"/>
                </a:moveTo>
                <a:lnTo>
                  <a:pt x="38155" y="329618"/>
                </a:lnTo>
                <a:lnTo>
                  <a:pt x="37870" y="329618"/>
                </a:lnTo>
                <a:close/>
                <a:moveTo>
                  <a:pt x="62916" y="281870"/>
                </a:moveTo>
                <a:cubicBezTo>
                  <a:pt x="61206" y="281870"/>
                  <a:pt x="59496" y="281490"/>
                  <a:pt x="57881" y="280635"/>
                </a:cubicBezTo>
                <a:cubicBezTo>
                  <a:pt x="52340" y="277785"/>
                  <a:pt x="49997" y="271294"/>
                  <a:pt x="52815" y="265721"/>
                </a:cubicBezTo>
                <a:cubicBezTo>
                  <a:pt x="52847" y="265626"/>
                  <a:pt x="53195" y="264961"/>
                  <a:pt x="53258" y="264835"/>
                </a:cubicBezTo>
                <a:cubicBezTo>
                  <a:pt x="56235" y="259293"/>
                  <a:pt x="63106" y="257235"/>
                  <a:pt x="68710" y="260212"/>
                </a:cubicBezTo>
                <a:cubicBezTo>
                  <a:pt x="74251" y="263188"/>
                  <a:pt x="76309" y="270091"/>
                  <a:pt x="73333" y="275664"/>
                </a:cubicBezTo>
                <a:cubicBezTo>
                  <a:pt x="71243" y="279558"/>
                  <a:pt x="67127" y="281870"/>
                  <a:pt x="62916" y="281870"/>
                </a:cubicBezTo>
                <a:close/>
                <a:moveTo>
                  <a:pt x="135710" y="177031"/>
                </a:moveTo>
                <a:cubicBezTo>
                  <a:pt x="132924" y="177031"/>
                  <a:pt x="130138" y="176050"/>
                  <a:pt x="127984" y="174023"/>
                </a:cubicBezTo>
                <a:cubicBezTo>
                  <a:pt x="123488" y="169780"/>
                  <a:pt x="123013" y="162941"/>
                  <a:pt x="127129" y="158350"/>
                </a:cubicBezTo>
                <a:cubicBezTo>
                  <a:pt x="127288" y="158223"/>
                  <a:pt x="127858" y="157622"/>
                  <a:pt x="128016" y="157463"/>
                </a:cubicBezTo>
                <a:cubicBezTo>
                  <a:pt x="132481" y="152999"/>
                  <a:pt x="139668" y="152999"/>
                  <a:pt x="144133" y="157463"/>
                </a:cubicBezTo>
                <a:cubicBezTo>
                  <a:pt x="148597" y="161928"/>
                  <a:pt x="148597" y="169115"/>
                  <a:pt x="144133" y="173580"/>
                </a:cubicBezTo>
                <a:cubicBezTo>
                  <a:pt x="141853" y="175860"/>
                  <a:pt x="138750" y="177031"/>
                  <a:pt x="135710" y="177031"/>
                </a:cubicBezTo>
                <a:close/>
                <a:moveTo>
                  <a:pt x="95846" y="226807"/>
                </a:moveTo>
                <a:cubicBezTo>
                  <a:pt x="93059" y="226807"/>
                  <a:pt x="90273" y="225825"/>
                  <a:pt x="88120" y="223799"/>
                </a:cubicBezTo>
                <a:cubicBezTo>
                  <a:pt x="83624" y="219556"/>
                  <a:pt x="83149" y="212716"/>
                  <a:pt x="87265" y="208125"/>
                </a:cubicBezTo>
                <a:cubicBezTo>
                  <a:pt x="87392" y="207967"/>
                  <a:pt x="87962" y="207365"/>
                  <a:pt x="88120" y="207238"/>
                </a:cubicBezTo>
                <a:cubicBezTo>
                  <a:pt x="92584" y="202774"/>
                  <a:pt x="99772" y="202774"/>
                  <a:pt x="104237" y="207238"/>
                </a:cubicBezTo>
                <a:cubicBezTo>
                  <a:pt x="108701" y="211703"/>
                  <a:pt x="108701" y="218891"/>
                  <a:pt x="104237" y="223355"/>
                </a:cubicBezTo>
                <a:cubicBezTo>
                  <a:pt x="101989" y="225635"/>
                  <a:pt x="98886" y="226807"/>
                  <a:pt x="95846" y="226807"/>
                </a:cubicBezTo>
                <a:close/>
                <a:moveTo>
                  <a:pt x="37711" y="340732"/>
                </a:moveTo>
                <a:cubicBezTo>
                  <a:pt x="34925" y="340732"/>
                  <a:pt x="32139" y="339751"/>
                  <a:pt x="29985" y="337724"/>
                </a:cubicBezTo>
                <a:cubicBezTo>
                  <a:pt x="25489" y="333481"/>
                  <a:pt x="25014" y="326642"/>
                  <a:pt x="29131" y="322051"/>
                </a:cubicBezTo>
                <a:cubicBezTo>
                  <a:pt x="29257" y="321892"/>
                  <a:pt x="29827" y="321291"/>
                  <a:pt x="29985" y="321164"/>
                </a:cubicBezTo>
                <a:cubicBezTo>
                  <a:pt x="34450" y="316700"/>
                  <a:pt x="41638" y="316700"/>
                  <a:pt x="46102" y="321164"/>
                </a:cubicBezTo>
                <a:cubicBezTo>
                  <a:pt x="50567" y="325629"/>
                  <a:pt x="50567" y="332816"/>
                  <a:pt x="46102" y="337281"/>
                </a:cubicBezTo>
                <a:cubicBezTo>
                  <a:pt x="43822" y="339529"/>
                  <a:pt x="40751" y="340732"/>
                  <a:pt x="37711" y="340732"/>
                </a:cubicBezTo>
                <a:close/>
                <a:moveTo>
                  <a:pt x="20771" y="402381"/>
                </a:moveTo>
                <a:cubicBezTo>
                  <a:pt x="17985" y="402381"/>
                  <a:pt x="15199" y="401400"/>
                  <a:pt x="13045" y="399373"/>
                </a:cubicBezTo>
                <a:cubicBezTo>
                  <a:pt x="8549" y="395130"/>
                  <a:pt x="8074" y="388291"/>
                  <a:pt x="12190" y="383700"/>
                </a:cubicBezTo>
                <a:cubicBezTo>
                  <a:pt x="12317" y="383542"/>
                  <a:pt x="12887" y="382940"/>
                  <a:pt x="13045" y="382813"/>
                </a:cubicBezTo>
                <a:cubicBezTo>
                  <a:pt x="17510" y="378349"/>
                  <a:pt x="24698" y="378349"/>
                  <a:pt x="29162" y="382813"/>
                </a:cubicBezTo>
                <a:cubicBezTo>
                  <a:pt x="33627" y="387278"/>
                  <a:pt x="33627" y="394465"/>
                  <a:pt x="29162" y="398930"/>
                </a:cubicBezTo>
                <a:cubicBezTo>
                  <a:pt x="26914" y="401210"/>
                  <a:pt x="23811" y="402381"/>
                  <a:pt x="20771" y="402381"/>
                </a:cubicBezTo>
                <a:close/>
                <a:moveTo>
                  <a:pt x="499335" y="750745"/>
                </a:moveTo>
                <a:cubicBezTo>
                  <a:pt x="496549" y="750745"/>
                  <a:pt x="493763" y="749763"/>
                  <a:pt x="491609" y="747737"/>
                </a:cubicBezTo>
                <a:cubicBezTo>
                  <a:pt x="487113" y="743494"/>
                  <a:pt x="486638" y="736654"/>
                  <a:pt x="490755" y="732063"/>
                </a:cubicBezTo>
                <a:cubicBezTo>
                  <a:pt x="490881" y="731905"/>
                  <a:pt x="491451" y="731303"/>
                  <a:pt x="491609" y="731176"/>
                </a:cubicBezTo>
                <a:cubicBezTo>
                  <a:pt x="496074" y="726712"/>
                  <a:pt x="503262" y="726712"/>
                  <a:pt x="507726" y="731176"/>
                </a:cubicBezTo>
                <a:cubicBezTo>
                  <a:pt x="512191" y="735641"/>
                  <a:pt x="512191" y="742829"/>
                  <a:pt x="507726" y="747293"/>
                </a:cubicBezTo>
                <a:cubicBezTo>
                  <a:pt x="505446" y="749573"/>
                  <a:pt x="502375" y="750745"/>
                  <a:pt x="499335" y="750745"/>
                </a:cubicBezTo>
                <a:close/>
                <a:moveTo>
                  <a:pt x="562884" y="739124"/>
                </a:moveTo>
                <a:cubicBezTo>
                  <a:pt x="560098" y="739124"/>
                  <a:pt x="557311" y="738142"/>
                  <a:pt x="555158" y="736116"/>
                </a:cubicBezTo>
                <a:cubicBezTo>
                  <a:pt x="550662" y="731873"/>
                  <a:pt x="550187" y="725034"/>
                  <a:pt x="554303" y="720442"/>
                </a:cubicBezTo>
                <a:cubicBezTo>
                  <a:pt x="554430" y="720284"/>
                  <a:pt x="555000" y="719683"/>
                  <a:pt x="555158" y="719556"/>
                </a:cubicBezTo>
                <a:cubicBezTo>
                  <a:pt x="559623" y="715091"/>
                  <a:pt x="566811" y="715091"/>
                  <a:pt x="571275" y="719556"/>
                </a:cubicBezTo>
                <a:cubicBezTo>
                  <a:pt x="575740" y="724020"/>
                  <a:pt x="575740" y="731208"/>
                  <a:pt x="571275" y="735673"/>
                </a:cubicBezTo>
                <a:cubicBezTo>
                  <a:pt x="568995" y="737952"/>
                  <a:pt x="565924" y="739124"/>
                  <a:pt x="562884" y="739124"/>
                </a:cubicBezTo>
                <a:close/>
                <a:moveTo>
                  <a:pt x="669907" y="672630"/>
                </a:moveTo>
                <a:cubicBezTo>
                  <a:pt x="667121" y="672630"/>
                  <a:pt x="664335" y="671649"/>
                  <a:pt x="662181" y="669622"/>
                </a:cubicBezTo>
                <a:cubicBezTo>
                  <a:pt x="657685" y="665379"/>
                  <a:pt x="657210" y="658540"/>
                  <a:pt x="661326" y="653949"/>
                </a:cubicBezTo>
                <a:cubicBezTo>
                  <a:pt x="661453" y="653791"/>
                  <a:pt x="662023" y="653189"/>
                  <a:pt x="662181" y="653062"/>
                </a:cubicBezTo>
                <a:cubicBezTo>
                  <a:pt x="666646" y="648598"/>
                  <a:pt x="673834" y="648598"/>
                  <a:pt x="678298" y="653062"/>
                </a:cubicBezTo>
                <a:cubicBezTo>
                  <a:pt x="682763" y="657527"/>
                  <a:pt x="682763" y="664714"/>
                  <a:pt x="678298" y="669179"/>
                </a:cubicBezTo>
                <a:cubicBezTo>
                  <a:pt x="676018" y="671459"/>
                  <a:pt x="672947" y="672630"/>
                  <a:pt x="669907" y="672630"/>
                </a:cubicBezTo>
                <a:close/>
                <a:moveTo>
                  <a:pt x="731493" y="561903"/>
                </a:moveTo>
                <a:cubicBezTo>
                  <a:pt x="728707" y="561903"/>
                  <a:pt x="725920" y="560921"/>
                  <a:pt x="723767" y="558895"/>
                </a:cubicBezTo>
                <a:cubicBezTo>
                  <a:pt x="719271" y="554652"/>
                  <a:pt x="718796" y="547812"/>
                  <a:pt x="722912" y="543221"/>
                </a:cubicBezTo>
                <a:cubicBezTo>
                  <a:pt x="723039" y="543063"/>
                  <a:pt x="723609" y="542461"/>
                  <a:pt x="723767" y="542335"/>
                </a:cubicBezTo>
                <a:cubicBezTo>
                  <a:pt x="728232" y="537870"/>
                  <a:pt x="735419" y="537870"/>
                  <a:pt x="739884" y="542335"/>
                </a:cubicBezTo>
                <a:cubicBezTo>
                  <a:pt x="744349" y="546799"/>
                  <a:pt x="744349" y="553987"/>
                  <a:pt x="739884" y="558451"/>
                </a:cubicBezTo>
                <a:cubicBezTo>
                  <a:pt x="737636" y="560731"/>
                  <a:pt x="734564" y="561903"/>
                  <a:pt x="731493" y="561903"/>
                </a:cubicBezTo>
                <a:close/>
                <a:moveTo>
                  <a:pt x="181591" y="133462"/>
                </a:moveTo>
                <a:cubicBezTo>
                  <a:pt x="178456" y="133462"/>
                  <a:pt x="175353" y="132132"/>
                  <a:pt x="173073" y="129568"/>
                </a:cubicBezTo>
                <a:cubicBezTo>
                  <a:pt x="168862" y="124913"/>
                  <a:pt x="169464" y="117535"/>
                  <a:pt x="174150" y="113324"/>
                </a:cubicBezTo>
                <a:cubicBezTo>
                  <a:pt x="174435" y="113071"/>
                  <a:pt x="175227" y="112406"/>
                  <a:pt x="175543" y="112184"/>
                </a:cubicBezTo>
                <a:cubicBezTo>
                  <a:pt x="180641" y="108480"/>
                  <a:pt x="187765" y="109619"/>
                  <a:pt x="191470" y="114686"/>
                </a:cubicBezTo>
                <a:cubicBezTo>
                  <a:pt x="195175" y="119783"/>
                  <a:pt x="194066" y="126908"/>
                  <a:pt x="188969" y="130612"/>
                </a:cubicBezTo>
                <a:cubicBezTo>
                  <a:pt x="186847" y="132544"/>
                  <a:pt x="184219" y="133462"/>
                  <a:pt x="181591" y="133462"/>
                </a:cubicBezTo>
                <a:close/>
                <a:moveTo>
                  <a:pt x="290039" y="64974"/>
                </a:moveTo>
                <a:cubicBezTo>
                  <a:pt x="285606" y="64974"/>
                  <a:pt x="281331" y="62504"/>
                  <a:pt x="279463" y="58293"/>
                </a:cubicBezTo>
                <a:cubicBezTo>
                  <a:pt x="277025" y="52720"/>
                  <a:pt x="279083" y="46324"/>
                  <a:pt x="284498" y="43632"/>
                </a:cubicBezTo>
                <a:cubicBezTo>
                  <a:pt x="284814" y="43474"/>
                  <a:pt x="285733" y="43031"/>
                  <a:pt x="286081" y="42936"/>
                </a:cubicBezTo>
                <a:cubicBezTo>
                  <a:pt x="291970" y="40688"/>
                  <a:pt x="298556" y="43601"/>
                  <a:pt x="300804" y="49490"/>
                </a:cubicBezTo>
                <a:cubicBezTo>
                  <a:pt x="303053" y="55380"/>
                  <a:pt x="300140" y="61966"/>
                  <a:pt x="294250" y="64214"/>
                </a:cubicBezTo>
                <a:cubicBezTo>
                  <a:pt x="292920" y="64720"/>
                  <a:pt x="291464" y="64974"/>
                  <a:pt x="290039" y="64974"/>
                </a:cubicBezTo>
                <a:close/>
                <a:moveTo>
                  <a:pt x="233931" y="95086"/>
                </a:moveTo>
                <a:cubicBezTo>
                  <a:pt x="229498" y="95086"/>
                  <a:pt x="225223" y="92616"/>
                  <a:pt x="223355" y="88405"/>
                </a:cubicBezTo>
                <a:cubicBezTo>
                  <a:pt x="220885" y="82832"/>
                  <a:pt x="222944" y="76436"/>
                  <a:pt x="228390" y="73745"/>
                </a:cubicBezTo>
                <a:cubicBezTo>
                  <a:pt x="228706" y="73586"/>
                  <a:pt x="229625" y="73143"/>
                  <a:pt x="229973" y="73048"/>
                </a:cubicBezTo>
                <a:cubicBezTo>
                  <a:pt x="235862" y="70800"/>
                  <a:pt x="242448" y="73713"/>
                  <a:pt x="244697" y="79602"/>
                </a:cubicBezTo>
                <a:cubicBezTo>
                  <a:pt x="246945" y="85492"/>
                  <a:pt x="244032" y="92078"/>
                  <a:pt x="238142" y="94326"/>
                </a:cubicBezTo>
                <a:cubicBezTo>
                  <a:pt x="236781" y="94833"/>
                  <a:pt x="235356" y="95086"/>
                  <a:pt x="233931" y="95086"/>
                </a:cubicBezTo>
                <a:close/>
                <a:moveTo>
                  <a:pt x="349883" y="42524"/>
                </a:moveTo>
                <a:cubicBezTo>
                  <a:pt x="344975" y="42524"/>
                  <a:pt x="340289" y="39453"/>
                  <a:pt x="338769" y="34577"/>
                </a:cubicBezTo>
                <a:cubicBezTo>
                  <a:pt x="336901" y="28561"/>
                  <a:pt x="340004" y="22260"/>
                  <a:pt x="346020" y="20423"/>
                </a:cubicBezTo>
                <a:lnTo>
                  <a:pt x="346622" y="20233"/>
                </a:lnTo>
                <a:cubicBezTo>
                  <a:pt x="352543" y="18397"/>
                  <a:pt x="359002" y="21753"/>
                  <a:pt x="360870" y="27769"/>
                </a:cubicBezTo>
                <a:cubicBezTo>
                  <a:pt x="362707" y="33785"/>
                  <a:pt x="359351" y="40181"/>
                  <a:pt x="353334" y="42018"/>
                </a:cubicBezTo>
                <a:cubicBezTo>
                  <a:pt x="352195" y="42366"/>
                  <a:pt x="351055" y="42524"/>
                  <a:pt x="349883" y="42524"/>
                </a:cubicBezTo>
                <a:close/>
                <a:moveTo>
                  <a:pt x="437085" y="746122"/>
                </a:moveTo>
                <a:cubicBezTo>
                  <a:pt x="436483" y="746122"/>
                  <a:pt x="435913" y="746058"/>
                  <a:pt x="435312" y="745963"/>
                </a:cubicBezTo>
                <a:cubicBezTo>
                  <a:pt x="434837" y="745900"/>
                  <a:pt x="433760" y="745678"/>
                  <a:pt x="433285" y="745520"/>
                </a:cubicBezTo>
                <a:cubicBezTo>
                  <a:pt x="427237" y="743810"/>
                  <a:pt x="423723" y="737478"/>
                  <a:pt x="425464" y="731461"/>
                </a:cubicBezTo>
                <a:cubicBezTo>
                  <a:pt x="427174" y="725414"/>
                  <a:pt x="433443" y="721836"/>
                  <a:pt x="439554" y="723641"/>
                </a:cubicBezTo>
                <a:cubicBezTo>
                  <a:pt x="445761" y="724559"/>
                  <a:pt x="449655" y="730322"/>
                  <a:pt x="448705" y="736528"/>
                </a:cubicBezTo>
                <a:cubicBezTo>
                  <a:pt x="447819" y="742164"/>
                  <a:pt x="442657" y="746122"/>
                  <a:pt x="437085" y="746122"/>
                </a:cubicBezTo>
                <a:close/>
                <a:moveTo>
                  <a:pt x="620702" y="712463"/>
                </a:moveTo>
                <a:cubicBezTo>
                  <a:pt x="616839" y="712463"/>
                  <a:pt x="613071" y="710500"/>
                  <a:pt x="610918" y="706922"/>
                </a:cubicBezTo>
                <a:cubicBezTo>
                  <a:pt x="607657" y="701508"/>
                  <a:pt x="609430" y="694510"/>
                  <a:pt x="614813" y="691280"/>
                </a:cubicBezTo>
                <a:cubicBezTo>
                  <a:pt x="620069" y="688051"/>
                  <a:pt x="627256" y="689539"/>
                  <a:pt x="630581" y="694763"/>
                </a:cubicBezTo>
                <a:cubicBezTo>
                  <a:pt x="633874" y="700019"/>
                  <a:pt x="632671" y="706764"/>
                  <a:pt x="627510" y="710183"/>
                </a:cubicBezTo>
                <a:cubicBezTo>
                  <a:pt x="627383" y="710278"/>
                  <a:pt x="626718" y="710722"/>
                  <a:pt x="626560" y="710817"/>
                </a:cubicBezTo>
                <a:cubicBezTo>
                  <a:pt x="624723" y="711925"/>
                  <a:pt x="622729" y="712463"/>
                  <a:pt x="620702" y="712463"/>
                </a:cubicBezTo>
                <a:close/>
                <a:moveTo>
                  <a:pt x="707840" y="620702"/>
                </a:moveTo>
                <a:cubicBezTo>
                  <a:pt x="705656" y="620702"/>
                  <a:pt x="703439" y="620069"/>
                  <a:pt x="701539" y="618771"/>
                </a:cubicBezTo>
                <a:cubicBezTo>
                  <a:pt x="696283" y="615288"/>
                  <a:pt x="694858" y="608195"/>
                  <a:pt x="698341" y="602970"/>
                </a:cubicBezTo>
                <a:cubicBezTo>
                  <a:pt x="701159" y="597271"/>
                  <a:pt x="707935" y="595466"/>
                  <a:pt x="713445" y="598189"/>
                </a:cubicBezTo>
                <a:cubicBezTo>
                  <a:pt x="719081" y="601039"/>
                  <a:pt x="721171" y="608195"/>
                  <a:pt x="718353" y="613831"/>
                </a:cubicBezTo>
                <a:cubicBezTo>
                  <a:pt x="718131" y="614274"/>
                  <a:pt x="717593" y="615224"/>
                  <a:pt x="717339" y="615604"/>
                </a:cubicBezTo>
                <a:cubicBezTo>
                  <a:pt x="715155" y="618929"/>
                  <a:pt x="711513" y="620702"/>
                  <a:pt x="707840" y="620702"/>
                </a:cubicBezTo>
                <a:close/>
                <a:moveTo>
                  <a:pt x="739726" y="498227"/>
                </a:moveTo>
                <a:cubicBezTo>
                  <a:pt x="733425" y="498227"/>
                  <a:pt x="728327" y="493129"/>
                  <a:pt x="728327" y="486828"/>
                </a:cubicBezTo>
                <a:cubicBezTo>
                  <a:pt x="728327" y="480527"/>
                  <a:pt x="733425" y="475113"/>
                  <a:pt x="739726" y="475113"/>
                </a:cubicBezTo>
                <a:cubicBezTo>
                  <a:pt x="746027" y="475113"/>
                  <a:pt x="751125" y="479894"/>
                  <a:pt x="751125" y="486195"/>
                </a:cubicBezTo>
                <a:lnTo>
                  <a:pt x="751125" y="486828"/>
                </a:lnTo>
                <a:cubicBezTo>
                  <a:pt x="751125" y="493129"/>
                  <a:pt x="746027" y="498227"/>
                  <a:pt x="739726" y="498227"/>
                </a:cubicBezTo>
                <a:close/>
              </a:path>
            </a:pathLst>
          </a:custGeom>
          <a:solidFill>
            <a:srgbClr val="0F62FE"/>
          </a:solidFill>
          <a:ln w="31552" cap="flat">
            <a:noFill/>
            <a:prstDash val="solid"/>
            <a:miter/>
          </a:ln>
        </p:spPr>
        <p:txBody>
          <a:bodyPr rtlCol="0" anchor="ctr"/>
          <a:lstStyle/>
          <a:p>
            <a:endParaRPr lang="en-US"/>
          </a:p>
        </p:txBody>
      </p:sp>
      <p:sp>
        <p:nvSpPr>
          <p:cNvPr id="5" name="Rectangle 4">
            <a:extLst>
              <a:ext uri="{FF2B5EF4-FFF2-40B4-BE49-F238E27FC236}">
                <a16:creationId xmlns:a16="http://schemas.microsoft.com/office/drawing/2014/main" id="{2FAB34D2-D88B-FEC4-2114-FCE94F6D816D}"/>
              </a:ext>
            </a:extLst>
          </p:cNvPr>
          <p:cNvSpPr/>
          <p:nvPr/>
        </p:nvSpPr>
        <p:spPr>
          <a:xfrm>
            <a:off x="12622832" y="7718836"/>
            <a:ext cx="2197718" cy="430887"/>
          </a:xfrm>
          <a:prstGeom prst="rect">
            <a:avLst/>
          </a:prstGeom>
        </p:spPr>
        <p:txBody>
          <a:bodyPr wrap="none" lIns="0" tIns="0" rIns="0" bIns="0">
            <a:spAutoFit/>
          </a:bodyPr>
          <a:lstStyle/>
          <a:p>
            <a:pPr algn="ctr"/>
            <a:r>
              <a:rPr lang="en-US" sz="2800" dirty="0">
                <a:latin typeface="IBM Plex Sans Light" panose="020B0403050203000203" pitchFamily="34" charset="0"/>
              </a:rPr>
              <a:t>Deploy model</a:t>
            </a:r>
          </a:p>
        </p:txBody>
      </p:sp>
      <p:sp>
        <p:nvSpPr>
          <p:cNvPr id="7" name="Rectangle 6">
            <a:extLst>
              <a:ext uri="{FF2B5EF4-FFF2-40B4-BE49-F238E27FC236}">
                <a16:creationId xmlns:a16="http://schemas.microsoft.com/office/drawing/2014/main" id="{2A2B6A3D-5BC7-EB85-6F33-850314E60510}"/>
              </a:ext>
            </a:extLst>
          </p:cNvPr>
          <p:cNvSpPr/>
          <p:nvPr/>
        </p:nvSpPr>
        <p:spPr>
          <a:xfrm>
            <a:off x="19802755" y="10892887"/>
            <a:ext cx="1902764" cy="430887"/>
          </a:xfrm>
          <a:prstGeom prst="rect">
            <a:avLst/>
          </a:prstGeom>
        </p:spPr>
        <p:txBody>
          <a:bodyPr wrap="none" lIns="0" tIns="0" rIns="0" bIns="0">
            <a:spAutoFit/>
          </a:bodyPr>
          <a:lstStyle/>
          <a:p>
            <a:pPr algn="ctr"/>
            <a:r>
              <a:rPr lang="en-US" sz="2800" dirty="0">
                <a:latin typeface="IBM Plex Sans Light" panose="020B0403050203000203" pitchFamily="34" charset="0"/>
              </a:rPr>
              <a:t>Train model</a:t>
            </a:r>
          </a:p>
        </p:txBody>
      </p:sp>
      <p:sp>
        <p:nvSpPr>
          <p:cNvPr id="8" name="Rectangle 7">
            <a:extLst>
              <a:ext uri="{FF2B5EF4-FFF2-40B4-BE49-F238E27FC236}">
                <a16:creationId xmlns:a16="http://schemas.microsoft.com/office/drawing/2014/main" id="{2771C44E-B02D-8F3C-CEB7-31FFE7777CF3}"/>
              </a:ext>
            </a:extLst>
          </p:cNvPr>
          <p:cNvSpPr/>
          <p:nvPr/>
        </p:nvSpPr>
        <p:spPr>
          <a:xfrm>
            <a:off x="21704635" y="7718836"/>
            <a:ext cx="2050241" cy="430887"/>
          </a:xfrm>
          <a:prstGeom prst="rect">
            <a:avLst/>
          </a:prstGeom>
        </p:spPr>
        <p:txBody>
          <a:bodyPr wrap="none" lIns="0" tIns="0" rIns="0" bIns="0">
            <a:spAutoFit/>
          </a:bodyPr>
          <a:lstStyle/>
          <a:p>
            <a:pPr algn="ctr"/>
            <a:r>
              <a:rPr lang="en-US" sz="2800">
                <a:latin typeface="IBM Plex Sans Light" panose="020B0403050203000203" pitchFamily="34" charset="0"/>
              </a:rPr>
              <a:t>Prepare data</a:t>
            </a:r>
          </a:p>
        </p:txBody>
      </p:sp>
      <p:sp>
        <p:nvSpPr>
          <p:cNvPr id="9" name="Rectangle 8">
            <a:extLst>
              <a:ext uri="{FF2B5EF4-FFF2-40B4-BE49-F238E27FC236}">
                <a16:creationId xmlns:a16="http://schemas.microsoft.com/office/drawing/2014/main" id="{EE06B4C2-3CD6-06F6-4F40-074E75B62C8E}"/>
              </a:ext>
            </a:extLst>
          </p:cNvPr>
          <p:cNvSpPr/>
          <p:nvPr/>
        </p:nvSpPr>
        <p:spPr>
          <a:xfrm>
            <a:off x="21348996" y="4190739"/>
            <a:ext cx="1482778" cy="430887"/>
          </a:xfrm>
          <a:prstGeom prst="rect">
            <a:avLst/>
          </a:prstGeom>
        </p:spPr>
        <p:txBody>
          <a:bodyPr wrap="none" lIns="0" tIns="0" rIns="0" bIns="0">
            <a:spAutoFit/>
          </a:bodyPr>
          <a:lstStyle/>
          <a:p>
            <a:pPr algn="ctr"/>
            <a:r>
              <a:rPr lang="en-US" sz="2800" dirty="0">
                <a:latin typeface="IBM Plex Sans Light" panose="020B0403050203000203" pitchFamily="34" charset="0"/>
              </a:rPr>
              <a:t>Find data</a:t>
            </a:r>
          </a:p>
        </p:txBody>
      </p:sp>
      <p:sp>
        <p:nvSpPr>
          <p:cNvPr id="10" name="Rectangle 9">
            <a:extLst>
              <a:ext uri="{FF2B5EF4-FFF2-40B4-BE49-F238E27FC236}">
                <a16:creationId xmlns:a16="http://schemas.microsoft.com/office/drawing/2014/main" id="{5F056485-C41B-EFBF-BA7D-652C8E569DEA}"/>
              </a:ext>
            </a:extLst>
          </p:cNvPr>
          <p:cNvSpPr/>
          <p:nvPr/>
        </p:nvSpPr>
        <p:spPr>
          <a:xfrm>
            <a:off x="13530072" y="4190739"/>
            <a:ext cx="2313134" cy="430887"/>
          </a:xfrm>
          <a:prstGeom prst="rect">
            <a:avLst/>
          </a:prstGeom>
        </p:spPr>
        <p:txBody>
          <a:bodyPr wrap="none" lIns="0" tIns="0" rIns="0" bIns="0">
            <a:spAutoFit/>
          </a:bodyPr>
          <a:lstStyle/>
          <a:p>
            <a:pPr algn="ctr"/>
            <a:r>
              <a:rPr lang="en-US" sz="2800" dirty="0">
                <a:latin typeface="IBM Plex Sans Light" panose="020B0403050203000203" pitchFamily="34" charset="0"/>
              </a:rPr>
              <a:t>Monitor model</a:t>
            </a:r>
          </a:p>
        </p:txBody>
      </p:sp>
      <p:sp>
        <p:nvSpPr>
          <p:cNvPr id="12" name="TextBox 11">
            <a:extLst>
              <a:ext uri="{FF2B5EF4-FFF2-40B4-BE49-F238E27FC236}">
                <a16:creationId xmlns:a16="http://schemas.microsoft.com/office/drawing/2014/main" id="{DBBD8114-CB13-7818-F876-84FC0218960C}"/>
              </a:ext>
            </a:extLst>
          </p:cNvPr>
          <p:cNvSpPr txBox="1"/>
          <p:nvPr/>
        </p:nvSpPr>
        <p:spPr>
          <a:xfrm>
            <a:off x="15600910" y="6115673"/>
            <a:ext cx="5402583" cy="646331"/>
          </a:xfrm>
          <a:prstGeom prst="rect">
            <a:avLst/>
          </a:prstGeom>
          <a:noFill/>
        </p:spPr>
        <p:txBody>
          <a:bodyPr wrap="square" anchor="ctr">
            <a:spAutoFit/>
          </a:bodyPr>
          <a:lstStyle/>
          <a:p>
            <a:pPr algn="ctr"/>
            <a:r>
              <a:rPr lang="en-US" dirty="0">
                <a:latin typeface="IBM Plex Sans" panose="020B0503050203000203" pitchFamily="34" charset="0"/>
              </a:rPr>
              <a:t>MLOps lifecycle</a:t>
            </a:r>
          </a:p>
        </p:txBody>
      </p:sp>
      <p:sp>
        <p:nvSpPr>
          <p:cNvPr id="14" name="Freeform 13">
            <a:extLst>
              <a:ext uri="{FF2B5EF4-FFF2-40B4-BE49-F238E27FC236}">
                <a16:creationId xmlns:a16="http://schemas.microsoft.com/office/drawing/2014/main" id="{CBBCAF24-D904-4C9C-D23B-2EF70CD8F46D}"/>
              </a:ext>
            </a:extLst>
          </p:cNvPr>
          <p:cNvSpPr>
            <a:spLocks noChangeAspect="1"/>
          </p:cNvSpPr>
          <p:nvPr/>
        </p:nvSpPr>
        <p:spPr>
          <a:xfrm>
            <a:off x="20290047" y="9882685"/>
            <a:ext cx="928181" cy="914400"/>
          </a:xfrm>
          <a:custGeom>
            <a:avLst/>
            <a:gdLst>
              <a:gd name="connsiteX0" fmla="*/ 369303 w 801948"/>
              <a:gd name="connsiteY0" fmla="*/ 790042 h 790041"/>
              <a:gd name="connsiteX1" fmla="*/ 214998 w 801948"/>
              <a:gd name="connsiteY1" fmla="*/ 790042 h 790041"/>
              <a:gd name="connsiteX2" fmla="*/ 205740 w 801948"/>
              <a:gd name="connsiteY2" fmla="*/ 780783 h 790041"/>
              <a:gd name="connsiteX3" fmla="*/ 205740 w 801948"/>
              <a:gd name="connsiteY3" fmla="*/ 626478 h 790041"/>
              <a:gd name="connsiteX4" fmla="*/ 214998 w 801948"/>
              <a:gd name="connsiteY4" fmla="*/ 617220 h 790041"/>
              <a:gd name="connsiteX5" fmla="*/ 369303 w 801948"/>
              <a:gd name="connsiteY5" fmla="*/ 617220 h 790041"/>
              <a:gd name="connsiteX6" fmla="*/ 378562 w 801948"/>
              <a:gd name="connsiteY6" fmla="*/ 626478 h 790041"/>
              <a:gd name="connsiteX7" fmla="*/ 378562 w 801948"/>
              <a:gd name="connsiteY7" fmla="*/ 780783 h 790041"/>
              <a:gd name="connsiteX8" fmla="*/ 369303 w 801948"/>
              <a:gd name="connsiteY8" fmla="*/ 790042 h 790041"/>
              <a:gd name="connsiteX9" fmla="*/ 224257 w 801948"/>
              <a:gd name="connsiteY9" fmla="*/ 771525 h 790041"/>
              <a:gd name="connsiteX10" fmla="*/ 360045 w 801948"/>
              <a:gd name="connsiteY10" fmla="*/ 771525 h 790041"/>
              <a:gd name="connsiteX11" fmla="*/ 360045 w 801948"/>
              <a:gd name="connsiteY11" fmla="*/ 635737 h 790041"/>
              <a:gd name="connsiteX12" fmla="*/ 224257 w 801948"/>
              <a:gd name="connsiteY12" fmla="*/ 635737 h 790041"/>
              <a:gd name="connsiteX13" fmla="*/ 224257 w 801948"/>
              <a:gd name="connsiteY13" fmla="*/ 771525 h 790041"/>
              <a:gd name="connsiteX14" fmla="*/ 575043 w 801948"/>
              <a:gd name="connsiteY14" fmla="*/ 584302 h 790041"/>
              <a:gd name="connsiteX15" fmla="*/ 420738 w 801948"/>
              <a:gd name="connsiteY15" fmla="*/ 584302 h 790041"/>
              <a:gd name="connsiteX16" fmla="*/ 411480 w 801948"/>
              <a:gd name="connsiteY16" fmla="*/ 575043 h 790041"/>
              <a:gd name="connsiteX17" fmla="*/ 411480 w 801948"/>
              <a:gd name="connsiteY17" fmla="*/ 420738 h 790041"/>
              <a:gd name="connsiteX18" fmla="*/ 420738 w 801948"/>
              <a:gd name="connsiteY18" fmla="*/ 411480 h 790041"/>
              <a:gd name="connsiteX19" fmla="*/ 575043 w 801948"/>
              <a:gd name="connsiteY19" fmla="*/ 411480 h 790041"/>
              <a:gd name="connsiteX20" fmla="*/ 584302 w 801948"/>
              <a:gd name="connsiteY20" fmla="*/ 420738 h 790041"/>
              <a:gd name="connsiteX21" fmla="*/ 584302 w 801948"/>
              <a:gd name="connsiteY21" fmla="*/ 575043 h 790041"/>
              <a:gd name="connsiteX22" fmla="*/ 575043 w 801948"/>
              <a:gd name="connsiteY22" fmla="*/ 584302 h 790041"/>
              <a:gd name="connsiteX23" fmla="*/ 429997 w 801948"/>
              <a:gd name="connsiteY23" fmla="*/ 565785 h 790041"/>
              <a:gd name="connsiteX24" fmla="*/ 565759 w 801948"/>
              <a:gd name="connsiteY24" fmla="*/ 565785 h 790041"/>
              <a:gd name="connsiteX25" fmla="*/ 565759 w 801948"/>
              <a:gd name="connsiteY25" fmla="*/ 429997 h 790041"/>
              <a:gd name="connsiteX26" fmla="*/ 429997 w 801948"/>
              <a:gd name="connsiteY26" fmla="*/ 429997 h 790041"/>
              <a:gd name="connsiteX27" fmla="*/ 429997 w 801948"/>
              <a:gd name="connsiteY27" fmla="*/ 565785 h 790041"/>
              <a:gd name="connsiteX28" fmla="*/ 86411 w 801948"/>
              <a:gd name="connsiteY28" fmla="*/ 172822 h 790041"/>
              <a:gd name="connsiteX29" fmla="*/ 0 w 801948"/>
              <a:gd name="connsiteY29" fmla="*/ 86411 h 790041"/>
              <a:gd name="connsiteX30" fmla="*/ 86411 w 801948"/>
              <a:gd name="connsiteY30" fmla="*/ 0 h 790041"/>
              <a:gd name="connsiteX31" fmla="*/ 172822 w 801948"/>
              <a:gd name="connsiteY31" fmla="*/ 86411 h 790041"/>
              <a:gd name="connsiteX32" fmla="*/ 86411 w 801948"/>
              <a:gd name="connsiteY32" fmla="*/ 172822 h 790041"/>
              <a:gd name="connsiteX33" fmla="*/ 86411 w 801948"/>
              <a:gd name="connsiteY33" fmla="*/ 18517 h 790041"/>
              <a:gd name="connsiteX34" fmla="*/ 18517 w 801948"/>
              <a:gd name="connsiteY34" fmla="*/ 86411 h 790041"/>
              <a:gd name="connsiteX35" fmla="*/ 86411 w 801948"/>
              <a:gd name="connsiteY35" fmla="*/ 154305 h 790041"/>
              <a:gd name="connsiteX36" fmla="*/ 154305 w 801948"/>
              <a:gd name="connsiteY36" fmla="*/ 86411 h 790041"/>
              <a:gd name="connsiteX37" fmla="*/ 86411 w 801948"/>
              <a:gd name="connsiteY37" fmla="*/ 18517 h 790041"/>
              <a:gd name="connsiteX38" fmla="*/ 86411 w 801948"/>
              <a:gd name="connsiteY38" fmla="*/ 790042 h 790041"/>
              <a:gd name="connsiteX39" fmla="*/ 0 w 801948"/>
              <a:gd name="connsiteY39" fmla="*/ 703631 h 790041"/>
              <a:gd name="connsiteX40" fmla="*/ 86411 w 801948"/>
              <a:gd name="connsiteY40" fmla="*/ 617220 h 790041"/>
              <a:gd name="connsiteX41" fmla="*/ 172822 w 801948"/>
              <a:gd name="connsiteY41" fmla="*/ 703631 h 790041"/>
              <a:gd name="connsiteX42" fmla="*/ 86411 w 801948"/>
              <a:gd name="connsiteY42" fmla="*/ 790042 h 790041"/>
              <a:gd name="connsiteX43" fmla="*/ 86411 w 801948"/>
              <a:gd name="connsiteY43" fmla="*/ 635737 h 790041"/>
              <a:gd name="connsiteX44" fmla="*/ 18517 w 801948"/>
              <a:gd name="connsiteY44" fmla="*/ 703631 h 790041"/>
              <a:gd name="connsiteX45" fmla="*/ 86411 w 801948"/>
              <a:gd name="connsiteY45" fmla="*/ 771525 h 790041"/>
              <a:gd name="connsiteX46" fmla="*/ 154305 w 801948"/>
              <a:gd name="connsiteY46" fmla="*/ 703631 h 790041"/>
              <a:gd name="connsiteX47" fmla="*/ 86411 w 801948"/>
              <a:gd name="connsiteY47" fmla="*/ 635737 h 790041"/>
              <a:gd name="connsiteX48" fmla="*/ 497891 w 801948"/>
              <a:gd name="connsiteY48" fmla="*/ 790042 h 790041"/>
              <a:gd name="connsiteX49" fmla="*/ 411480 w 801948"/>
              <a:gd name="connsiteY49" fmla="*/ 703631 h 790041"/>
              <a:gd name="connsiteX50" fmla="*/ 497891 w 801948"/>
              <a:gd name="connsiteY50" fmla="*/ 617220 h 790041"/>
              <a:gd name="connsiteX51" fmla="*/ 584302 w 801948"/>
              <a:gd name="connsiteY51" fmla="*/ 703631 h 790041"/>
              <a:gd name="connsiteX52" fmla="*/ 497891 w 801948"/>
              <a:gd name="connsiteY52" fmla="*/ 790042 h 790041"/>
              <a:gd name="connsiteX53" fmla="*/ 497891 w 801948"/>
              <a:gd name="connsiteY53" fmla="*/ 635737 h 790041"/>
              <a:gd name="connsiteX54" fmla="*/ 429997 w 801948"/>
              <a:gd name="connsiteY54" fmla="*/ 703631 h 790041"/>
              <a:gd name="connsiteX55" fmla="*/ 497891 w 801948"/>
              <a:gd name="connsiteY55" fmla="*/ 771525 h 790041"/>
              <a:gd name="connsiteX56" fmla="*/ 565785 w 801948"/>
              <a:gd name="connsiteY56" fmla="*/ 703631 h 790041"/>
              <a:gd name="connsiteX57" fmla="*/ 497891 w 801948"/>
              <a:gd name="connsiteY57" fmla="*/ 635737 h 790041"/>
              <a:gd name="connsiteX58" fmla="*/ 703631 w 801948"/>
              <a:gd name="connsiteY58" fmla="*/ 790042 h 790041"/>
              <a:gd name="connsiteX59" fmla="*/ 617220 w 801948"/>
              <a:gd name="connsiteY59" fmla="*/ 703631 h 790041"/>
              <a:gd name="connsiteX60" fmla="*/ 703631 w 801948"/>
              <a:gd name="connsiteY60" fmla="*/ 617220 h 790041"/>
              <a:gd name="connsiteX61" fmla="*/ 790042 w 801948"/>
              <a:gd name="connsiteY61" fmla="*/ 703631 h 790041"/>
              <a:gd name="connsiteX62" fmla="*/ 703631 w 801948"/>
              <a:gd name="connsiteY62" fmla="*/ 790042 h 790041"/>
              <a:gd name="connsiteX63" fmla="*/ 703631 w 801948"/>
              <a:gd name="connsiteY63" fmla="*/ 635737 h 790041"/>
              <a:gd name="connsiteX64" fmla="*/ 635737 w 801948"/>
              <a:gd name="connsiteY64" fmla="*/ 703631 h 790041"/>
              <a:gd name="connsiteX65" fmla="*/ 703631 w 801948"/>
              <a:gd name="connsiteY65" fmla="*/ 771525 h 790041"/>
              <a:gd name="connsiteX66" fmla="*/ 771525 w 801948"/>
              <a:gd name="connsiteY66" fmla="*/ 703631 h 790041"/>
              <a:gd name="connsiteX67" fmla="*/ 703631 w 801948"/>
              <a:gd name="connsiteY67" fmla="*/ 635737 h 790041"/>
              <a:gd name="connsiteX68" fmla="*/ 292151 w 801948"/>
              <a:gd name="connsiteY68" fmla="*/ 584302 h 790041"/>
              <a:gd name="connsiteX69" fmla="*/ 205740 w 801948"/>
              <a:gd name="connsiteY69" fmla="*/ 497891 h 790041"/>
              <a:gd name="connsiteX70" fmla="*/ 292151 w 801948"/>
              <a:gd name="connsiteY70" fmla="*/ 411480 h 790041"/>
              <a:gd name="connsiteX71" fmla="*/ 378562 w 801948"/>
              <a:gd name="connsiteY71" fmla="*/ 497891 h 790041"/>
              <a:gd name="connsiteX72" fmla="*/ 292151 w 801948"/>
              <a:gd name="connsiteY72" fmla="*/ 584302 h 790041"/>
              <a:gd name="connsiteX73" fmla="*/ 292151 w 801948"/>
              <a:gd name="connsiteY73" fmla="*/ 429997 h 790041"/>
              <a:gd name="connsiteX74" fmla="*/ 224257 w 801948"/>
              <a:gd name="connsiteY74" fmla="*/ 497891 h 790041"/>
              <a:gd name="connsiteX75" fmla="*/ 292151 w 801948"/>
              <a:gd name="connsiteY75" fmla="*/ 565785 h 790041"/>
              <a:gd name="connsiteX76" fmla="*/ 360045 w 801948"/>
              <a:gd name="connsiteY76" fmla="*/ 497891 h 790041"/>
              <a:gd name="connsiteX77" fmla="*/ 292151 w 801948"/>
              <a:gd name="connsiteY77" fmla="*/ 429997 h 790041"/>
              <a:gd name="connsiteX78" fmla="*/ 792716 w 801948"/>
              <a:gd name="connsiteY78" fmla="*/ 584302 h 790041"/>
              <a:gd name="connsiteX79" fmla="*/ 614545 w 801948"/>
              <a:gd name="connsiteY79" fmla="*/ 584302 h 790041"/>
              <a:gd name="connsiteX80" fmla="*/ 606522 w 801948"/>
              <a:gd name="connsiteY80" fmla="*/ 579647 h 790041"/>
              <a:gd name="connsiteX81" fmla="*/ 606522 w 801948"/>
              <a:gd name="connsiteY81" fmla="*/ 570414 h 790041"/>
              <a:gd name="connsiteX82" fmla="*/ 695607 w 801948"/>
              <a:gd name="connsiteY82" fmla="*/ 416083 h 790041"/>
              <a:gd name="connsiteX83" fmla="*/ 711629 w 801948"/>
              <a:gd name="connsiteY83" fmla="*/ 416083 h 790041"/>
              <a:gd name="connsiteX84" fmla="*/ 800714 w 801948"/>
              <a:gd name="connsiteY84" fmla="*/ 570414 h 790041"/>
              <a:gd name="connsiteX85" fmla="*/ 800714 w 801948"/>
              <a:gd name="connsiteY85" fmla="*/ 579647 h 790041"/>
              <a:gd name="connsiteX86" fmla="*/ 792716 w 801948"/>
              <a:gd name="connsiteY86" fmla="*/ 584302 h 790041"/>
              <a:gd name="connsiteX87" fmla="*/ 630567 w 801948"/>
              <a:gd name="connsiteY87" fmla="*/ 565785 h 790041"/>
              <a:gd name="connsiteX88" fmla="*/ 776694 w 801948"/>
              <a:gd name="connsiteY88" fmla="*/ 565785 h 790041"/>
              <a:gd name="connsiteX89" fmla="*/ 703631 w 801948"/>
              <a:gd name="connsiteY89" fmla="*/ 439255 h 790041"/>
              <a:gd name="connsiteX90" fmla="*/ 630567 w 801948"/>
              <a:gd name="connsiteY90" fmla="*/ 565785 h 790041"/>
              <a:gd name="connsiteX91" fmla="*/ 157031 w 801948"/>
              <a:gd name="connsiteY91" fmla="*/ 337054 h 790041"/>
              <a:gd name="connsiteX92" fmla="*/ 95669 w 801948"/>
              <a:gd name="connsiteY92" fmla="*/ 398390 h 790041"/>
              <a:gd name="connsiteX93" fmla="*/ 95669 w 801948"/>
              <a:gd name="connsiteY93" fmla="*/ 240716 h 790041"/>
              <a:gd name="connsiteX94" fmla="*/ 77153 w 801948"/>
              <a:gd name="connsiteY94" fmla="*/ 240716 h 790041"/>
              <a:gd name="connsiteX95" fmla="*/ 77153 w 801948"/>
              <a:gd name="connsiteY95" fmla="*/ 398390 h 790041"/>
              <a:gd name="connsiteX96" fmla="*/ 15791 w 801948"/>
              <a:gd name="connsiteY96" fmla="*/ 337054 h 790041"/>
              <a:gd name="connsiteX97" fmla="*/ 2700 w 801948"/>
              <a:gd name="connsiteY97" fmla="*/ 350144 h 790041"/>
              <a:gd name="connsiteX98" fmla="*/ 86411 w 801948"/>
              <a:gd name="connsiteY98" fmla="*/ 433829 h 790041"/>
              <a:gd name="connsiteX99" fmla="*/ 170096 w 801948"/>
              <a:gd name="connsiteY99" fmla="*/ 350144 h 790041"/>
              <a:gd name="connsiteX100" fmla="*/ 157031 w 801948"/>
              <a:gd name="connsiteY100" fmla="*/ 337054 h 79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01948" h="790041">
                <a:moveTo>
                  <a:pt x="369303" y="790042"/>
                </a:moveTo>
                <a:lnTo>
                  <a:pt x="214998" y="790042"/>
                </a:lnTo>
                <a:cubicBezTo>
                  <a:pt x="209881" y="790042"/>
                  <a:pt x="205740" y="785901"/>
                  <a:pt x="205740" y="780783"/>
                </a:cubicBezTo>
                <a:lnTo>
                  <a:pt x="205740" y="626478"/>
                </a:lnTo>
                <a:cubicBezTo>
                  <a:pt x="205740" y="621361"/>
                  <a:pt x="209881" y="617220"/>
                  <a:pt x="214998" y="617220"/>
                </a:cubicBezTo>
                <a:lnTo>
                  <a:pt x="369303" y="617220"/>
                </a:lnTo>
                <a:cubicBezTo>
                  <a:pt x="374421" y="617220"/>
                  <a:pt x="378562" y="621361"/>
                  <a:pt x="378562" y="626478"/>
                </a:cubicBezTo>
                <a:lnTo>
                  <a:pt x="378562" y="780783"/>
                </a:lnTo>
                <a:cubicBezTo>
                  <a:pt x="378562" y="785901"/>
                  <a:pt x="374421" y="790042"/>
                  <a:pt x="369303" y="790042"/>
                </a:cubicBezTo>
                <a:close/>
                <a:moveTo>
                  <a:pt x="224257" y="771525"/>
                </a:moveTo>
                <a:lnTo>
                  <a:pt x="360045" y="771525"/>
                </a:lnTo>
                <a:lnTo>
                  <a:pt x="360045" y="635737"/>
                </a:lnTo>
                <a:lnTo>
                  <a:pt x="224257" y="635737"/>
                </a:lnTo>
                <a:lnTo>
                  <a:pt x="224257" y="771525"/>
                </a:lnTo>
                <a:close/>
                <a:moveTo>
                  <a:pt x="575043" y="584302"/>
                </a:moveTo>
                <a:lnTo>
                  <a:pt x="420738" y="584302"/>
                </a:lnTo>
                <a:cubicBezTo>
                  <a:pt x="415621" y="584302"/>
                  <a:pt x="411480" y="580161"/>
                  <a:pt x="411480" y="575043"/>
                </a:cubicBezTo>
                <a:lnTo>
                  <a:pt x="411480" y="420738"/>
                </a:lnTo>
                <a:cubicBezTo>
                  <a:pt x="411480" y="415621"/>
                  <a:pt x="415621" y="411480"/>
                  <a:pt x="420738" y="411480"/>
                </a:cubicBezTo>
                <a:lnTo>
                  <a:pt x="575043" y="411480"/>
                </a:lnTo>
                <a:cubicBezTo>
                  <a:pt x="580161" y="411480"/>
                  <a:pt x="584302" y="415621"/>
                  <a:pt x="584302" y="420738"/>
                </a:cubicBezTo>
                <a:lnTo>
                  <a:pt x="584302" y="575043"/>
                </a:lnTo>
                <a:cubicBezTo>
                  <a:pt x="584302" y="580161"/>
                  <a:pt x="580161" y="584302"/>
                  <a:pt x="575043" y="584302"/>
                </a:cubicBezTo>
                <a:close/>
                <a:moveTo>
                  <a:pt x="429997" y="565785"/>
                </a:moveTo>
                <a:lnTo>
                  <a:pt x="565759" y="565785"/>
                </a:lnTo>
                <a:lnTo>
                  <a:pt x="565759" y="429997"/>
                </a:lnTo>
                <a:lnTo>
                  <a:pt x="429997" y="429997"/>
                </a:lnTo>
                <a:lnTo>
                  <a:pt x="429997" y="565785"/>
                </a:lnTo>
                <a:close/>
                <a:moveTo>
                  <a:pt x="86411" y="172822"/>
                </a:moveTo>
                <a:cubicBezTo>
                  <a:pt x="38756" y="172822"/>
                  <a:pt x="0" y="134065"/>
                  <a:pt x="0" y="86411"/>
                </a:cubicBezTo>
                <a:cubicBezTo>
                  <a:pt x="0" y="38756"/>
                  <a:pt x="38756" y="0"/>
                  <a:pt x="86411" y="0"/>
                </a:cubicBezTo>
                <a:cubicBezTo>
                  <a:pt x="134065" y="0"/>
                  <a:pt x="172822" y="38756"/>
                  <a:pt x="172822" y="86411"/>
                </a:cubicBezTo>
                <a:cubicBezTo>
                  <a:pt x="172822" y="134065"/>
                  <a:pt x="134065" y="172822"/>
                  <a:pt x="86411" y="172822"/>
                </a:cubicBezTo>
                <a:close/>
                <a:moveTo>
                  <a:pt x="86411" y="18517"/>
                </a:moveTo>
                <a:cubicBezTo>
                  <a:pt x="48966" y="18517"/>
                  <a:pt x="18517" y="48966"/>
                  <a:pt x="18517" y="86411"/>
                </a:cubicBezTo>
                <a:cubicBezTo>
                  <a:pt x="18517" y="123855"/>
                  <a:pt x="48966" y="154305"/>
                  <a:pt x="86411" y="154305"/>
                </a:cubicBezTo>
                <a:cubicBezTo>
                  <a:pt x="123855" y="154305"/>
                  <a:pt x="154305" y="123855"/>
                  <a:pt x="154305" y="86411"/>
                </a:cubicBezTo>
                <a:cubicBezTo>
                  <a:pt x="154305" y="48966"/>
                  <a:pt x="123855" y="18517"/>
                  <a:pt x="86411" y="18517"/>
                </a:cubicBezTo>
                <a:close/>
                <a:moveTo>
                  <a:pt x="86411" y="790042"/>
                </a:moveTo>
                <a:cubicBezTo>
                  <a:pt x="38756" y="790042"/>
                  <a:pt x="0" y="751260"/>
                  <a:pt x="0" y="703631"/>
                </a:cubicBezTo>
                <a:cubicBezTo>
                  <a:pt x="0" y="656002"/>
                  <a:pt x="38756" y="617220"/>
                  <a:pt x="86411" y="617220"/>
                </a:cubicBezTo>
                <a:cubicBezTo>
                  <a:pt x="134065" y="617220"/>
                  <a:pt x="172822" y="655976"/>
                  <a:pt x="172822" y="703631"/>
                </a:cubicBezTo>
                <a:cubicBezTo>
                  <a:pt x="172822" y="751285"/>
                  <a:pt x="134065" y="790042"/>
                  <a:pt x="86411" y="790042"/>
                </a:cubicBezTo>
                <a:close/>
                <a:moveTo>
                  <a:pt x="86411" y="635737"/>
                </a:moveTo>
                <a:cubicBezTo>
                  <a:pt x="48966" y="635737"/>
                  <a:pt x="18517" y="666186"/>
                  <a:pt x="18517" y="703631"/>
                </a:cubicBezTo>
                <a:cubicBezTo>
                  <a:pt x="18517" y="741075"/>
                  <a:pt x="48966" y="771525"/>
                  <a:pt x="86411" y="771525"/>
                </a:cubicBezTo>
                <a:cubicBezTo>
                  <a:pt x="123855" y="771525"/>
                  <a:pt x="154305" y="741075"/>
                  <a:pt x="154305" y="703631"/>
                </a:cubicBezTo>
                <a:cubicBezTo>
                  <a:pt x="154305" y="666186"/>
                  <a:pt x="123855" y="635737"/>
                  <a:pt x="86411" y="635737"/>
                </a:cubicBezTo>
                <a:close/>
                <a:moveTo>
                  <a:pt x="497891" y="790042"/>
                </a:moveTo>
                <a:cubicBezTo>
                  <a:pt x="450236" y="790042"/>
                  <a:pt x="411480" y="751260"/>
                  <a:pt x="411480" y="703631"/>
                </a:cubicBezTo>
                <a:cubicBezTo>
                  <a:pt x="411480" y="656002"/>
                  <a:pt x="450236" y="617220"/>
                  <a:pt x="497891" y="617220"/>
                </a:cubicBezTo>
                <a:cubicBezTo>
                  <a:pt x="545545" y="617220"/>
                  <a:pt x="584302" y="656002"/>
                  <a:pt x="584302" y="703631"/>
                </a:cubicBezTo>
                <a:cubicBezTo>
                  <a:pt x="584302" y="751260"/>
                  <a:pt x="545545" y="790042"/>
                  <a:pt x="497891" y="790042"/>
                </a:cubicBezTo>
                <a:close/>
                <a:moveTo>
                  <a:pt x="497891" y="635737"/>
                </a:moveTo>
                <a:cubicBezTo>
                  <a:pt x="460446" y="635737"/>
                  <a:pt x="429997" y="666186"/>
                  <a:pt x="429997" y="703631"/>
                </a:cubicBezTo>
                <a:cubicBezTo>
                  <a:pt x="429997" y="741075"/>
                  <a:pt x="460446" y="771525"/>
                  <a:pt x="497891" y="771525"/>
                </a:cubicBezTo>
                <a:cubicBezTo>
                  <a:pt x="535335" y="771525"/>
                  <a:pt x="565785" y="741075"/>
                  <a:pt x="565785" y="703631"/>
                </a:cubicBezTo>
                <a:cubicBezTo>
                  <a:pt x="565785" y="666186"/>
                  <a:pt x="535335" y="635737"/>
                  <a:pt x="497891" y="635737"/>
                </a:cubicBezTo>
                <a:close/>
                <a:moveTo>
                  <a:pt x="703631" y="790042"/>
                </a:moveTo>
                <a:cubicBezTo>
                  <a:pt x="655976" y="790042"/>
                  <a:pt x="617220" y="751260"/>
                  <a:pt x="617220" y="703631"/>
                </a:cubicBezTo>
                <a:cubicBezTo>
                  <a:pt x="617220" y="656002"/>
                  <a:pt x="656002" y="617220"/>
                  <a:pt x="703631" y="617220"/>
                </a:cubicBezTo>
                <a:cubicBezTo>
                  <a:pt x="751260" y="617220"/>
                  <a:pt x="790042" y="656002"/>
                  <a:pt x="790042" y="703631"/>
                </a:cubicBezTo>
                <a:cubicBezTo>
                  <a:pt x="790042" y="751260"/>
                  <a:pt x="751285" y="790042"/>
                  <a:pt x="703631" y="790042"/>
                </a:cubicBezTo>
                <a:close/>
                <a:moveTo>
                  <a:pt x="703631" y="635737"/>
                </a:moveTo>
                <a:cubicBezTo>
                  <a:pt x="666186" y="635737"/>
                  <a:pt x="635737" y="666186"/>
                  <a:pt x="635737" y="703631"/>
                </a:cubicBezTo>
                <a:cubicBezTo>
                  <a:pt x="635737" y="741075"/>
                  <a:pt x="666186" y="771525"/>
                  <a:pt x="703631" y="771525"/>
                </a:cubicBezTo>
                <a:cubicBezTo>
                  <a:pt x="741075" y="771525"/>
                  <a:pt x="771525" y="741075"/>
                  <a:pt x="771525" y="703631"/>
                </a:cubicBezTo>
                <a:cubicBezTo>
                  <a:pt x="771525" y="666186"/>
                  <a:pt x="741075" y="635737"/>
                  <a:pt x="703631" y="635737"/>
                </a:cubicBezTo>
                <a:close/>
                <a:moveTo>
                  <a:pt x="292151" y="584302"/>
                </a:moveTo>
                <a:cubicBezTo>
                  <a:pt x="244496" y="584302"/>
                  <a:pt x="205740" y="545520"/>
                  <a:pt x="205740" y="497891"/>
                </a:cubicBezTo>
                <a:cubicBezTo>
                  <a:pt x="205740" y="450262"/>
                  <a:pt x="244496" y="411480"/>
                  <a:pt x="292151" y="411480"/>
                </a:cubicBezTo>
                <a:cubicBezTo>
                  <a:pt x="339805" y="411480"/>
                  <a:pt x="378562" y="450236"/>
                  <a:pt x="378562" y="497891"/>
                </a:cubicBezTo>
                <a:cubicBezTo>
                  <a:pt x="378562" y="545545"/>
                  <a:pt x="339805" y="584302"/>
                  <a:pt x="292151" y="584302"/>
                </a:cubicBezTo>
                <a:close/>
                <a:moveTo>
                  <a:pt x="292151" y="429997"/>
                </a:moveTo>
                <a:cubicBezTo>
                  <a:pt x="254706" y="429997"/>
                  <a:pt x="224257" y="460446"/>
                  <a:pt x="224257" y="497891"/>
                </a:cubicBezTo>
                <a:cubicBezTo>
                  <a:pt x="224257" y="535335"/>
                  <a:pt x="254732" y="565785"/>
                  <a:pt x="292151" y="565785"/>
                </a:cubicBezTo>
                <a:cubicBezTo>
                  <a:pt x="329570" y="565785"/>
                  <a:pt x="360045" y="535335"/>
                  <a:pt x="360045" y="497891"/>
                </a:cubicBezTo>
                <a:cubicBezTo>
                  <a:pt x="360045" y="460446"/>
                  <a:pt x="329596" y="429997"/>
                  <a:pt x="292151" y="429997"/>
                </a:cubicBezTo>
                <a:close/>
                <a:moveTo>
                  <a:pt x="792716" y="584302"/>
                </a:moveTo>
                <a:lnTo>
                  <a:pt x="614545" y="584302"/>
                </a:lnTo>
                <a:cubicBezTo>
                  <a:pt x="611228" y="584302"/>
                  <a:pt x="608193" y="582527"/>
                  <a:pt x="606522" y="579647"/>
                </a:cubicBezTo>
                <a:cubicBezTo>
                  <a:pt x="604850" y="576766"/>
                  <a:pt x="604876" y="573269"/>
                  <a:pt x="606522" y="570414"/>
                </a:cubicBezTo>
                <a:lnTo>
                  <a:pt x="695607" y="416083"/>
                </a:lnTo>
                <a:cubicBezTo>
                  <a:pt x="698925" y="410348"/>
                  <a:pt x="708311" y="410348"/>
                  <a:pt x="711629" y="416083"/>
                </a:cubicBezTo>
                <a:lnTo>
                  <a:pt x="800714" y="570414"/>
                </a:lnTo>
                <a:cubicBezTo>
                  <a:pt x="802360" y="573269"/>
                  <a:pt x="802360" y="576792"/>
                  <a:pt x="800714" y="579647"/>
                </a:cubicBezTo>
                <a:cubicBezTo>
                  <a:pt x="799068" y="582501"/>
                  <a:pt x="796034" y="584302"/>
                  <a:pt x="792716" y="584302"/>
                </a:cubicBezTo>
                <a:close/>
                <a:moveTo>
                  <a:pt x="630567" y="565785"/>
                </a:moveTo>
                <a:lnTo>
                  <a:pt x="776694" y="565785"/>
                </a:lnTo>
                <a:lnTo>
                  <a:pt x="703631" y="439255"/>
                </a:lnTo>
                <a:lnTo>
                  <a:pt x="630567" y="565785"/>
                </a:lnTo>
                <a:close/>
                <a:moveTo>
                  <a:pt x="157031" y="337054"/>
                </a:moveTo>
                <a:lnTo>
                  <a:pt x="95669" y="398390"/>
                </a:lnTo>
                <a:lnTo>
                  <a:pt x="95669" y="240716"/>
                </a:lnTo>
                <a:lnTo>
                  <a:pt x="77153" y="240716"/>
                </a:lnTo>
                <a:lnTo>
                  <a:pt x="77153" y="398390"/>
                </a:lnTo>
                <a:lnTo>
                  <a:pt x="15791" y="337054"/>
                </a:lnTo>
                <a:lnTo>
                  <a:pt x="2700" y="350144"/>
                </a:lnTo>
                <a:lnTo>
                  <a:pt x="86411" y="433829"/>
                </a:lnTo>
                <a:lnTo>
                  <a:pt x="170096" y="350144"/>
                </a:lnTo>
                <a:lnTo>
                  <a:pt x="157031" y="337054"/>
                </a:lnTo>
                <a:close/>
              </a:path>
            </a:pathLst>
          </a:custGeom>
          <a:solidFill>
            <a:srgbClr val="0F62FE"/>
          </a:solidFill>
          <a:ln w="25598" cap="flat">
            <a:noFill/>
            <a:prstDash val="solid"/>
            <a:miter/>
          </a:ln>
        </p:spPr>
        <p:txBody>
          <a:bodyPr rtlCol="0" anchor="ctr"/>
          <a:lstStyle/>
          <a:p>
            <a:endParaRPr lang="en-US"/>
          </a:p>
        </p:txBody>
      </p:sp>
      <p:pic>
        <p:nvPicPr>
          <p:cNvPr id="16" name="Picture 15">
            <a:extLst>
              <a:ext uri="{FF2B5EF4-FFF2-40B4-BE49-F238E27FC236}">
                <a16:creationId xmlns:a16="http://schemas.microsoft.com/office/drawing/2014/main" id="{63FC6845-C1CD-A4CC-2BB7-550ED7259069}"/>
              </a:ext>
            </a:extLst>
          </p:cNvPr>
          <p:cNvPicPr>
            <a:picLocks noChangeAspect="1"/>
          </p:cNvPicPr>
          <p:nvPr/>
        </p:nvPicPr>
        <p:blipFill>
          <a:blip r:embed="rId3"/>
          <a:srcRect/>
          <a:stretch/>
        </p:blipFill>
        <p:spPr>
          <a:xfrm>
            <a:off x="21587465" y="3008400"/>
            <a:ext cx="1005840" cy="1005840"/>
          </a:xfrm>
          <a:prstGeom prst="rect">
            <a:avLst/>
          </a:prstGeom>
        </p:spPr>
      </p:pic>
      <p:sp>
        <p:nvSpPr>
          <p:cNvPr id="17" name="Freeform 16">
            <a:extLst>
              <a:ext uri="{FF2B5EF4-FFF2-40B4-BE49-F238E27FC236}">
                <a16:creationId xmlns:a16="http://schemas.microsoft.com/office/drawing/2014/main" id="{C83BF50F-E518-2F5C-59A4-F8918EDF5496}"/>
              </a:ext>
            </a:extLst>
          </p:cNvPr>
          <p:cNvSpPr>
            <a:spLocks noChangeAspect="1"/>
          </p:cNvSpPr>
          <p:nvPr/>
        </p:nvSpPr>
        <p:spPr>
          <a:xfrm>
            <a:off x="14229439" y="3194624"/>
            <a:ext cx="914400" cy="819616"/>
          </a:xfrm>
          <a:custGeom>
            <a:avLst/>
            <a:gdLst>
              <a:gd name="connsiteX0" fmla="*/ 441896 w 1768177"/>
              <a:gd name="connsiteY0" fmla="*/ 1584894 h 1584894"/>
              <a:gd name="connsiteX1" fmla="*/ 361228 w 1768177"/>
              <a:gd name="connsiteY1" fmla="*/ 1504226 h 1584894"/>
              <a:gd name="connsiteX2" fmla="*/ 441896 w 1768177"/>
              <a:gd name="connsiteY2" fmla="*/ 1423558 h 1584894"/>
              <a:gd name="connsiteX3" fmla="*/ 462656 w 1768177"/>
              <a:gd name="connsiteY3" fmla="*/ 1426286 h 1584894"/>
              <a:gd name="connsiteX4" fmla="*/ 573872 w 1768177"/>
              <a:gd name="connsiteY4" fmla="*/ 1235530 h 1584894"/>
              <a:gd name="connsiteX5" fmla="*/ 9550 w 1768177"/>
              <a:gd name="connsiteY5" fmla="*/ 805259 h 1584894"/>
              <a:gd name="connsiteX6" fmla="*/ 0 w 1768177"/>
              <a:gd name="connsiteY6" fmla="*/ 792447 h 1584894"/>
              <a:gd name="connsiteX7" fmla="*/ 9609 w 1768177"/>
              <a:gd name="connsiteY7" fmla="*/ 779635 h 1584894"/>
              <a:gd name="connsiteX8" fmla="*/ 573634 w 1768177"/>
              <a:gd name="connsiteY8" fmla="*/ 349483 h 1584894"/>
              <a:gd name="connsiteX9" fmla="*/ 462597 w 1768177"/>
              <a:gd name="connsiteY9" fmla="*/ 158667 h 1584894"/>
              <a:gd name="connsiteX10" fmla="*/ 441896 w 1768177"/>
              <a:gd name="connsiteY10" fmla="*/ 161337 h 1584894"/>
              <a:gd name="connsiteX11" fmla="*/ 361228 w 1768177"/>
              <a:gd name="connsiteY11" fmla="*/ 80668 h 1584894"/>
              <a:gd name="connsiteX12" fmla="*/ 441896 w 1768177"/>
              <a:gd name="connsiteY12" fmla="*/ 0 h 1584894"/>
              <a:gd name="connsiteX13" fmla="*/ 522564 w 1768177"/>
              <a:gd name="connsiteY13" fmla="*/ 80668 h 1584894"/>
              <a:gd name="connsiteX14" fmla="*/ 499491 w 1768177"/>
              <a:gd name="connsiteY14" fmla="*/ 137136 h 1584894"/>
              <a:gd name="connsiteX15" fmla="*/ 614858 w 1768177"/>
              <a:gd name="connsiteY15" fmla="*/ 335307 h 1584894"/>
              <a:gd name="connsiteX16" fmla="*/ 857100 w 1768177"/>
              <a:gd name="connsiteY16" fmla="*/ 296575 h 1584894"/>
              <a:gd name="connsiteX17" fmla="*/ 1653996 w 1768177"/>
              <a:gd name="connsiteY17" fmla="*/ 719075 h 1584894"/>
              <a:gd name="connsiteX18" fmla="*/ 1687509 w 1768177"/>
              <a:gd name="connsiteY18" fmla="*/ 711779 h 1584894"/>
              <a:gd name="connsiteX19" fmla="*/ 1768177 w 1768177"/>
              <a:gd name="connsiteY19" fmla="*/ 792447 h 1584894"/>
              <a:gd name="connsiteX20" fmla="*/ 1687509 w 1768177"/>
              <a:gd name="connsiteY20" fmla="*/ 873115 h 1584894"/>
              <a:gd name="connsiteX21" fmla="*/ 1653996 w 1768177"/>
              <a:gd name="connsiteY21" fmla="*/ 865820 h 1584894"/>
              <a:gd name="connsiteX22" fmla="*/ 857100 w 1768177"/>
              <a:gd name="connsiteY22" fmla="*/ 1288320 h 1584894"/>
              <a:gd name="connsiteX23" fmla="*/ 615096 w 1768177"/>
              <a:gd name="connsiteY23" fmla="*/ 1249706 h 1584894"/>
              <a:gd name="connsiteX24" fmla="*/ 499550 w 1768177"/>
              <a:gd name="connsiteY24" fmla="*/ 1447818 h 1584894"/>
              <a:gd name="connsiteX25" fmla="*/ 522564 w 1768177"/>
              <a:gd name="connsiteY25" fmla="*/ 1504226 h 1584894"/>
              <a:gd name="connsiteX26" fmla="*/ 441896 w 1768177"/>
              <a:gd name="connsiteY26" fmla="*/ 1584894 h 1584894"/>
              <a:gd name="connsiteX27" fmla="*/ 441896 w 1768177"/>
              <a:gd name="connsiteY27" fmla="*/ 1466265 h 1584894"/>
              <a:gd name="connsiteX28" fmla="*/ 403935 w 1768177"/>
              <a:gd name="connsiteY28" fmla="*/ 1504226 h 1584894"/>
              <a:gd name="connsiteX29" fmla="*/ 441896 w 1768177"/>
              <a:gd name="connsiteY29" fmla="*/ 1542188 h 1584894"/>
              <a:gd name="connsiteX30" fmla="*/ 479858 w 1768177"/>
              <a:gd name="connsiteY30" fmla="*/ 1504226 h 1584894"/>
              <a:gd name="connsiteX31" fmla="*/ 441896 w 1768177"/>
              <a:gd name="connsiteY31" fmla="*/ 1466265 h 1584894"/>
              <a:gd name="connsiteX32" fmla="*/ 637517 w 1768177"/>
              <a:gd name="connsiteY32" fmla="*/ 1211270 h 1584894"/>
              <a:gd name="connsiteX33" fmla="*/ 857100 w 1768177"/>
              <a:gd name="connsiteY33" fmla="*/ 1245613 h 1584894"/>
              <a:gd name="connsiteX34" fmla="*/ 1621254 w 1768177"/>
              <a:gd name="connsiteY34" fmla="*/ 838416 h 1584894"/>
              <a:gd name="connsiteX35" fmla="*/ 1609747 w 1768177"/>
              <a:gd name="connsiteY35" fmla="*/ 813801 h 1584894"/>
              <a:gd name="connsiteX36" fmla="*/ 1233750 w 1768177"/>
              <a:gd name="connsiteY36" fmla="*/ 813801 h 1584894"/>
              <a:gd name="connsiteX37" fmla="*/ 857100 w 1768177"/>
              <a:gd name="connsiteY37" fmla="*/ 1169690 h 1584894"/>
              <a:gd name="connsiteX38" fmla="*/ 685799 w 1768177"/>
              <a:gd name="connsiteY38" fmla="*/ 1128525 h 1584894"/>
              <a:gd name="connsiteX39" fmla="*/ 637517 w 1768177"/>
              <a:gd name="connsiteY39" fmla="*/ 1211270 h 1584894"/>
              <a:gd name="connsiteX40" fmla="*/ 53917 w 1768177"/>
              <a:gd name="connsiteY40" fmla="*/ 792447 h 1584894"/>
              <a:gd name="connsiteX41" fmla="*/ 596233 w 1768177"/>
              <a:gd name="connsiteY41" fmla="*/ 1197331 h 1584894"/>
              <a:gd name="connsiteX42" fmla="*/ 648964 w 1768177"/>
              <a:gd name="connsiteY42" fmla="*/ 1106935 h 1584894"/>
              <a:gd name="connsiteX43" fmla="*/ 479858 w 1768177"/>
              <a:gd name="connsiteY43" fmla="*/ 792447 h 1584894"/>
              <a:gd name="connsiteX44" fmla="*/ 648549 w 1768177"/>
              <a:gd name="connsiteY44" fmla="*/ 478197 h 1584894"/>
              <a:gd name="connsiteX45" fmla="*/ 595878 w 1768177"/>
              <a:gd name="connsiteY45" fmla="*/ 387682 h 1584894"/>
              <a:gd name="connsiteX46" fmla="*/ 53917 w 1768177"/>
              <a:gd name="connsiteY46" fmla="*/ 792447 h 1584894"/>
              <a:gd name="connsiteX47" fmla="*/ 707330 w 1768177"/>
              <a:gd name="connsiteY47" fmla="*/ 1091572 h 1584894"/>
              <a:gd name="connsiteX48" fmla="*/ 857100 w 1768177"/>
              <a:gd name="connsiteY48" fmla="*/ 1126983 h 1584894"/>
              <a:gd name="connsiteX49" fmla="*/ 1190984 w 1768177"/>
              <a:gd name="connsiteY49" fmla="*/ 813801 h 1584894"/>
              <a:gd name="connsiteX50" fmla="*/ 1055272 w 1768177"/>
              <a:gd name="connsiteY50" fmla="*/ 813801 h 1584894"/>
              <a:gd name="connsiteX51" fmla="*/ 857100 w 1768177"/>
              <a:gd name="connsiteY51" fmla="*/ 991745 h 1584894"/>
              <a:gd name="connsiteX52" fmla="*/ 775720 w 1768177"/>
              <a:gd name="connsiteY52" fmla="*/ 974366 h 1584894"/>
              <a:gd name="connsiteX53" fmla="*/ 707330 w 1768177"/>
              <a:gd name="connsiteY53" fmla="*/ 1091572 h 1584894"/>
              <a:gd name="connsiteX54" fmla="*/ 670140 w 1768177"/>
              <a:gd name="connsiteY54" fmla="*/ 515209 h 1584894"/>
              <a:gd name="connsiteX55" fmla="*/ 522564 w 1768177"/>
              <a:gd name="connsiteY55" fmla="*/ 792447 h 1584894"/>
              <a:gd name="connsiteX56" fmla="*/ 670496 w 1768177"/>
              <a:gd name="connsiteY56" fmla="*/ 1069982 h 1584894"/>
              <a:gd name="connsiteX57" fmla="*/ 738826 w 1768177"/>
              <a:gd name="connsiteY57" fmla="*/ 952775 h 1584894"/>
              <a:gd name="connsiteX58" fmla="*/ 657802 w 1768177"/>
              <a:gd name="connsiteY58" fmla="*/ 792447 h 1584894"/>
              <a:gd name="connsiteX59" fmla="*/ 738352 w 1768177"/>
              <a:gd name="connsiteY59" fmla="*/ 632475 h 1584894"/>
              <a:gd name="connsiteX60" fmla="*/ 670140 w 1768177"/>
              <a:gd name="connsiteY60" fmla="*/ 515209 h 1584894"/>
              <a:gd name="connsiteX61" fmla="*/ 857100 w 1768177"/>
              <a:gd name="connsiteY61" fmla="*/ 635856 h 1584894"/>
              <a:gd name="connsiteX62" fmla="*/ 700509 w 1768177"/>
              <a:gd name="connsiteY62" fmla="*/ 792447 h 1584894"/>
              <a:gd name="connsiteX63" fmla="*/ 857100 w 1768177"/>
              <a:gd name="connsiteY63" fmla="*/ 949038 h 1584894"/>
              <a:gd name="connsiteX64" fmla="*/ 1013692 w 1768177"/>
              <a:gd name="connsiteY64" fmla="*/ 792447 h 1584894"/>
              <a:gd name="connsiteX65" fmla="*/ 857100 w 1768177"/>
              <a:gd name="connsiteY65" fmla="*/ 635856 h 1584894"/>
              <a:gd name="connsiteX66" fmla="*/ 1687509 w 1768177"/>
              <a:gd name="connsiteY66" fmla="*/ 754486 h 1584894"/>
              <a:gd name="connsiteX67" fmla="*/ 1649548 w 1768177"/>
              <a:gd name="connsiteY67" fmla="*/ 792447 h 1584894"/>
              <a:gd name="connsiteX68" fmla="*/ 1687509 w 1768177"/>
              <a:gd name="connsiteY68" fmla="*/ 830409 h 1584894"/>
              <a:gd name="connsiteX69" fmla="*/ 1725471 w 1768177"/>
              <a:gd name="connsiteY69" fmla="*/ 792447 h 1584894"/>
              <a:gd name="connsiteX70" fmla="*/ 1687509 w 1768177"/>
              <a:gd name="connsiteY70" fmla="*/ 754486 h 1584894"/>
              <a:gd name="connsiteX71" fmla="*/ 1233750 w 1768177"/>
              <a:gd name="connsiteY71" fmla="*/ 771094 h 1584894"/>
              <a:gd name="connsiteX72" fmla="*/ 1609747 w 1768177"/>
              <a:gd name="connsiteY72" fmla="*/ 771094 h 1584894"/>
              <a:gd name="connsiteX73" fmla="*/ 1621254 w 1768177"/>
              <a:gd name="connsiteY73" fmla="*/ 746478 h 1584894"/>
              <a:gd name="connsiteX74" fmla="*/ 857100 w 1768177"/>
              <a:gd name="connsiteY74" fmla="*/ 339281 h 1584894"/>
              <a:gd name="connsiteX75" fmla="*/ 637161 w 1768177"/>
              <a:gd name="connsiteY75" fmla="*/ 373743 h 1584894"/>
              <a:gd name="connsiteX76" fmla="*/ 685384 w 1768177"/>
              <a:gd name="connsiteY76" fmla="*/ 456547 h 1584894"/>
              <a:gd name="connsiteX77" fmla="*/ 857100 w 1768177"/>
              <a:gd name="connsiteY77" fmla="*/ 415204 h 1584894"/>
              <a:gd name="connsiteX78" fmla="*/ 1233750 w 1768177"/>
              <a:gd name="connsiteY78" fmla="*/ 771094 h 1584894"/>
              <a:gd name="connsiteX79" fmla="*/ 1055272 w 1768177"/>
              <a:gd name="connsiteY79" fmla="*/ 771094 h 1584894"/>
              <a:gd name="connsiteX80" fmla="*/ 1190984 w 1768177"/>
              <a:gd name="connsiteY80" fmla="*/ 771094 h 1584894"/>
              <a:gd name="connsiteX81" fmla="*/ 857100 w 1768177"/>
              <a:gd name="connsiteY81" fmla="*/ 457911 h 1584894"/>
              <a:gd name="connsiteX82" fmla="*/ 706915 w 1768177"/>
              <a:gd name="connsiteY82" fmla="*/ 493559 h 1584894"/>
              <a:gd name="connsiteX83" fmla="*/ 775127 w 1768177"/>
              <a:gd name="connsiteY83" fmla="*/ 610766 h 1584894"/>
              <a:gd name="connsiteX84" fmla="*/ 857100 w 1768177"/>
              <a:gd name="connsiteY84" fmla="*/ 593149 h 1584894"/>
              <a:gd name="connsiteX85" fmla="*/ 1055272 w 1768177"/>
              <a:gd name="connsiteY85" fmla="*/ 771094 h 1584894"/>
              <a:gd name="connsiteX86" fmla="*/ 441896 w 1768177"/>
              <a:gd name="connsiteY86" fmla="*/ 42707 h 1584894"/>
              <a:gd name="connsiteX87" fmla="*/ 403935 w 1768177"/>
              <a:gd name="connsiteY87" fmla="*/ 80668 h 1584894"/>
              <a:gd name="connsiteX88" fmla="*/ 441896 w 1768177"/>
              <a:gd name="connsiteY88" fmla="*/ 118630 h 1584894"/>
              <a:gd name="connsiteX89" fmla="*/ 479858 w 1768177"/>
              <a:gd name="connsiteY89" fmla="*/ 80668 h 1584894"/>
              <a:gd name="connsiteX90" fmla="*/ 441896 w 1768177"/>
              <a:gd name="connsiteY90" fmla="*/ 42707 h 15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768177" h="1584894">
                <a:moveTo>
                  <a:pt x="441896" y="1584894"/>
                </a:moveTo>
                <a:cubicBezTo>
                  <a:pt x="397410" y="1584894"/>
                  <a:pt x="361228" y="1548712"/>
                  <a:pt x="361228" y="1504226"/>
                </a:cubicBezTo>
                <a:cubicBezTo>
                  <a:pt x="361228" y="1459740"/>
                  <a:pt x="397410" y="1423558"/>
                  <a:pt x="441896" y="1423558"/>
                </a:cubicBezTo>
                <a:cubicBezTo>
                  <a:pt x="449073" y="1423558"/>
                  <a:pt x="456013" y="1424566"/>
                  <a:pt x="462656" y="1426286"/>
                </a:cubicBezTo>
                <a:lnTo>
                  <a:pt x="573872" y="1235530"/>
                </a:lnTo>
                <a:cubicBezTo>
                  <a:pt x="244199" y="1113460"/>
                  <a:pt x="21294" y="820859"/>
                  <a:pt x="9550" y="805259"/>
                </a:cubicBezTo>
                <a:lnTo>
                  <a:pt x="0" y="792447"/>
                </a:lnTo>
                <a:lnTo>
                  <a:pt x="9609" y="779635"/>
                </a:lnTo>
                <a:cubicBezTo>
                  <a:pt x="21294" y="764035"/>
                  <a:pt x="244081" y="471613"/>
                  <a:pt x="573634" y="349483"/>
                </a:cubicBezTo>
                <a:lnTo>
                  <a:pt x="462597" y="158667"/>
                </a:lnTo>
                <a:cubicBezTo>
                  <a:pt x="455954" y="160387"/>
                  <a:pt x="449073" y="161337"/>
                  <a:pt x="441896" y="161337"/>
                </a:cubicBezTo>
                <a:cubicBezTo>
                  <a:pt x="397410" y="161337"/>
                  <a:pt x="361228" y="125154"/>
                  <a:pt x="361228" y="80668"/>
                </a:cubicBezTo>
                <a:cubicBezTo>
                  <a:pt x="361228" y="36182"/>
                  <a:pt x="397410" y="0"/>
                  <a:pt x="441896" y="0"/>
                </a:cubicBezTo>
                <a:cubicBezTo>
                  <a:pt x="486382" y="0"/>
                  <a:pt x="522564" y="36182"/>
                  <a:pt x="522564" y="80668"/>
                </a:cubicBezTo>
                <a:cubicBezTo>
                  <a:pt x="522564" y="102615"/>
                  <a:pt x="513786" y="122604"/>
                  <a:pt x="499491" y="137136"/>
                </a:cubicBezTo>
                <a:lnTo>
                  <a:pt x="614858" y="335307"/>
                </a:lnTo>
                <a:cubicBezTo>
                  <a:pt x="690781" y="311166"/>
                  <a:pt x="771924" y="296575"/>
                  <a:pt x="857100" y="296575"/>
                </a:cubicBezTo>
                <a:cubicBezTo>
                  <a:pt x="1232267" y="296575"/>
                  <a:pt x="1531452" y="581523"/>
                  <a:pt x="1653996" y="719075"/>
                </a:cubicBezTo>
                <a:cubicBezTo>
                  <a:pt x="1664258" y="714389"/>
                  <a:pt x="1675587" y="711779"/>
                  <a:pt x="1687509" y="711779"/>
                </a:cubicBezTo>
                <a:cubicBezTo>
                  <a:pt x="1731995" y="711779"/>
                  <a:pt x="1768177" y="747961"/>
                  <a:pt x="1768177" y="792447"/>
                </a:cubicBezTo>
                <a:cubicBezTo>
                  <a:pt x="1768177" y="836933"/>
                  <a:pt x="1731995" y="873115"/>
                  <a:pt x="1687509" y="873115"/>
                </a:cubicBezTo>
                <a:cubicBezTo>
                  <a:pt x="1675587" y="873115"/>
                  <a:pt x="1664139" y="870446"/>
                  <a:pt x="1653996" y="865820"/>
                </a:cubicBezTo>
                <a:cubicBezTo>
                  <a:pt x="1531392" y="1003371"/>
                  <a:pt x="1232089" y="1288320"/>
                  <a:pt x="857100" y="1288320"/>
                </a:cubicBezTo>
                <a:cubicBezTo>
                  <a:pt x="772043" y="1288320"/>
                  <a:pt x="691019" y="1273728"/>
                  <a:pt x="615096" y="1249706"/>
                </a:cubicBezTo>
                <a:lnTo>
                  <a:pt x="499550" y="1447818"/>
                </a:lnTo>
                <a:cubicBezTo>
                  <a:pt x="513786" y="1462409"/>
                  <a:pt x="522564" y="1482280"/>
                  <a:pt x="522564" y="1504226"/>
                </a:cubicBezTo>
                <a:cubicBezTo>
                  <a:pt x="522564" y="1548712"/>
                  <a:pt x="486382" y="1584894"/>
                  <a:pt x="441896" y="1584894"/>
                </a:cubicBezTo>
                <a:close/>
                <a:moveTo>
                  <a:pt x="441896" y="1466265"/>
                </a:moveTo>
                <a:cubicBezTo>
                  <a:pt x="420958" y="1466265"/>
                  <a:pt x="403935" y="1483288"/>
                  <a:pt x="403935" y="1504226"/>
                </a:cubicBezTo>
                <a:cubicBezTo>
                  <a:pt x="403935" y="1525164"/>
                  <a:pt x="420958" y="1542188"/>
                  <a:pt x="441896" y="1542188"/>
                </a:cubicBezTo>
                <a:cubicBezTo>
                  <a:pt x="462834" y="1542188"/>
                  <a:pt x="479858" y="1525164"/>
                  <a:pt x="479858" y="1504226"/>
                </a:cubicBezTo>
                <a:cubicBezTo>
                  <a:pt x="479858" y="1483288"/>
                  <a:pt x="462834" y="1466265"/>
                  <a:pt x="441896" y="1466265"/>
                </a:cubicBezTo>
                <a:close/>
                <a:moveTo>
                  <a:pt x="637517" y="1211270"/>
                </a:moveTo>
                <a:cubicBezTo>
                  <a:pt x="706974" y="1232742"/>
                  <a:pt x="780584" y="1245613"/>
                  <a:pt x="857100" y="1245613"/>
                </a:cubicBezTo>
                <a:cubicBezTo>
                  <a:pt x="1214236" y="1245613"/>
                  <a:pt x="1502269" y="971697"/>
                  <a:pt x="1621254" y="838416"/>
                </a:cubicBezTo>
                <a:cubicBezTo>
                  <a:pt x="1616094" y="831002"/>
                  <a:pt x="1612179" y="822698"/>
                  <a:pt x="1609747" y="813801"/>
                </a:cubicBezTo>
                <a:lnTo>
                  <a:pt x="1233750" y="813801"/>
                </a:lnTo>
                <a:cubicBezTo>
                  <a:pt x="1222658" y="1011912"/>
                  <a:pt x="1057941" y="1169690"/>
                  <a:pt x="857100" y="1169690"/>
                </a:cubicBezTo>
                <a:cubicBezTo>
                  <a:pt x="795472" y="1169690"/>
                  <a:pt x="737225" y="1154802"/>
                  <a:pt x="685799" y="1128525"/>
                </a:cubicBezTo>
                <a:lnTo>
                  <a:pt x="637517" y="1211270"/>
                </a:lnTo>
                <a:close/>
                <a:moveTo>
                  <a:pt x="53917" y="792447"/>
                </a:moveTo>
                <a:cubicBezTo>
                  <a:pt x="101310" y="850872"/>
                  <a:pt x="310336" y="1092877"/>
                  <a:pt x="596233" y="1197331"/>
                </a:cubicBezTo>
                <a:lnTo>
                  <a:pt x="648964" y="1106935"/>
                </a:lnTo>
                <a:cubicBezTo>
                  <a:pt x="547121" y="1039316"/>
                  <a:pt x="479858" y="923592"/>
                  <a:pt x="479858" y="792447"/>
                </a:cubicBezTo>
                <a:cubicBezTo>
                  <a:pt x="479858" y="661480"/>
                  <a:pt x="546943" y="545875"/>
                  <a:pt x="648549" y="478197"/>
                </a:cubicBezTo>
                <a:lnTo>
                  <a:pt x="595878" y="387682"/>
                </a:lnTo>
                <a:cubicBezTo>
                  <a:pt x="310158" y="492136"/>
                  <a:pt x="101310" y="734081"/>
                  <a:pt x="53917" y="792447"/>
                </a:cubicBezTo>
                <a:close/>
                <a:moveTo>
                  <a:pt x="707330" y="1091572"/>
                </a:moveTo>
                <a:cubicBezTo>
                  <a:pt x="752410" y="1114231"/>
                  <a:pt x="803302" y="1126983"/>
                  <a:pt x="857100" y="1126983"/>
                </a:cubicBezTo>
                <a:cubicBezTo>
                  <a:pt x="1034393" y="1126983"/>
                  <a:pt x="1179892" y="988364"/>
                  <a:pt x="1190984" y="813801"/>
                </a:cubicBezTo>
                <a:lnTo>
                  <a:pt x="1055272" y="813801"/>
                </a:lnTo>
                <a:cubicBezTo>
                  <a:pt x="1044595" y="913687"/>
                  <a:pt x="959834" y="991745"/>
                  <a:pt x="857100" y="991745"/>
                </a:cubicBezTo>
                <a:cubicBezTo>
                  <a:pt x="828155" y="991745"/>
                  <a:pt x="800573" y="985517"/>
                  <a:pt x="775720" y="974366"/>
                </a:cubicBezTo>
                <a:lnTo>
                  <a:pt x="707330" y="1091572"/>
                </a:lnTo>
                <a:close/>
                <a:moveTo>
                  <a:pt x="670140" y="515209"/>
                </a:moveTo>
                <a:cubicBezTo>
                  <a:pt x="581167" y="575414"/>
                  <a:pt x="522564" y="677198"/>
                  <a:pt x="522564" y="792447"/>
                </a:cubicBezTo>
                <a:cubicBezTo>
                  <a:pt x="522564" y="907874"/>
                  <a:pt x="581345" y="1009836"/>
                  <a:pt x="670496" y="1069982"/>
                </a:cubicBezTo>
                <a:lnTo>
                  <a:pt x="738826" y="952775"/>
                </a:lnTo>
                <a:cubicBezTo>
                  <a:pt x="689714" y="916475"/>
                  <a:pt x="657802" y="858109"/>
                  <a:pt x="657802" y="792447"/>
                </a:cubicBezTo>
                <a:cubicBezTo>
                  <a:pt x="657802" y="726964"/>
                  <a:pt x="689536" y="668835"/>
                  <a:pt x="738352" y="632475"/>
                </a:cubicBezTo>
                <a:lnTo>
                  <a:pt x="670140" y="515209"/>
                </a:lnTo>
                <a:close/>
                <a:moveTo>
                  <a:pt x="857100" y="635856"/>
                </a:moveTo>
                <a:cubicBezTo>
                  <a:pt x="770738" y="635856"/>
                  <a:pt x="700509" y="706144"/>
                  <a:pt x="700509" y="792447"/>
                </a:cubicBezTo>
                <a:cubicBezTo>
                  <a:pt x="700509" y="878810"/>
                  <a:pt x="770797" y="949038"/>
                  <a:pt x="857100" y="949038"/>
                </a:cubicBezTo>
                <a:cubicBezTo>
                  <a:pt x="943463" y="949038"/>
                  <a:pt x="1013692" y="878810"/>
                  <a:pt x="1013692" y="792447"/>
                </a:cubicBezTo>
                <a:cubicBezTo>
                  <a:pt x="1013692" y="706085"/>
                  <a:pt x="943463" y="635856"/>
                  <a:pt x="857100" y="635856"/>
                </a:cubicBezTo>
                <a:close/>
                <a:moveTo>
                  <a:pt x="1687509" y="754486"/>
                </a:moveTo>
                <a:cubicBezTo>
                  <a:pt x="1666571" y="754486"/>
                  <a:pt x="1649548" y="771509"/>
                  <a:pt x="1649548" y="792447"/>
                </a:cubicBezTo>
                <a:cubicBezTo>
                  <a:pt x="1649548" y="813385"/>
                  <a:pt x="1666571" y="830409"/>
                  <a:pt x="1687509" y="830409"/>
                </a:cubicBezTo>
                <a:cubicBezTo>
                  <a:pt x="1708447" y="830409"/>
                  <a:pt x="1725471" y="813385"/>
                  <a:pt x="1725471" y="792447"/>
                </a:cubicBezTo>
                <a:cubicBezTo>
                  <a:pt x="1725471" y="771509"/>
                  <a:pt x="1708447" y="754486"/>
                  <a:pt x="1687509" y="754486"/>
                </a:cubicBezTo>
                <a:close/>
                <a:moveTo>
                  <a:pt x="1233750" y="771094"/>
                </a:moveTo>
                <a:lnTo>
                  <a:pt x="1609747" y="771094"/>
                </a:lnTo>
                <a:cubicBezTo>
                  <a:pt x="1612179" y="762197"/>
                  <a:pt x="1616094" y="753893"/>
                  <a:pt x="1621254" y="746478"/>
                </a:cubicBezTo>
                <a:cubicBezTo>
                  <a:pt x="1502328" y="613257"/>
                  <a:pt x="1214354" y="339281"/>
                  <a:pt x="857100" y="339281"/>
                </a:cubicBezTo>
                <a:cubicBezTo>
                  <a:pt x="780466" y="339281"/>
                  <a:pt x="706737" y="352212"/>
                  <a:pt x="637161" y="373743"/>
                </a:cubicBezTo>
                <a:lnTo>
                  <a:pt x="685384" y="456547"/>
                </a:lnTo>
                <a:cubicBezTo>
                  <a:pt x="736928" y="430152"/>
                  <a:pt x="795294" y="415204"/>
                  <a:pt x="857100" y="415204"/>
                </a:cubicBezTo>
                <a:cubicBezTo>
                  <a:pt x="1057941" y="415204"/>
                  <a:pt x="1222658" y="572982"/>
                  <a:pt x="1233750" y="771094"/>
                </a:cubicBezTo>
                <a:close/>
                <a:moveTo>
                  <a:pt x="1055272" y="771094"/>
                </a:moveTo>
                <a:lnTo>
                  <a:pt x="1190984" y="771094"/>
                </a:lnTo>
                <a:cubicBezTo>
                  <a:pt x="1179892" y="596530"/>
                  <a:pt x="1034393" y="457911"/>
                  <a:pt x="857100" y="457911"/>
                </a:cubicBezTo>
                <a:cubicBezTo>
                  <a:pt x="803124" y="457911"/>
                  <a:pt x="752113" y="470782"/>
                  <a:pt x="706915" y="493559"/>
                </a:cubicBezTo>
                <a:lnTo>
                  <a:pt x="775127" y="610766"/>
                </a:lnTo>
                <a:cubicBezTo>
                  <a:pt x="800158" y="599436"/>
                  <a:pt x="827918" y="593149"/>
                  <a:pt x="857100" y="593149"/>
                </a:cubicBezTo>
                <a:cubicBezTo>
                  <a:pt x="959775" y="593149"/>
                  <a:pt x="1044595" y="671208"/>
                  <a:pt x="1055272" y="771094"/>
                </a:cubicBezTo>
                <a:close/>
                <a:moveTo>
                  <a:pt x="441896" y="42707"/>
                </a:moveTo>
                <a:cubicBezTo>
                  <a:pt x="420958" y="42707"/>
                  <a:pt x="403935" y="59730"/>
                  <a:pt x="403935" y="80668"/>
                </a:cubicBezTo>
                <a:cubicBezTo>
                  <a:pt x="403935" y="101606"/>
                  <a:pt x="420958" y="118630"/>
                  <a:pt x="441896" y="118630"/>
                </a:cubicBezTo>
                <a:cubicBezTo>
                  <a:pt x="462834" y="118630"/>
                  <a:pt x="479858" y="101606"/>
                  <a:pt x="479858" y="80668"/>
                </a:cubicBezTo>
                <a:cubicBezTo>
                  <a:pt x="479858" y="59730"/>
                  <a:pt x="462834" y="42707"/>
                  <a:pt x="441896" y="42707"/>
                </a:cubicBezTo>
                <a:close/>
              </a:path>
            </a:pathLst>
          </a:custGeom>
          <a:solidFill>
            <a:schemeClr val="accent1"/>
          </a:solidFill>
          <a:ln w="59234"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CA55188A-138B-CA36-B56F-31945B20ACAF}"/>
              </a:ext>
            </a:extLst>
          </p:cNvPr>
          <p:cNvSpPr>
            <a:spLocks noChangeAspect="1"/>
          </p:cNvSpPr>
          <p:nvPr/>
        </p:nvSpPr>
        <p:spPr>
          <a:xfrm>
            <a:off x="15273372" y="9882685"/>
            <a:ext cx="1128662" cy="914400"/>
          </a:xfrm>
          <a:custGeom>
            <a:avLst/>
            <a:gdLst>
              <a:gd name="connsiteX0" fmla="*/ 602288 w 1775180"/>
              <a:gd name="connsiteY0" fmla="*/ 1038889 h 1437178"/>
              <a:gd name="connsiteX1" fmla="*/ 354978 w 1775180"/>
              <a:gd name="connsiteY1" fmla="*/ 791579 h 1437178"/>
              <a:gd name="connsiteX2" fmla="*/ 384569 w 1775180"/>
              <a:gd name="connsiteY2" fmla="*/ 761988 h 1437178"/>
              <a:gd name="connsiteX3" fmla="*/ 602288 w 1775180"/>
              <a:gd name="connsiteY3" fmla="*/ 979707 h 1437178"/>
              <a:gd name="connsiteX4" fmla="*/ 1052551 w 1775180"/>
              <a:gd name="connsiteY4" fmla="*/ 529386 h 1437178"/>
              <a:gd name="connsiteX5" fmla="*/ 1082200 w 1775180"/>
              <a:gd name="connsiteY5" fmla="*/ 558977 h 1437178"/>
              <a:gd name="connsiteX6" fmla="*/ 602288 w 1775180"/>
              <a:gd name="connsiteY6" fmla="*/ 1038889 h 1437178"/>
              <a:gd name="connsiteX7" fmla="*/ 1336138 w 1775180"/>
              <a:gd name="connsiteY7" fmla="*/ 1085631 h 1437178"/>
              <a:gd name="connsiteX8" fmla="*/ 1754833 w 1775180"/>
              <a:gd name="connsiteY8" fmla="*/ 1318232 h 1437178"/>
              <a:gd name="connsiteX9" fmla="*/ 1775181 w 1775180"/>
              <a:gd name="connsiteY9" fmla="*/ 1281665 h 1437178"/>
              <a:gd name="connsiteX10" fmla="*/ 1356544 w 1775180"/>
              <a:gd name="connsiteY10" fmla="*/ 1049063 h 1437178"/>
              <a:gd name="connsiteX11" fmla="*/ 1437179 w 1775180"/>
              <a:gd name="connsiteY11" fmla="*/ 718560 h 1437178"/>
              <a:gd name="connsiteX12" fmla="*/ 718618 w 1775180"/>
              <a:gd name="connsiteY12" fmla="*/ 0 h 1437178"/>
              <a:gd name="connsiteX13" fmla="*/ 0 w 1775180"/>
              <a:gd name="connsiteY13" fmla="*/ 718618 h 1437178"/>
              <a:gd name="connsiteX14" fmla="*/ 718560 w 1775180"/>
              <a:gd name="connsiteY14" fmla="*/ 1437179 h 1437178"/>
              <a:gd name="connsiteX15" fmla="*/ 1336138 w 1775180"/>
              <a:gd name="connsiteY15" fmla="*/ 1085631 h 1437178"/>
              <a:gd name="connsiteX16" fmla="*/ 1395263 w 1775180"/>
              <a:gd name="connsiteY16" fmla="*/ 718618 h 1437178"/>
              <a:gd name="connsiteX17" fmla="*/ 718560 w 1775180"/>
              <a:gd name="connsiteY17" fmla="*/ 1395321 h 1437178"/>
              <a:gd name="connsiteX18" fmla="*/ 41858 w 1775180"/>
              <a:gd name="connsiteY18" fmla="*/ 718618 h 1437178"/>
              <a:gd name="connsiteX19" fmla="*/ 718560 w 1775180"/>
              <a:gd name="connsiteY19" fmla="*/ 41916 h 1437178"/>
              <a:gd name="connsiteX20" fmla="*/ 1395263 w 1775180"/>
              <a:gd name="connsiteY20" fmla="*/ 718618 h 143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75180" h="1437178">
                <a:moveTo>
                  <a:pt x="602288" y="1038889"/>
                </a:moveTo>
                <a:lnTo>
                  <a:pt x="354978" y="791579"/>
                </a:lnTo>
                <a:lnTo>
                  <a:pt x="384569" y="761988"/>
                </a:lnTo>
                <a:lnTo>
                  <a:pt x="602288" y="979707"/>
                </a:lnTo>
                <a:lnTo>
                  <a:pt x="1052551" y="529386"/>
                </a:lnTo>
                <a:lnTo>
                  <a:pt x="1082200" y="558977"/>
                </a:lnTo>
                <a:lnTo>
                  <a:pt x="602288" y="1038889"/>
                </a:lnTo>
                <a:close/>
                <a:moveTo>
                  <a:pt x="1336138" y="1085631"/>
                </a:moveTo>
                <a:lnTo>
                  <a:pt x="1754833" y="1318232"/>
                </a:lnTo>
                <a:lnTo>
                  <a:pt x="1775181" y="1281665"/>
                </a:lnTo>
                <a:lnTo>
                  <a:pt x="1356544" y="1049063"/>
                </a:lnTo>
                <a:cubicBezTo>
                  <a:pt x="1408053" y="950116"/>
                  <a:pt x="1437179" y="837623"/>
                  <a:pt x="1437179" y="718560"/>
                </a:cubicBezTo>
                <a:cubicBezTo>
                  <a:pt x="1437179" y="322364"/>
                  <a:pt x="1114815" y="0"/>
                  <a:pt x="718618" y="0"/>
                </a:cubicBezTo>
                <a:cubicBezTo>
                  <a:pt x="322422" y="0"/>
                  <a:pt x="0" y="322422"/>
                  <a:pt x="0" y="718618"/>
                </a:cubicBezTo>
                <a:cubicBezTo>
                  <a:pt x="0" y="1114815"/>
                  <a:pt x="322364" y="1437179"/>
                  <a:pt x="718560" y="1437179"/>
                </a:cubicBezTo>
                <a:cubicBezTo>
                  <a:pt x="980811" y="1437179"/>
                  <a:pt x="1210623" y="1296024"/>
                  <a:pt x="1336138" y="1085631"/>
                </a:cubicBezTo>
                <a:close/>
                <a:moveTo>
                  <a:pt x="1395263" y="718618"/>
                </a:moveTo>
                <a:cubicBezTo>
                  <a:pt x="1395263" y="1091735"/>
                  <a:pt x="1091677" y="1395321"/>
                  <a:pt x="718560" y="1395321"/>
                </a:cubicBezTo>
                <a:cubicBezTo>
                  <a:pt x="345444" y="1395321"/>
                  <a:pt x="41858" y="1091735"/>
                  <a:pt x="41858" y="718618"/>
                </a:cubicBezTo>
                <a:cubicBezTo>
                  <a:pt x="41858" y="345502"/>
                  <a:pt x="345444" y="41916"/>
                  <a:pt x="718560" y="41916"/>
                </a:cubicBezTo>
                <a:cubicBezTo>
                  <a:pt x="1091677" y="41916"/>
                  <a:pt x="1395263" y="345502"/>
                  <a:pt x="1395263" y="718618"/>
                </a:cubicBezTo>
                <a:close/>
              </a:path>
            </a:pathLst>
          </a:custGeom>
          <a:solidFill>
            <a:srgbClr val="0F62FE"/>
          </a:solidFill>
          <a:ln w="58043" cap="flat">
            <a:noFill/>
            <a:prstDash val="solid"/>
            <a:miter/>
          </a:ln>
        </p:spPr>
        <p:txBody>
          <a:bodyPr rtlCol="0" anchor="ctr"/>
          <a:lstStyle/>
          <a:p>
            <a:endParaRPr lang="en-US"/>
          </a:p>
        </p:txBody>
      </p:sp>
      <p:sp>
        <p:nvSpPr>
          <p:cNvPr id="19" name="Rectangle 18">
            <a:extLst>
              <a:ext uri="{FF2B5EF4-FFF2-40B4-BE49-F238E27FC236}">
                <a16:creationId xmlns:a16="http://schemas.microsoft.com/office/drawing/2014/main" id="{F9828AFD-3332-597E-B7BA-BC6373801B84}"/>
              </a:ext>
            </a:extLst>
          </p:cNvPr>
          <p:cNvSpPr/>
          <p:nvPr/>
        </p:nvSpPr>
        <p:spPr>
          <a:xfrm>
            <a:off x="14945632" y="10892887"/>
            <a:ext cx="1784142" cy="430887"/>
          </a:xfrm>
          <a:prstGeom prst="rect">
            <a:avLst/>
          </a:prstGeom>
        </p:spPr>
        <p:txBody>
          <a:bodyPr wrap="none" lIns="0" tIns="0" rIns="0" bIns="0">
            <a:spAutoFit/>
          </a:bodyPr>
          <a:lstStyle/>
          <a:p>
            <a:pPr algn="ctr"/>
            <a:r>
              <a:rPr lang="en-US" sz="2800" dirty="0">
                <a:latin typeface="IBM Plex Sans Light" panose="020B0403050203000203" pitchFamily="34" charset="0"/>
              </a:rPr>
              <a:t>Test model</a:t>
            </a:r>
          </a:p>
        </p:txBody>
      </p:sp>
      <p:sp>
        <p:nvSpPr>
          <p:cNvPr id="20" name="Arc 19">
            <a:extLst>
              <a:ext uri="{FF2B5EF4-FFF2-40B4-BE49-F238E27FC236}">
                <a16:creationId xmlns:a16="http://schemas.microsoft.com/office/drawing/2014/main" id="{DE085D52-7A77-9913-B306-C7D8CDBEA946}"/>
              </a:ext>
            </a:extLst>
          </p:cNvPr>
          <p:cNvSpPr/>
          <p:nvPr/>
        </p:nvSpPr>
        <p:spPr bwMode="auto">
          <a:xfrm>
            <a:off x="13601364" y="1729677"/>
            <a:ext cx="9401676" cy="9418320"/>
          </a:xfrm>
          <a:prstGeom prst="arc">
            <a:avLst>
              <a:gd name="adj1" fmla="val 20392710"/>
              <a:gd name="adj2" fmla="val 21588093"/>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21" name="Arc 20">
            <a:extLst>
              <a:ext uri="{FF2B5EF4-FFF2-40B4-BE49-F238E27FC236}">
                <a16:creationId xmlns:a16="http://schemas.microsoft.com/office/drawing/2014/main" id="{208469D3-F9E2-CF80-5B8F-6756A28957F4}"/>
              </a:ext>
            </a:extLst>
          </p:cNvPr>
          <p:cNvSpPr/>
          <p:nvPr/>
        </p:nvSpPr>
        <p:spPr bwMode="auto">
          <a:xfrm>
            <a:off x="13601364" y="1729677"/>
            <a:ext cx="9401676" cy="9418320"/>
          </a:xfrm>
          <a:prstGeom prst="arc">
            <a:avLst>
              <a:gd name="adj1" fmla="val 1374121"/>
              <a:gd name="adj2" fmla="val 2963878"/>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22" name="Arc 21">
            <a:extLst>
              <a:ext uri="{FF2B5EF4-FFF2-40B4-BE49-F238E27FC236}">
                <a16:creationId xmlns:a16="http://schemas.microsoft.com/office/drawing/2014/main" id="{C0EC6A0F-23C2-E8AA-B478-FFC902A55AB4}"/>
              </a:ext>
            </a:extLst>
          </p:cNvPr>
          <p:cNvSpPr/>
          <p:nvPr/>
        </p:nvSpPr>
        <p:spPr bwMode="auto">
          <a:xfrm>
            <a:off x="13601364" y="1729677"/>
            <a:ext cx="9401676" cy="9419001"/>
          </a:xfrm>
          <a:prstGeom prst="arc">
            <a:avLst>
              <a:gd name="adj1" fmla="val 4490161"/>
              <a:gd name="adj2" fmla="val 6342925"/>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23" name="Arc 22">
            <a:extLst>
              <a:ext uri="{FF2B5EF4-FFF2-40B4-BE49-F238E27FC236}">
                <a16:creationId xmlns:a16="http://schemas.microsoft.com/office/drawing/2014/main" id="{0FAED60C-261A-3F51-9299-F1E35510B991}"/>
              </a:ext>
            </a:extLst>
          </p:cNvPr>
          <p:cNvSpPr/>
          <p:nvPr/>
        </p:nvSpPr>
        <p:spPr bwMode="auto">
          <a:xfrm>
            <a:off x="13601364" y="1729677"/>
            <a:ext cx="9401676" cy="9418320"/>
          </a:xfrm>
          <a:prstGeom prst="arc">
            <a:avLst>
              <a:gd name="adj1" fmla="val 7929455"/>
              <a:gd name="adj2" fmla="val 9423475"/>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24" name="Arc 23">
            <a:extLst>
              <a:ext uri="{FF2B5EF4-FFF2-40B4-BE49-F238E27FC236}">
                <a16:creationId xmlns:a16="http://schemas.microsoft.com/office/drawing/2014/main" id="{6EBCBB12-3A1D-6F1B-0C00-259E72C02D14}"/>
              </a:ext>
            </a:extLst>
          </p:cNvPr>
          <p:cNvSpPr/>
          <p:nvPr/>
        </p:nvSpPr>
        <p:spPr bwMode="auto">
          <a:xfrm>
            <a:off x="13601364" y="1729677"/>
            <a:ext cx="9401676" cy="9418320"/>
          </a:xfrm>
          <a:prstGeom prst="arc">
            <a:avLst>
              <a:gd name="adj1" fmla="val 10811848"/>
              <a:gd name="adj2" fmla="val 12013071"/>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25" name="Arc 24">
            <a:extLst>
              <a:ext uri="{FF2B5EF4-FFF2-40B4-BE49-F238E27FC236}">
                <a16:creationId xmlns:a16="http://schemas.microsoft.com/office/drawing/2014/main" id="{6DF0E522-34AD-048A-2E6C-38C1F364C3CB}"/>
              </a:ext>
            </a:extLst>
          </p:cNvPr>
          <p:cNvSpPr/>
          <p:nvPr/>
        </p:nvSpPr>
        <p:spPr bwMode="auto">
          <a:xfrm>
            <a:off x="13601364" y="1729677"/>
            <a:ext cx="9401676" cy="9418320"/>
          </a:xfrm>
          <a:prstGeom prst="arc">
            <a:avLst>
              <a:gd name="adj1" fmla="val 13676879"/>
              <a:gd name="adj2" fmla="val 15218308"/>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31" name="Arc 30">
            <a:extLst>
              <a:ext uri="{FF2B5EF4-FFF2-40B4-BE49-F238E27FC236}">
                <a16:creationId xmlns:a16="http://schemas.microsoft.com/office/drawing/2014/main" id="{DEC0BAA9-873C-F4F8-8E0E-AAA4BFF12547}"/>
              </a:ext>
            </a:extLst>
          </p:cNvPr>
          <p:cNvSpPr/>
          <p:nvPr/>
        </p:nvSpPr>
        <p:spPr bwMode="auto">
          <a:xfrm>
            <a:off x="13601364" y="1729677"/>
            <a:ext cx="9401676" cy="9418320"/>
          </a:xfrm>
          <a:prstGeom prst="arc">
            <a:avLst>
              <a:gd name="adj1" fmla="val 17180169"/>
              <a:gd name="adj2" fmla="val 18732070"/>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32" name="Rectangle 31">
            <a:extLst>
              <a:ext uri="{FF2B5EF4-FFF2-40B4-BE49-F238E27FC236}">
                <a16:creationId xmlns:a16="http://schemas.microsoft.com/office/drawing/2014/main" id="{02461BEE-B175-242C-9B89-993FA30DF0D9}"/>
              </a:ext>
            </a:extLst>
          </p:cNvPr>
          <p:cNvSpPr/>
          <p:nvPr/>
        </p:nvSpPr>
        <p:spPr>
          <a:xfrm>
            <a:off x="17051060" y="2085046"/>
            <a:ext cx="2502288" cy="430887"/>
          </a:xfrm>
          <a:prstGeom prst="rect">
            <a:avLst/>
          </a:prstGeom>
        </p:spPr>
        <p:txBody>
          <a:bodyPr wrap="none" lIns="0" tIns="0" rIns="0" bIns="0">
            <a:spAutoFit/>
          </a:bodyPr>
          <a:lstStyle/>
          <a:p>
            <a:pPr algn="ctr"/>
            <a:r>
              <a:rPr lang="en-US" sz="2800" dirty="0">
                <a:latin typeface="IBM Plex Sans Light" panose="020B0403050203000203" pitchFamily="34" charset="0"/>
              </a:rPr>
              <a:t>Define use case</a:t>
            </a:r>
          </a:p>
        </p:txBody>
      </p:sp>
      <p:sp>
        <p:nvSpPr>
          <p:cNvPr id="33" name="Freeform 32">
            <a:extLst>
              <a:ext uri="{FF2B5EF4-FFF2-40B4-BE49-F238E27FC236}">
                <a16:creationId xmlns:a16="http://schemas.microsoft.com/office/drawing/2014/main" id="{0B83A053-1382-8A13-9FBD-955CE8D9A080}"/>
              </a:ext>
            </a:extLst>
          </p:cNvPr>
          <p:cNvSpPr>
            <a:spLocks noChangeAspect="1"/>
          </p:cNvSpPr>
          <p:nvPr/>
        </p:nvSpPr>
        <p:spPr>
          <a:xfrm>
            <a:off x="18041961" y="1069388"/>
            <a:ext cx="515973" cy="846697"/>
          </a:xfrm>
          <a:custGeom>
            <a:avLst/>
            <a:gdLst>
              <a:gd name="connsiteX0" fmla="*/ 1868912 w 2830585"/>
              <a:gd name="connsiteY0" fmla="*/ 4644912 h 4644911"/>
              <a:gd name="connsiteX1" fmla="*/ 961673 w 2830585"/>
              <a:gd name="connsiteY1" fmla="*/ 4644912 h 4644911"/>
              <a:gd name="connsiteX2" fmla="*/ 961673 w 2830585"/>
              <a:gd name="connsiteY2" fmla="*/ 4536043 h 4644911"/>
              <a:gd name="connsiteX3" fmla="*/ 1868912 w 2830585"/>
              <a:gd name="connsiteY3" fmla="*/ 4536043 h 4644911"/>
              <a:gd name="connsiteX4" fmla="*/ 1868912 w 2830585"/>
              <a:gd name="connsiteY4" fmla="*/ 4644912 h 4644911"/>
              <a:gd name="connsiteX5" fmla="*/ 2020119 w 2830585"/>
              <a:gd name="connsiteY5" fmla="*/ 4342499 h 4644911"/>
              <a:gd name="connsiteX6" fmla="*/ 810467 w 2830585"/>
              <a:gd name="connsiteY6" fmla="*/ 4342499 h 4644911"/>
              <a:gd name="connsiteX7" fmla="*/ 810467 w 2830585"/>
              <a:gd name="connsiteY7" fmla="*/ 4233630 h 4644911"/>
              <a:gd name="connsiteX8" fmla="*/ 2020119 w 2830585"/>
              <a:gd name="connsiteY8" fmla="*/ 4233630 h 4644911"/>
              <a:gd name="connsiteX9" fmla="*/ 2020119 w 2830585"/>
              <a:gd name="connsiteY9" fmla="*/ 4342499 h 4644911"/>
              <a:gd name="connsiteX10" fmla="*/ 2020119 w 2830585"/>
              <a:gd name="connsiteY10" fmla="*/ 4040086 h 4644911"/>
              <a:gd name="connsiteX11" fmla="*/ 810467 w 2830585"/>
              <a:gd name="connsiteY11" fmla="*/ 4040086 h 4644911"/>
              <a:gd name="connsiteX12" fmla="*/ 810467 w 2830585"/>
              <a:gd name="connsiteY12" fmla="*/ 3931217 h 4644911"/>
              <a:gd name="connsiteX13" fmla="*/ 2020119 w 2830585"/>
              <a:gd name="connsiteY13" fmla="*/ 3931217 h 4644911"/>
              <a:gd name="connsiteX14" fmla="*/ 2020119 w 2830585"/>
              <a:gd name="connsiteY14" fmla="*/ 4040086 h 4644911"/>
              <a:gd name="connsiteX15" fmla="*/ 2020119 w 2830585"/>
              <a:gd name="connsiteY15" fmla="*/ 3737673 h 4644911"/>
              <a:gd name="connsiteX16" fmla="*/ 810467 w 2830585"/>
              <a:gd name="connsiteY16" fmla="*/ 3737673 h 4644911"/>
              <a:gd name="connsiteX17" fmla="*/ 756032 w 2830585"/>
              <a:gd name="connsiteY17" fmla="*/ 3683239 h 4644911"/>
              <a:gd name="connsiteX18" fmla="*/ 756032 w 2830585"/>
              <a:gd name="connsiteY18" fmla="*/ 3463536 h 4644911"/>
              <a:gd name="connsiteX19" fmla="*/ 447420 w 2830585"/>
              <a:gd name="connsiteY19" fmla="*/ 2526811 h 4644911"/>
              <a:gd name="connsiteX20" fmla="*/ 0 w 2830585"/>
              <a:gd name="connsiteY20" fmla="*/ 1455211 h 4644911"/>
              <a:gd name="connsiteX21" fmla="*/ 1415293 w 2830585"/>
              <a:gd name="connsiteY21" fmla="*/ 0 h 4644911"/>
              <a:gd name="connsiteX22" fmla="*/ 2830585 w 2830585"/>
              <a:gd name="connsiteY22" fmla="*/ 1455211 h 4644911"/>
              <a:gd name="connsiteX23" fmla="*/ 2383165 w 2830585"/>
              <a:gd name="connsiteY23" fmla="*/ 2526660 h 4644911"/>
              <a:gd name="connsiteX24" fmla="*/ 2074553 w 2830585"/>
              <a:gd name="connsiteY24" fmla="*/ 3463536 h 4644911"/>
              <a:gd name="connsiteX25" fmla="*/ 2074553 w 2830585"/>
              <a:gd name="connsiteY25" fmla="*/ 3683239 h 4644911"/>
              <a:gd name="connsiteX26" fmla="*/ 2020119 w 2830585"/>
              <a:gd name="connsiteY26" fmla="*/ 3737673 h 4644911"/>
              <a:gd name="connsiteX27" fmla="*/ 864901 w 2830585"/>
              <a:gd name="connsiteY27" fmla="*/ 3628804 h 4644911"/>
              <a:gd name="connsiteX28" fmla="*/ 1965684 w 2830585"/>
              <a:gd name="connsiteY28" fmla="*/ 3628804 h 4644911"/>
              <a:gd name="connsiteX29" fmla="*/ 1965684 w 2830585"/>
              <a:gd name="connsiteY29" fmla="*/ 3463536 h 4644911"/>
              <a:gd name="connsiteX30" fmla="*/ 2304689 w 2830585"/>
              <a:gd name="connsiteY30" fmla="*/ 2451208 h 4644911"/>
              <a:gd name="connsiteX31" fmla="*/ 2721716 w 2830585"/>
              <a:gd name="connsiteY31" fmla="*/ 1455060 h 4644911"/>
              <a:gd name="connsiteX32" fmla="*/ 1415293 w 2830585"/>
              <a:gd name="connsiteY32" fmla="*/ 108717 h 4644911"/>
              <a:gd name="connsiteX33" fmla="*/ 108869 w 2830585"/>
              <a:gd name="connsiteY33" fmla="*/ 1455060 h 4644911"/>
              <a:gd name="connsiteX34" fmla="*/ 525896 w 2830585"/>
              <a:gd name="connsiteY34" fmla="*/ 2451208 h 4644911"/>
              <a:gd name="connsiteX35" fmla="*/ 864901 w 2830585"/>
              <a:gd name="connsiteY35" fmla="*/ 3463536 h 4644911"/>
              <a:gd name="connsiteX36" fmla="*/ 864901 w 2830585"/>
              <a:gd name="connsiteY36" fmla="*/ 3628804 h 4644911"/>
              <a:gd name="connsiteX37" fmla="*/ 1594170 w 2830585"/>
              <a:gd name="connsiteY37" fmla="*/ 2452418 h 4644911"/>
              <a:gd name="connsiteX38" fmla="*/ 1236567 w 2830585"/>
              <a:gd name="connsiteY38" fmla="*/ 2452418 h 4644911"/>
              <a:gd name="connsiteX39" fmla="*/ 1182132 w 2830585"/>
              <a:gd name="connsiteY39" fmla="*/ 2397984 h 4644911"/>
              <a:gd name="connsiteX40" fmla="*/ 1182132 w 2830585"/>
              <a:gd name="connsiteY40" fmla="*/ 2200054 h 4644911"/>
              <a:gd name="connsiteX41" fmla="*/ 1079161 w 2830585"/>
              <a:gd name="connsiteY41" fmla="*/ 2156960 h 4644911"/>
              <a:gd name="connsiteX42" fmla="*/ 938841 w 2830585"/>
              <a:gd name="connsiteY42" fmla="*/ 2297280 h 4644911"/>
              <a:gd name="connsiteX43" fmla="*/ 900435 w 2830585"/>
              <a:gd name="connsiteY43" fmla="*/ 2313157 h 4644911"/>
              <a:gd name="connsiteX44" fmla="*/ 900435 w 2830585"/>
              <a:gd name="connsiteY44" fmla="*/ 2313157 h 4644911"/>
              <a:gd name="connsiteX45" fmla="*/ 862028 w 2830585"/>
              <a:gd name="connsiteY45" fmla="*/ 2297280 h 4644911"/>
              <a:gd name="connsiteX46" fmla="*/ 609211 w 2830585"/>
              <a:gd name="connsiteY46" fmla="*/ 2044312 h 4644911"/>
              <a:gd name="connsiteX47" fmla="*/ 609211 w 2830585"/>
              <a:gd name="connsiteY47" fmla="*/ 1967347 h 4644911"/>
              <a:gd name="connsiteX48" fmla="*/ 749077 w 2830585"/>
              <a:gd name="connsiteY48" fmla="*/ 1827330 h 4644911"/>
              <a:gd name="connsiteX49" fmla="*/ 706739 w 2830585"/>
              <a:gd name="connsiteY49" fmla="*/ 1724056 h 4644911"/>
              <a:gd name="connsiteX50" fmla="*/ 508054 w 2830585"/>
              <a:gd name="connsiteY50" fmla="*/ 1724056 h 4644911"/>
              <a:gd name="connsiteX51" fmla="*/ 453619 w 2830585"/>
              <a:gd name="connsiteY51" fmla="*/ 1669622 h 4644911"/>
              <a:gd name="connsiteX52" fmla="*/ 453619 w 2830585"/>
              <a:gd name="connsiteY52" fmla="*/ 1311867 h 4644911"/>
              <a:gd name="connsiteX53" fmla="*/ 508054 w 2830585"/>
              <a:gd name="connsiteY53" fmla="*/ 1257433 h 4644911"/>
              <a:gd name="connsiteX54" fmla="*/ 705983 w 2830585"/>
              <a:gd name="connsiteY54" fmla="*/ 1257433 h 4644911"/>
              <a:gd name="connsiteX55" fmla="*/ 749077 w 2830585"/>
              <a:gd name="connsiteY55" fmla="*/ 1154461 h 4644911"/>
              <a:gd name="connsiteX56" fmla="*/ 608908 w 2830585"/>
              <a:gd name="connsiteY56" fmla="*/ 1014142 h 4644911"/>
              <a:gd name="connsiteX57" fmla="*/ 608908 w 2830585"/>
              <a:gd name="connsiteY57" fmla="*/ 937178 h 4644911"/>
              <a:gd name="connsiteX58" fmla="*/ 861726 w 2830585"/>
              <a:gd name="connsiteY58" fmla="*/ 684209 h 4644911"/>
              <a:gd name="connsiteX59" fmla="*/ 938690 w 2830585"/>
              <a:gd name="connsiteY59" fmla="*/ 684209 h 4644911"/>
              <a:gd name="connsiteX60" fmla="*/ 1078707 w 2830585"/>
              <a:gd name="connsiteY60" fmla="*/ 824226 h 4644911"/>
              <a:gd name="connsiteX61" fmla="*/ 1182132 w 2830585"/>
              <a:gd name="connsiteY61" fmla="*/ 781889 h 4644911"/>
              <a:gd name="connsiteX62" fmla="*/ 1182132 w 2830585"/>
              <a:gd name="connsiteY62" fmla="*/ 583506 h 4644911"/>
              <a:gd name="connsiteX63" fmla="*/ 1236567 w 2830585"/>
              <a:gd name="connsiteY63" fmla="*/ 529071 h 4644911"/>
              <a:gd name="connsiteX64" fmla="*/ 1594170 w 2830585"/>
              <a:gd name="connsiteY64" fmla="*/ 529071 h 4644911"/>
              <a:gd name="connsiteX65" fmla="*/ 1648604 w 2830585"/>
              <a:gd name="connsiteY65" fmla="*/ 583506 h 4644911"/>
              <a:gd name="connsiteX66" fmla="*/ 1648604 w 2830585"/>
              <a:gd name="connsiteY66" fmla="*/ 781435 h 4644911"/>
              <a:gd name="connsiteX67" fmla="*/ 1751576 w 2830585"/>
              <a:gd name="connsiteY67" fmla="*/ 824529 h 4644911"/>
              <a:gd name="connsiteX68" fmla="*/ 1891895 w 2830585"/>
              <a:gd name="connsiteY68" fmla="*/ 684209 h 4644911"/>
              <a:gd name="connsiteX69" fmla="*/ 1969011 w 2830585"/>
              <a:gd name="connsiteY69" fmla="*/ 684209 h 4644911"/>
              <a:gd name="connsiteX70" fmla="*/ 2221979 w 2830585"/>
              <a:gd name="connsiteY70" fmla="*/ 937178 h 4644911"/>
              <a:gd name="connsiteX71" fmla="*/ 2221979 w 2830585"/>
              <a:gd name="connsiteY71" fmla="*/ 1014142 h 4644911"/>
              <a:gd name="connsiteX72" fmla="*/ 2081962 w 2830585"/>
              <a:gd name="connsiteY72" fmla="*/ 1154159 h 4644911"/>
              <a:gd name="connsiteX73" fmla="*/ 2124300 w 2830585"/>
              <a:gd name="connsiteY73" fmla="*/ 1257433 h 4644911"/>
              <a:gd name="connsiteX74" fmla="*/ 2322532 w 2830585"/>
              <a:gd name="connsiteY74" fmla="*/ 1257433 h 4644911"/>
              <a:gd name="connsiteX75" fmla="*/ 2376966 w 2830585"/>
              <a:gd name="connsiteY75" fmla="*/ 1311867 h 4644911"/>
              <a:gd name="connsiteX76" fmla="*/ 2376966 w 2830585"/>
              <a:gd name="connsiteY76" fmla="*/ 1669622 h 4644911"/>
              <a:gd name="connsiteX77" fmla="*/ 2322532 w 2830585"/>
              <a:gd name="connsiteY77" fmla="*/ 1724056 h 4644911"/>
              <a:gd name="connsiteX78" fmla="*/ 2124451 w 2830585"/>
              <a:gd name="connsiteY78" fmla="*/ 1724056 h 4644911"/>
              <a:gd name="connsiteX79" fmla="*/ 2081508 w 2830585"/>
              <a:gd name="connsiteY79" fmla="*/ 1827028 h 4644911"/>
              <a:gd name="connsiteX80" fmla="*/ 2221828 w 2830585"/>
              <a:gd name="connsiteY80" fmla="*/ 1967347 h 4644911"/>
              <a:gd name="connsiteX81" fmla="*/ 2221828 w 2830585"/>
              <a:gd name="connsiteY81" fmla="*/ 2044312 h 4644911"/>
              <a:gd name="connsiteX82" fmla="*/ 1968859 w 2830585"/>
              <a:gd name="connsiteY82" fmla="*/ 2297280 h 4644911"/>
              <a:gd name="connsiteX83" fmla="*/ 1930302 w 2830585"/>
              <a:gd name="connsiteY83" fmla="*/ 2313157 h 4644911"/>
              <a:gd name="connsiteX84" fmla="*/ 1930302 w 2830585"/>
              <a:gd name="connsiteY84" fmla="*/ 2313157 h 4644911"/>
              <a:gd name="connsiteX85" fmla="*/ 1891744 w 2830585"/>
              <a:gd name="connsiteY85" fmla="*/ 2297280 h 4644911"/>
              <a:gd name="connsiteX86" fmla="*/ 1751878 w 2830585"/>
              <a:gd name="connsiteY86" fmla="*/ 2157263 h 4644911"/>
              <a:gd name="connsiteX87" fmla="*/ 1648453 w 2830585"/>
              <a:gd name="connsiteY87" fmla="*/ 2199601 h 4644911"/>
              <a:gd name="connsiteX88" fmla="*/ 1648453 w 2830585"/>
              <a:gd name="connsiteY88" fmla="*/ 2397984 h 4644911"/>
              <a:gd name="connsiteX89" fmla="*/ 1594170 w 2830585"/>
              <a:gd name="connsiteY89" fmla="*/ 2452418 h 4644911"/>
              <a:gd name="connsiteX90" fmla="*/ 1290850 w 2830585"/>
              <a:gd name="connsiteY90" fmla="*/ 2343549 h 4644911"/>
              <a:gd name="connsiteX91" fmla="*/ 1539736 w 2830585"/>
              <a:gd name="connsiteY91" fmla="*/ 2343549 h 4644911"/>
              <a:gd name="connsiteX92" fmla="*/ 1539736 w 2830585"/>
              <a:gd name="connsiteY92" fmla="*/ 2163009 h 4644911"/>
              <a:gd name="connsiteX93" fmla="*/ 1573455 w 2830585"/>
              <a:gd name="connsiteY93" fmla="*/ 2112657 h 4644911"/>
              <a:gd name="connsiteX94" fmla="*/ 1744167 w 2830585"/>
              <a:gd name="connsiteY94" fmla="*/ 2042799 h 4644911"/>
              <a:gd name="connsiteX95" fmla="*/ 1803440 w 2830585"/>
              <a:gd name="connsiteY95" fmla="*/ 2054745 h 4644911"/>
              <a:gd name="connsiteX96" fmla="*/ 1930453 w 2830585"/>
              <a:gd name="connsiteY96" fmla="*/ 2181758 h 4644911"/>
              <a:gd name="connsiteX97" fmla="*/ 2106457 w 2830585"/>
              <a:gd name="connsiteY97" fmla="*/ 2005754 h 4644911"/>
              <a:gd name="connsiteX98" fmla="*/ 1978688 w 2830585"/>
              <a:gd name="connsiteY98" fmla="*/ 1878136 h 4644911"/>
              <a:gd name="connsiteX99" fmla="*/ 1967045 w 2830585"/>
              <a:gd name="connsiteY99" fmla="*/ 1818560 h 4644911"/>
              <a:gd name="connsiteX100" fmla="*/ 2038263 w 2830585"/>
              <a:gd name="connsiteY100" fmla="*/ 1648453 h 4644911"/>
              <a:gd name="connsiteX101" fmla="*/ 2088464 w 2830585"/>
              <a:gd name="connsiteY101" fmla="*/ 1615036 h 4644911"/>
              <a:gd name="connsiteX102" fmla="*/ 2268097 w 2830585"/>
              <a:gd name="connsiteY102" fmla="*/ 1615036 h 4644911"/>
              <a:gd name="connsiteX103" fmla="*/ 2268097 w 2830585"/>
              <a:gd name="connsiteY103" fmla="*/ 1366302 h 4644911"/>
              <a:gd name="connsiteX104" fmla="*/ 2087859 w 2830585"/>
              <a:gd name="connsiteY104" fmla="*/ 1366302 h 4644911"/>
              <a:gd name="connsiteX105" fmla="*/ 2037507 w 2830585"/>
              <a:gd name="connsiteY105" fmla="*/ 1332583 h 4644911"/>
              <a:gd name="connsiteX106" fmla="*/ 1967499 w 2830585"/>
              <a:gd name="connsiteY106" fmla="*/ 1162022 h 4644911"/>
              <a:gd name="connsiteX107" fmla="*/ 1979293 w 2830585"/>
              <a:gd name="connsiteY107" fmla="*/ 1102900 h 4644911"/>
              <a:gd name="connsiteX108" fmla="*/ 2106457 w 2830585"/>
              <a:gd name="connsiteY108" fmla="*/ 975735 h 4644911"/>
              <a:gd name="connsiteX109" fmla="*/ 1930302 w 2830585"/>
              <a:gd name="connsiteY109" fmla="*/ 799731 h 4644911"/>
              <a:gd name="connsiteX110" fmla="*/ 1802684 w 2830585"/>
              <a:gd name="connsiteY110" fmla="*/ 927349 h 4644911"/>
              <a:gd name="connsiteX111" fmla="*/ 1743108 w 2830585"/>
              <a:gd name="connsiteY111" fmla="*/ 939143 h 4644911"/>
              <a:gd name="connsiteX112" fmla="*/ 1573001 w 2830585"/>
              <a:gd name="connsiteY112" fmla="*/ 867925 h 4644911"/>
              <a:gd name="connsiteX113" fmla="*/ 1539584 w 2830585"/>
              <a:gd name="connsiteY113" fmla="*/ 817725 h 4644911"/>
              <a:gd name="connsiteX114" fmla="*/ 1539584 w 2830585"/>
              <a:gd name="connsiteY114" fmla="*/ 637940 h 4644911"/>
              <a:gd name="connsiteX115" fmla="*/ 1290698 w 2830585"/>
              <a:gd name="connsiteY115" fmla="*/ 637940 h 4644911"/>
              <a:gd name="connsiteX116" fmla="*/ 1290698 w 2830585"/>
              <a:gd name="connsiteY116" fmla="*/ 818329 h 4644911"/>
              <a:gd name="connsiteX117" fmla="*/ 1256979 w 2830585"/>
              <a:gd name="connsiteY117" fmla="*/ 868681 h 4644911"/>
              <a:gd name="connsiteX118" fmla="*/ 1086419 w 2830585"/>
              <a:gd name="connsiteY118" fmla="*/ 938690 h 4644911"/>
              <a:gd name="connsiteX119" fmla="*/ 1027297 w 2830585"/>
              <a:gd name="connsiteY119" fmla="*/ 926744 h 4644911"/>
              <a:gd name="connsiteX120" fmla="*/ 900132 w 2830585"/>
              <a:gd name="connsiteY120" fmla="*/ 799731 h 4644911"/>
              <a:gd name="connsiteX121" fmla="*/ 724279 w 2830585"/>
              <a:gd name="connsiteY121" fmla="*/ 975735 h 4644911"/>
              <a:gd name="connsiteX122" fmla="*/ 851897 w 2830585"/>
              <a:gd name="connsiteY122" fmla="*/ 1103354 h 4644911"/>
              <a:gd name="connsiteX123" fmla="*/ 863691 w 2830585"/>
              <a:gd name="connsiteY123" fmla="*/ 1162929 h 4644911"/>
              <a:gd name="connsiteX124" fmla="*/ 792473 w 2830585"/>
              <a:gd name="connsiteY124" fmla="*/ 1333036 h 4644911"/>
              <a:gd name="connsiteX125" fmla="*/ 742273 w 2830585"/>
              <a:gd name="connsiteY125" fmla="*/ 1366453 h 4644911"/>
              <a:gd name="connsiteX126" fmla="*/ 562488 w 2830585"/>
              <a:gd name="connsiteY126" fmla="*/ 1366453 h 4644911"/>
              <a:gd name="connsiteX127" fmla="*/ 562488 w 2830585"/>
              <a:gd name="connsiteY127" fmla="*/ 1615339 h 4644911"/>
              <a:gd name="connsiteX128" fmla="*/ 743029 w 2830585"/>
              <a:gd name="connsiteY128" fmla="*/ 1615339 h 4644911"/>
              <a:gd name="connsiteX129" fmla="*/ 793380 w 2830585"/>
              <a:gd name="connsiteY129" fmla="*/ 1649058 h 4644911"/>
              <a:gd name="connsiteX130" fmla="*/ 863238 w 2830585"/>
              <a:gd name="connsiteY130" fmla="*/ 1819619 h 4644911"/>
              <a:gd name="connsiteX131" fmla="*/ 851293 w 2830585"/>
              <a:gd name="connsiteY131" fmla="*/ 1878740 h 4644911"/>
              <a:gd name="connsiteX132" fmla="*/ 724279 w 2830585"/>
              <a:gd name="connsiteY132" fmla="*/ 2005905 h 4644911"/>
              <a:gd name="connsiteX133" fmla="*/ 900283 w 2830585"/>
              <a:gd name="connsiteY133" fmla="*/ 2181909 h 4644911"/>
              <a:gd name="connsiteX134" fmla="*/ 1027902 w 2830585"/>
              <a:gd name="connsiteY134" fmla="*/ 2054291 h 4644911"/>
              <a:gd name="connsiteX135" fmla="*/ 1087477 w 2830585"/>
              <a:gd name="connsiteY135" fmla="*/ 2042497 h 4644911"/>
              <a:gd name="connsiteX136" fmla="*/ 1257584 w 2830585"/>
              <a:gd name="connsiteY136" fmla="*/ 2113715 h 4644911"/>
              <a:gd name="connsiteX137" fmla="*/ 1291001 w 2830585"/>
              <a:gd name="connsiteY137" fmla="*/ 2163916 h 4644911"/>
              <a:gd name="connsiteX138" fmla="*/ 1290850 w 2830585"/>
              <a:gd name="connsiteY138" fmla="*/ 2343549 h 4644911"/>
              <a:gd name="connsiteX139" fmla="*/ 1290850 w 2830585"/>
              <a:gd name="connsiteY139" fmla="*/ 2343549 h 4644911"/>
              <a:gd name="connsiteX140" fmla="*/ 1415293 w 2830585"/>
              <a:gd name="connsiteY140" fmla="*/ 1923195 h 4644911"/>
              <a:gd name="connsiteX141" fmla="*/ 982842 w 2830585"/>
              <a:gd name="connsiteY141" fmla="*/ 1490745 h 4644911"/>
              <a:gd name="connsiteX142" fmla="*/ 1415293 w 2830585"/>
              <a:gd name="connsiteY142" fmla="*/ 1058294 h 4644911"/>
              <a:gd name="connsiteX143" fmla="*/ 1847743 w 2830585"/>
              <a:gd name="connsiteY143" fmla="*/ 1490745 h 4644911"/>
              <a:gd name="connsiteX144" fmla="*/ 1415293 w 2830585"/>
              <a:gd name="connsiteY144" fmla="*/ 1923195 h 4644911"/>
              <a:gd name="connsiteX145" fmla="*/ 1415293 w 2830585"/>
              <a:gd name="connsiteY145" fmla="*/ 1167163 h 4644911"/>
              <a:gd name="connsiteX146" fmla="*/ 1091711 w 2830585"/>
              <a:gd name="connsiteY146" fmla="*/ 1490745 h 4644911"/>
              <a:gd name="connsiteX147" fmla="*/ 1415293 w 2830585"/>
              <a:gd name="connsiteY147" fmla="*/ 1814327 h 4644911"/>
              <a:gd name="connsiteX148" fmla="*/ 1738874 w 2830585"/>
              <a:gd name="connsiteY148" fmla="*/ 1490745 h 4644911"/>
              <a:gd name="connsiteX149" fmla="*/ 1415293 w 2830585"/>
              <a:gd name="connsiteY149" fmla="*/ 1167163 h 464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830585" h="4644911">
                <a:moveTo>
                  <a:pt x="1868912" y="4644912"/>
                </a:moveTo>
                <a:lnTo>
                  <a:pt x="961673" y="4644912"/>
                </a:lnTo>
                <a:lnTo>
                  <a:pt x="961673" y="4536043"/>
                </a:lnTo>
                <a:lnTo>
                  <a:pt x="1868912" y="4536043"/>
                </a:lnTo>
                <a:lnTo>
                  <a:pt x="1868912" y="4644912"/>
                </a:lnTo>
                <a:close/>
                <a:moveTo>
                  <a:pt x="2020119" y="4342499"/>
                </a:moveTo>
                <a:lnTo>
                  <a:pt x="810467" y="4342499"/>
                </a:lnTo>
                <a:lnTo>
                  <a:pt x="810467" y="4233630"/>
                </a:lnTo>
                <a:lnTo>
                  <a:pt x="2020119" y="4233630"/>
                </a:lnTo>
                <a:lnTo>
                  <a:pt x="2020119" y="4342499"/>
                </a:lnTo>
                <a:close/>
                <a:moveTo>
                  <a:pt x="2020119" y="4040086"/>
                </a:moveTo>
                <a:lnTo>
                  <a:pt x="810467" y="4040086"/>
                </a:lnTo>
                <a:lnTo>
                  <a:pt x="810467" y="3931217"/>
                </a:lnTo>
                <a:lnTo>
                  <a:pt x="2020119" y="3931217"/>
                </a:lnTo>
                <a:lnTo>
                  <a:pt x="2020119" y="4040086"/>
                </a:lnTo>
                <a:close/>
                <a:moveTo>
                  <a:pt x="2020119" y="3737673"/>
                </a:moveTo>
                <a:lnTo>
                  <a:pt x="810467" y="3737673"/>
                </a:lnTo>
                <a:cubicBezTo>
                  <a:pt x="780377" y="3737673"/>
                  <a:pt x="756032" y="3713328"/>
                  <a:pt x="756032" y="3683239"/>
                </a:cubicBezTo>
                <a:lnTo>
                  <a:pt x="756032" y="3463536"/>
                </a:lnTo>
                <a:cubicBezTo>
                  <a:pt x="756032" y="3218278"/>
                  <a:pt x="756032" y="2847672"/>
                  <a:pt x="447420" y="2526811"/>
                </a:cubicBezTo>
                <a:cubicBezTo>
                  <a:pt x="158918" y="2226515"/>
                  <a:pt x="0" y="1845929"/>
                  <a:pt x="0" y="1455211"/>
                </a:cubicBezTo>
                <a:cubicBezTo>
                  <a:pt x="0" y="639150"/>
                  <a:pt x="621610" y="0"/>
                  <a:pt x="1415293" y="0"/>
                </a:cubicBezTo>
                <a:cubicBezTo>
                  <a:pt x="2208976" y="0"/>
                  <a:pt x="2830585" y="639150"/>
                  <a:pt x="2830585" y="1455211"/>
                </a:cubicBezTo>
                <a:cubicBezTo>
                  <a:pt x="2830585" y="1845929"/>
                  <a:pt x="2671667" y="2226667"/>
                  <a:pt x="2383165" y="2526660"/>
                </a:cubicBezTo>
                <a:cubicBezTo>
                  <a:pt x="2074553" y="2847672"/>
                  <a:pt x="2074553" y="3218278"/>
                  <a:pt x="2074553" y="3463536"/>
                </a:cubicBezTo>
                <a:lnTo>
                  <a:pt x="2074553" y="3683239"/>
                </a:lnTo>
                <a:cubicBezTo>
                  <a:pt x="2074553" y="3713328"/>
                  <a:pt x="2050209" y="3737673"/>
                  <a:pt x="2020119" y="3737673"/>
                </a:cubicBezTo>
                <a:close/>
                <a:moveTo>
                  <a:pt x="864901" y="3628804"/>
                </a:moveTo>
                <a:lnTo>
                  <a:pt x="1965684" y="3628804"/>
                </a:lnTo>
                <a:lnTo>
                  <a:pt x="1965684" y="3463536"/>
                </a:lnTo>
                <a:cubicBezTo>
                  <a:pt x="1965684" y="3216767"/>
                  <a:pt x="1965684" y="2803822"/>
                  <a:pt x="2304689" y="2451208"/>
                </a:cubicBezTo>
                <a:cubicBezTo>
                  <a:pt x="2573534" y="2171325"/>
                  <a:pt x="2721716" y="1817653"/>
                  <a:pt x="2721716" y="1455060"/>
                </a:cubicBezTo>
                <a:cubicBezTo>
                  <a:pt x="2721716" y="700086"/>
                  <a:pt x="2147888" y="108717"/>
                  <a:pt x="1415293" y="108717"/>
                </a:cubicBezTo>
                <a:cubicBezTo>
                  <a:pt x="682697" y="108717"/>
                  <a:pt x="108869" y="700086"/>
                  <a:pt x="108869" y="1455060"/>
                </a:cubicBezTo>
                <a:cubicBezTo>
                  <a:pt x="108869" y="1817653"/>
                  <a:pt x="256900" y="2171325"/>
                  <a:pt x="525896" y="2451208"/>
                </a:cubicBezTo>
                <a:cubicBezTo>
                  <a:pt x="864901" y="2803822"/>
                  <a:pt x="864901" y="3216767"/>
                  <a:pt x="864901" y="3463536"/>
                </a:cubicBezTo>
                <a:cubicBezTo>
                  <a:pt x="864901" y="3463536"/>
                  <a:pt x="864901" y="3628804"/>
                  <a:pt x="864901" y="3628804"/>
                </a:cubicBezTo>
                <a:close/>
                <a:moveTo>
                  <a:pt x="1594170" y="2452418"/>
                </a:moveTo>
                <a:lnTo>
                  <a:pt x="1236567" y="2452418"/>
                </a:lnTo>
                <a:cubicBezTo>
                  <a:pt x="1206477" y="2452418"/>
                  <a:pt x="1182132" y="2428074"/>
                  <a:pt x="1182132" y="2397984"/>
                </a:cubicBezTo>
                <a:lnTo>
                  <a:pt x="1182132" y="2200054"/>
                </a:lnTo>
                <a:lnTo>
                  <a:pt x="1079161" y="2156960"/>
                </a:lnTo>
                <a:lnTo>
                  <a:pt x="938841" y="2297280"/>
                </a:lnTo>
                <a:cubicBezTo>
                  <a:pt x="928710" y="2307562"/>
                  <a:pt x="914799" y="2313157"/>
                  <a:pt x="900435" y="2313157"/>
                </a:cubicBezTo>
                <a:lnTo>
                  <a:pt x="900435" y="2313157"/>
                </a:lnTo>
                <a:cubicBezTo>
                  <a:pt x="885919" y="2313157"/>
                  <a:pt x="872159" y="2307411"/>
                  <a:pt x="862028" y="2297280"/>
                </a:cubicBezTo>
                <a:lnTo>
                  <a:pt x="609211" y="2044312"/>
                </a:lnTo>
                <a:cubicBezTo>
                  <a:pt x="587891" y="2022991"/>
                  <a:pt x="587891" y="1988668"/>
                  <a:pt x="609211" y="1967347"/>
                </a:cubicBezTo>
                <a:lnTo>
                  <a:pt x="749077" y="1827330"/>
                </a:lnTo>
                <a:lnTo>
                  <a:pt x="706739" y="1724056"/>
                </a:lnTo>
                <a:lnTo>
                  <a:pt x="508054" y="1724056"/>
                </a:lnTo>
                <a:cubicBezTo>
                  <a:pt x="477964" y="1724056"/>
                  <a:pt x="453619" y="1699712"/>
                  <a:pt x="453619" y="1669622"/>
                </a:cubicBezTo>
                <a:lnTo>
                  <a:pt x="453619" y="1311867"/>
                </a:lnTo>
                <a:cubicBezTo>
                  <a:pt x="453619" y="1281777"/>
                  <a:pt x="477964" y="1257433"/>
                  <a:pt x="508054" y="1257433"/>
                </a:cubicBezTo>
                <a:lnTo>
                  <a:pt x="705983" y="1257433"/>
                </a:lnTo>
                <a:lnTo>
                  <a:pt x="749077" y="1154461"/>
                </a:lnTo>
                <a:lnTo>
                  <a:pt x="608908" y="1014142"/>
                </a:lnTo>
                <a:cubicBezTo>
                  <a:pt x="587588" y="992822"/>
                  <a:pt x="587588" y="958498"/>
                  <a:pt x="608908" y="937178"/>
                </a:cubicBezTo>
                <a:lnTo>
                  <a:pt x="861726" y="684209"/>
                </a:lnTo>
                <a:cubicBezTo>
                  <a:pt x="882139" y="663645"/>
                  <a:pt x="918277" y="663645"/>
                  <a:pt x="938690" y="684209"/>
                </a:cubicBezTo>
                <a:lnTo>
                  <a:pt x="1078707" y="824226"/>
                </a:lnTo>
                <a:lnTo>
                  <a:pt x="1182132" y="781889"/>
                </a:lnTo>
                <a:lnTo>
                  <a:pt x="1182132" y="583506"/>
                </a:lnTo>
                <a:cubicBezTo>
                  <a:pt x="1182132" y="553416"/>
                  <a:pt x="1206477" y="529071"/>
                  <a:pt x="1236567" y="529071"/>
                </a:cubicBezTo>
                <a:lnTo>
                  <a:pt x="1594170" y="529071"/>
                </a:lnTo>
                <a:cubicBezTo>
                  <a:pt x="1624260" y="529071"/>
                  <a:pt x="1648604" y="553416"/>
                  <a:pt x="1648604" y="583506"/>
                </a:cubicBezTo>
                <a:lnTo>
                  <a:pt x="1648604" y="781435"/>
                </a:lnTo>
                <a:lnTo>
                  <a:pt x="1751576" y="824529"/>
                </a:lnTo>
                <a:lnTo>
                  <a:pt x="1891895" y="684209"/>
                </a:lnTo>
                <a:cubicBezTo>
                  <a:pt x="1913215" y="662889"/>
                  <a:pt x="1947691" y="662889"/>
                  <a:pt x="1969011" y="684209"/>
                </a:cubicBezTo>
                <a:lnTo>
                  <a:pt x="2221979" y="937178"/>
                </a:lnTo>
                <a:cubicBezTo>
                  <a:pt x="2243299" y="958498"/>
                  <a:pt x="2243299" y="992822"/>
                  <a:pt x="2221979" y="1014142"/>
                </a:cubicBezTo>
                <a:lnTo>
                  <a:pt x="2081962" y="1154159"/>
                </a:lnTo>
                <a:lnTo>
                  <a:pt x="2124300" y="1257433"/>
                </a:lnTo>
                <a:lnTo>
                  <a:pt x="2322532" y="1257433"/>
                </a:lnTo>
                <a:cubicBezTo>
                  <a:pt x="2352622" y="1257433"/>
                  <a:pt x="2376966" y="1281777"/>
                  <a:pt x="2376966" y="1311867"/>
                </a:cubicBezTo>
                <a:lnTo>
                  <a:pt x="2376966" y="1669622"/>
                </a:lnTo>
                <a:cubicBezTo>
                  <a:pt x="2376966" y="1699712"/>
                  <a:pt x="2352622" y="1724056"/>
                  <a:pt x="2322532" y="1724056"/>
                </a:cubicBezTo>
                <a:lnTo>
                  <a:pt x="2124451" y="1724056"/>
                </a:lnTo>
                <a:lnTo>
                  <a:pt x="2081508" y="1827028"/>
                </a:lnTo>
                <a:lnTo>
                  <a:pt x="2221828" y="1967347"/>
                </a:lnTo>
                <a:cubicBezTo>
                  <a:pt x="2243148" y="1988668"/>
                  <a:pt x="2243148" y="2022991"/>
                  <a:pt x="2221828" y="2044312"/>
                </a:cubicBezTo>
                <a:lnTo>
                  <a:pt x="1968859" y="2297280"/>
                </a:lnTo>
                <a:cubicBezTo>
                  <a:pt x="1958729" y="2307562"/>
                  <a:pt x="1944818" y="2313157"/>
                  <a:pt x="1930302" y="2313157"/>
                </a:cubicBezTo>
                <a:lnTo>
                  <a:pt x="1930302" y="2313157"/>
                </a:lnTo>
                <a:cubicBezTo>
                  <a:pt x="1915786" y="2313157"/>
                  <a:pt x="1901875" y="2307411"/>
                  <a:pt x="1891744" y="2297280"/>
                </a:cubicBezTo>
                <a:lnTo>
                  <a:pt x="1751878" y="2157263"/>
                </a:lnTo>
                <a:lnTo>
                  <a:pt x="1648453" y="2199601"/>
                </a:lnTo>
                <a:lnTo>
                  <a:pt x="1648453" y="2397984"/>
                </a:lnTo>
                <a:cubicBezTo>
                  <a:pt x="1648604" y="2428074"/>
                  <a:pt x="1624260" y="2452418"/>
                  <a:pt x="1594170" y="2452418"/>
                </a:cubicBezTo>
                <a:close/>
                <a:moveTo>
                  <a:pt x="1290850" y="2343549"/>
                </a:moveTo>
                <a:lnTo>
                  <a:pt x="1539736" y="2343549"/>
                </a:lnTo>
                <a:lnTo>
                  <a:pt x="1539736" y="2163009"/>
                </a:lnTo>
                <a:cubicBezTo>
                  <a:pt x="1539736" y="2140933"/>
                  <a:pt x="1553042" y="2120973"/>
                  <a:pt x="1573455" y="2112657"/>
                </a:cubicBezTo>
                <a:lnTo>
                  <a:pt x="1744167" y="2042799"/>
                </a:lnTo>
                <a:cubicBezTo>
                  <a:pt x="1764428" y="2034483"/>
                  <a:pt x="1787865" y="2039170"/>
                  <a:pt x="1803440" y="2054745"/>
                </a:cubicBezTo>
                <a:lnTo>
                  <a:pt x="1930453" y="2181758"/>
                </a:lnTo>
                <a:lnTo>
                  <a:pt x="2106457" y="2005754"/>
                </a:lnTo>
                <a:lnTo>
                  <a:pt x="1978688" y="1878136"/>
                </a:lnTo>
                <a:cubicBezTo>
                  <a:pt x="1963114" y="1862561"/>
                  <a:pt x="1958426" y="1838973"/>
                  <a:pt x="1967045" y="1818560"/>
                </a:cubicBezTo>
                <a:lnTo>
                  <a:pt x="2038263" y="1648453"/>
                </a:lnTo>
                <a:cubicBezTo>
                  <a:pt x="2046731" y="1628191"/>
                  <a:pt x="2066539" y="1615036"/>
                  <a:pt x="2088464" y="1615036"/>
                </a:cubicBezTo>
                <a:lnTo>
                  <a:pt x="2268097" y="1615036"/>
                </a:lnTo>
                <a:lnTo>
                  <a:pt x="2268097" y="1366302"/>
                </a:lnTo>
                <a:lnTo>
                  <a:pt x="2087859" y="1366302"/>
                </a:lnTo>
                <a:cubicBezTo>
                  <a:pt x="2065783" y="1366302"/>
                  <a:pt x="2045975" y="1352996"/>
                  <a:pt x="2037507" y="1332583"/>
                </a:cubicBezTo>
                <a:lnTo>
                  <a:pt x="1967499" y="1162022"/>
                </a:lnTo>
                <a:cubicBezTo>
                  <a:pt x="1959182" y="1141760"/>
                  <a:pt x="1963870" y="1118323"/>
                  <a:pt x="1979293" y="1102900"/>
                </a:cubicBezTo>
                <a:lnTo>
                  <a:pt x="2106457" y="975735"/>
                </a:lnTo>
                <a:lnTo>
                  <a:pt x="1930302" y="799731"/>
                </a:lnTo>
                <a:lnTo>
                  <a:pt x="1802684" y="927349"/>
                </a:lnTo>
                <a:cubicBezTo>
                  <a:pt x="1786958" y="943075"/>
                  <a:pt x="1763370" y="947611"/>
                  <a:pt x="1743108" y="939143"/>
                </a:cubicBezTo>
                <a:lnTo>
                  <a:pt x="1573001" y="867925"/>
                </a:lnTo>
                <a:cubicBezTo>
                  <a:pt x="1552739" y="859458"/>
                  <a:pt x="1539584" y="839650"/>
                  <a:pt x="1539584" y="817725"/>
                </a:cubicBezTo>
                <a:lnTo>
                  <a:pt x="1539584" y="637940"/>
                </a:lnTo>
                <a:lnTo>
                  <a:pt x="1290698" y="637940"/>
                </a:lnTo>
                <a:lnTo>
                  <a:pt x="1290698" y="818329"/>
                </a:lnTo>
                <a:cubicBezTo>
                  <a:pt x="1290698" y="840406"/>
                  <a:pt x="1277392" y="860365"/>
                  <a:pt x="1256979" y="868681"/>
                </a:cubicBezTo>
                <a:lnTo>
                  <a:pt x="1086419" y="938690"/>
                </a:lnTo>
                <a:cubicBezTo>
                  <a:pt x="1065855" y="947006"/>
                  <a:pt x="1042720" y="942168"/>
                  <a:pt x="1027297" y="926744"/>
                </a:cubicBezTo>
                <a:lnTo>
                  <a:pt x="900132" y="799731"/>
                </a:lnTo>
                <a:lnTo>
                  <a:pt x="724279" y="975735"/>
                </a:lnTo>
                <a:lnTo>
                  <a:pt x="851897" y="1103354"/>
                </a:lnTo>
                <a:cubicBezTo>
                  <a:pt x="867623" y="1118928"/>
                  <a:pt x="872159" y="1142516"/>
                  <a:pt x="863691" y="1162929"/>
                </a:cubicBezTo>
                <a:lnTo>
                  <a:pt x="792473" y="1333036"/>
                </a:lnTo>
                <a:cubicBezTo>
                  <a:pt x="784006" y="1353298"/>
                  <a:pt x="764198" y="1366453"/>
                  <a:pt x="742273" y="1366453"/>
                </a:cubicBezTo>
                <a:lnTo>
                  <a:pt x="562488" y="1366453"/>
                </a:lnTo>
                <a:lnTo>
                  <a:pt x="562488" y="1615339"/>
                </a:lnTo>
                <a:lnTo>
                  <a:pt x="743029" y="1615339"/>
                </a:lnTo>
                <a:cubicBezTo>
                  <a:pt x="765105" y="1615339"/>
                  <a:pt x="785064" y="1628645"/>
                  <a:pt x="793380" y="1649058"/>
                </a:cubicBezTo>
                <a:lnTo>
                  <a:pt x="863238" y="1819619"/>
                </a:lnTo>
                <a:cubicBezTo>
                  <a:pt x="871554" y="1839880"/>
                  <a:pt x="866867" y="1863317"/>
                  <a:pt x="851293" y="1878740"/>
                </a:cubicBezTo>
                <a:lnTo>
                  <a:pt x="724279" y="2005905"/>
                </a:lnTo>
                <a:lnTo>
                  <a:pt x="900283" y="2181909"/>
                </a:lnTo>
                <a:lnTo>
                  <a:pt x="1027902" y="2054291"/>
                </a:lnTo>
                <a:cubicBezTo>
                  <a:pt x="1043476" y="2038566"/>
                  <a:pt x="1066913" y="2033727"/>
                  <a:pt x="1087477" y="2042497"/>
                </a:cubicBezTo>
                <a:lnTo>
                  <a:pt x="1257584" y="2113715"/>
                </a:lnTo>
                <a:cubicBezTo>
                  <a:pt x="1277846" y="2122183"/>
                  <a:pt x="1291001" y="2141991"/>
                  <a:pt x="1291001" y="2163916"/>
                </a:cubicBezTo>
                <a:lnTo>
                  <a:pt x="1290850" y="2343549"/>
                </a:lnTo>
                <a:lnTo>
                  <a:pt x="1290850" y="2343549"/>
                </a:lnTo>
                <a:close/>
                <a:moveTo>
                  <a:pt x="1415293" y="1923195"/>
                </a:moveTo>
                <a:cubicBezTo>
                  <a:pt x="1176840" y="1923195"/>
                  <a:pt x="982842" y="1729197"/>
                  <a:pt x="982842" y="1490745"/>
                </a:cubicBezTo>
                <a:cubicBezTo>
                  <a:pt x="982842" y="1252292"/>
                  <a:pt x="1176840" y="1058294"/>
                  <a:pt x="1415293" y="1058294"/>
                </a:cubicBezTo>
                <a:cubicBezTo>
                  <a:pt x="1653745" y="1058294"/>
                  <a:pt x="1847743" y="1252292"/>
                  <a:pt x="1847743" y="1490745"/>
                </a:cubicBezTo>
                <a:cubicBezTo>
                  <a:pt x="1847743" y="1729197"/>
                  <a:pt x="1653745" y="1923195"/>
                  <a:pt x="1415293" y="1923195"/>
                </a:cubicBezTo>
                <a:close/>
                <a:moveTo>
                  <a:pt x="1415293" y="1167163"/>
                </a:moveTo>
                <a:cubicBezTo>
                  <a:pt x="1236869" y="1167163"/>
                  <a:pt x="1091711" y="1312321"/>
                  <a:pt x="1091711" y="1490745"/>
                </a:cubicBezTo>
                <a:cubicBezTo>
                  <a:pt x="1091711" y="1669168"/>
                  <a:pt x="1236869" y="1814327"/>
                  <a:pt x="1415293" y="1814327"/>
                </a:cubicBezTo>
                <a:cubicBezTo>
                  <a:pt x="1593716" y="1814327"/>
                  <a:pt x="1738874" y="1669168"/>
                  <a:pt x="1738874" y="1490745"/>
                </a:cubicBezTo>
                <a:cubicBezTo>
                  <a:pt x="1738874" y="1312321"/>
                  <a:pt x="1593716" y="1167163"/>
                  <a:pt x="1415293" y="1167163"/>
                </a:cubicBezTo>
                <a:close/>
              </a:path>
            </a:pathLst>
          </a:custGeom>
          <a:solidFill>
            <a:srgbClr val="0F62FE"/>
          </a:solidFill>
          <a:ln w="150912"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56BBDC7C-7CD9-50ED-8C9C-A77CDFFF5DCF}"/>
              </a:ext>
            </a:extLst>
          </p:cNvPr>
          <p:cNvSpPr/>
          <p:nvPr/>
        </p:nvSpPr>
        <p:spPr>
          <a:xfrm>
            <a:off x="13235615" y="6644106"/>
            <a:ext cx="846029" cy="846052"/>
          </a:xfrm>
          <a:custGeom>
            <a:avLst/>
            <a:gdLst>
              <a:gd name="connsiteX0" fmla="*/ 454667 w 846029"/>
              <a:gd name="connsiteY0" fmla="*/ 846052 h 846052"/>
              <a:gd name="connsiteX1" fmla="*/ 449062 w 846029"/>
              <a:gd name="connsiteY1" fmla="*/ 844564 h 846052"/>
              <a:gd name="connsiteX2" fmla="*/ 443268 w 846029"/>
              <a:gd name="connsiteY2" fmla="*/ 834653 h 846052"/>
              <a:gd name="connsiteX3" fmla="*/ 443268 w 846029"/>
              <a:gd name="connsiteY3" fmla="*/ 622887 h 846052"/>
              <a:gd name="connsiteX4" fmla="*/ 433452 w 846029"/>
              <a:gd name="connsiteY4" fmla="*/ 618834 h 846052"/>
              <a:gd name="connsiteX5" fmla="*/ 272728 w 846029"/>
              <a:gd name="connsiteY5" fmla="*/ 779400 h 846052"/>
              <a:gd name="connsiteX6" fmla="*/ 256611 w 846029"/>
              <a:gd name="connsiteY6" fmla="*/ 763252 h 846052"/>
              <a:gd name="connsiteX7" fmla="*/ 417272 w 846029"/>
              <a:gd name="connsiteY7" fmla="*/ 602717 h 846052"/>
              <a:gd name="connsiteX8" fmla="*/ 411573 w 846029"/>
              <a:gd name="connsiteY8" fmla="*/ 581344 h 846052"/>
              <a:gd name="connsiteX9" fmla="*/ 454635 w 846029"/>
              <a:gd name="connsiteY9" fmla="*/ 538282 h 846052"/>
              <a:gd name="connsiteX10" fmla="*/ 497698 w 846029"/>
              <a:gd name="connsiteY10" fmla="*/ 581344 h 846052"/>
              <a:gd name="connsiteX11" fmla="*/ 466034 w 846029"/>
              <a:gd name="connsiteY11" fmla="*/ 622887 h 846052"/>
              <a:gd name="connsiteX12" fmla="*/ 466034 w 846029"/>
              <a:gd name="connsiteY12" fmla="*/ 814547 h 846052"/>
              <a:gd name="connsiteX13" fmla="*/ 601523 w 846029"/>
              <a:gd name="connsiteY13" fmla="*/ 733235 h 846052"/>
              <a:gd name="connsiteX14" fmla="*/ 601523 w 846029"/>
              <a:gd name="connsiteY14" fmla="*/ 454690 h 846052"/>
              <a:gd name="connsiteX15" fmla="*/ 604847 w 846029"/>
              <a:gd name="connsiteY15" fmla="*/ 446647 h 846052"/>
              <a:gd name="connsiteX16" fmla="*/ 736980 w 846029"/>
              <a:gd name="connsiteY16" fmla="*/ 314578 h 846052"/>
              <a:gd name="connsiteX17" fmla="*/ 823231 w 846029"/>
              <a:gd name="connsiteY17" fmla="*/ 106390 h 846052"/>
              <a:gd name="connsiteX18" fmla="*/ 823231 w 846029"/>
              <a:gd name="connsiteY18" fmla="*/ 22798 h 846052"/>
              <a:gd name="connsiteX19" fmla="*/ 739639 w 846029"/>
              <a:gd name="connsiteY19" fmla="*/ 22798 h 846052"/>
              <a:gd name="connsiteX20" fmla="*/ 531546 w 846029"/>
              <a:gd name="connsiteY20" fmla="*/ 109018 h 846052"/>
              <a:gd name="connsiteX21" fmla="*/ 399414 w 846029"/>
              <a:gd name="connsiteY21" fmla="*/ 241087 h 846052"/>
              <a:gd name="connsiteX22" fmla="*/ 391339 w 846029"/>
              <a:gd name="connsiteY22" fmla="*/ 244443 h 846052"/>
              <a:gd name="connsiteX23" fmla="*/ 112858 w 846029"/>
              <a:gd name="connsiteY23" fmla="*/ 244443 h 846052"/>
              <a:gd name="connsiteX24" fmla="*/ 31514 w 846029"/>
              <a:gd name="connsiteY24" fmla="*/ 379964 h 846052"/>
              <a:gd name="connsiteX25" fmla="*/ 223142 w 846029"/>
              <a:gd name="connsiteY25" fmla="*/ 379964 h 846052"/>
              <a:gd name="connsiteX26" fmla="*/ 264685 w 846029"/>
              <a:gd name="connsiteY26" fmla="*/ 348300 h 846052"/>
              <a:gd name="connsiteX27" fmla="*/ 307748 w 846029"/>
              <a:gd name="connsiteY27" fmla="*/ 391362 h 846052"/>
              <a:gd name="connsiteX28" fmla="*/ 264685 w 846029"/>
              <a:gd name="connsiteY28" fmla="*/ 434425 h 846052"/>
              <a:gd name="connsiteX29" fmla="*/ 243375 w 846029"/>
              <a:gd name="connsiteY29" fmla="*/ 428789 h 846052"/>
              <a:gd name="connsiteX30" fmla="*/ 82746 w 846029"/>
              <a:gd name="connsiteY30" fmla="*/ 589418 h 846052"/>
              <a:gd name="connsiteX31" fmla="*/ 66629 w 846029"/>
              <a:gd name="connsiteY31" fmla="*/ 573270 h 846052"/>
              <a:gd name="connsiteX32" fmla="*/ 227227 w 846029"/>
              <a:gd name="connsiteY32" fmla="*/ 412640 h 846052"/>
              <a:gd name="connsiteX33" fmla="*/ 223142 w 846029"/>
              <a:gd name="connsiteY33" fmla="*/ 402761 h 846052"/>
              <a:gd name="connsiteX34" fmla="*/ 11376 w 846029"/>
              <a:gd name="connsiteY34" fmla="*/ 402761 h 846052"/>
              <a:gd name="connsiteX35" fmla="*/ 1465 w 846029"/>
              <a:gd name="connsiteY35" fmla="*/ 396967 h 846052"/>
              <a:gd name="connsiteX36" fmla="*/ 1624 w 846029"/>
              <a:gd name="connsiteY36" fmla="*/ 385505 h 846052"/>
              <a:gd name="connsiteX37" fmla="*/ 96646 w 846029"/>
              <a:gd name="connsiteY37" fmla="*/ 227187 h 846052"/>
              <a:gd name="connsiteX38" fmla="*/ 106399 w 846029"/>
              <a:gd name="connsiteY38" fmla="*/ 221645 h 846052"/>
              <a:gd name="connsiteX39" fmla="*/ 386622 w 846029"/>
              <a:gd name="connsiteY39" fmla="*/ 221645 h 846052"/>
              <a:gd name="connsiteX40" fmla="*/ 515398 w 846029"/>
              <a:gd name="connsiteY40" fmla="*/ 92901 h 846052"/>
              <a:gd name="connsiteX41" fmla="*/ 739639 w 846029"/>
              <a:gd name="connsiteY41" fmla="*/ 0 h 846052"/>
              <a:gd name="connsiteX42" fmla="*/ 834630 w 846029"/>
              <a:gd name="connsiteY42" fmla="*/ 0 h 846052"/>
              <a:gd name="connsiteX43" fmla="*/ 846029 w 846029"/>
              <a:gd name="connsiteY43" fmla="*/ 11399 h 846052"/>
              <a:gd name="connsiteX44" fmla="*/ 846029 w 846029"/>
              <a:gd name="connsiteY44" fmla="*/ 106390 h 846052"/>
              <a:gd name="connsiteX45" fmla="*/ 753160 w 846029"/>
              <a:gd name="connsiteY45" fmla="*/ 330663 h 846052"/>
              <a:gd name="connsiteX46" fmla="*/ 624384 w 846029"/>
              <a:gd name="connsiteY46" fmla="*/ 459408 h 846052"/>
              <a:gd name="connsiteX47" fmla="*/ 624384 w 846029"/>
              <a:gd name="connsiteY47" fmla="*/ 739662 h 846052"/>
              <a:gd name="connsiteX48" fmla="*/ 618843 w 846029"/>
              <a:gd name="connsiteY48" fmla="*/ 749446 h 846052"/>
              <a:gd name="connsiteX49" fmla="*/ 460524 w 846029"/>
              <a:gd name="connsiteY49" fmla="*/ 844437 h 846052"/>
              <a:gd name="connsiteX50" fmla="*/ 454667 w 846029"/>
              <a:gd name="connsiteY50" fmla="*/ 846052 h 846052"/>
              <a:gd name="connsiteX51" fmla="*/ 454667 w 846029"/>
              <a:gd name="connsiteY51" fmla="*/ 561079 h 846052"/>
              <a:gd name="connsiteX52" fmla="*/ 434402 w 846029"/>
              <a:gd name="connsiteY52" fmla="*/ 581344 h 846052"/>
              <a:gd name="connsiteX53" fmla="*/ 454667 w 846029"/>
              <a:gd name="connsiteY53" fmla="*/ 601609 h 846052"/>
              <a:gd name="connsiteX54" fmla="*/ 474931 w 846029"/>
              <a:gd name="connsiteY54" fmla="*/ 581344 h 846052"/>
              <a:gd name="connsiteX55" fmla="*/ 454667 w 846029"/>
              <a:gd name="connsiteY55" fmla="*/ 561079 h 846052"/>
              <a:gd name="connsiteX56" fmla="*/ 264685 w 846029"/>
              <a:gd name="connsiteY56" fmla="*/ 371098 h 846052"/>
              <a:gd name="connsiteX57" fmla="*/ 244420 w 846029"/>
              <a:gd name="connsiteY57" fmla="*/ 391362 h 846052"/>
              <a:gd name="connsiteX58" fmla="*/ 264685 w 846029"/>
              <a:gd name="connsiteY58" fmla="*/ 411627 h 846052"/>
              <a:gd name="connsiteX59" fmla="*/ 284950 w 846029"/>
              <a:gd name="connsiteY59" fmla="*/ 391362 h 846052"/>
              <a:gd name="connsiteX60" fmla="*/ 264685 w 846029"/>
              <a:gd name="connsiteY60" fmla="*/ 371098 h 846052"/>
              <a:gd name="connsiteX61" fmla="*/ 19419 w 846029"/>
              <a:gd name="connsiteY61" fmla="*/ 842727 h 846052"/>
              <a:gd name="connsiteX62" fmla="*/ 3302 w 846029"/>
              <a:gd name="connsiteY62" fmla="*/ 826579 h 846052"/>
              <a:gd name="connsiteX63" fmla="*/ 417240 w 846029"/>
              <a:gd name="connsiteY63" fmla="*/ 412672 h 846052"/>
              <a:gd name="connsiteX64" fmla="*/ 411604 w 846029"/>
              <a:gd name="connsiteY64" fmla="*/ 391362 h 846052"/>
              <a:gd name="connsiteX65" fmla="*/ 454667 w 846029"/>
              <a:gd name="connsiteY65" fmla="*/ 348300 h 846052"/>
              <a:gd name="connsiteX66" fmla="*/ 497729 w 846029"/>
              <a:gd name="connsiteY66" fmla="*/ 391362 h 846052"/>
              <a:gd name="connsiteX67" fmla="*/ 454667 w 846029"/>
              <a:gd name="connsiteY67" fmla="*/ 434425 h 846052"/>
              <a:gd name="connsiteX68" fmla="*/ 433357 w 846029"/>
              <a:gd name="connsiteY68" fmla="*/ 428789 h 846052"/>
              <a:gd name="connsiteX69" fmla="*/ 19419 w 846029"/>
              <a:gd name="connsiteY69" fmla="*/ 842727 h 846052"/>
              <a:gd name="connsiteX70" fmla="*/ 454667 w 846029"/>
              <a:gd name="connsiteY70" fmla="*/ 371098 h 846052"/>
              <a:gd name="connsiteX71" fmla="*/ 434402 w 846029"/>
              <a:gd name="connsiteY71" fmla="*/ 391362 h 846052"/>
              <a:gd name="connsiteX72" fmla="*/ 454667 w 846029"/>
              <a:gd name="connsiteY72" fmla="*/ 411627 h 846052"/>
              <a:gd name="connsiteX73" fmla="*/ 474931 w 846029"/>
              <a:gd name="connsiteY73" fmla="*/ 391362 h 846052"/>
              <a:gd name="connsiteX74" fmla="*/ 454667 w 846029"/>
              <a:gd name="connsiteY74" fmla="*/ 371098 h 84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846029" h="846052">
                <a:moveTo>
                  <a:pt x="454667" y="846052"/>
                </a:moveTo>
                <a:cubicBezTo>
                  <a:pt x="452735" y="846052"/>
                  <a:pt x="450804" y="845545"/>
                  <a:pt x="449062" y="844564"/>
                </a:cubicBezTo>
                <a:cubicBezTo>
                  <a:pt x="445484" y="842537"/>
                  <a:pt x="443268" y="838769"/>
                  <a:pt x="443268" y="834653"/>
                </a:cubicBezTo>
                <a:lnTo>
                  <a:pt x="443268" y="622887"/>
                </a:lnTo>
                <a:cubicBezTo>
                  <a:pt x="439817" y="621937"/>
                  <a:pt x="436523" y="620575"/>
                  <a:pt x="433452" y="618834"/>
                </a:cubicBezTo>
                <a:lnTo>
                  <a:pt x="272728" y="779400"/>
                </a:lnTo>
                <a:lnTo>
                  <a:pt x="256611" y="763252"/>
                </a:lnTo>
                <a:lnTo>
                  <a:pt x="417272" y="602717"/>
                </a:lnTo>
                <a:cubicBezTo>
                  <a:pt x="413662" y="596448"/>
                  <a:pt x="411573" y="589133"/>
                  <a:pt x="411573" y="581344"/>
                </a:cubicBezTo>
                <a:cubicBezTo>
                  <a:pt x="411573" y="557596"/>
                  <a:pt x="430887" y="538282"/>
                  <a:pt x="454635" y="538282"/>
                </a:cubicBezTo>
                <a:cubicBezTo>
                  <a:pt x="478383" y="538282"/>
                  <a:pt x="497698" y="557596"/>
                  <a:pt x="497698" y="581344"/>
                </a:cubicBezTo>
                <a:cubicBezTo>
                  <a:pt x="497698" y="601134"/>
                  <a:pt x="484241" y="617852"/>
                  <a:pt x="466034" y="622887"/>
                </a:cubicBezTo>
                <a:lnTo>
                  <a:pt x="466034" y="814547"/>
                </a:lnTo>
                <a:lnTo>
                  <a:pt x="601523" y="733235"/>
                </a:lnTo>
                <a:lnTo>
                  <a:pt x="601523" y="454690"/>
                </a:lnTo>
                <a:cubicBezTo>
                  <a:pt x="601523" y="451650"/>
                  <a:pt x="602726" y="448769"/>
                  <a:pt x="604847" y="446647"/>
                </a:cubicBezTo>
                <a:lnTo>
                  <a:pt x="736980" y="314578"/>
                </a:lnTo>
                <a:cubicBezTo>
                  <a:pt x="792644" y="258945"/>
                  <a:pt x="823231" y="185042"/>
                  <a:pt x="823231" y="106390"/>
                </a:cubicBezTo>
                <a:lnTo>
                  <a:pt x="823231" y="22798"/>
                </a:lnTo>
                <a:lnTo>
                  <a:pt x="739639" y="22798"/>
                </a:lnTo>
                <a:cubicBezTo>
                  <a:pt x="661050" y="22798"/>
                  <a:pt x="587116" y="53417"/>
                  <a:pt x="531546" y="109018"/>
                </a:cubicBezTo>
                <a:lnTo>
                  <a:pt x="399414" y="241087"/>
                </a:lnTo>
                <a:cubicBezTo>
                  <a:pt x="397261" y="243240"/>
                  <a:pt x="394379" y="244443"/>
                  <a:pt x="391339" y="244443"/>
                </a:cubicBezTo>
                <a:lnTo>
                  <a:pt x="112858" y="244443"/>
                </a:lnTo>
                <a:lnTo>
                  <a:pt x="31514" y="379964"/>
                </a:lnTo>
                <a:lnTo>
                  <a:pt x="223142" y="379964"/>
                </a:lnTo>
                <a:cubicBezTo>
                  <a:pt x="228145" y="361725"/>
                  <a:pt x="244864" y="348300"/>
                  <a:pt x="264685" y="348300"/>
                </a:cubicBezTo>
                <a:cubicBezTo>
                  <a:pt x="288433" y="348300"/>
                  <a:pt x="307748" y="367615"/>
                  <a:pt x="307748" y="391362"/>
                </a:cubicBezTo>
                <a:cubicBezTo>
                  <a:pt x="307748" y="415110"/>
                  <a:pt x="288433" y="434425"/>
                  <a:pt x="264685" y="434425"/>
                </a:cubicBezTo>
                <a:cubicBezTo>
                  <a:pt x="256927" y="434425"/>
                  <a:pt x="249676" y="432367"/>
                  <a:pt x="243375" y="428789"/>
                </a:cubicBezTo>
                <a:lnTo>
                  <a:pt x="82746" y="589418"/>
                </a:lnTo>
                <a:lnTo>
                  <a:pt x="66629" y="573270"/>
                </a:lnTo>
                <a:lnTo>
                  <a:pt x="227227" y="412640"/>
                </a:lnTo>
                <a:cubicBezTo>
                  <a:pt x="225485" y="409569"/>
                  <a:pt x="224092" y="406244"/>
                  <a:pt x="223142" y="402761"/>
                </a:cubicBezTo>
                <a:lnTo>
                  <a:pt x="11376" y="402761"/>
                </a:lnTo>
                <a:cubicBezTo>
                  <a:pt x="7260" y="402761"/>
                  <a:pt x="3460" y="400545"/>
                  <a:pt x="1465" y="396967"/>
                </a:cubicBezTo>
                <a:cubicBezTo>
                  <a:pt x="-530" y="393389"/>
                  <a:pt x="-498" y="389019"/>
                  <a:pt x="1624" y="385505"/>
                </a:cubicBezTo>
                <a:lnTo>
                  <a:pt x="96646" y="227187"/>
                </a:lnTo>
                <a:cubicBezTo>
                  <a:pt x="98704" y="223767"/>
                  <a:pt x="102409" y="221645"/>
                  <a:pt x="106399" y="221645"/>
                </a:cubicBezTo>
                <a:lnTo>
                  <a:pt x="386622" y="221645"/>
                </a:lnTo>
                <a:lnTo>
                  <a:pt x="515398" y="92901"/>
                </a:lnTo>
                <a:cubicBezTo>
                  <a:pt x="575305" y="32993"/>
                  <a:pt x="654939" y="0"/>
                  <a:pt x="739639" y="0"/>
                </a:cubicBezTo>
                <a:lnTo>
                  <a:pt x="834630" y="0"/>
                </a:lnTo>
                <a:cubicBezTo>
                  <a:pt x="840931" y="0"/>
                  <a:pt x="846029" y="5098"/>
                  <a:pt x="846029" y="11399"/>
                </a:cubicBezTo>
                <a:lnTo>
                  <a:pt x="846029" y="106390"/>
                </a:lnTo>
                <a:cubicBezTo>
                  <a:pt x="846029" y="191122"/>
                  <a:pt x="813036" y="270756"/>
                  <a:pt x="753160" y="330663"/>
                </a:cubicBezTo>
                <a:lnTo>
                  <a:pt x="624384" y="459408"/>
                </a:lnTo>
                <a:lnTo>
                  <a:pt x="624384" y="739662"/>
                </a:lnTo>
                <a:cubicBezTo>
                  <a:pt x="624384" y="743652"/>
                  <a:pt x="622294" y="747357"/>
                  <a:pt x="618843" y="749446"/>
                </a:cubicBezTo>
                <a:lnTo>
                  <a:pt x="460524" y="844437"/>
                </a:lnTo>
                <a:cubicBezTo>
                  <a:pt x="458720" y="845514"/>
                  <a:pt x="456693" y="846052"/>
                  <a:pt x="454667" y="846052"/>
                </a:cubicBezTo>
                <a:close/>
                <a:moveTo>
                  <a:pt x="454667" y="561079"/>
                </a:moveTo>
                <a:cubicBezTo>
                  <a:pt x="443489" y="561079"/>
                  <a:pt x="434402" y="570167"/>
                  <a:pt x="434402" y="581344"/>
                </a:cubicBezTo>
                <a:cubicBezTo>
                  <a:pt x="434402" y="592521"/>
                  <a:pt x="443489" y="601609"/>
                  <a:pt x="454667" y="601609"/>
                </a:cubicBezTo>
                <a:cubicBezTo>
                  <a:pt x="465844" y="601609"/>
                  <a:pt x="474931" y="592521"/>
                  <a:pt x="474931" y="581344"/>
                </a:cubicBezTo>
                <a:cubicBezTo>
                  <a:pt x="474931" y="570167"/>
                  <a:pt x="465844" y="561079"/>
                  <a:pt x="454667" y="561079"/>
                </a:cubicBezTo>
                <a:close/>
                <a:moveTo>
                  <a:pt x="264685" y="371098"/>
                </a:moveTo>
                <a:cubicBezTo>
                  <a:pt x="253508" y="371098"/>
                  <a:pt x="244420" y="380185"/>
                  <a:pt x="244420" y="391362"/>
                </a:cubicBezTo>
                <a:cubicBezTo>
                  <a:pt x="244420" y="402540"/>
                  <a:pt x="253508" y="411627"/>
                  <a:pt x="264685" y="411627"/>
                </a:cubicBezTo>
                <a:cubicBezTo>
                  <a:pt x="275862" y="411627"/>
                  <a:pt x="284950" y="402540"/>
                  <a:pt x="284950" y="391362"/>
                </a:cubicBezTo>
                <a:cubicBezTo>
                  <a:pt x="284950" y="380185"/>
                  <a:pt x="275862" y="371098"/>
                  <a:pt x="264685" y="371098"/>
                </a:cubicBezTo>
                <a:close/>
                <a:moveTo>
                  <a:pt x="19419" y="842727"/>
                </a:moveTo>
                <a:lnTo>
                  <a:pt x="3302" y="826579"/>
                </a:lnTo>
                <a:lnTo>
                  <a:pt x="417240" y="412672"/>
                </a:lnTo>
                <a:cubicBezTo>
                  <a:pt x="413662" y="406371"/>
                  <a:pt x="411604" y="399120"/>
                  <a:pt x="411604" y="391362"/>
                </a:cubicBezTo>
                <a:cubicBezTo>
                  <a:pt x="411604" y="367615"/>
                  <a:pt x="430919" y="348300"/>
                  <a:pt x="454667" y="348300"/>
                </a:cubicBezTo>
                <a:cubicBezTo>
                  <a:pt x="478414" y="348300"/>
                  <a:pt x="497729" y="367615"/>
                  <a:pt x="497729" y="391362"/>
                </a:cubicBezTo>
                <a:cubicBezTo>
                  <a:pt x="497729" y="415110"/>
                  <a:pt x="478414" y="434425"/>
                  <a:pt x="454667" y="434425"/>
                </a:cubicBezTo>
                <a:cubicBezTo>
                  <a:pt x="446909" y="434425"/>
                  <a:pt x="439658" y="432367"/>
                  <a:pt x="433357" y="428789"/>
                </a:cubicBezTo>
                <a:lnTo>
                  <a:pt x="19419" y="842727"/>
                </a:lnTo>
                <a:close/>
                <a:moveTo>
                  <a:pt x="454667" y="371098"/>
                </a:moveTo>
                <a:cubicBezTo>
                  <a:pt x="443489" y="371098"/>
                  <a:pt x="434402" y="380185"/>
                  <a:pt x="434402" y="391362"/>
                </a:cubicBezTo>
                <a:cubicBezTo>
                  <a:pt x="434402" y="402540"/>
                  <a:pt x="443489" y="411627"/>
                  <a:pt x="454667" y="411627"/>
                </a:cubicBezTo>
                <a:cubicBezTo>
                  <a:pt x="465844" y="411627"/>
                  <a:pt x="474931" y="402540"/>
                  <a:pt x="474931" y="391362"/>
                </a:cubicBezTo>
                <a:cubicBezTo>
                  <a:pt x="474931" y="380185"/>
                  <a:pt x="465844" y="371098"/>
                  <a:pt x="454667" y="371098"/>
                </a:cubicBezTo>
                <a:close/>
              </a:path>
            </a:pathLst>
          </a:custGeom>
          <a:solidFill>
            <a:srgbClr val="0F62FE"/>
          </a:solidFill>
          <a:ln w="31552" cap="flat">
            <a:noFill/>
            <a:prstDash val="solid"/>
            <a:miter/>
          </a:ln>
        </p:spPr>
        <p:txBody>
          <a:bodyPr rtlCol="0" anchor="ctr"/>
          <a:lstStyle/>
          <a:p>
            <a:endParaRPr lang="en-US"/>
          </a:p>
        </p:txBody>
      </p:sp>
    </p:spTree>
    <p:extLst>
      <p:ext uri="{BB962C8B-B14F-4D97-AF65-F5344CB8AC3E}">
        <p14:creationId xmlns:p14="http://schemas.microsoft.com/office/powerpoint/2010/main" val="379054591"/>
      </p:ext>
    </p:extLst>
  </p:cSld>
  <p:clrMapOvr>
    <a:masterClrMapping/>
  </p:clrMapOvr>
  <p:transition spd="med"/>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89933D43-3CAF-D9F8-6551-D1759E627B5B}"/>
              </a:ext>
            </a:extLst>
          </p:cNvPr>
          <p:cNvSpPr/>
          <p:nvPr/>
        </p:nvSpPr>
        <p:spPr bwMode="auto">
          <a:xfrm>
            <a:off x="0" y="0"/>
            <a:ext cx="11620232" cy="13716000"/>
          </a:xfrm>
          <a:prstGeom prst="rect">
            <a:avLst/>
          </a:prstGeom>
          <a:solidFill>
            <a:srgbClr val="E5F6FF"/>
          </a:solidFill>
          <a:ln w="19050">
            <a:solidFill>
              <a:srgbClr val="E5F6FF"/>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CF96D0C5-C466-7651-C803-A1C22A7FB195}"/>
              </a:ext>
            </a:extLst>
          </p:cNvPr>
          <p:cNvSpPr>
            <a:spLocks noGrp="1"/>
          </p:cNvSpPr>
          <p:nvPr>
            <p:ph type="title"/>
          </p:nvPr>
        </p:nvSpPr>
        <p:spPr>
          <a:xfrm>
            <a:off x="576072" y="576073"/>
            <a:ext cx="6922008" cy="3383279"/>
          </a:xfrm>
        </p:spPr>
        <p:txBody>
          <a:bodyPr/>
          <a:lstStyle/>
          <a:p>
            <a:r>
              <a:rPr lang="en-US" sz="6400" dirty="0"/>
              <a:t>Machine learning (ML) </a:t>
            </a:r>
            <a:r>
              <a:rPr lang="en-US" sz="6400" dirty="0" err="1"/>
              <a:t>métodos</a:t>
            </a:r>
            <a:r>
              <a:rPr lang="en-US" sz="6400" dirty="0"/>
              <a:t> </a:t>
            </a:r>
          </a:p>
        </p:txBody>
      </p:sp>
      <p:sp>
        <p:nvSpPr>
          <p:cNvPr id="5" name="Text Placeholder 4">
            <a:extLst>
              <a:ext uri="{FF2B5EF4-FFF2-40B4-BE49-F238E27FC236}">
                <a16:creationId xmlns:a16="http://schemas.microsoft.com/office/drawing/2014/main" id="{713C4D6F-E404-3F98-A5EA-B2D5934D7FB4}"/>
              </a:ext>
            </a:extLst>
          </p:cNvPr>
          <p:cNvSpPr>
            <a:spLocks noGrp="1"/>
          </p:cNvSpPr>
          <p:nvPr>
            <p:ph type="body" sz="quarter" idx="10"/>
          </p:nvPr>
        </p:nvSpPr>
        <p:spPr>
          <a:xfrm>
            <a:off x="12787780" y="576073"/>
            <a:ext cx="4904171" cy="5145086"/>
          </a:xfrm>
        </p:spPr>
        <p:txBody>
          <a:bodyPr/>
          <a:lstStyle/>
          <a:p>
            <a:r>
              <a:rPr lang="en-US" sz="4400" dirty="0" err="1">
                <a:solidFill>
                  <a:schemeClr val="bg2">
                    <a:lumMod val="65000"/>
                  </a:schemeClr>
                </a:solidFill>
                <a:latin typeface="+mn-lt"/>
              </a:rPr>
              <a:t>Aprendizaje</a:t>
            </a:r>
            <a:r>
              <a:rPr lang="en-US" sz="4400" dirty="0">
                <a:solidFill>
                  <a:schemeClr val="bg2">
                    <a:lumMod val="65000"/>
                  </a:schemeClr>
                </a:solidFill>
                <a:latin typeface="+mn-lt"/>
              </a:rPr>
              <a:t> </a:t>
            </a:r>
            <a:r>
              <a:rPr lang="en-US" sz="4400" dirty="0" err="1">
                <a:solidFill>
                  <a:schemeClr val="bg2">
                    <a:lumMod val="65000"/>
                  </a:schemeClr>
                </a:solidFill>
                <a:latin typeface="+mn-lt"/>
              </a:rPr>
              <a:t>supervisado</a:t>
            </a:r>
            <a:endParaRPr lang="en-US" sz="4400" dirty="0">
              <a:solidFill>
                <a:schemeClr val="bg2">
                  <a:lumMod val="65000"/>
                </a:schemeClr>
              </a:solidFill>
              <a:latin typeface="+mn-lt"/>
            </a:endParaRPr>
          </a:p>
          <a:p>
            <a:endParaRPr lang="en-US" dirty="0">
              <a:latin typeface="+mn-lt"/>
            </a:endParaRPr>
          </a:p>
          <a:p>
            <a:r>
              <a:rPr lang="es-ES" dirty="0">
                <a:solidFill>
                  <a:schemeClr val="bg2"/>
                </a:solidFill>
                <a:latin typeface="+mn-lt"/>
              </a:rPr>
              <a:t>Un operador proporciona al algoritmo de ML un conjunto de datos conocido que incluye las entradas y salidas deseadas</a:t>
            </a:r>
            <a:r>
              <a:rPr lang="en-US" dirty="0">
                <a:solidFill>
                  <a:schemeClr val="bg2"/>
                </a:solidFill>
                <a:latin typeface="+mn-lt"/>
              </a:rPr>
              <a:t>.</a:t>
            </a:r>
            <a:endParaRPr lang="en-US" dirty="0">
              <a:solidFill>
                <a:schemeClr val="bg2"/>
              </a:solidFill>
            </a:endParaRPr>
          </a:p>
        </p:txBody>
      </p:sp>
      <p:sp>
        <p:nvSpPr>
          <p:cNvPr id="8" name="Text Placeholder 7">
            <a:extLst>
              <a:ext uri="{FF2B5EF4-FFF2-40B4-BE49-F238E27FC236}">
                <a16:creationId xmlns:a16="http://schemas.microsoft.com/office/drawing/2014/main" id="{F7F2C9AF-831C-8607-99FE-B95A03E5D56D}"/>
              </a:ext>
            </a:extLst>
          </p:cNvPr>
          <p:cNvSpPr>
            <a:spLocks noGrp="1"/>
          </p:cNvSpPr>
          <p:nvPr>
            <p:ph type="body" sz="quarter" idx="22"/>
          </p:nvPr>
        </p:nvSpPr>
        <p:spPr>
          <a:xfrm>
            <a:off x="18667452" y="577851"/>
            <a:ext cx="5527675" cy="5143308"/>
          </a:xfrm>
        </p:spPr>
        <p:txBody>
          <a:bodyPr/>
          <a:lstStyle/>
          <a:p>
            <a:r>
              <a:rPr lang="en-US" sz="4400" dirty="0" err="1">
                <a:solidFill>
                  <a:schemeClr val="bg2">
                    <a:lumMod val="65000"/>
                  </a:schemeClr>
                </a:solidFill>
                <a:latin typeface="+mn-lt"/>
              </a:rPr>
              <a:t>Aprendizaje</a:t>
            </a:r>
            <a:r>
              <a:rPr lang="en-US" sz="4400" dirty="0">
                <a:solidFill>
                  <a:schemeClr val="bg2">
                    <a:lumMod val="65000"/>
                  </a:schemeClr>
                </a:solidFill>
                <a:latin typeface="+mn-lt"/>
              </a:rPr>
              <a:t> semi-</a:t>
            </a:r>
            <a:r>
              <a:rPr lang="en-US" sz="4400" dirty="0" err="1">
                <a:solidFill>
                  <a:schemeClr val="bg2">
                    <a:lumMod val="65000"/>
                  </a:schemeClr>
                </a:solidFill>
                <a:latin typeface="+mn-lt"/>
              </a:rPr>
              <a:t>supervisado</a:t>
            </a:r>
            <a:endParaRPr lang="en-US" sz="4400" dirty="0">
              <a:solidFill>
                <a:schemeClr val="bg2">
                  <a:lumMod val="65000"/>
                </a:schemeClr>
              </a:solidFill>
              <a:latin typeface="+mn-lt"/>
            </a:endParaRPr>
          </a:p>
          <a:p>
            <a:endParaRPr lang="en-US" dirty="0">
              <a:latin typeface="+mn-lt"/>
            </a:endParaRPr>
          </a:p>
          <a:p>
            <a:r>
              <a:rPr lang="es-ES" dirty="0">
                <a:solidFill>
                  <a:schemeClr val="bg2"/>
                </a:solidFill>
                <a:latin typeface="+mn-lt"/>
              </a:rPr>
              <a:t>Mediante el uso de una combinación de datos etiquetados y no etiquetados, los algoritmos de ML pueden aprender a etiquetar datos sin etiquetar</a:t>
            </a:r>
            <a:r>
              <a:rPr lang="en-US" dirty="0">
                <a:solidFill>
                  <a:schemeClr val="bg2"/>
                </a:solidFill>
                <a:latin typeface="+mn-lt"/>
              </a:rPr>
              <a:t>.</a:t>
            </a:r>
          </a:p>
          <a:p>
            <a:pPr marL="171450" indent="-171450">
              <a:buFont typeface="Arial" panose="020B0604020202020204" pitchFamily="34" charset="0"/>
              <a:buChar char="•"/>
            </a:pPr>
            <a:endParaRPr lang="en-US" sz="1100" dirty="0">
              <a:latin typeface="+mn-lt"/>
            </a:endParaRPr>
          </a:p>
          <a:p>
            <a:endParaRPr lang="en-US" sz="4400" dirty="0"/>
          </a:p>
        </p:txBody>
      </p:sp>
      <p:sp>
        <p:nvSpPr>
          <p:cNvPr id="9" name="Text Placeholder 8">
            <a:extLst>
              <a:ext uri="{FF2B5EF4-FFF2-40B4-BE49-F238E27FC236}">
                <a16:creationId xmlns:a16="http://schemas.microsoft.com/office/drawing/2014/main" id="{3D5FA6EB-5484-15B1-7EAF-794E094B33AA}"/>
              </a:ext>
            </a:extLst>
          </p:cNvPr>
          <p:cNvSpPr>
            <a:spLocks noGrp="1"/>
          </p:cNvSpPr>
          <p:nvPr>
            <p:ph type="body" sz="quarter" idx="23"/>
          </p:nvPr>
        </p:nvSpPr>
        <p:spPr>
          <a:xfrm>
            <a:off x="12763500" y="7056058"/>
            <a:ext cx="5359907" cy="4564440"/>
          </a:xfrm>
        </p:spPr>
        <p:txBody>
          <a:bodyPr/>
          <a:lstStyle/>
          <a:p>
            <a:r>
              <a:rPr lang="en-US" sz="4400" dirty="0" err="1">
                <a:solidFill>
                  <a:schemeClr val="bg2">
                    <a:lumMod val="65000"/>
                  </a:schemeClr>
                </a:solidFill>
                <a:latin typeface="+mn-lt"/>
              </a:rPr>
              <a:t>Aprendizaje</a:t>
            </a:r>
            <a:r>
              <a:rPr lang="en-US" sz="4400" dirty="0">
                <a:solidFill>
                  <a:schemeClr val="bg2">
                    <a:lumMod val="65000"/>
                  </a:schemeClr>
                </a:solidFill>
                <a:latin typeface="+mn-lt"/>
              </a:rPr>
              <a:t> no </a:t>
            </a:r>
            <a:r>
              <a:rPr lang="en-US" sz="4400" dirty="0" err="1">
                <a:solidFill>
                  <a:schemeClr val="bg2">
                    <a:lumMod val="65000"/>
                  </a:schemeClr>
                </a:solidFill>
                <a:latin typeface="+mn-lt"/>
              </a:rPr>
              <a:t>supervisado</a:t>
            </a:r>
            <a:endParaRPr lang="en-US" sz="4400" dirty="0">
              <a:solidFill>
                <a:schemeClr val="bg2">
                  <a:lumMod val="65000"/>
                </a:schemeClr>
              </a:solidFill>
              <a:latin typeface="+mn-lt"/>
            </a:endParaRPr>
          </a:p>
          <a:p>
            <a:endParaRPr lang="en-US" dirty="0">
              <a:solidFill>
                <a:schemeClr val="accent1"/>
              </a:solidFill>
            </a:endParaRPr>
          </a:p>
          <a:p>
            <a:r>
              <a:rPr lang="es-ES" dirty="0">
                <a:solidFill>
                  <a:schemeClr val="bg2"/>
                </a:solidFill>
                <a:latin typeface="+mn-lt"/>
              </a:rPr>
              <a:t>La máquina determina las correlaciones y relaciones mediante el análisis de los datos disponibles</a:t>
            </a:r>
            <a:r>
              <a:rPr lang="en-US" dirty="0">
                <a:solidFill>
                  <a:schemeClr val="bg2"/>
                </a:solidFill>
                <a:latin typeface="+mn-lt"/>
              </a:rPr>
              <a:t>.</a:t>
            </a:r>
            <a:endParaRPr lang="en-US" dirty="0">
              <a:solidFill>
                <a:schemeClr val="bg2"/>
              </a:solidFill>
            </a:endParaRPr>
          </a:p>
        </p:txBody>
      </p:sp>
      <p:sp>
        <p:nvSpPr>
          <p:cNvPr id="10" name="Text Placeholder 9">
            <a:extLst>
              <a:ext uri="{FF2B5EF4-FFF2-40B4-BE49-F238E27FC236}">
                <a16:creationId xmlns:a16="http://schemas.microsoft.com/office/drawing/2014/main" id="{4C687135-CAB8-F995-E64A-20E627436A86}"/>
              </a:ext>
            </a:extLst>
          </p:cNvPr>
          <p:cNvSpPr>
            <a:spLocks noGrp="1"/>
          </p:cNvSpPr>
          <p:nvPr>
            <p:ph type="body" sz="quarter" idx="24"/>
          </p:nvPr>
        </p:nvSpPr>
        <p:spPr>
          <a:xfrm>
            <a:off x="18667452" y="7056058"/>
            <a:ext cx="4904171" cy="4564440"/>
          </a:xfrm>
        </p:spPr>
        <p:txBody>
          <a:bodyPr/>
          <a:lstStyle/>
          <a:p>
            <a:r>
              <a:rPr lang="en-US" sz="4400" dirty="0" err="1">
                <a:solidFill>
                  <a:schemeClr val="bg2">
                    <a:lumMod val="65000"/>
                  </a:schemeClr>
                </a:solidFill>
                <a:latin typeface="+mn-lt"/>
              </a:rPr>
              <a:t>Aprendizaje</a:t>
            </a:r>
            <a:r>
              <a:rPr lang="en-US" sz="4400" dirty="0">
                <a:solidFill>
                  <a:schemeClr val="bg2">
                    <a:lumMod val="65000"/>
                  </a:schemeClr>
                </a:solidFill>
                <a:latin typeface="+mn-lt"/>
              </a:rPr>
              <a:t> </a:t>
            </a:r>
            <a:r>
              <a:rPr lang="en-US" sz="4400" dirty="0" err="1">
                <a:solidFill>
                  <a:schemeClr val="bg2">
                    <a:lumMod val="65000"/>
                  </a:schemeClr>
                </a:solidFill>
                <a:latin typeface="+mn-lt"/>
              </a:rPr>
              <a:t>por</a:t>
            </a:r>
            <a:r>
              <a:rPr lang="en-US" sz="4400" dirty="0">
                <a:solidFill>
                  <a:schemeClr val="bg2">
                    <a:lumMod val="65000"/>
                  </a:schemeClr>
                </a:solidFill>
                <a:latin typeface="+mn-lt"/>
              </a:rPr>
              <a:t> </a:t>
            </a:r>
            <a:r>
              <a:rPr lang="en-US" sz="4400" dirty="0" err="1">
                <a:solidFill>
                  <a:schemeClr val="bg2">
                    <a:lumMod val="65000"/>
                  </a:schemeClr>
                </a:solidFill>
                <a:latin typeface="+mn-lt"/>
              </a:rPr>
              <a:t>refuerzo</a:t>
            </a:r>
            <a:endParaRPr lang="en-US" sz="4400" dirty="0">
              <a:solidFill>
                <a:schemeClr val="bg2">
                  <a:lumMod val="65000"/>
                </a:schemeClr>
              </a:solidFill>
              <a:latin typeface="+mn-lt"/>
            </a:endParaRPr>
          </a:p>
          <a:p>
            <a:endParaRPr lang="en-US" dirty="0">
              <a:solidFill>
                <a:schemeClr val="accent1"/>
              </a:solidFill>
              <a:latin typeface="+mn-lt"/>
            </a:endParaRPr>
          </a:p>
          <a:p>
            <a:r>
              <a:rPr lang="es-ES" dirty="0">
                <a:solidFill>
                  <a:schemeClr val="bg2"/>
                </a:solidFill>
                <a:latin typeface="+mn-lt"/>
                <a:ea typeface="Calibri" panose="020F0502020204030204" pitchFamily="34" charset="0"/>
                <a:cs typeface="Times New Roman" panose="02020603050405020304" pitchFamily="18" charset="0"/>
              </a:rPr>
              <a:t>Una técnica que enseña a un modelo de IA a encontrar el mejor resultado por ensayo y error</a:t>
            </a:r>
            <a:r>
              <a:rPr lang="en-US" b="0" dirty="0">
                <a:solidFill>
                  <a:schemeClr val="bg2"/>
                </a:solidFill>
                <a:effectLst/>
                <a:latin typeface="+mn-lt"/>
                <a:ea typeface="Calibri" panose="020F0502020204030204" pitchFamily="34" charset="0"/>
                <a:cs typeface="Times New Roman" panose="02020603050405020304" pitchFamily="18" charset="0"/>
              </a:rPr>
              <a:t>. </a:t>
            </a:r>
            <a:endParaRPr lang="en-US" dirty="0">
              <a:solidFill>
                <a:schemeClr val="bg2"/>
              </a:solidFill>
            </a:endParaRPr>
          </a:p>
        </p:txBody>
      </p:sp>
      <p:cxnSp>
        <p:nvCxnSpPr>
          <p:cNvPr id="13" name="Straight Connector 12">
            <a:extLst>
              <a:ext uri="{FF2B5EF4-FFF2-40B4-BE49-F238E27FC236}">
                <a16:creationId xmlns:a16="http://schemas.microsoft.com/office/drawing/2014/main" id="{CA04073B-B4B9-2EAA-7A0D-15C54A589223}"/>
              </a:ext>
            </a:extLst>
          </p:cNvPr>
          <p:cNvCxnSpPr/>
          <p:nvPr/>
        </p:nvCxnSpPr>
        <p:spPr bwMode="auto">
          <a:xfrm>
            <a:off x="18123408" y="569913"/>
            <a:ext cx="0" cy="11431587"/>
          </a:xfrm>
          <a:prstGeom prst="line">
            <a:avLst/>
          </a:prstGeom>
          <a:ln w="12700">
            <a:solidFill>
              <a:schemeClr val="bg2"/>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 name="Straight Connector 13">
            <a:extLst>
              <a:ext uri="{FF2B5EF4-FFF2-40B4-BE49-F238E27FC236}">
                <a16:creationId xmlns:a16="http://schemas.microsoft.com/office/drawing/2014/main" id="{1A08F668-B40F-219C-4343-827019F6494F}"/>
              </a:ext>
            </a:extLst>
          </p:cNvPr>
          <p:cNvCxnSpPr/>
          <p:nvPr/>
        </p:nvCxnSpPr>
        <p:spPr bwMode="auto">
          <a:xfrm>
            <a:off x="12192000" y="6388608"/>
            <a:ext cx="11622024" cy="0"/>
          </a:xfrm>
          <a:prstGeom prst="line">
            <a:avLst/>
          </a:prstGeom>
          <a:ln w="12700">
            <a:solidFill>
              <a:schemeClr val="bg2"/>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261404977"/>
      </p:ext>
    </p:extLst>
  </p:cSld>
  <p:clrMapOvr>
    <a:masterClrMapping/>
  </p:clrMapOvr>
  <p:transition spd="med"/>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reeform 18">
            <a:extLst>
              <a:ext uri="{FF2B5EF4-FFF2-40B4-BE49-F238E27FC236}">
                <a16:creationId xmlns:a16="http://schemas.microsoft.com/office/drawing/2014/main" id="{C9A2B196-8A52-A696-C180-5C1566F5CDD8}"/>
              </a:ext>
            </a:extLst>
          </p:cNvPr>
          <p:cNvSpPr/>
          <p:nvPr/>
        </p:nvSpPr>
        <p:spPr>
          <a:xfrm>
            <a:off x="13138875" y="5155814"/>
            <a:ext cx="1148930" cy="1116766"/>
          </a:xfrm>
          <a:custGeom>
            <a:avLst/>
            <a:gdLst>
              <a:gd name="connsiteX0" fmla="*/ 861249 w 1148930"/>
              <a:gd name="connsiteY0" fmla="*/ 1072336 h 1116766"/>
              <a:gd name="connsiteX1" fmla="*/ 847823 w 1148930"/>
              <a:gd name="connsiteY1" fmla="*/ 1049035 h 1116766"/>
              <a:gd name="connsiteX2" fmla="*/ 1122003 w 1148930"/>
              <a:gd name="connsiteY2" fmla="*/ 574503 h 1116766"/>
              <a:gd name="connsiteX3" fmla="*/ 574465 w 1148930"/>
              <a:gd name="connsiteY3" fmla="*/ 26965 h 1116766"/>
              <a:gd name="connsiteX4" fmla="*/ 26928 w 1148930"/>
              <a:gd name="connsiteY4" fmla="*/ 574465 h 1116766"/>
              <a:gd name="connsiteX5" fmla="*/ 301146 w 1148930"/>
              <a:gd name="connsiteY5" fmla="*/ 1048998 h 1116766"/>
              <a:gd name="connsiteX6" fmla="*/ 287682 w 1148930"/>
              <a:gd name="connsiteY6" fmla="*/ 1072298 h 1116766"/>
              <a:gd name="connsiteX7" fmla="*/ 0 w 1148930"/>
              <a:gd name="connsiteY7" fmla="*/ 574465 h 1116766"/>
              <a:gd name="connsiteX8" fmla="*/ 574465 w 1148930"/>
              <a:gd name="connsiteY8" fmla="*/ 0 h 1116766"/>
              <a:gd name="connsiteX9" fmla="*/ 1148931 w 1148930"/>
              <a:gd name="connsiteY9" fmla="*/ 574465 h 1116766"/>
              <a:gd name="connsiteX10" fmla="*/ 861249 w 1148930"/>
              <a:gd name="connsiteY10" fmla="*/ 1072336 h 1116766"/>
              <a:gd name="connsiteX11" fmla="*/ 587742 w 1148930"/>
              <a:gd name="connsiteY11" fmla="*/ 873479 h 1116766"/>
              <a:gd name="connsiteX12" fmla="*/ 560814 w 1148930"/>
              <a:gd name="connsiteY12" fmla="*/ 873479 h 1116766"/>
              <a:gd name="connsiteX13" fmla="*/ 694894 w 1148930"/>
              <a:gd name="connsiteY13" fmla="*/ 629818 h 1116766"/>
              <a:gd name="connsiteX14" fmla="*/ 811133 w 1148930"/>
              <a:gd name="connsiteY14" fmla="*/ 427483 h 1116766"/>
              <a:gd name="connsiteX15" fmla="*/ 574802 w 1148930"/>
              <a:gd name="connsiteY15" fmla="*/ 213966 h 1116766"/>
              <a:gd name="connsiteX16" fmla="*/ 338433 w 1148930"/>
              <a:gd name="connsiteY16" fmla="*/ 451457 h 1116766"/>
              <a:gd name="connsiteX17" fmla="*/ 311543 w 1148930"/>
              <a:gd name="connsiteY17" fmla="*/ 451457 h 1116766"/>
              <a:gd name="connsiteX18" fmla="*/ 574839 w 1148930"/>
              <a:gd name="connsiteY18" fmla="*/ 187038 h 1116766"/>
              <a:gd name="connsiteX19" fmla="*/ 838136 w 1148930"/>
              <a:gd name="connsiteY19" fmla="*/ 427483 h 1116766"/>
              <a:gd name="connsiteX20" fmla="*/ 711051 w 1148930"/>
              <a:gd name="connsiteY20" fmla="*/ 651397 h 1116766"/>
              <a:gd name="connsiteX21" fmla="*/ 587742 w 1148930"/>
              <a:gd name="connsiteY21" fmla="*/ 873479 h 1116766"/>
              <a:gd name="connsiteX22" fmla="*/ 574465 w 1148930"/>
              <a:gd name="connsiteY22" fmla="*/ 1041967 h 1116766"/>
              <a:gd name="connsiteX23" fmla="*/ 537065 w 1148930"/>
              <a:gd name="connsiteY23" fmla="*/ 1079367 h 1116766"/>
              <a:gd name="connsiteX24" fmla="*/ 574465 w 1148930"/>
              <a:gd name="connsiteY24" fmla="*/ 1116767 h 1116766"/>
              <a:gd name="connsiteX25" fmla="*/ 611866 w 1148930"/>
              <a:gd name="connsiteY25" fmla="*/ 1079367 h 1116766"/>
              <a:gd name="connsiteX26" fmla="*/ 574465 w 1148930"/>
              <a:gd name="connsiteY26" fmla="*/ 1041967 h 111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48930" h="1116766">
                <a:moveTo>
                  <a:pt x="861249" y="1072336"/>
                </a:moveTo>
                <a:lnTo>
                  <a:pt x="847823" y="1049035"/>
                </a:lnTo>
                <a:cubicBezTo>
                  <a:pt x="1016946" y="951421"/>
                  <a:pt x="1122003" y="769544"/>
                  <a:pt x="1122003" y="574503"/>
                </a:cubicBezTo>
                <a:cubicBezTo>
                  <a:pt x="1122003" y="272572"/>
                  <a:pt x="876396" y="26965"/>
                  <a:pt x="574465" y="26965"/>
                </a:cubicBezTo>
                <a:cubicBezTo>
                  <a:pt x="272535" y="26928"/>
                  <a:pt x="26928" y="272535"/>
                  <a:pt x="26928" y="574465"/>
                </a:cubicBezTo>
                <a:cubicBezTo>
                  <a:pt x="26928" y="769544"/>
                  <a:pt x="132022" y="951384"/>
                  <a:pt x="301146" y="1048998"/>
                </a:cubicBezTo>
                <a:lnTo>
                  <a:pt x="287682" y="1072298"/>
                </a:lnTo>
                <a:cubicBezTo>
                  <a:pt x="110218" y="969897"/>
                  <a:pt x="0" y="779156"/>
                  <a:pt x="0" y="574465"/>
                </a:cubicBezTo>
                <a:cubicBezTo>
                  <a:pt x="0" y="257687"/>
                  <a:pt x="257687" y="0"/>
                  <a:pt x="574465" y="0"/>
                </a:cubicBezTo>
                <a:cubicBezTo>
                  <a:pt x="891244" y="0"/>
                  <a:pt x="1148931" y="257687"/>
                  <a:pt x="1148931" y="574465"/>
                </a:cubicBezTo>
                <a:cubicBezTo>
                  <a:pt x="1148931" y="779156"/>
                  <a:pt x="1038713" y="969897"/>
                  <a:pt x="861249" y="1072336"/>
                </a:cubicBezTo>
                <a:close/>
                <a:moveTo>
                  <a:pt x="587742" y="873479"/>
                </a:moveTo>
                <a:lnTo>
                  <a:pt x="560814" y="873479"/>
                </a:lnTo>
                <a:cubicBezTo>
                  <a:pt x="560814" y="729713"/>
                  <a:pt x="628995" y="678961"/>
                  <a:pt x="694894" y="629818"/>
                </a:cubicBezTo>
                <a:cubicBezTo>
                  <a:pt x="754697" y="585312"/>
                  <a:pt x="811133" y="543236"/>
                  <a:pt x="811133" y="427483"/>
                </a:cubicBezTo>
                <a:cubicBezTo>
                  <a:pt x="811133" y="303764"/>
                  <a:pt x="711761" y="213966"/>
                  <a:pt x="574802" y="213966"/>
                </a:cubicBezTo>
                <a:cubicBezTo>
                  <a:pt x="444463" y="213966"/>
                  <a:pt x="338433" y="320519"/>
                  <a:pt x="338433" y="451457"/>
                </a:cubicBezTo>
                <a:lnTo>
                  <a:pt x="311543" y="451457"/>
                </a:lnTo>
                <a:cubicBezTo>
                  <a:pt x="311543" y="305671"/>
                  <a:pt x="429652" y="187038"/>
                  <a:pt x="574839" y="187038"/>
                </a:cubicBezTo>
                <a:cubicBezTo>
                  <a:pt x="727394" y="187038"/>
                  <a:pt x="838136" y="288168"/>
                  <a:pt x="838136" y="427483"/>
                </a:cubicBezTo>
                <a:cubicBezTo>
                  <a:pt x="838136" y="556738"/>
                  <a:pt x="773471" y="604872"/>
                  <a:pt x="711051" y="651397"/>
                </a:cubicBezTo>
                <a:cubicBezTo>
                  <a:pt x="647620" y="698634"/>
                  <a:pt x="587742" y="743252"/>
                  <a:pt x="587742" y="873479"/>
                </a:cubicBezTo>
                <a:close/>
                <a:moveTo>
                  <a:pt x="574465" y="1041967"/>
                </a:moveTo>
                <a:cubicBezTo>
                  <a:pt x="553821" y="1041967"/>
                  <a:pt x="537065" y="1058722"/>
                  <a:pt x="537065" y="1079367"/>
                </a:cubicBezTo>
                <a:cubicBezTo>
                  <a:pt x="537065" y="1100012"/>
                  <a:pt x="553821" y="1116767"/>
                  <a:pt x="574465" y="1116767"/>
                </a:cubicBezTo>
                <a:cubicBezTo>
                  <a:pt x="595110" y="1116767"/>
                  <a:pt x="611866" y="1100012"/>
                  <a:pt x="611866" y="1079367"/>
                </a:cubicBezTo>
                <a:cubicBezTo>
                  <a:pt x="611866" y="1058722"/>
                  <a:pt x="595110" y="1041967"/>
                  <a:pt x="574465" y="1041967"/>
                </a:cubicBezTo>
                <a:close/>
              </a:path>
            </a:pathLst>
          </a:custGeom>
          <a:solidFill>
            <a:srgbClr val="0F62FE"/>
          </a:solidFill>
          <a:ln w="37207"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81BFAA95-43D2-1607-4817-7EE86F217408}"/>
              </a:ext>
            </a:extLst>
          </p:cNvPr>
          <p:cNvSpPr/>
          <p:nvPr/>
        </p:nvSpPr>
        <p:spPr>
          <a:xfrm>
            <a:off x="21488470" y="5155813"/>
            <a:ext cx="1148927" cy="1148927"/>
          </a:xfrm>
          <a:custGeom>
            <a:avLst/>
            <a:gdLst>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649263 w 1148927"/>
              <a:gd name="connsiteY10" fmla="*/ 924527 h 1148927"/>
              <a:gd name="connsiteX11" fmla="*/ 312664 w 1148927"/>
              <a:gd name="connsiteY11" fmla="*/ 924527 h 1148927"/>
              <a:gd name="connsiteX12" fmla="*/ 312664 w 1148927"/>
              <a:gd name="connsiteY12" fmla="*/ 897599 h 1148927"/>
              <a:gd name="connsiteX13" fmla="*/ 649263 w 1148927"/>
              <a:gd name="connsiteY13" fmla="*/ 897599 h 1148927"/>
              <a:gd name="connsiteX14" fmla="*/ 649263 w 1148927"/>
              <a:gd name="connsiteY14" fmla="*/ 924527 h 1148927"/>
              <a:gd name="connsiteX15" fmla="*/ 798863 w 1148927"/>
              <a:gd name="connsiteY15" fmla="*/ 812327 h 1148927"/>
              <a:gd name="connsiteX16" fmla="*/ 312664 w 1148927"/>
              <a:gd name="connsiteY16" fmla="*/ 812327 h 1148927"/>
              <a:gd name="connsiteX17" fmla="*/ 312664 w 1148927"/>
              <a:gd name="connsiteY17" fmla="*/ 785399 h 1148927"/>
              <a:gd name="connsiteX18" fmla="*/ 798863 w 1148927"/>
              <a:gd name="connsiteY18" fmla="*/ 785399 h 1148927"/>
              <a:gd name="connsiteX19" fmla="*/ 798863 w 1148927"/>
              <a:gd name="connsiteY19" fmla="*/ 812327 h 1148927"/>
              <a:gd name="connsiteX20" fmla="*/ 649263 w 1148927"/>
              <a:gd name="connsiteY20" fmla="*/ 700127 h 1148927"/>
              <a:gd name="connsiteX21" fmla="*/ 312664 w 1148927"/>
              <a:gd name="connsiteY21" fmla="*/ 700127 h 1148927"/>
              <a:gd name="connsiteX22" fmla="*/ 312664 w 1148927"/>
              <a:gd name="connsiteY22" fmla="*/ 673199 h 1148927"/>
              <a:gd name="connsiteX23" fmla="*/ 649263 w 1148927"/>
              <a:gd name="connsiteY23" fmla="*/ 673199 h 1148927"/>
              <a:gd name="connsiteX24" fmla="*/ 649263 w 1148927"/>
              <a:gd name="connsiteY24" fmla="*/ 700127 h 1148927"/>
              <a:gd name="connsiteX25" fmla="*/ 836263 w 1148927"/>
              <a:gd name="connsiteY25" fmla="*/ 587928 h 1148927"/>
              <a:gd name="connsiteX26" fmla="*/ 312664 w 1148927"/>
              <a:gd name="connsiteY26" fmla="*/ 587928 h 1148927"/>
              <a:gd name="connsiteX27" fmla="*/ 312664 w 1148927"/>
              <a:gd name="connsiteY27" fmla="*/ 561000 h 1148927"/>
              <a:gd name="connsiteX28" fmla="*/ 836263 w 1148927"/>
              <a:gd name="connsiteY28" fmla="*/ 561000 h 1148927"/>
              <a:gd name="connsiteX29" fmla="*/ 836263 w 1148927"/>
              <a:gd name="connsiteY29" fmla="*/ 587928 h 1148927"/>
              <a:gd name="connsiteX30" fmla="*/ 724063 w 1148927"/>
              <a:gd name="connsiteY30" fmla="*/ 475728 h 1148927"/>
              <a:gd name="connsiteX31" fmla="*/ 312664 w 1148927"/>
              <a:gd name="connsiteY31" fmla="*/ 475728 h 1148927"/>
              <a:gd name="connsiteX32" fmla="*/ 312664 w 1148927"/>
              <a:gd name="connsiteY32" fmla="*/ 448800 h 1148927"/>
              <a:gd name="connsiteX33" fmla="*/ 724063 w 1148927"/>
              <a:gd name="connsiteY33" fmla="*/ 448800 h 1148927"/>
              <a:gd name="connsiteX34" fmla="*/ 724063 w 1148927"/>
              <a:gd name="connsiteY34" fmla="*/ 475728 h 1148927"/>
              <a:gd name="connsiteX35" fmla="*/ 537064 w 1148927"/>
              <a:gd name="connsiteY35" fmla="*/ 363528 h 1148927"/>
              <a:gd name="connsiteX36" fmla="*/ 312664 w 1148927"/>
              <a:gd name="connsiteY36" fmla="*/ 363528 h 1148927"/>
              <a:gd name="connsiteX37" fmla="*/ 312664 w 1148927"/>
              <a:gd name="connsiteY37" fmla="*/ 336600 h 1148927"/>
              <a:gd name="connsiteX38" fmla="*/ 537064 w 1148927"/>
              <a:gd name="connsiteY38" fmla="*/ 336600 h 1148927"/>
              <a:gd name="connsiteX39" fmla="*/ 537064 w 1148927"/>
              <a:gd name="connsiteY39" fmla="*/ 363528 h 1148927"/>
              <a:gd name="connsiteX40" fmla="*/ 724063 w 1148927"/>
              <a:gd name="connsiteY40" fmla="*/ 251328 h 1148927"/>
              <a:gd name="connsiteX41" fmla="*/ 312664 w 1148927"/>
              <a:gd name="connsiteY41" fmla="*/ 251328 h 1148927"/>
              <a:gd name="connsiteX42" fmla="*/ 312664 w 1148927"/>
              <a:gd name="connsiteY42" fmla="*/ 224400 h 1148927"/>
              <a:gd name="connsiteX43" fmla="*/ 724063 w 1148927"/>
              <a:gd name="connsiteY43" fmla="*/ 224400 h 1148927"/>
              <a:gd name="connsiteX44" fmla="*/ 724063 w 1148927"/>
              <a:gd name="connsiteY44" fmla="*/ 251328 h 114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48927" h="1148927">
                <a:moveTo>
                  <a:pt x="574464" y="1148927"/>
                </a:moveTo>
                <a:cubicBezTo>
                  <a:pt x="257686" y="1148927"/>
                  <a:pt x="0" y="891241"/>
                  <a:pt x="0" y="574464"/>
                </a:cubicBezTo>
                <a:cubicBezTo>
                  <a:pt x="0" y="257686"/>
                  <a:pt x="257686" y="0"/>
                  <a:pt x="574464" y="0"/>
                </a:cubicBezTo>
                <a:cubicBezTo>
                  <a:pt x="891241" y="0"/>
                  <a:pt x="1148927" y="257686"/>
                  <a:pt x="1148927" y="574464"/>
                </a:cubicBezTo>
                <a:cubicBezTo>
                  <a:pt x="1148927" y="891241"/>
                  <a:pt x="891241" y="1148927"/>
                  <a:pt x="574464" y="1148927"/>
                </a:cubicBezTo>
                <a:close/>
                <a:moveTo>
                  <a:pt x="574464" y="26928"/>
                </a:moveTo>
                <a:cubicBezTo>
                  <a:pt x="272534" y="26928"/>
                  <a:pt x="26928" y="272534"/>
                  <a:pt x="26928" y="574464"/>
                </a:cubicBezTo>
                <a:cubicBezTo>
                  <a:pt x="26928" y="876356"/>
                  <a:pt x="272534" y="1121999"/>
                  <a:pt x="574464" y="1121999"/>
                </a:cubicBezTo>
                <a:cubicBezTo>
                  <a:pt x="876356" y="1121999"/>
                  <a:pt x="1121999" y="876393"/>
                  <a:pt x="1121999" y="574464"/>
                </a:cubicBezTo>
                <a:cubicBezTo>
                  <a:pt x="1121999" y="272534"/>
                  <a:pt x="876356" y="26928"/>
                  <a:pt x="574464" y="26928"/>
                </a:cubicBezTo>
                <a:close/>
                <a:moveTo>
                  <a:pt x="649263" y="924527"/>
                </a:moveTo>
                <a:lnTo>
                  <a:pt x="312664" y="924527"/>
                </a:lnTo>
                <a:lnTo>
                  <a:pt x="312664" y="897599"/>
                </a:lnTo>
                <a:lnTo>
                  <a:pt x="649263" y="897599"/>
                </a:lnTo>
                <a:lnTo>
                  <a:pt x="649263" y="924527"/>
                </a:lnTo>
                <a:close/>
                <a:moveTo>
                  <a:pt x="798863" y="812327"/>
                </a:moveTo>
                <a:lnTo>
                  <a:pt x="312664" y="812327"/>
                </a:lnTo>
                <a:lnTo>
                  <a:pt x="312664" y="785399"/>
                </a:lnTo>
                <a:lnTo>
                  <a:pt x="798863" y="785399"/>
                </a:lnTo>
                <a:lnTo>
                  <a:pt x="798863" y="812327"/>
                </a:lnTo>
                <a:close/>
                <a:moveTo>
                  <a:pt x="649263" y="700127"/>
                </a:moveTo>
                <a:lnTo>
                  <a:pt x="312664" y="700127"/>
                </a:lnTo>
                <a:lnTo>
                  <a:pt x="312664" y="673199"/>
                </a:lnTo>
                <a:lnTo>
                  <a:pt x="649263" y="673199"/>
                </a:lnTo>
                <a:lnTo>
                  <a:pt x="649263" y="700127"/>
                </a:lnTo>
                <a:close/>
                <a:moveTo>
                  <a:pt x="836263" y="587928"/>
                </a:moveTo>
                <a:lnTo>
                  <a:pt x="312664" y="587928"/>
                </a:lnTo>
                <a:lnTo>
                  <a:pt x="312664" y="561000"/>
                </a:lnTo>
                <a:lnTo>
                  <a:pt x="836263" y="561000"/>
                </a:lnTo>
                <a:lnTo>
                  <a:pt x="836263" y="587928"/>
                </a:lnTo>
                <a:close/>
                <a:moveTo>
                  <a:pt x="724063" y="475728"/>
                </a:moveTo>
                <a:lnTo>
                  <a:pt x="312664" y="475728"/>
                </a:lnTo>
                <a:lnTo>
                  <a:pt x="312664" y="448800"/>
                </a:lnTo>
                <a:lnTo>
                  <a:pt x="724063" y="448800"/>
                </a:lnTo>
                <a:lnTo>
                  <a:pt x="724063" y="475728"/>
                </a:lnTo>
                <a:close/>
                <a:moveTo>
                  <a:pt x="537064" y="363528"/>
                </a:moveTo>
                <a:lnTo>
                  <a:pt x="312664" y="363528"/>
                </a:lnTo>
                <a:lnTo>
                  <a:pt x="312664" y="336600"/>
                </a:lnTo>
                <a:lnTo>
                  <a:pt x="537064" y="336600"/>
                </a:lnTo>
                <a:lnTo>
                  <a:pt x="537064" y="363528"/>
                </a:lnTo>
                <a:close/>
                <a:moveTo>
                  <a:pt x="724063" y="251328"/>
                </a:moveTo>
                <a:lnTo>
                  <a:pt x="312664" y="251328"/>
                </a:lnTo>
                <a:lnTo>
                  <a:pt x="312664" y="224400"/>
                </a:lnTo>
                <a:lnTo>
                  <a:pt x="724063" y="224400"/>
                </a:lnTo>
                <a:lnTo>
                  <a:pt x="724063" y="251328"/>
                </a:lnTo>
                <a:close/>
              </a:path>
            </a:pathLst>
          </a:custGeom>
          <a:solidFill>
            <a:srgbClr val="0F62FE"/>
          </a:solidFill>
          <a:ln w="37207" cap="flat">
            <a:noFill/>
            <a:prstDash val="solid"/>
            <a:miter/>
          </a:ln>
        </p:spPr>
        <p:txBody>
          <a:bodyPr rtlCol="0" anchor="ctr"/>
          <a:lstStyle/>
          <a:p>
            <a:endParaRPr lang="en-US"/>
          </a:p>
        </p:txBody>
      </p:sp>
      <p:sp>
        <p:nvSpPr>
          <p:cNvPr id="265" name="Rectangle 264">
            <a:extLst>
              <a:ext uri="{FF2B5EF4-FFF2-40B4-BE49-F238E27FC236}">
                <a16:creationId xmlns:a16="http://schemas.microsoft.com/office/drawing/2014/main" id="{AF44527C-38C4-6BC5-8AD0-83B4D7AE8E42}"/>
              </a:ext>
            </a:extLst>
          </p:cNvPr>
          <p:cNvSpPr/>
          <p:nvPr/>
        </p:nvSpPr>
        <p:spPr bwMode="auto">
          <a:xfrm>
            <a:off x="0" y="19528"/>
            <a:ext cx="12193587" cy="13716000"/>
          </a:xfrm>
          <a:prstGeom prst="rect">
            <a:avLst/>
          </a:prstGeom>
          <a:solidFill>
            <a:srgbClr val="E5F6FF"/>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109E0E9A-490F-C13C-36E3-DCEF1CF7F75B}"/>
              </a:ext>
            </a:extLst>
          </p:cNvPr>
          <p:cNvSpPr>
            <a:spLocks noGrp="1"/>
          </p:cNvSpPr>
          <p:nvPr>
            <p:ph type="title"/>
          </p:nvPr>
        </p:nvSpPr>
        <p:spPr>
          <a:xfrm>
            <a:off x="576071" y="577850"/>
            <a:ext cx="10591281" cy="1334398"/>
          </a:xfrm>
        </p:spPr>
        <p:txBody>
          <a:bodyPr/>
          <a:lstStyle/>
          <a:p>
            <a:r>
              <a:rPr lang="en-US" dirty="0"/>
              <a:t>Foundation models</a:t>
            </a:r>
            <a:endParaRPr lang="en-US" i="1" dirty="0"/>
          </a:p>
        </p:txBody>
      </p:sp>
      <p:sp>
        <p:nvSpPr>
          <p:cNvPr id="34" name="Rectangle 33">
            <a:extLst>
              <a:ext uri="{FF2B5EF4-FFF2-40B4-BE49-F238E27FC236}">
                <a16:creationId xmlns:a16="http://schemas.microsoft.com/office/drawing/2014/main" id="{118928A1-5B24-A21A-9EF7-A90BA60A1A07}"/>
              </a:ext>
            </a:extLst>
          </p:cNvPr>
          <p:cNvSpPr>
            <a:spLocks noChangeAspect="1"/>
          </p:cNvSpPr>
          <p:nvPr/>
        </p:nvSpPr>
        <p:spPr bwMode="auto">
          <a:xfrm>
            <a:off x="16789135" y="4874197"/>
            <a:ext cx="1712587" cy="1712587"/>
          </a:xfrm>
          <a:prstGeom prst="rect">
            <a:avLst/>
          </a:prstGeom>
          <a:solidFill>
            <a:srgbClr val="F4F4F4"/>
          </a:solidFill>
          <a:ln w="28575">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grpSp>
        <p:nvGrpSpPr>
          <p:cNvPr id="28" name="Group 27">
            <a:extLst>
              <a:ext uri="{FF2B5EF4-FFF2-40B4-BE49-F238E27FC236}">
                <a16:creationId xmlns:a16="http://schemas.microsoft.com/office/drawing/2014/main" id="{C1187C15-C180-1898-0CAB-1656AB4D8676}"/>
              </a:ext>
            </a:extLst>
          </p:cNvPr>
          <p:cNvGrpSpPr/>
          <p:nvPr/>
        </p:nvGrpSpPr>
        <p:grpSpPr>
          <a:xfrm>
            <a:off x="17031332" y="5241802"/>
            <a:ext cx="1228193" cy="977377"/>
            <a:chOff x="17031332" y="5241802"/>
            <a:chExt cx="1228193" cy="977377"/>
          </a:xfrm>
        </p:grpSpPr>
        <p:sp>
          <p:nvSpPr>
            <p:cNvPr id="30" name="Freeform 29">
              <a:extLst>
                <a:ext uri="{FF2B5EF4-FFF2-40B4-BE49-F238E27FC236}">
                  <a16:creationId xmlns:a16="http://schemas.microsoft.com/office/drawing/2014/main" id="{C6730262-4E05-B701-993A-14CFCA557EA3}"/>
                </a:ext>
              </a:extLst>
            </p:cNvPr>
            <p:cNvSpPr/>
            <p:nvPr/>
          </p:nvSpPr>
          <p:spPr>
            <a:xfrm rot="408157">
              <a:off x="17031332" y="5241802"/>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E66E0CF2-3906-9AB5-152A-69074BB6B749}"/>
                </a:ext>
              </a:extLst>
            </p:cNvPr>
            <p:cNvSpPr>
              <a:spLocks noChangeAspect="1"/>
            </p:cNvSpPr>
            <p:nvPr/>
          </p:nvSpPr>
          <p:spPr>
            <a:xfrm rot="1829499">
              <a:off x="17820096" y="5779750"/>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grpSp>
      <p:sp>
        <p:nvSpPr>
          <p:cNvPr id="38" name="TextBox 37">
            <a:extLst>
              <a:ext uri="{FF2B5EF4-FFF2-40B4-BE49-F238E27FC236}">
                <a16:creationId xmlns:a16="http://schemas.microsoft.com/office/drawing/2014/main" id="{ECCE9295-2C69-0EA6-359C-382165D1453D}"/>
              </a:ext>
            </a:extLst>
          </p:cNvPr>
          <p:cNvSpPr txBox="1"/>
          <p:nvPr/>
        </p:nvSpPr>
        <p:spPr>
          <a:xfrm>
            <a:off x="15680755" y="3380398"/>
            <a:ext cx="3959560" cy="107721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Deployed foundation model</a:t>
            </a:r>
          </a:p>
        </p:txBody>
      </p:sp>
      <p:sp>
        <p:nvSpPr>
          <p:cNvPr id="52" name="TextBox 51">
            <a:extLst>
              <a:ext uri="{FF2B5EF4-FFF2-40B4-BE49-F238E27FC236}">
                <a16:creationId xmlns:a16="http://schemas.microsoft.com/office/drawing/2014/main" id="{69A9B97B-C7C4-87DB-86D7-5D6D24EEC3A2}"/>
              </a:ext>
            </a:extLst>
          </p:cNvPr>
          <p:cNvSpPr txBox="1"/>
          <p:nvPr/>
        </p:nvSpPr>
        <p:spPr>
          <a:xfrm>
            <a:off x="20239864" y="3380398"/>
            <a:ext cx="3560027"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Output</a:t>
            </a:r>
          </a:p>
          <a:p>
            <a:pPr algn="ctr"/>
            <a:r>
              <a:rPr lang="en-US" sz="2800" i="1" dirty="0">
                <a:solidFill>
                  <a:schemeClr val="bg2"/>
                </a:solidFill>
              </a:rPr>
              <a:t>answer</a:t>
            </a:r>
          </a:p>
        </p:txBody>
      </p:sp>
      <p:sp>
        <p:nvSpPr>
          <p:cNvPr id="90" name="Rectangle 89">
            <a:extLst>
              <a:ext uri="{FF2B5EF4-FFF2-40B4-BE49-F238E27FC236}">
                <a16:creationId xmlns:a16="http://schemas.microsoft.com/office/drawing/2014/main" id="{3E3F50EF-64D9-E33F-0BF0-E8E86264260A}"/>
              </a:ext>
            </a:extLst>
          </p:cNvPr>
          <p:cNvSpPr>
            <a:spLocks noChangeAspect="1"/>
          </p:cNvSpPr>
          <p:nvPr/>
        </p:nvSpPr>
        <p:spPr bwMode="auto">
          <a:xfrm>
            <a:off x="12763502" y="8388325"/>
            <a:ext cx="11048211" cy="3732633"/>
          </a:xfrm>
          <a:prstGeom prst="rect">
            <a:avLst/>
          </a:prstGeom>
          <a:solidFill>
            <a:schemeClr val="bg1"/>
          </a:solidFill>
          <a:ln w="28575">
            <a:solidFill>
              <a:schemeClr val="tx1"/>
            </a:solidFill>
            <a:prstDash val="sysDot"/>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52" name="TextBox 251">
            <a:extLst>
              <a:ext uri="{FF2B5EF4-FFF2-40B4-BE49-F238E27FC236}">
                <a16:creationId xmlns:a16="http://schemas.microsoft.com/office/drawing/2014/main" id="{92913375-B2AD-EA19-40DE-EC35CFE75D36}"/>
              </a:ext>
            </a:extLst>
          </p:cNvPr>
          <p:cNvSpPr txBox="1"/>
          <p:nvPr/>
        </p:nvSpPr>
        <p:spPr>
          <a:xfrm>
            <a:off x="12763502" y="10701166"/>
            <a:ext cx="4219641" cy="52322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Unlabeled text data</a:t>
            </a:r>
          </a:p>
        </p:txBody>
      </p:sp>
      <p:sp>
        <p:nvSpPr>
          <p:cNvPr id="253" name="Right Brace 252">
            <a:extLst>
              <a:ext uri="{FF2B5EF4-FFF2-40B4-BE49-F238E27FC236}">
                <a16:creationId xmlns:a16="http://schemas.microsoft.com/office/drawing/2014/main" id="{3D5CB9BB-68D6-7CBC-C2E2-9A62AF8AD9DC}"/>
              </a:ext>
            </a:extLst>
          </p:cNvPr>
          <p:cNvSpPr/>
          <p:nvPr/>
        </p:nvSpPr>
        <p:spPr bwMode="auto">
          <a:xfrm>
            <a:off x="16869169" y="8767026"/>
            <a:ext cx="442513" cy="1846729"/>
          </a:xfrm>
          <a:prstGeom prst="rightBrace">
            <a:avLst/>
          </a:prstGeom>
          <a:ln w="254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cxnSp>
        <p:nvCxnSpPr>
          <p:cNvPr id="257" name="Straight Arrow Connector 256">
            <a:extLst>
              <a:ext uri="{FF2B5EF4-FFF2-40B4-BE49-F238E27FC236}">
                <a16:creationId xmlns:a16="http://schemas.microsoft.com/office/drawing/2014/main" id="{0D2A89A4-FBF8-0161-41BB-9384F0D5FF05}"/>
              </a:ext>
            </a:extLst>
          </p:cNvPr>
          <p:cNvCxnSpPr>
            <a:cxnSpLocks/>
          </p:cNvCxnSpPr>
          <p:nvPr/>
        </p:nvCxnSpPr>
        <p:spPr bwMode="auto">
          <a:xfrm>
            <a:off x="18036305" y="9690390"/>
            <a:ext cx="2039112"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grpSp>
        <p:nvGrpSpPr>
          <p:cNvPr id="29" name="Group 28">
            <a:extLst>
              <a:ext uri="{FF2B5EF4-FFF2-40B4-BE49-F238E27FC236}">
                <a16:creationId xmlns:a16="http://schemas.microsoft.com/office/drawing/2014/main" id="{361947CF-3E81-7EC3-0079-58A1FA17D8B1}"/>
              </a:ext>
            </a:extLst>
          </p:cNvPr>
          <p:cNvGrpSpPr/>
          <p:nvPr/>
        </p:nvGrpSpPr>
        <p:grpSpPr>
          <a:xfrm>
            <a:off x="20786554" y="9248492"/>
            <a:ext cx="1228193" cy="977377"/>
            <a:chOff x="20786554" y="9248492"/>
            <a:chExt cx="1228193" cy="977377"/>
          </a:xfrm>
        </p:grpSpPr>
        <p:sp>
          <p:nvSpPr>
            <p:cNvPr id="260" name="Freeform 259">
              <a:extLst>
                <a:ext uri="{FF2B5EF4-FFF2-40B4-BE49-F238E27FC236}">
                  <a16:creationId xmlns:a16="http://schemas.microsoft.com/office/drawing/2014/main" id="{0218A417-CF44-2ADB-9848-176831E52C5D}"/>
                </a:ext>
              </a:extLst>
            </p:cNvPr>
            <p:cNvSpPr/>
            <p:nvPr/>
          </p:nvSpPr>
          <p:spPr>
            <a:xfrm rot="11208157">
              <a:off x="21149692" y="9360814"/>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sp>
          <p:nvSpPr>
            <p:cNvPr id="261" name="Freeform 260">
              <a:extLst>
                <a:ext uri="{FF2B5EF4-FFF2-40B4-BE49-F238E27FC236}">
                  <a16:creationId xmlns:a16="http://schemas.microsoft.com/office/drawing/2014/main" id="{D25109EF-02C0-F1DC-2D6F-2686E3D11E26}"/>
                </a:ext>
              </a:extLst>
            </p:cNvPr>
            <p:cNvSpPr>
              <a:spLocks noChangeAspect="1"/>
            </p:cNvSpPr>
            <p:nvPr/>
          </p:nvSpPr>
          <p:spPr>
            <a:xfrm rot="12629499">
              <a:off x="20786554" y="9248492"/>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grpSp>
      <p:sp>
        <p:nvSpPr>
          <p:cNvPr id="263" name="TextBox 262">
            <a:extLst>
              <a:ext uri="{FF2B5EF4-FFF2-40B4-BE49-F238E27FC236}">
                <a16:creationId xmlns:a16="http://schemas.microsoft.com/office/drawing/2014/main" id="{FB3171BB-C307-B9A4-C4CF-3F6FB43587AB}"/>
              </a:ext>
            </a:extLst>
          </p:cNvPr>
          <p:cNvSpPr txBox="1"/>
          <p:nvPr/>
        </p:nvSpPr>
        <p:spPr>
          <a:xfrm>
            <a:off x="12763500" y="12273365"/>
            <a:ext cx="11036391" cy="144655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err="1">
                <a:solidFill>
                  <a:schemeClr val="bg2"/>
                </a:solidFill>
                <a:latin typeface="IBM Plex Sans Text" panose="020B0503050203000203" pitchFamily="34" charset="0"/>
              </a:rPr>
              <a:t>Entrenamiento</a:t>
            </a:r>
            <a:r>
              <a:rPr lang="en-US" sz="3200" dirty="0">
                <a:solidFill>
                  <a:schemeClr val="bg2"/>
                </a:solidFill>
                <a:latin typeface="IBM Plex Sans Text" panose="020B0503050203000203" pitchFamily="34" charset="0"/>
              </a:rPr>
              <a:t> de </a:t>
            </a:r>
            <a:r>
              <a:rPr lang="en-US" sz="3200" dirty="0" err="1">
                <a:solidFill>
                  <a:schemeClr val="bg2"/>
                </a:solidFill>
                <a:latin typeface="IBM Plex Sans Text" panose="020B0503050203000203" pitchFamily="34" charset="0"/>
              </a:rPr>
              <a:t>modelos</a:t>
            </a:r>
            <a:r>
              <a:rPr lang="en-US" sz="3200" dirty="0">
                <a:solidFill>
                  <a:schemeClr val="bg2"/>
                </a:solidFill>
                <a:latin typeface="IBM Plex Sans Text" panose="020B0503050203000203" pitchFamily="34" charset="0"/>
              </a:rPr>
              <a:t> </a:t>
            </a:r>
            <a:r>
              <a:rPr lang="en-US" sz="3200" dirty="0" err="1">
                <a:solidFill>
                  <a:schemeClr val="bg2"/>
                </a:solidFill>
                <a:latin typeface="IBM Plex Sans Text" panose="020B0503050203000203" pitchFamily="34" charset="0"/>
              </a:rPr>
              <a:t>generativos</a:t>
            </a:r>
            <a:endParaRPr lang="en-US" sz="3200" dirty="0">
              <a:solidFill>
                <a:schemeClr val="bg2"/>
              </a:solidFill>
              <a:latin typeface="IBM Plex Sans Text" panose="020B0503050203000203" pitchFamily="34" charset="0"/>
            </a:endParaRPr>
          </a:p>
          <a:p>
            <a:pPr algn="ctr"/>
            <a:r>
              <a:rPr lang="es-ES" sz="2800" i="1" dirty="0">
                <a:solidFill>
                  <a:schemeClr val="bg2"/>
                </a:solidFill>
              </a:rPr>
              <a:t>Largo y costoso proceso de captura de conocimiento a partir de los datos de entrenamiento</a:t>
            </a:r>
            <a:endParaRPr lang="en-US" sz="2800" i="1" dirty="0">
              <a:solidFill>
                <a:schemeClr val="bg2"/>
              </a:solidFill>
            </a:endParaRPr>
          </a:p>
        </p:txBody>
      </p:sp>
      <p:sp>
        <p:nvSpPr>
          <p:cNvPr id="3" name="TextBox 2">
            <a:extLst>
              <a:ext uri="{FF2B5EF4-FFF2-40B4-BE49-F238E27FC236}">
                <a16:creationId xmlns:a16="http://schemas.microsoft.com/office/drawing/2014/main" id="{07A3DC8A-B782-47DE-FEE1-B67EA3B3F213}"/>
              </a:ext>
            </a:extLst>
          </p:cNvPr>
          <p:cNvSpPr txBox="1"/>
          <p:nvPr/>
        </p:nvSpPr>
        <p:spPr>
          <a:xfrm>
            <a:off x="587284" y="3380398"/>
            <a:ext cx="9951545" cy="7509748"/>
          </a:xfrm>
          <a:prstGeom prst="rect">
            <a:avLst/>
          </a:prstGeom>
          <a:no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spAutoFit/>
          </a:bodyPr>
          <a:lstStyle/>
          <a:p>
            <a:pPr>
              <a:spcAft>
                <a:spcPts val="2400"/>
              </a:spcAft>
            </a:pPr>
            <a:r>
              <a:rPr lang="es-ES" dirty="0"/>
              <a:t>Los modelos generativos crean nuevos datos en</a:t>
            </a:r>
            <a:br>
              <a:rPr lang="es-ES" dirty="0"/>
            </a:br>
            <a:r>
              <a:rPr lang="es-ES" dirty="0"/>
              <a:t>Respuesta a las solicitudes de entrada</a:t>
            </a:r>
            <a:r>
              <a:rPr lang="en-US" dirty="0"/>
              <a:t>(prompts).</a:t>
            </a:r>
          </a:p>
          <a:p>
            <a:pPr>
              <a:spcAft>
                <a:spcPts val="1200"/>
              </a:spcAft>
            </a:pPr>
            <a:r>
              <a:rPr lang="es-ES" dirty="0"/>
              <a:t>Los casos de uso comunes incluyen</a:t>
            </a:r>
            <a:r>
              <a:rPr lang="en-US" dirty="0"/>
              <a:t>:</a:t>
            </a:r>
          </a:p>
          <a:p>
            <a:pPr marL="571500" indent="-571500">
              <a:spcAft>
                <a:spcPts val="1200"/>
              </a:spcAft>
              <a:buFont typeface="Arial" panose="020B0604020202020204" pitchFamily="34" charset="0"/>
              <a:buChar char="•"/>
            </a:pPr>
            <a:r>
              <a:rPr lang="en-US" dirty="0"/>
              <a:t>Text generation: </a:t>
            </a:r>
            <a:r>
              <a:rPr lang="es-ES" dirty="0"/>
              <a:t>Generar nuevo texto en respuesta a una indicación, resumir un texto o escribir un ensayo extenso</a:t>
            </a:r>
            <a:endParaRPr lang="en-US" dirty="0"/>
          </a:p>
          <a:p>
            <a:pPr marL="571500" indent="-571500">
              <a:spcAft>
                <a:spcPts val="1200"/>
              </a:spcAft>
              <a:buFont typeface="Arial" panose="020B0604020202020204" pitchFamily="34" charset="0"/>
              <a:buChar char="•"/>
            </a:pPr>
            <a:r>
              <a:rPr lang="en-US" dirty="0"/>
              <a:t>Code generation: </a:t>
            </a:r>
            <a:r>
              <a:rPr lang="es-ES" dirty="0"/>
              <a:t>Genera Código basado en una descripción textual del programa propuesto</a:t>
            </a:r>
            <a:endParaRPr lang="en-US" dirty="0"/>
          </a:p>
          <a:p>
            <a:pPr marL="571500" indent="-571500">
              <a:spcAft>
                <a:spcPts val="1200"/>
              </a:spcAft>
              <a:buFont typeface="Arial" panose="020B0604020202020204" pitchFamily="34" charset="0"/>
              <a:buChar char="•"/>
            </a:pPr>
            <a:r>
              <a:rPr lang="en-US" dirty="0"/>
              <a:t>Image generation: </a:t>
            </a:r>
            <a:r>
              <a:rPr lang="es-ES" dirty="0"/>
              <a:t>Crear imágenes basadas en el mensaje</a:t>
            </a:r>
            <a:endParaRPr lang="en-US" dirty="0"/>
          </a:p>
        </p:txBody>
      </p:sp>
      <p:cxnSp>
        <p:nvCxnSpPr>
          <p:cNvPr id="15" name="Straight Arrow Connector 14">
            <a:extLst>
              <a:ext uri="{FF2B5EF4-FFF2-40B4-BE49-F238E27FC236}">
                <a16:creationId xmlns:a16="http://schemas.microsoft.com/office/drawing/2014/main" id="{3E19774D-5353-D780-D752-6B8C20D77BC5}"/>
              </a:ext>
            </a:extLst>
          </p:cNvPr>
          <p:cNvCxnSpPr>
            <a:cxnSpLocks/>
          </p:cNvCxnSpPr>
          <p:nvPr/>
        </p:nvCxnSpPr>
        <p:spPr bwMode="auto">
          <a:xfrm>
            <a:off x="18927665" y="5722209"/>
            <a:ext cx="2034540"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4" name="TextBox 3">
            <a:extLst>
              <a:ext uri="{FF2B5EF4-FFF2-40B4-BE49-F238E27FC236}">
                <a16:creationId xmlns:a16="http://schemas.microsoft.com/office/drawing/2014/main" id="{1C72F432-47A3-01F1-2781-93637B622A7A}"/>
              </a:ext>
            </a:extLst>
          </p:cNvPr>
          <p:cNvSpPr txBox="1"/>
          <p:nvPr/>
        </p:nvSpPr>
        <p:spPr>
          <a:xfrm>
            <a:off x="12763500" y="2250500"/>
            <a:ext cx="8283765" cy="55399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a:spAutoFit/>
          </a:bodyPr>
          <a:lstStyle/>
          <a:p>
            <a:r>
              <a:rPr lang="en-US" sz="3600" i="1" dirty="0">
                <a:solidFill>
                  <a:schemeClr val="bg2"/>
                </a:solidFill>
              </a:rPr>
              <a:t>Example: Text generation</a:t>
            </a:r>
            <a:endParaRPr lang="en-US" dirty="0">
              <a:solidFill>
                <a:schemeClr val="bg2"/>
              </a:solidFill>
            </a:endParaRPr>
          </a:p>
        </p:txBody>
      </p:sp>
      <p:sp>
        <p:nvSpPr>
          <p:cNvPr id="10" name="TextBox 9">
            <a:extLst>
              <a:ext uri="{FF2B5EF4-FFF2-40B4-BE49-F238E27FC236}">
                <a16:creationId xmlns:a16="http://schemas.microsoft.com/office/drawing/2014/main" id="{9442CD1F-B9FB-7AF7-9AD2-425BA5FDBC18}"/>
              </a:ext>
            </a:extLst>
          </p:cNvPr>
          <p:cNvSpPr txBox="1"/>
          <p:nvPr/>
        </p:nvSpPr>
        <p:spPr>
          <a:xfrm>
            <a:off x="18859500" y="10722694"/>
            <a:ext cx="5112668" cy="52322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Machine learning algorithm</a:t>
            </a:r>
          </a:p>
        </p:txBody>
      </p:sp>
      <p:cxnSp>
        <p:nvCxnSpPr>
          <p:cNvPr id="13" name="Straight Arrow Connector 12">
            <a:extLst>
              <a:ext uri="{FF2B5EF4-FFF2-40B4-BE49-F238E27FC236}">
                <a16:creationId xmlns:a16="http://schemas.microsoft.com/office/drawing/2014/main" id="{DAF7BEA3-4EFB-B74A-7677-F3FDE7E0A233}"/>
              </a:ext>
            </a:extLst>
          </p:cNvPr>
          <p:cNvCxnSpPr>
            <a:cxnSpLocks/>
          </p:cNvCxnSpPr>
          <p:nvPr/>
        </p:nvCxnSpPr>
        <p:spPr bwMode="auto">
          <a:xfrm>
            <a:off x="14609135" y="5722209"/>
            <a:ext cx="1754056"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16" name="TextBox 15">
            <a:extLst>
              <a:ext uri="{FF2B5EF4-FFF2-40B4-BE49-F238E27FC236}">
                <a16:creationId xmlns:a16="http://schemas.microsoft.com/office/drawing/2014/main" id="{19BB569A-081B-3B69-A519-1D33CDA72598}"/>
              </a:ext>
            </a:extLst>
          </p:cNvPr>
          <p:cNvSpPr txBox="1"/>
          <p:nvPr/>
        </p:nvSpPr>
        <p:spPr>
          <a:xfrm>
            <a:off x="12575683" y="3380398"/>
            <a:ext cx="2260581"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Input</a:t>
            </a:r>
          </a:p>
          <a:p>
            <a:pPr algn="ctr"/>
            <a:r>
              <a:rPr lang="en-US" sz="2800" i="1" dirty="0">
                <a:solidFill>
                  <a:schemeClr val="bg2"/>
                </a:solidFill>
              </a:rPr>
              <a:t>prompt</a:t>
            </a:r>
          </a:p>
        </p:txBody>
      </p:sp>
      <p:sp>
        <p:nvSpPr>
          <p:cNvPr id="17" name="Freeform 16">
            <a:extLst>
              <a:ext uri="{FF2B5EF4-FFF2-40B4-BE49-F238E27FC236}">
                <a16:creationId xmlns:a16="http://schemas.microsoft.com/office/drawing/2014/main" id="{D9103399-7F9F-356C-CF7F-8CFB75EA9DCF}"/>
              </a:ext>
            </a:extLst>
          </p:cNvPr>
          <p:cNvSpPr/>
          <p:nvPr/>
        </p:nvSpPr>
        <p:spPr bwMode="auto">
          <a:xfrm>
            <a:off x="17622078" y="6887183"/>
            <a:ext cx="3834302" cy="2234930"/>
          </a:xfrm>
          <a:custGeom>
            <a:avLst/>
            <a:gdLst>
              <a:gd name="connsiteX0" fmla="*/ 3772138 w 3897436"/>
              <a:gd name="connsiteY0" fmla="*/ 2120630 h 2120630"/>
              <a:gd name="connsiteX1" fmla="*/ 3480308 w 3897436"/>
              <a:gd name="connsiteY1" fmla="*/ 894945 h 2120630"/>
              <a:gd name="connsiteX2" fmla="*/ 328546 w 3897436"/>
              <a:gd name="connsiteY2" fmla="*/ 1011677 h 2120630"/>
              <a:gd name="connsiteX3" fmla="*/ 75627 w 3897436"/>
              <a:gd name="connsiteY3" fmla="*/ 0 h 2120630"/>
              <a:gd name="connsiteX0" fmla="*/ 3702652 w 3819561"/>
              <a:gd name="connsiteY0" fmla="*/ 2120630 h 2120630"/>
              <a:gd name="connsiteX1" fmla="*/ 3410822 w 3819561"/>
              <a:gd name="connsiteY1" fmla="*/ 894945 h 2120630"/>
              <a:gd name="connsiteX2" fmla="*/ 414703 w 3819561"/>
              <a:gd name="connsiteY2" fmla="*/ 953311 h 2120630"/>
              <a:gd name="connsiteX3" fmla="*/ 6141 w 3819561"/>
              <a:gd name="connsiteY3" fmla="*/ 0 h 2120630"/>
              <a:gd name="connsiteX0" fmla="*/ 3702652 w 3733857"/>
              <a:gd name="connsiteY0" fmla="*/ 2120630 h 2120630"/>
              <a:gd name="connsiteX1" fmla="*/ 2943895 w 3733857"/>
              <a:gd name="connsiteY1" fmla="*/ 972766 h 2120630"/>
              <a:gd name="connsiteX2" fmla="*/ 414703 w 3733857"/>
              <a:gd name="connsiteY2" fmla="*/ 953311 h 2120630"/>
              <a:gd name="connsiteX3" fmla="*/ 6141 w 3733857"/>
              <a:gd name="connsiteY3" fmla="*/ 0 h 2120630"/>
              <a:gd name="connsiteX0" fmla="*/ 3702652 w 3707471"/>
              <a:gd name="connsiteY0" fmla="*/ 2120630 h 2120630"/>
              <a:gd name="connsiteX1" fmla="*/ 2943895 w 3707471"/>
              <a:gd name="connsiteY1" fmla="*/ 972766 h 2120630"/>
              <a:gd name="connsiteX2" fmla="*/ 414703 w 3707471"/>
              <a:gd name="connsiteY2" fmla="*/ 953311 h 2120630"/>
              <a:gd name="connsiteX3" fmla="*/ 6141 w 3707471"/>
              <a:gd name="connsiteY3" fmla="*/ 0 h 2120630"/>
              <a:gd name="connsiteX0" fmla="*/ 3702652 w 3711480"/>
              <a:gd name="connsiteY0" fmla="*/ 2120630 h 2120630"/>
              <a:gd name="connsiteX1" fmla="*/ 2943895 w 3711480"/>
              <a:gd name="connsiteY1" fmla="*/ 972766 h 2120630"/>
              <a:gd name="connsiteX2" fmla="*/ 414703 w 3711480"/>
              <a:gd name="connsiteY2" fmla="*/ 953311 h 2120630"/>
              <a:gd name="connsiteX3" fmla="*/ 6141 w 3711480"/>
              <a:gd name="connsiteY3" fmla="*/ 0 h 2120630"/>
              <a:gd name="connsiteX0" fmla="*/ 3702652 w 3707780"/>
              <a:gd name="connsiteY0" fmla="*/ 2120630 h 2120630"/>
              <a:gd name="connsiteX1" fmla="*/ 2943895 w 3707780"/>
              <a:gd name="connsiteY1" fmla="*/ 972766 h 2120630"/>
              <a:gd name="connsiteX2" fmla="*/ 414703 w 3707780"/>
              <a:gd name="connsiteY2" fmla="*/ 953311 h 2120630"/>
              <a:gd name="connsiteX3" fmla="*/ 6141 w 3707780"/>
              <a:gd name="connsiteY3" fmla="*/ 0 h 2120630"/>
              <a:gd name="connsiteX0" fmla="*/ 3702652 w 3705537"/>
              <a:gd name="connsiteY0" fmla="*/ 2120630 h 2120630"/>
              <a:gd name="connsiteX1" fmla="*/ 2943895 w 3705537"/>
              <a:gd name="connsiteY1" fmla="*/ 972766 h 2120630"/>
              <a:gd name="connsiteX2" fmla="*/ 414703 w 3705537"/>
              <a:gd name="connsiteY2" fmla="*/ 953311 h 2120630"/>
              <a:gd name="connsiteX3" fmla="*/ 6141 w 3705537"/>
              <a:gd name="connsiteY3" fmla="*/ 0 h 2120630"/>
              <a:gd name="connsiteX0" fmla="*/ 3702652 w 3707007"/>
              <a:gd name="connsiteY0" fmla="*/ 2120630 h 2120630"/>
              <a:gd name="connsiteX1" fmla="*/ 2943895 w 3707007"/>
              <a:gd name="connsiteY1" fmla="*/ 972766 h 2120630"/>
              <a:gd name="connsiteX2" fmla="*/ 414703 w 3707007"/>
              <a:gd name="connsiteY2" fmla="*/ 953311 h 2120630"/>
              <a:gd name="connsiteX3" fmla="*/ 6141 w 3707007"/>
              <a:gd name="connsiteY3" fmla="*/ 0 h 2120630"/>
              <a:gd name="connsiteX0" fmla="*/ 3702652 w 3706126"/>
              <a:gd name="connsiteY0" fmla="*/ 2120630 h 2120630"/>
              <a:gd name="connsiteX1" fmla="*/ 2811159 w 3706126"/>
              <a:gd name="connsiteY1" fmla="*/ 961705 h 2120630"/>
              <a:gd name="connsiteX2" fmla="*/ 414703 w 3706126"/>
              <a:gd name="connsiteY2" fmla="*/ 953311 h 2120630"/>
              <a:gd name="connsiteX3" fmla="*/ 6141 w 3706126"/>
              <a:gd name="connsiteY3" fmla="*/ 0 h 2120630"/>
              <a:gd name="connsiteX0" fmla="*/ 3702652 w 3706287"/>
              <a:gd name="connsiteY0" fmla="*/ 2120630 h 2120630"/>
              <a:gd name="connsiteX1" fmla="*/ 2811159 w 3706287"/>
              <a:gd name="connsiteY1" fmla="*/ 961705 h 2120630"/>
              <a:gd name="connsiteX2" fmla="*/ 414703 w 3706287"/>
              <a:gd name="connsiteY2" fmla="*/ 953311 h 2120630"/>
              <a:gd name="connsiteX3" fmla="*/ 6141 w 3706287"/>
              <a:gd name="connsiteY3" fmla="*/ 0 h 2120630"/>
              <a:gd name="connsiteX0" fmla="*/ 3836002 w 3840058"/>
              <a:gd name="connsiteY0" fmla="*/ 2234930 h 2234930"/>
              <a:gd name="connsiteX1" fmla="*/ 2811159 w 3840058"/>
              <a:gd name="connsiteY1" fmla="*/ 961705 h 2234930"/>
              <a:gd name="connsiteX2" fmla="*/ 414703 w 3840058"/>
              <a:gd name="connsiteY2" fmla="*/ 953311 h 2234930"/>
              <a:gd name="connsiteX3" fmla="*/ 6141 w 3840058"/>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4302 w 3834302"/>
              <a:gd name="connsiteY0" fmla="*/ 2234930 h 2234930"/>
              <a:gd name="connsiteX1" fmla="*/ 2809459 w 3834302"/>
              <a:gd name="connsiteY1" fmla="*/ 961705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3027995 w 3834302"/>
              <a:gd name="connsiteY1" fmla="*/ 1036467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8563"/>
              <a:gd name="connsiteY0" fmla="*/ 2234930 h 2234930"/>
              <a:gd name="connsiteX1" fmla="*/ 3430561 w 3838563"/>
              <a:gd name="connsiteY1" fmla="*/ 1065222 h 2234930"/>
              <a:gd name="connsiteX2" fmla="*/ 418753 w 3838563"/>
              <a:gd name="connsiteY2" fmla="*/ 930307 h 2234930"/>
              <a:gd name="connsiteX3" fmla="*/ 4441 w 3838563"/>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4668"/>
              <a:gd name="connsiteY0" fmla="*/ 2234930 h 2234930"/>
              <a:gd name="connsiteX1" fmla="*/ 3493821 w 3834668"/>
              <a:gd name="connsiteY1" fmla="*/ 1065222 h 2234930"/>
              <a:gd name="connsiteX2" fmla="*/ 418753 w 3834668"/>
              <a:gd name="connsiteY2" fmla="*/ 930307 h 2234930"/>
              <a:gd name="connsiteX3" fmla="*/ 4441 w 3834668"/>
              <a:gd name="connsiteY3" fmla="*/ 0 h 2234930"/>
              <a:gd name="connsiteX0" fmla="*/ 3834302 w 3834302"/>
              <a:gd name="connsiteY0" fmla="*/ 2234930 h 2234930"/>
              <a:gd name="connsiteX1" fmla="*/ 3493821 w 3834302"/>
              <a:gd name="connsiteY1" fmla="*/ 1065222 h 2234930"/>
              <a:gd name="connsiteX2" fmla="*/ 418753 w 3834302"/>
              <a:gd name="connsiteY2" fmla="*/ 930307 h 2234930"/>
              <a:gd name="connsiteX3" fmla="*/ 4441 w 3834302"/>
              <a:gd name="connsiteY3" fmla="*/ 0 h 2234930"/>
            </a:gdLst>
            <a:ahLst/>
            <a:cxnLst>
              <a:cxn ang="0">
                <a:pos x="connsiteX0" y="connsiteY0"/>
              </a:cxn>
              <a:cxn ang="0">
                <a:pos x="connsiteX1" y="connsiteY1"/>
              </a:cxn>
              <a:cxn ang="0">
                <a:pos x="connsiteX2" y="connsiteY2"/>
              </a:cxn>
              <a:cxn ang="0">
                <a:pos x="connsiteX3" y="connsiteY3"/>
              </a:cxn>
            </a:cxnLst>
            <a:rect l="l" t="t" r="r" b="b"/>
            <a:pathLst>
              <a:path w="3834302" h="2234930">
                <a:moveTo>
                  <a:pt x="3834302" y="2234930"/>
                </a:moveTo>
                <a:cubicBezTo>
                  <a:pt x="3833965" y="1242142"/>
                  <a:pt x="3798534" y="1219398"/>
                  <a:pt x="3493821" y="1065222"/>
                </a:cubicBezTo>
                <a:cubicBezTo>
                  <a:pt x="3189108" y="911046"/>
                  <a:pt x="986200" y="1079464"/>
                  <a:pt x="418753" y="930307"/>
                </a:cubicBezTo>
                <a:cubicBezTo>
                  <a:pt x="-148694" y="781150"/>
                  <a:pt x="36866" y="136187"/>
                  <a:pt x="4441" y="0"/>
                </a:cubicBezTo>
              </a:path>
            </a:pathLst>
          </a:custGeom>
          <a:ln w="25400">
            <a:solidFill>
              <a:schemeClr val="tx1"/>
            </a:solidFill>
            <a:prstDash val="sysDash"/>
            <a:headEnd type="none" w="med" len="med"/>
            <a:tailEnd type="triangle" w="lg" len="lg"/>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27" name="Freeform 26">
            <a:extLst>
              <a:ext uri="{FF2B5EF4-FFF2-40B4-BE49-F238E27FC236}">
                <a16:creationId xmlns:a16="http://schemas.microsoft.com/office/drawing/2014/main" id="{22DA354E-0620-55A2-04DA-B4FC5C67E6CA}"/>
              </a:ext>
            </a:extLst>
          </p:cNvPr>
          <p:cNvSpPr/>
          <p:nvPr/>
        </p:nvSpPr>
        <p:spPr>
          <a:xfrm>
            <a:off x="14359735" y="9258840"/>
            <a:ext cx="952081" cy="970969"/>
          </a:xfrm>
          <a:custGeom>
            <a:avLst/>
            <a:gdLst>
              <a:gd name="connsiteX0" fmla="*/ 483991 w 952081"/>
              <a:gd name="connsiteY0" fmla="*/ 710584 h 970969"/>
              <a:gd name="connsiteX1" fmla="*/ 445123 w 952081"/>
              <a:gd name="connsiteY1" fmla="*/ 701911 h 970969"/>
              <a:gd name="connsiteX2" fmla="*/ 418268 w 952081"/>
              <a:gd name="connsiteY2" fmla="*/ 677016 h 970969"/>
              <a:gd name="connsiteX3" fmla="*/ 402721 w 952081"/>
              <a:gd name="connsiteY3" fmla="*/ 637120 h 970969"/>
              <a:gd name="connsiteX4" fmla="*/ 397774 w 952081"/>
              <a:gd name="connsiteY4" fmla="*/ 583025 h 970969"/>
              <a:gd name="connsiteX5" fmla="*/ 402721 w 952081"/>
              <a:gd name="connsiteY5" fmla="*/ 529123 h 970969"/>
              <a:gd name="connsiteX6" fmla="*/ 418268 w 952081"/>
              <a:gd name="connsiteY6" fmla="*/ 489002 h 970969"/>
              <a:gd name="connsiteX7" fmla="*/ 445123 w 952081"/>
              <a:gd name="connsiteY7" fmla="*/ 464107 h 970969"/>
              <a:gd name="connsiteX8" fmla="*/ 483991 w 952081"/>
              <a:gd name="connsiteY8" fmla="*/ 455434 h 970969"/>
              <a:gd name="connsiteX9" fmla="*/ 522859 w 952081"/>
              <a:gd name="connsiteY9" fmla="*/ 464107 h 970969"/>
              <a:gd name="connsiteX10" fmla="*/ 549714 w 952081"/>
              <a:gd name="connsiteY10" fmla="*/ 489002 h 970969"/>
              <a:gd name="connsiteX11" fmla="*/ 565229 w 952081"/>
              <a:gd name="connsiteY11" fmla="*/ 529123 h 970969"/>
              <a:gd name="connsiteX12" fmla="*/ 570176 w 952081"/>
              <a:gd name="connsiteY12" fmla="*/ 583025 h 970969"/>
              <a:gd name="connsiteX13" fmla="*/ 565229 w 952081"/>
              <a:gd name="connsiteY13" fmla="*/ 637120 h 970969"/>
              <a:gd name="connsiteX14" fmla="*/ 549714 w 952081"/>
              <a:gd name="connsiteY14" fmla="*/ 677016 h 970969"/>
              <a:gd name="connsiteX15" fmla="*/ 522859 w 952081"/>
              <a:gd name="connsiteY15" fmla="*/ 701911 h 970969"/>
              <a:gd name="connsiteX16" fmla="*/ 483991 w 952081"/>
              <a:gd name="connsiteY16" fmla="*/ 710584 h 970969"/>
              <a:gd name="connsiteX17" fmla="*/ 483991 w 952081"/>
              <a:gd name="connsiteY17" fmla="*/ 684790 h 970969"/>
              <a:gd name="connsiteX18" fmla="*/ 509432 w 952081"/>
              <a:gd name="connsiteY18" fmla="*/ 678943 h 970969"/>
              <a:gd name="connsiteX19" fmla="*/ 526586 w 952081"/>
              <a:gd name="connsiteY19" fmla="*/ 662496 h 970969"/>
              <a:gd name="connsiteX20" fmla="*/ 536319 w 952081"/>
              <a:gd name="connsiteY20" fmla="*/ 636895 h 970969"/>
              <a:gd name="connsiteX21" fmla="*/ 539499 w 952081"/>
              <a:gd name="connsiteY21" fmla="*/ 603134 h 970969"/>
              <a:gd name="connsiteX22" fmla="*/ 539499 w 952081"/>
              <a:gd name="connsiteY22" fmla="*/ 562852 h 970969"/>
              <a:gd name="connsiteX23" fmla="*/ 536319 w 952081"/>
              <a:gd name="connsiteY23" fmla="*/ 529284 h 970969"/>
              <a:gd name="connsiteX24" fmla="*/ 526586 w 952081"/>
              <a:gd name="connsiteY24" fmla="*/ 503490 h 970969"/>
              <a:gd name="connsiteX25" fmla="*/ 509432 w 952081"/>
              <a:gd name="connsiteY25" fmla="*/ 487043 h 970969"/>
              <a:gd name="connsiteX26" fmla="*/ 483991 w 952081"/>
              <a:gd name="connsiteY26" fmla="*/ 481229 h 970969"/>
              <a:gd name="connsiteX27" fmla="*/ 458550 w 952081"/>
              <a:gd name="connsiteY27" fmla="*/ 487043 h 970969"/>
              <a:gd name="connsiteX28" fmla="*/ 441429 w 952081"/>
              <a:gd name="connsiteY28" fmla="*/ 503490 h 970969"/>
              <a:gd name="connsiteX29" fmla="*/ 431696 w 952081"/>
              <a:gd name="connsiteY29" fmla="*/ 529284 h 970969"/>
              <a:gd name="connsiteX30" fmla="*/ 428515 w 952081"/>
              <a:gd name="connsiteY30" fmla="*/ 562852 h 970969"/>
              <a:gd name="connsiteX31" fmla="*/ 428515 w 952081"/>
              <a:gd name="connsiteY31" fmla="*/ 603134 h 970969"/>
              <a:gd name="connsiteX32" fmla="*/ 431696 w 952081"/>
              <a:gd name="connsiteY32" fmla="*/ 636895 h 970969"/>
              <a:gd name="connsiteX33" fmla="*/ 441429 w 952081"/>
              <a:gd name="connsiteY33" fmla="*/ 662496 h 970969"/>
              <a:gd name="connsiteX34" fmla="*/ 458550 w 952081"/>
              <a:gd name="connsiteY34" fmla="*/ 678943 h 970969"/>
              <a:gd name="connsiteX35" fmla="*/ 483991 w 952081"/>
              <a:gd name="connsiteY35" fmla="*/ 684790 h 970969"/>
              <a:gd name="connsiteX36" fmla="*/ 483991 w 952081"/>
              <a:gd name="connsiteY36" fmla="*/ 603873 h 970969"/>
              <a:gd name="connsiteX37" fmla="*/ 466870 w 952081"/>
              <a:gd name="connsiteY37" fmla="*/ 598926 h 970969"/>
              <a:gd name="connsiteX38" fmla="*/ 462116 w 952081"/>
              <a:gd name="connsiteY38" fmla="*/ 586944 h 970969"/>
              <a:gd name="connsiteX39" fmla="*/ 462116 w 952081"/>
              <a:gd name="connsiteY39" fmla="*/ 579170 h 970969"/>
              <a:gd name="connsiteX40" fmla="*/ 466870 w 952081"/>
              <a:gd name="connsiteY40" fmla="*/ 567157 h 970969"/>
              <a:gd name="connsiteX41" fmla="*/ 483991 w 952081"/>
              <a:gd name="connsiteY41" fmla="*/ 562242 h 970969"/>
              <a:gd name="connsiteX42" fmla="*/ 501145 w 952081"/>
              <a:gd name="connsiteY42" fmla="*/ 567157 h 970969"/>
              <a:gd name="connsiteX43" fmla="*/ 505899 w 952081"/>
              <a:gd name="connsiteY43" fmla="*/ 579170 h 970969"/>
              <a:gd name="connsiteX44" fmla="*/ 505899 w 952081"/>
              <a:gd name="connsiteY44" fmla="*/ 586944 h 970969"/>
              <a:gd name="connsiteX45" fmla="*/ 501145 w 952081"/>
              <a:gd name="connsiteY45" fmla="*/ 598926 h 970969"/>
              <a:gd name="connsiteX46" fmla="*/ 483991 w 952081"/>
              <a:gd name="connsiteY46" fmla="*/ 603873 h 970969"/>
              <a:gd name="connsiteX47" fmla="*/ 619677 w 952081"/>
              <a:gd name="connsiteY47" fmla="*/ 706344 h 970969"/>
              <a:gd name="connsiteX48" fmla="*/ 619677 w 952081"/>
              <a:gd name="connsiteY48" fmla="*/ 680517 h 970969"/>
              <a:gd name="connsiteX49" fmla="*/ 690347 w 952081"/>
              <a:gd name="connsiteY49" fmla="*/ 680517 h 970969"/>
              <a:gd name="connsiteX50" fmla="*/ 690347 w 952081"/>
              <a:gd name="connsiteY50" fmla="*/ 481614 h 970969"/>
              <a:gd name="connsiteX51" fmla="*/ 687873 w 952081"/>
              <a:gd name="connsiteY51" fmla="*/ 481614 h 970969"/>
              <a:gd name="connsiteX52" fmla="*/ 625652 w 952081"/>
              <a:gd name="connsiteY52" fmla="*/ 539563 h 970969"/>
              <a:gd name="connsiteX53" fmla="*/ 608338 w 952081"/>
              <a:gd name="connsiteY53" fmla="*/ 520868 h 970969"/>
              <a:gd name="connsiteX54" fmla="*/ 673707 w 952081"/>
              <a:gd name="connsiteY54" fmla="*/ 459706 h 970969"/>
              <a:gd name="connsiteX55" fmla="*/ 719996 w 952081"/>
              <a:gd name="connsiteY55" fmla="*/ 459706 h 970969"/>
              <a:gd name="connsiteX56" fmla="*/ 719996 w 952081"/>
              <a:gd name="connsiteY56" fmla="*/ 680549 h 970969"/>
              <a:gd name="connsiteX57" fmla="*/ 784980 w 952081"/>
              <a:gd name="connsiteY57" fmla="*/ 680549 h 970969"/>
              <a:gd name="connsiteX58" fmla="*/ 784980 w 952081"/>
              <a:gd name="connsiteY58" fmla="*/ 706376 h 970969"/>
              <a:gd name="connsiteX59" fmla="*/ 619677 w 952081"/>
              <a:gd name="connsiteY59" fmla="*/ 706376 h 970969"/>
              <a:gd name="connsiteX60" fmla="*/ 619677 w 952081"/>
              <a:gd name="connsiteY60" fmla="*/ 706344 h 970969"/>
              <a:gd name="connsiteX61" fmla="*/ 0 w 952081"/>
              <a:gd name="connsiteY61" fmla="*/ 353349 h 970969"/>
              <a:gd name="connsiteX62" fmla="*/ 23128 w 952081"/>
              <a:gd name="connsiteY62" fmla="*/ 353349 h 970969"/>
              <a:gd name="connsiteX63" fmla="*/ 23128 w 952081"/>
              <a:gd name="connsiteY63" fmla="*/ 0 h 970969"/>
              <a:gd name="connsiteX64" fmla="*/ 0 w 952081"/>
              <a:gd name="connsiteY64" fmla="*/ 0 h 970969"/>
              <a:gd name="connsiteX65" fmla="*/ 0 w 952081"/>
              <a:gd name="connsiteY65" fmla="*/ 353349 h 970969"/>
              <a:gd name="connsiteX66" fmla="*/ 408599 w 952081"/>
              <a:gd name="connsiteY66" fmla="*/ 0 h 970969"/>
              <a:gd name="connsiteX67" fmla="*/ 385471 w 952081"/>
              <a:gd name="connsiteY67" fmla="*/ 0 h 970969"/>
              <a:gd name="connsiteX68" fmla="*/ 385471 w 952081"/>
              <a:gd name="connsiteY68" fmla="*/ 160613 h 970969"/>
              <a:gd name="connsiteX69" fmla="*/ 408599 w 952081"/>
              <a:gd name="connsiteY69" fmla="*/ 160613 h 970969"/>
              <a:gd name="connsiteX70" fmla="*/ 408599 w 952081"/>
              <a:gd name="connsiteY70" fmla="*/ 0 h 970969"/>
              <a:gd name="connsiteX71" fmla="*/ 128490 w 952081"/>
              <a:gd name="connsiteY71" fmla="*/ 481839 h 970969"/>
              <a:gd name="connsiteX72" fmla="*/ 151619 w 952081"/>
              <a:gd name="connsiteY72" fmla="*/ 481839 h 970969"/>
              <a:gd name="connsiteX73" fmla="*/ 151619 w 952081"/>
              <a:gd name="connsiteY73" fmla="*/ 128490 h 970969"/>
              <a:gd name="connsiteX74" fmla="*/ 128490 w 952081"/>
              <a:gd name="connsiteY74" fmla="*/ 128490 h 970969"/>
              <a:gd name="connsiteX75" fmla="*/ 128490 w 952081"/>
              <a:gd name="connsiteY75" fmla="*/ 481839 h 970969"/>
              <a:gd name="connsiteX76" fmla="*/ 0 w 952081"/>
              <a:gd name="connsiteY76" fmla="*/ 867310 h 970969"/>
              <a:gd name="connsiteX77" fmla="*/ 23128 w 952081"/>
              <a:gd name="connsiteY77" fmla="*/ 867310 h 970969"/>
              <a:gd name="connsiteX78" fmla="*/ 23128 w 952081"/>
              <a:gd name="connsiteY78" fmla="*/ 610329 h 970969"/>
              <a:gd name="connsiteX79" fmla="*/ 0 w 952081"/>
              <a:gd name="connsiteY79" fmla="*/ 610329 h 970969"/>
              <a:gd name="connsiteX80" fmla="*/ 0 w 952081"/>
              <a:gd name="connsiteY80" fmla="*/ 867310 h 970969"/>
              <a:gd name="connsiteX81" fmla="*/ 0 w 952081"/>
              <a:gd name="connsiteY81" fmla="*/ 481839 h 970969"/>
              <a:gd name="connsiteX82" fmla="*/ 23128 w 952081"/>
              <a:gd name="connsiteY82" fmla="*/ 481839 h 970969"/>
              <a:gd name="connsiteX83" fmla="*/ 23128 w 952081"/>
              <a:gd name="connsiteY83" fmla="*/ 385471 h 970969"/>
              <a:gd name="connsiteX84" fmla="*/ 0 w 952081"/>
              <a:gd name="connsiteY84" fmla="*/ 385471 h 970969"/>
              <a:gd name="connsiteX85" fmla="*/ 0 w 952081"/>
              <a:gd name="connsiteY85" fmla="*/ 481839 h 970969"/>
              <a:gd name="connsiteX86" fmla="*/ 128490 w 952081"/>
              <a:gd name="connsiteY86" fmla="*/ 706697 h 970969"/>
              <a:gd name="connsiteX87" fmla="*/ 151619 w 952081"/>
              <a:gd name="connsiteY87" fmla="*/ 706697 h 970969"/>
              <a:gd name="connsiteX88" fmla="*/ 151619 w 952081"/>
              <a:gd name="connsiteY88" fmla="*/ 513962 h 970969"/>
              <a:gd name="connsiteX89" fmla="*/ 128490 w 952081"/>
              <a:gd name="connsiteY89" fmla="*/ 513962 h 970969"/>
              <a:gd name="connsiteX90" fmla="*/ 128490 w 952081"/>
              <a:gd name="connsiteY90" fmla="*/ 706697 h 970969"/>
              <a:gd name="connsiteX91" fmla="*/ 128490 w 952081"/>
              <a:gd name="connsiteY91" fmla="*/ 963678 h 970969"/>
              <a:gd name="connsiteX92" fmla="*/ 151619 w 952081"/>
              <a:gd name="connsiteY92" fmla="*/ 963678 h 970969"/>
              <a:gd name="connsiteX93" fmla="*/ 151619 w 952081"/>
              <a:gd name="connsiteY93" fmla="*/ 803065 h 970969"/>
              <a:gd name="connsiteX94" fmla="*/ 128490 w 952081"/>
              <a:gd name="connsiteY94" fmla="*/ 803065 h 970969"/>
              <a:gd name="connsiteX95" fmla="*/ 128490 w 952081"/>
              <a:gd name="connsiteY95" fmla="*/ 963678 h 970969"/>
              <a:gd name="connsiteX96" fmla="*/ 128490 w 952081"/>
              <a:gd name="connsiteY96" fmla="*/ 96368 h 970969"/>
              <a:gd name="connsiteX97" fmla="*/ 151619 w 952081"/>
              <a:gd name="connsiteY97" fmla="*/ 96368 h 970969"/>
              <a:gd name="connsiteX98" fmla="*/ 151619 w 952081"/>
              <a:gd name="connsiteY98" fmla="*/ 0 h 970969"/>
              <a:gd name="connsiteX99" fmla="*/ 128490 w 952081"/>
              <a:gd name="connsiteY99" fmla="*/ 0 h 970969"/>
              <a:gd name="connsiteX100" fmla="*/ 128490 w 952081"/>
              <a:gd name="connsiteY100" fmla="*/ 96368 h 970969"/>
              <a:gd name="connsiteX101" fmla="*/ 280109 w 952081"/>
              <a:gd name="connsiteY101" fmla="*/ 96368 h 970969"/>
              <a:gd name="connsiteX102" fmla="*/ 256981 w 952081"/>
              <a:gd name="connsiteY102" fmla="*/ 96368 h 970969"/>
              <a:gd name="connsiteX103" fmla="*/ 256981 w 952081"/>
              <a:gd name="connsiteY103" fmla="*/ 353349 h 970969"/>
              <a:gd name="connsiteX104" fmla="*/ 280109 w 952081"/>
              <a:gd name="connsiteY104" fmla="*/ 353349 h 970969"/>
              <a:gd name="connsiteX105" fmla="*/ 280109 w 952081"/>
              <a:gd name="connsiteY105" fmla="*/ 96368 h 970969"/>
              <a:gd name="connsiteX106" fmla="*/ 665580 w 952081"/>
              <a:gd name="connsiteY106" fmla="*/ 0 h 970969"/>
              <a:gd name="connsiteX107" fmla="*/ 642452 w 952081"/>
              <a:gd name="connsiteY107" fmla="*/ 0 h 970969"/>
              <a:gd name="connsiteX108" fmla="*/ 642452 w 952081"/>
              <a:gd name="connsiteY108" fmla="*/ 192736 h 970969"/>
              <a:gd name="connsiteX109" fmla="*/ 665612 w 952081"/>
              <a:gd name="connsiteY109" fmla="*/ 192736 h 970969"/>
              <a:gd name="connsiteX110" fmla="*/ 665580 w 952081"/>
              <a:gd name="connsiteY110" fmla="*/ 0 h 970969"/>
              <a:gd name="connsiteX111" fmla="*/ 665580 w 952081"/>
              <a:gd name="connsiteY111" fmla="*/ 0 h 970969"/>
              <a:gd name="connsiteX112" fmla="*/ 256981 w 952081"/>
              <a:gd name="connsiteY112" fmla="*/ 931555 h 970969"/>
              <a:gd name="connsiteX113" fmla="*/ 280109 w 952081"/>
              <a:gd name="connsiteY113" fmla="*/ 931555 h 970969"/>
              <a:gd name="connsiteX114" fmla="*/ 280109 w 952081"/>
              <a:gd name="connsiteY114" fmla="*/ 803065 h 970969"/>
              <a:gd name="connsiteX115" fmla="*/ 256981 w 952081"/>
              <a:gd name="connsiteY115" fmla="*/ 803065 h 970969"/>
              <a:gd name="connsiteX116" fmla="*/ 256981 w 952081"/>
              <a:gd name="connsiteY116" fmla="*/ 931555 h 970969"/>
              <a:gd name="connsiteX117" fmla="*/ 0 w 952081"/>
              <a:gd name="connsiteY117" fmla="*/ 578207 h 970969"/>
              <a:gd name="connsiteX118" fmla="*/ 23128 w 952081"/>
              <a:gd name="connsiteY118" fmla="*/ 578207 h 970969"/>
              <a:gd name="connsiteX119" fmla="*/ 23128 w 952081"/>
              <a:gd name="connsiteY119" fmla="*/ 513962 h 970969"/>
              <a:gd name="connsiteX120" fmla="*/ 0 w 952081"/>
              <a:gd name="connsiteY120" fmla="*/ 513962 h 970969"/>
              <a:gd name="connsiteX121" fmla="*/ 0 w 952081"/>
              <a:gd name="connsiteY121" fmla="*/ 578207 h 970969"/>
              <a:gd name="connsiteX122" fmla="*/ 280109 w 952081"/>
              <a:gd name="connsiteY122" fmla="*/ 0 h 970969"/>
              <a:gd name="connsiteX123" fmla="*/ 256981 w 952081"/>
              <a:gd name="connsiteY123" fmla="*/ 0 h 970969"/>
              <a:gd name="connsiteX124" fmla="*/ 256981 w 952081"/>
              <a:gd name="connsiteY124" fmla="*/ 64245 h 970969"/>
              <a:gd name="connsiteX125" fmla="*/ 280109 w 952081"/>
              <a:gd name="connsiteY125" fmla="*/ 64245 h 970969"/>
              <a:gd name="connsiteX126" fmla="*/ 280109 w 952081"/>
              <a:gd name="connsiteY126" fmla="*/ 0 h 970969"/>
              <a:gd name="connsiteX127" fmla="*/ 537090 w 952081"/>
              <a:gd name="connsiteY127" fmla="*/ 0 h 970969"/>
              <a:gd name="connsiteX128" fmla="*/ 513961 w 952081"/>
              <a:gd name="connsiteY128" fmla="*/ 0 h 970969"/>
              <a:gd name="connsiteX129" fmla="*/ 513961 w 952081"/>
              <a:gd name="connsiteY129" fmla="*/ 96368 h 970969"/>
              <a:gd name="connsiteX130" fmla="*/ 537090 w 952081"/>
              <a:gd name="connsiteY130" fmla="*/ 96368 h 970969"/>
              <a:gd name="connsiteX131" fmla="*/ 537090 w 952081"/>
              <a:gd name="connsiteY131" fmla="*/ 0 h 970969"/>
              <a:gd name="connsiteX132" fmla="*/ 537090 w 952081"/>
              <a:gd name="connsiteY132" fmla="*/ 128490 h 970969"/>
              <a:gd name="connsiteX133" fmla="*/ 513961 w 952081"/>
              <a:gd name="connsiteY133" fmla="*/ 128490 h 970969"/>
              <a:gd name="connsiteX134" fmla="*/ 513961 w 952081"/>
              <a:gd name="connsiteY134" fmla="*/ 192736 h 970969"/>
              <a:gd name="connsiteX135" fmla="*/ 537090 w 952081"/>
              <a:gd name="connsiteY135" fmla="*/ 192736 h 970969"/>
              <a:gd name="connsiteX136" fmla="*/ 537090 w 952081"/>
              <a:gd name="connsiteY136" fmla="*/ 128490 h 970969"/>
              <a:gd name="connsiteX137" fmla="*/ 128490 w 952081"/>
              <a:gd name="connsiteY137" fmla="*/ 770942 h 970969"/>
              <a:gd name="connsiteX138" fmla="*/ 151619 w 952081"/>
              <a:gd name="connsiteY138" fmla="*/ 770942 h 970969"/>
              <a:gd name="connsiteX139" fmla="*/ 151619 w 952081"/>
              <a:gd name="connsiteY139" fmla="*/ 738820 h 970969"/>
              <a:gd name="connsiteX140" fmla="*/ 128490 w 952081"/>
              <a:gd name="connsiteY140" fmla="*/ 738820 h 970969"/>
              <a:gd name="connsiteX141" fmla="*/ 128490 w 952081"/>
              <a:gd name="connsiteY141" fmla="*/ 770942 h 970969"/>
              <a:gd name="connsiteX142" fmla="*/ 408599 w 952081"/>
              <a:gd name="connsiteY142" fmla="*/ 192736 h 970969"/>
              <a:gd name="connsiteX143" fmla="*/ 385471 w 952081"/>
              <a:gd name="connsiteY143" fmla="*/ 192736 h 970969"/>
              <a:gd name="connsiteX144" fmla="*/ 385471 w 952081"/>
              <a:gd name="connsiteY144" fmla="*/ 224858 h 970969"/>
              <a:gd name="connsiteX145" fmla="*/ 408599 w 952081"/>
              <a:gd name="connsiteY145" fmla="*/ 224858 h 970969"/>
              <a:gd name="connsiteX146" fmla="*/ 408599 w 952081"/>
              <a:gd name="connsiteY146" fmla="*/ 192736 h 970969"/>
              <a:gd name="connsiteX147" fmla="*/ 952082 w 952081"/>
              <a:gd name="connsiteY147" fmla="*/ 956386 h 970969"/>
              <a:gd name="connsiteX148" fmla="*/ 830915 w 952081"/>
              <a:gd name="connsiteY148" fmla="*/ 807048 h 970969"/>
              <a:gd name="connsiteX149" fmla="*/ 922561 w 952081"/>
              <a:gd name="connsiteY149" fmla="*/ 578175 h 970969"/>
              <a:gd name="connsiteX150" fmla="*/ 589771 w 952081"/>
              <a:gd name="connsiteY150" fmla="*/ 245384 h 970969"/>
              <a:gd name="connsiteX151" fmla="*/ 256981 w 952081"/>
              <a:gd name="connsiteY151" fmla="*/ 578207 h 970969"/>
              <a:gd name="connsiteX152" fmla="*/ 589771 w 952081"/>
              <a:gd name="connsiteY152" fmla="*/ 910997 h 970969"/>
              <a:gd name="connsiteX153" fmla="*/ 814308 w 952081"/>
              <a:gd name="connsiteY153" fmla="*/ 823270 h 970969"/>
              <a:gd name="connsiteX154" fmla="*/ 934157 w 952081"/>
              <a:gd name="connsiteY154" fmla="*/ 970970 h 970969"/>
              <a:gd name="connsiteX155" fmla="*/ 952082 w 952081"/>
              <a:gd name="connsiteY155" fmla="*/ 956386 h 970969"/>
              <a:gd name="connsiteX156" fmla="*/ 280109 w 952081"/>
              <a:gd name="connsiteY156" fmla="*/ 578207 h 970969"/>
              <a:gd name="connsiteX157" fmla="*/ 589771 w 952081"/>
              <a:gd name="connsiteY157" fmla="*/ 268545 h 970969"/>
              <a:gd name="connsiteX158" fmla="*/ 899433 w 952081"/>
              <a:gd name="connsiteY158" fmla="*/ 578207 h 970969"/>
              <a:gd name="connsiteX159" fmla="*/ 808718 w 952081"/>
              <a:gd name="connsiteY159" fmla="*/ 797122 h 970969"/>
              <a:gd name="connsiteX160" fmla="*/ 589771 w 952081"/>
              <a:gd name="connsiteY160" fmla="*/ 887869 h 970969"/>
              <a:gd name="connsiteX161" fmla="*/ 280109 w 952081"/>
              <a:gd name="connsiteY161" fmla="*/ 578207 h 970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952081" h="970969">
                <a:moveTo>
                  <a:pt x="483991" y="710584"/>
                </a:moveTo>
                <a:cubicBezTo>
                  <a:pt x="468926" y="710584"/>
                  <a:pt x="455948" y="707693"/>
                  <a:pt x="445123" y="701911"/>
                </a:cubicBezTo>
                <a:cubicBezTo>
                  <a:pt x="434297" y="696129"/>
                  <a:pt x="425335" y="687841"/>
                  <a:pt x="418268" y="677016"/>
                </a:cubicBezTo>
                <a:cubicBezTo>
                  <a:pt x="411201" y="666191"/>
                  <a:pt x="406030" y="652860"/>
                  <a:pt x="402721" y="637120"/>
                </a:cubicBezTo>
                <a:cubicBezTo>
                  <a:pt x="399412" y="621315"/>
                  <a:pt x="397774" y="603294"/>
                  <a:pt x="397774" y="583025"/>
                </a:cubicBezTo>
                <a:cubicBezTo>
                  <a:pt x="397774" y="563013"/>
                  <a:pt x="399412" y="545024"/>
                  <a:pt x="402721" y="529123"/>
                </a:cubicBezTo>
                <a:cubicBezTo>
                  <a:pt x="406030" y="513223"/>
                  <a:pt x="411201" y="499860"/>
                  <a:pt x="418268" y="489002"/>
                </a:cubicBezTo>
                <a:cubicBezTo>
                  <a:pt x="425335" y="478177"/>
                  <a:pt x="434297" y="469857"/>
                  <a:pt x="445123" y="464107"/>
                </a:cubicBezTo>
                <a:cubicBezTo>
                  <a:pt x="455948" y="458357"/>
                  <a:pt x="468926" y="455434"/>
                  <a:pt x="483991" y="455434"/>
                </a:cubicBezTo>
                <a:cubicBezTo>
                  <a:pt x="499057" y="455434"/>
                  <a:pt x="512034" y="458325"/>
                  <a:pt x="522859" y="464107"/>
                </a:cubicBezTo>
                <a:cubicBezTo>
                  <a:pt x="533685" y="469889"/>
                  <a:pt x="542679" y="478177"/>
                  <a:pt x="549714" y="489002"/>
                </a:cubicBezTo>
                <a:cubicBezTo>
                  <a:pt x="556781" y="499828"/>
                  <a:pt x="561953" y="513191"/>
                  <a:pt x="565229" y="529123"/>
                </a:cubicBezTo>
                <a:cubicBezTo>
                  <a:pt x="568570" y="545024"/>
                  <a:pt x="570176" y="563013"/>
                  <a:pt x="570176" y="583025"/>
                </a:cubicBezTo>
                <a:cubicBezTo>
                  <a:pt x="570176" y="603294"/>
                  <a:pt x="568538" y="621283"/>
                  <a:pt x="565229" y="637120"/>
                </a:cubicBezTo>
                <a:cubicBezTo>
                  <a:pt x="561921" y="652860"/>
                  <a:pt x="556749" y="666191"/>
                  <a:pt x="549714" y="677016"/>
                </a:cubicBezTo>
                <a:cubicBezTo>
                  <a:pt x="542647" y="687873"/>
                  <a:pt x="533685" y="696161"/>
                  <a:pt x="522859" y="701911"/>
                </a:cubicBezTo>
                <a:cubicBezTo>
                  <a:pt x="512034" y="707693"/>
                  <a:pt x="499057" y="710584"/>
                  <a:pt x="483991" y="710584"/>
                </a:cubicBezTo>
                <a:close/>
                <a:moveTo>
                  <a:pt x="483991" y="684790"/>
                </a:moveTo>
                <a:cubicBezTo>
                  <a:pt x="493885" y="684790"/>
                  <a:pt x="502365" y="682830"/>
                  <a:pt x="509432" y="678943"/>
                </a:cubicBezTo>
                <a:cubicBezTo>
                  <a:pt x="516499" y="675056"/>
                  <a:pt x="522217" y="669595"/>
                  <a:pt x="526586" y="662496"/>
                </a:cubicBezTo>
                <a:cubicBezTo>
                  <a:pt x="530954" y="655429"/>
                  <a:pt x="534167" y="646917"/>
                  <a:pt x="536319" y="636895"/>
                </a:cubicBezTo>
                <a:cubicBezTo>
                  <a:pt x="538407" y="626872"/>
                  <a:pt x="539499" y="615630"/>
                  <a:pt x="539499" y="603134"/>
                </a:cubicBezTo>
                <a:lnTo>
                  <a:pt x="539499" y="562852"/>
                </a:lnTo>
                <a:cubicBezTo>
                  <a:pt x="539499" y="550613"/>
                  <a:pt x="538439" y="539403"/>
                  <a:pt x="536319" y="529284"/>
                </a:cubicBezTo>
                <a:cubicBezTo>
                  <a:pt x="534199" y="519165"/>
                  <a:pt x="530954" y="510556"/>
                  <a:pt x="526586" y="503490"/>
                </a:cubicBezTo>
                <a:cubicBezTo>
                  <a:pt x="522217" y="496423"/>
                  <a:pt x="516531" y="490930"/>
                  <a:pt x="509432" y="487043"/>
                </a:cubicBezTo>
                <a:cubicBezTo>
                  <a:pt x="502365" y="483156"/>
                  <a:pt x="493885" y="481229"/>
                  <a:pt x="483991" y="481229"/>
                </a:cubicBezTo>
                <a:cubicBezTo>
                  <a:pt x="474097" y="481229"/>
                  <a:pt x="465617" y="483188"/>
                  <a:pt x="458550" y="487043"/>
                </a:cubicBezTo>
                <a:cubicBezTo>
                  <a:pt x="451483" y="490930"/>
                  <a:pt x="445797" y="496423"/>
                  <a:pt x="441429" y="503490"/>
                </a:cubicBezTo>
                <a:cubicBezTo>
                  <a:pt x="437060" y="510556"/>
                  <a:pt x="433816" y="519165"/>
                  <a:pt x="431696" y="529284"/>
                </a:cubicBezTo>
                <a:cubicBezTo>
                  <a:pt x="429575" y="539371"/>
                  <a:pt x="428515" y="550613"/>
                  <a:pt x="428515" y="562852"/>
                </a:cubicBezTo>
                <a:lnTo>
                  <a:pt x="428515" y="603134"/>
                </a:lnTo>
                <a:cubicBezTo>
                  <a:pt x="428515" y="615630"/>
                  <a:pt x="429575" y="626840"/>
                  <a:pt x="431696" y="636895"/>
                </a:cubicBezTo>
                <a:cubicBezTo>
                  <a:pt x="433816" y="646917"/>
                  <a:pt x="437060" y="655429"/>
                  <a:pt x="441429" y="662496"/>
                </a:cubicBezTo>
                <a:cubicBezTo>
                  <a:pt x="445797" y="669595"/>
                  <a:pt x="451483" y="675056"/>
                  <a:pt x="458550" y="678943"/>
                </a:cubicBezTo>
                <a:cubicBezTo>
                  <a:pt x="465617" y="682862"/>
                  <a:pt x="474097" y="684790"/>
                  <a:pt x="483991" y="684790"/>
                </a:cubicBezTo>
                <a:close/>
                <a:moveTo>
                  <a:pt x="483991" y="603873"/>
                </a:moveTo>
                <a:cubicBezTo>
                  <a:pt x="475768" y="603873"/>
                  <a:pt x="470050" y="602234"/>
                  <a:pt x="466870" y="598926"/>
                </a:cubicBezTo>
                <a:cubicBezTo>
                  <a:pt x="463690" y="595649"/>
                  <a:pt x="462116" y="591634"/>
                  <a:pt x="462116" y="586944"/>
                </a:cubicBezTo>
                <a:lnTo>
                  <a:pt x="462116" y="579170"/>
                </a:lnTo>
                <a:cubicBezTo>
                  <a:pt x="462116" y="574481"/>
                  <a:pt x="463690" y="570465"/>
                  <a:pt x="466870" y="567157"/>
                </a:cubicBezTo>
                <a:cubicBezTo>
                  <a:pt x="470050" y="563848"/>
                  <a:pt x="475768" y="562242"/>
                  <a:pt x="483991" y="562242"/>
                </a:cubicBezTo>
                <a:cubicBezTo>
                  <a:pt x="492247" y="562242"/>
                  <a:pt x="497964" y="563880"/>
                  <a:pt x="501145" y="567157"/>
                </a:cubicBezTo>
                <a:cubicBezTo>
                  <a:pt x="504325" y="570433"/>
                  <a:pt x="505899" y="574481"/>
                  <a:pt x="505899" y="579170"/>
                </a:cubicBezTo>
                <a:lnTo>
                  <a:pt x="505899" y="586944"/>
                </a:lnTo>
                <a:cubicBezTo>
                  <a:pt x="505899" y="591634"/>
                  <a:pt x="504325" y="595649"/>
                  <a:pt x="501145" y="598926"/>
                </a:cubicBezTo>
                <a:cubicBezTo>
                  <a:pt x="497932" y="602234"/>
                  <a:pt x="492215" y="603873"/>
                  <a:pt x="483991" y="603873"/>
                </a:cubicBezTo>
                <a:close/>
                <a:moveTo>
                  <a:pt x="619677" y="706344"/>
                </a:moveTo>
                <a:lnTo>
                  <a:pt x="619677" y="680517"/>
                </a:lnTo>
                <a:lnTo>
                  <a:pt x="690347" y="680517"/>
                </a:lnTo>
                <a:lnTo>
                  <a:pt x="690347" y="481614"/>
                </a:lnTo>
                <a:lnTo>
                  <a:pt x="687873" y="481614"/>
                </a:lnTo>
                <a:lnTo>
                  <a:pt x="625652" y="539563"/>
                </a:lnTo>
                <a:lnTo>
                  <a:pt x="608338" y="520868"/>
                </a:lnTo>
                <a:lnTo>
                  <a:pt x="673707" y="459706"/>
                </a:lnTo>
                <a:lnTo>
                  <a:pt x="719996" y="459706"/>
                </a:lnTo>
                <a:lnTo>
                  <a:pt x="719996" y="680549"/>
                </a:lnTo>
                <a:lnTo>
                  <a:pt x="784980" y="680549"/>
                </a:lnTo>
                <a:lnTo>
                  <a:pt x="784980" y="706376"/>
                </a:lnTo>
                <a:lnTo>
                  <a:pt x="619677" y="706376"/>
                </a:lnTo>
                <a:lnTo>
                  <a:pt x="619677" y="706344"/>
                </a:lnTo>
                <a:close/>
                <a:moveTo>
                  <a:pt x="0" y="353349"/>
                </a:moveTo>
                <a:lnTo>
                  <a:pt x="23128" y="353349"/>
                </a:lnTo>
                <a:lnTo>
                  <a:pt x="23128" y="0"/>
                </a:lnTo>
                <a:lnTo>
                  <a:pt x="0" y="0"/>
                </a:lnTo>
                <a:lnTo>
                  <a:pt x="0" y="353349"/>
                </a:lnTo>
                <a:close/>
                <a:moveTo>
                  <a:pt x="408599" y="0"/>
                </a:moveTo>
                <a:lnTo>
                  <a:pt x="385471" y="0"/>
                </a:lnTo>
                <a:lnTo>
                  <a:pt x="385471" y="160613"/>
                </a:lnTo>
                <a:lnTo>
                  <a:pt x="408599" y="160613"/>
                </a:lnTo>
                <a:lnTo>
                  <a:pt x="408599" y="0"/>
                </a:lnTo>
                <a:close/>
                <a:moveTo>
                  <a:pt x="128490" y="481839"/>
                </a:moveTo>
                <a:lnTo>
                  <a:pt x="151619" y="481839"/>
                </a:lnTo>
                <a:lnTo>
                  <a:pt x="151619" y="128490"/>
                </a:lnTo>
                <a:lnTo>
                  <a:pt x="128490" y="128490"/>
                </a:lnTo>
                <a:lnTo>
                  <a:pt x="128490" y="481839"/>
                </a:lnTo>
                <a:close/>
                <a:moveTo>
                  <a:pt x="0" y="867310"/>
                </a:moveTo>
                <a:lnTo>
                  <a:pt x="23128" y="867310"/>
                </a:lnTo>
                <a:lnTo>
                  <a:pt x="23128" y="610329"/>
                </a:lnTo>
                <a:lnTo>
                  <a:pt x="0" y="610329"/>
                </a:lnTo>
                <a:lnTo>
                  <a:pt x="0" y="867310"/>
                </a:lnTo>
                <a:close/>
                <a:moveTo>
                  <a:pt x="0" y="481839"/>
                </a:moveTo>
                <a:lnTo>
                  <a:pt x="23128" y="481839"/>
                </a:lnTo>
                <a:lnTo>
                  <a:pt x="23128" y="385471"/>
                </a:lnTo>
                <a:lnTo>
                  <a:pt x="0" y="385471"/>
                </a:lnTo>
                <a:lnTo>
                  <a:pt x="0" y="481839"/>
                </a:lnTo>
                <a:close/>
                <a:moveTo>
                  <a:pt x="128490" y="706697"/>
                </a:moveTo>
                <a:lnTo>
                  <a:pt x="151619" y="706697"/>
                </a:lnTo>
                <a:lnTo>
                  <a:pt x="151619" y="513962"/>
                </a:lnTo>
                <a:lnTo>
                  <a:pt x="128490" y="513962"/>
                </a:lnTo>
                <a:lnTo>
                  <a:pt x="128490" y="706697"/>
                </a:lnTo>
                <a:close/>
                <a:moveTo>
                  <a:pt x="128490" y="963678"/>
                </a:moveTo>
                <a:lnTo>
                  <a:pt x="151619" y="963678"/>
                </a:lnTo>
                <a:lnTo>
                  <a:pt x="151619" y="803065"/>
                </a:lnTo>
                <a:lnTo>
                  <a:pt x="128490" y="803065"/>
                </a:lnTo>
                <a:lnTo>
                  <a:pt x="128490" y="963678"/>
                </a:lnTo>
                <a:close/>
                <a:moveTo>
                  <a:pt x="128490" y="96368"/>
                </a:moveTo>
                <a:lnTo>
                  <a:pt x="151619" y="96368"/>
                </a:lnTo>
                <a:lnTo>
                  <a:pt x="151619" y="0"/>
                </a:lnTo>
                <a:lnTo>
                  <a:pt x="128490" y="0"/>
                </a:lnTo>
                <a:lnTo>
                  <a:pt x="128490" y="96368"/>
                </a:lnTo>
                <a:close/>
                <a:moveTo>
                  <a:pt x="280109" y="96368"/>
                </a:moveTo>
                <a:lnTo>
                  <a:pt x="256981" y="96368"/>
                </a:lnTo>
                <a:lnTo>
                  <a:pt x="256981" y="353349"/>
                </a:lnTo>
                <a:lnTo>
                  <a:pt x="280109" y="353349"/>
                </a:lnTo>
                <a:cubicBezTo>
                  <a:pt x="280109" y="353349"/>
                  <a:pt x="280109" y="96368"/>
                  <a:pt x="280109" y="96368"/>
                </a:cubicBezTo>
                <a:close/>
                <a:moveTo>
                  <a:pt x="665580" y="0"/>
                </a:moveTo>
                <a:lnTo>
                  <a:pt x="642452" y="0"/>
                </a:lnTo>
                <a:lnTo>
                  <a:pt x="642452" y="192736"/>
                </a:lnTo>
                <a:lnTo>
                  <a:pt x="665612" y="192736"/>
                </a:lnTo>
                <a:lnTo>
                  <a:pt x="665580" y="0"/>
                </a:lnTo>
                <a:lnTo>
                  <a:pt x="665580" y="0"/>
                </a:lnTo>
                <a:close/>
                <a:moveTo>
                  <a:pt x="256981" y="931555"/>
                </a:moveTo>
                <a:lnTo>
                  <a:pt x="280109" y="931555"/>
                </a:lnTo>
                <a:lnTo>
                  <a:pt x="280109" y="803065"/>
                </a:lnTo>
                <a:lnTo>
                  <a:pt x="256981" y="803065"/>
                </a:lnTo>
                <a:lnTo>
                  <a:pt x="256981" y="931555"/>
                </a:lnTo>
                <a:close/>
                <a:moveTo>
                  <a:pt x="0" y="578207"/>
                </a:moveTo>
                <a:lnTo>
                  <a:pt x="23128" y="578207"/>
                </a:lnTo>
                <a:lnTo>
                  <a:pt x="23128" y="513962"/>
                </a:lnTo>
                <a:lnTo>
                  <a:pt x="0" y="513962"/>
                </a:lnTo>
                <a:lnTo>
                  <a:pt x="0" y="578207"/>
                </a:lnTo>
                <a:close/>
                <a:moveTo>
                  <a:pt x="280109" y="0"/>
                </a:moveTo>
                <a:lnTo>
                  <a:pt x="256981" y="0"/>
                </a:lnTo>
                <a:lnTo>
                  <a:pt x="256981" y="64245"/>
                </a:lnTo>
                <a:lnTo>
                  <a:pt x="280109" y="64245"/>
                </a:lnTo>
                <a:cubicBezTo>
                  <a:pt x="280109" y="64245"/>
                  <a:pt x="280109" y="0"/>
                  <a:pt x="280109" y="0"/>
                </a:cubicBezTo>
                <a:close/>
                <a:moveTo>
                  <a:pt x="537090" y="0"/>
                </a:moveTo>
                <a:lnTo>
                  <a:pt x="513961" y="0"/>
                </a:lnTo>
                <a:lnTo>
                  <a:pt x="513961" y="96368"/>
                </a:lnTo>
                <a:lnTo>
                  <a:pt x="537090" y="96368"/>
                </a:lnTo>
                <a:lnTo>
                  <a:pt x="537090" y="0"/>
                </a:lnTo>
                <a:close/>
                <a:moveTo>
                  <a:pt x="537090" y="128490"/>
                </a:moveTo>
                <a:lnTo>
                  <a:pt x="513961" y="128490"/>
                </a:lnTo>
                <a:lnTo>
                  <a:pt x="513961" y="192736"/>
                </a:lnTo>
                <a:lnTo>
                  <a:pt x="537090" y="192736"/>
                </a:lnTo>
                <a:lnTo>
                  <a:pt x="537090" y="128490"/>
                </a:lnTo>
                <a:close/>
                <a:moveTo>
                  <a:pt x="128490" y="770942"/>
                </a:moveTo>
                <a:lnTo>
                  <a:pt x="151619" y="770942"/>
                </a:lnTo>
                <a:lnTo>
                  <a:pt x="151619" y="738820"/>
                </a:lnTo>
                <a:lnTo>
                  <a:pt x="128490" y="738820"/>
                </a:lnTo>
                <a:lnTo>
                  <a:pt x="128490" y="770942"/>
                </a:lnTo>
                <a:close/>
                <a:moveTo>
                  <a:pt x="408599" y="192736"/>
                </a:moveTo>
                <a:lnTo>
                  <a:pt x="385471" y="192736"/>
                </a:lnTo>
                <a:lnTo>
                  <a:pt x="385471" y="224858"/>
                </a:lnTo>
                <a:lnTo>
                  <a:pt x="408599" y="224858"/>
                </a:lnTo>
                <a:lnTo>
                  <a:pt x="408599" y="192736"/>
                </a:lnTo>
                <a:close/>
                <a:moveTo>
                  <a:pt x="952082" y="956386"/>
                </a:moveTo>
                <a:lnTo>
                  <a:pt x="830915" y="807048"/>
                </a:lnTo>
                <a:cubicBezTo>
                  <a:pt x="889924" y="744891"/>
                  <a:pt x="922561" y="664103"/>
                  <a:pt x="922561" y="578175"/>
                </a:cubicBezTo>
                <a:cubicBezTo>
                  <a:pt x="922561" y="394690"/>
                  <a:pt x="773287" y="245384"/>
                  <a:pt x="589771" y="245384"/>
                </a:cubicBezTo>
                <a:cubicBezTo>
                  <a:pt x="406287" y="245417"/>
                  <a:pt x="256981" y="394722"/>
                  <a:pt x="256981" y="578207"/>
                </a:cubicBezTo>
                <a:cubicBezTo>
                  <a:pt x="256981" y="761723"/>
                  <a:pt x="406254" y="910997"/>
                  <a:pt x="589771" y="910997"/>
                </a:cubicBezTo>
                <a:cubicBezTo>
                  <a:pt x="673739" y="910997"/>
                  <a:pt x="752729" y="879741"/>
                  <a:pt x="814308" y="823270"/>
                </a:cubicBezTo>
                <a:lnTo>
                  <a:pt x="934157" y="970970"/>
                </a:lnTo>
                <a:lnTo>
                  <a:pt x="952082" y="956386"/>
                </a:lnTo>
                <a:close/>
                <a:moveTo>
                  <a:pt x="280109" y="578207"/>
                </a:moveTo>
                <a:cubicBezTo>
                  <a:pt x="280109" y="407475"/>
                  <a:pt x="419039" y="268545"/>
                  <a:pt x="589771" y="268545"/>
                </a:cubicBezTo>
                <a:cubicBezTo>
                  <a:pt x="760502" y="268545"/>
                  <a:pt x="899433" y="407475"/>
                  <a:pt x="899433" y="578207"/>
                </a:cubicBezTo>
                <a:cubicBezTo>
                  <a:pt x="899433" y="660858"/>
                  <a:pt x="867214" y="738595"/>
                  <a:pt x="808718" y="797122"/>
                </a:cubicBezTo>
                <a:cubicBezTo>
                  <a:pt x="750159" y="855650"/>
                  <a:pt x="672422" y="887869"/>
                  <a:pt x="589771" y="887869"/>
                </a:cubicBezTo>
                <a:cubicBezTo>
                  <a:pt x="419039" y="887869"/>
                  <a:pt x="280109" y="748938"/>
                  <a:pt x="280109" y="578207"/>
                </a:cubicBezTo>
                <a:close/>
              </a:path>
            </a:pathLst>
          </a:custGeom>
          <a:solidFill>
            <a:srgbClr val="0F62FE"/>
          </a:solidFill>
          <a:ln w="31849" cap="flat">
            <a:noFill/>
            <a:prstDash val="solid"/>
            <a:miter/>
          </a:ln>
        </p:spPr>
        <p:txBody>
          <a:bodyPr rtlCol="0" anchor="ctr"/>
          <a:lstStyle/>
          <a:p>
            <a:endParaRPr lang="en-US"/>
          </a:p>
        </p:txBody>
      </p:sp>
    </p:spTree>
    <p:extLst>
      <p:ext uri="{BB962C8B-B14F-4D97-AF65-F5344CB8AC3E}">
        <p14:creationId xmlns:p14="http://schemas.microsoft.com/office/powerpoint/2010/main" val="952403100"/>
      </p:ext>
    </p:extLst>
  </p:cSld>
  <p:clrMapOvr>
    <a:masterClrMapping/>
  </p:clrMapOvr>
  <p:transition spd="med"/>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F68F3286-8B96-86E0-A5CD-49B12E8B7390}"/>
              </a:ext>
            </a:extLst>
          </p:cNvPr>
          <p:cNvSpPr>
            <a:spLocks noChangeAspect="1"/>
          </p:cNvSpPr>
          <p:nvPr/>
        </p:nvSpPr>
        <p:spPr>
          <a:xfrm>
            <a:off x="12553021" y="5151354"/>
            <a:ext cx="1008458" cy="1008458"/>
          </a:xfrm>
          <a:custGeom>
            <a:avLst/>
            <a:gdLst>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649263 w 1148927"/>
              <a:gd name="connsiteY10" fmla="*/ 924527 h 1148927"/>
              <a:gd name="connsiteX11" fmla="*/ 312664 w 1148927"/>
              <a:gd name="connsiteY11" fmla="*/ 924527 h 1148927"/>
              <a:gd name="connsiteX12" fmla="*/ 312664 w 1148927"/>
              <a:gd name="connsiteY12" fmla="*/ 897599 h 1148927"/>
              <a:gd name="connsiteX13" fmla="*/ 649263 w 1148927"/>
              <a:gd name="connsiteY13" fmla="*/ 897599 h 1148927"/>
              <a:gd name="connsiteX14" fmla="*/ 649263 w 1148927"/>
              <a:gd name="connsiteY14" fmla="*/ 924527 h 1148927"/>
              <a:gd name="connsiteX15" fmla="*/ 798863 w 1148927"/>
              <a:gd name="connsiteY15" fmla="*/ 812327 h 1148927"/>
              <a:gd name="connsiteX16" fmla="*/ 312664 w 1148927"/>
              <a:gd name="connsiteY16" fmla="*/ 812327 h 1148927"/>
              <a:gd name="connsiteX17" fmla="*/ 312664 w 1148927"/>
              <a:gd name="connsiteY17" fmla="*/ 785399 h 1148927"/>
              <a:gd name="connsiteX18" fmla="*/ 798863 w 1148927"/>
              <a:gd name="connsiteY18" fmla="*/ 785399 h 1148927"/>
              <a:gd name="connsiteX19" fmla="*/ 798863 w 1148927"/>
              <a:gd name="connsiteY19" fmla="*/ 812327 h 1148927"/>
              <a:gd name="connsiteX20" fmla="*/ 649263 w 1148927"/>
              <a:gd name="connsiteY20" fmla="*/ 700127 h 1148927"/>
              <a:gd name="connsiteX21" fmla="*/ 312664 w 1148927"/>
              <a:gd name="connsiteY21" fmla="*/ 700127 h 1148927"/>
              <a:gd name="connsiteX22" fmla="*/ 312664 w 1148927"/>
              <a:gd name="connsiteY22" fmla="*/ 673199 h 1148927"/>
              <a:gd name="connsiteX23" fmla="*/ 649263 w 1148927"/>
              <a:gd name="connsiteY23" fmla="*/ 673199 h 1148927"/>
              <a:gd name="connsiteX24" fmla="*/ 649263 w 1148927"/>
              <a:gd name="connsiteY24" fmla="*/ 700127 h 1148927"/>
              <a:gd name="connsiteX25" fmla="*/ 836263 w 1148927"/>
              <a:gd name="connsiteY25" fmla="*/ 587928 h 1148927"/>
              <a:gd name="connsiteX26" fmla="*/ 312664 w 1148927"/>
              <a:gd name="connsiteY26" fmla="*/ 587928 h 1148927"/>
              <a:gd name="connsiteX27" fmla="*/ 312664 w 1148927"/>
              <a:gd name="connsiteY27" fmla="*/ 561000 h 1148927"/>
              <a:gd name="connsiteX28" fmla="*/ 836263 w 1148927"/>
              <a:gd name="connsiteY28" fmla="*/ 561000 h 1148927"/>
              <a:gd name="connsiteX29" fmla="*/ 836263 w 1148927"/>
              <a:gd name="connsiteY29" fmla="*/ 587928 h 1148927"/>
              <a:gd name="connsiteX30" fmla="*/ 724063 w 1148927"/>
              <a:gd name="connsiteY30" fmla="*/ 475728 h 1148927"/>
              <a:gd name="connsiteX31" fmla="*/ 312664 w 1148927"/>
              <a:gd name="connsiteY31" fmla="*/ 475728 h 1148927"/>
              <a:gd name="connsiteX32" fmla="*/ 312664 w 1148927"/>
              <a:gd name="connsiteY32" fmla="*/ 448800 h 1148927"/>
              <a:gd name="connsiteX33" fmla="*/ 724063 w 1148927"/>
              <a:gd name="connsiteY33" fmla="*/ 448800 h 1148927"/>
              <a:gd name="connsiteX34" fmla="*/ 724063 w 1148927"/>
              <a:gd name="connsiteY34" fmla="*/ 475728 h 1148927"/>
              <a:gd name="connsiteX35" fmla="*/ 537064 w 1148927"/>
              <a:gd name="connsiteY35" fmla="*/ 363528 h 1148927"/>
              <a:gd name="connsiteX36" fmla="*/ 312664 w 1148927"/>
              <a:gd name="connsiteY36" fmla="*/ 363528 h 1148927"/>
              <a:gd name="connsiteX37" fmla="*/ 312664 w 1148927"/>
              <a:gd name="connsiteY37" fmla="*/ 336600 h 1148927"/>
              <a:gd name="connsiteX38" fmla="*/ 537064 w 1148927"/>
              <a:gd name="connsiteY38" fmla="*/ 336600 h 1148927"/>
              <a:gd name="connsiteX39" fmla="*/ 537064 w 1148927"/>
              <a:gd name="connsiteY39" fmla="*/ 363528 h 1148927"/>
              <a:gd name="connsiteX40" fmla="*/ 724063 w 1148927"/>
              <a:gd name="connsiteY40" fmla="*/ 251328 h 1148927"/>
              <a:gd name="connsiteX41" fmla="*/ 312664 w 1148927"/>
              <a:gd name="connsiteY41" fmla="*/ 251328 h 1148927"/>
              <a:gd name="connsiteX42" fmla="*/ 312664 w 1148927"/>
              <a:gd name="connsiteY42" fmla="*/ 224400 h 1148927"/>
              <a:gd name="connsiteX43" fmla="*/ 724063 w 1148927"/>
              <a:gd name="connsiteY43" fmla="*/ 224400 h 1148927"/>
              <a:gd name="connsiteX44" fmla="*/ 724063 w 1148927"/>
              <a:gd name="connsiteY44" fmla="*/ 251328 h 114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48927" h="1148927">
                <a:moveTo>
                  <a:pt x="574464" y="1148927"/>
                </a:moveTo>
                <a:cubicBezTo>
                  <a:pt x="257686" y="1148927"/>
                  <a:pt x="0" y="891241"/>
                  <a:pt x="0" y="574464"/>
                </a:cubicBezTo>
                <a:cubicBezTo>
                  <a:pt x="0" y="257686"/>
                  <a:pt x="257686" y="0"/>
                  <a:pt x="574464" y="0"/>
                </a:cubicBezTo>
                <a:cubicBezTo>
                  <a:pt x="891241" y="0"/>
                  <a:pt x="1148927" y="257686"/>
                  <a:pt x="1148927" y="574464"/>
                </a:cubicBezTo>
                <a:cubicBezTo>
                  <a:pt x="1148927" y="891241"/>
                  <a:pt x="891241" y="1148927"/>
                  <a:pt x="574464" y="1148927"/>
                </a:cubicBezTo>
                <a:close/>
                <a:moveTo>
                  <a:pt x="574464" y="26928"/>
                </a:moveTo>
                <a:cubicBezTo>
                  <a:pt x="272534" y="26928"/>
                  <a:pt x="26928" y="272534"/>
                  <a:pt x="26928" y="574464"/>
                </a:cubicBezTo>
                <a:cubicBezTo>
                  <a:pt x="26928" y="876356"/>
                  <a:pt x="272534" y="1121999"/>
                  <a:pt x="574464" y="1121999"/>
                </a:cubicBezTo>
                <a:cubicBezTo>
                  <a:pt x="876356" y="1121999"/>
                  <a:pt x="1121999" y="876393"/>
                  <a:pt x="1121999" y="574464"/>
                </a:cubicBezTo>
                <a:cubicBezTo>
                  <a:pt x="1121999" y="272534"/>
                  <a:pt x="876356" y="26928"/>
                  <a:pt x="574464" y="26928"/>
                </a:cubicBezTo>
                <a:close/>
                <a:moveTo>
                  <a:pt x="649263" y="924527"/>
                </a:moveTo>
                <a:lnTo>
                  <a:pt x="312664" y="924527"/>
                </a:lnTo>
                <a:lnTo>
                  <a:pt x="312664" y="897599"/>
                </a:lnTo>
                <a:lnTo>
                  <a:pt x="649263" y="897599"/>
                </a:lnTo>
                <a:lnTo>
                  <a:pt x="649263" y="924527"/>
                </a:lnTo>
                <a:close/>
                <a:moveTo>
                  <a:pt x="798863" y="812327"/>
                </a:moveTo>
                <a:lnTo>
                  <a:pt x="312664" y="812327"/>
                </a:lnTo>
                <a:lnTo>
                  <a:pt x="312664" y="785399"/>
                </a:lnTo>
                <a:lnTo>
                  <a:pt x="798863" y="785399"/>
                </a:lnTo>
                <a:lnTo>
                  <a:pt x="798863" y="812327"/>
                </a:lnTo>
                <a:close/>
                <a:moveTo>
                  <a:pt x="649263" y="700127"/>
                </a:moveTo>
                <a:lnTo>
                  <a:pt x="312664" y="700127"/>
                </a:lnTo>
                <a:lnTo>
                  <a:pt x="312664" y="673199"/>
                </a:lnTo>
                <a:lnTo>
                  <a:pt x="649263" y="673199"/>
                </a:lnTo>
                <a:lnTo>
                  <a:pt x="649263" y="700127"/>
                </a:lnTo>
                <a:close/>
                <a:moveTo>
                  <a:pt x="836263" y="587928"/>
                </a:moveTo>
                <a:lnTo>
                  <a:pt x="312664" y="587928"/>
                </a:lnTo>
                <a:lnTo>
                  <a:pt x="312664" y="561000"/>
                </a:lnTo>
                <a:lnTo>
                  <a:pt x="836263" y="561000"/>
                </a:lnTo>
                <a:lnTo>
                  <a:pt x="836263" y="587928"/>
                </a:lnTo>
                <a:close/>
                <a:moveTo>
                  <a:pt x="724063" y="475728"/>
                </a:moveTo>
                <a:lnTo>
                  <a:pt x="312664" y="475728"/>
                </a:lnTo>
                <a:lnTo>
                  <a:pt x="312664" y="448800"/>
                </a:lnTo>
                <a:lnTo>
                  <a:pt x="724063" y="448800"/>
                </a:lnTo>
                <a:lnTo>
                  <a:pt x="724063" y="475728"/>
                </a:lnTo>
                <a:close/>
                <a:moveTo>
                  <a:pt x="537064" y="363528"/>
                </a:moveTo>
                <a:lnTo>
                  <a:pt x="312664" y="363528"/>
                </a:lnTo>
                <a:lnTo>
                  <a:pt x="312664" y="336600"/>
                </a:lnTo>
                <a:lnTo>
                  <a:pt x="537064" y="336600"/>
                </a:lnTo>
                <a:lnTo>
                  <a:pt x="537064" y="363528"/>
                </a:lnTo>
                <a:close/>
                <a:moveTo>
                  <a:pt x="724063" y="251328"/>
                </a:moveTo>
                <a:lnTo>
                  <a:pt x="312664" y="251328"/>
                </a:lnTo>
                <a:lnTo>
                  <a:pt x="312664" y="224400"/>
                </a:lnTo>
                <a:lnTo>
                  <a:pt x="724063" y="224400"/>
                </a:lnTo>
                <a:lnTo>
                  <a:pt x="724063" y="251328"/>
                </a:lnTo>
                <a:close/>
              </a:path>
            </a:pathLst>
          </a:custGeom>
          <a:solidFill>
            <a:srgbClr val="0F62FE"/>
          </a:solidFill>
          <a:ln w="37207" cap="flat">
            <a:noFill/>
            <a:prstDash val="solid"/>
            <a:miter/>
          </a:ln>
        </p:spPr>
        <p:txBody>
          <a:bodyPr rtlCol="0" anchor="ctr"/>
          <a:lstStyle/>
          <a:p>
            <a:endParaRPr lang="en-US"/>
          </a:p>
        </p:txBody>
      </p:sp>
      <p:sp>
        <p:nvSpPr>
          <p:cNvPr id="5" name="TextBox 4">
            <a:extLst>
              <a:ext uri="{FF2B5EF4-FFF2-40B4-BE49-F238E27FC236}">
                <a16:creationId xmlns:a16="http://schemas.microsoft.com/office/drawing/2014/main" id="{FCEC2028-4723-D7AA-ED6F-8907ABEE4704}"/>
              </a:ext>
            </a:extLst>
          </p:cNvPr>
          <p:cNvSpPr txBox="1"/>
          <p:nvPr/>
        </p:nvSpPr>
        <p:spPr>
          <a:xfrm>
            <a:off x="12318521" y="3380397"/>
            <a:ext cx="2762685"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Input</a:t>
            </a:r>
          </a:p>
          <a:p>
            <a:pPr algn="ctr"/>
            <a:r>
              <a:rPr lang="en-US" sz="2800" i="1" dirty="0">
                <a:solidFill>
                  <a:schemeClr val="bg2"/>
                </a:solidFill>
              </a:rPr>
              <a:t>annual report</a:t>
            </a:r>
          </a:p>
        </p:txBody>
      </p:sp>
      <p:sp>
        <p:nvSpPr>
          <p:cNvPr id="265" name="Rectangle 264">
            <a:extLst>
              <a:ext uri="{FF2B5EF4-FFF2-40B4-BE49-F238E27FC236}">
                <a16:creationId xmlns:a16="http://schemas.microsoft.com/office/drawing/2014/main" id="{AF44527C-38C4-6BC5-8AD0-83B4D7AE8E42}"/>
              </a:ext>
            </a:extLst>
          </p:cNvPr>
          <p:cNvSpPr/>
          <p:nvPr/>
        </p:nvSpPr>
        <p:spPr bwMode="auto">
          <a:xfrm>
            <a:off x="0" y="19528"/>
            <a:ext cx="12193587" cy="13716000"/>
          </a:xfrm>
          <a:prstGeom prst="rect">
            <a:avLst/>
          </a:prstGeom>
          <a:solidFill>
            <a:srgbClr val="E5F6FF"/>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109E0E9A-490F-C13C-36E3-DCEF1CF7F75B}"/>
              </a:ext>
            </a:extLst>
          </p:cNvPr>
          <p:cNvSpPr>
            <a:spLocks noGrp="1"/>
          </p:cNvSpPr>
          <p:nvPr>
            <p:ph type="title"/>
          </p:nvPr>
        </p:nvSpPr>
        <p:spPr>
          <a:xfrm>
            <a:off x="576071" y="577850"/>
            <a:ext cx="10591281" cy="1334398"/>
          </a:xfrm>
        </p:spPr>
        <p:txBody>
          <a:bodyPr/>
          <a:lstStyle/>
          <a:p>
            <a:r>
              <a:rPr lang="en-US" dirty="0"/>
              <a:t>Foundation model USO</a:t>
            </a:r>
            <a:br>
              <a:rPr lang="en-US" dirty="0"/>
            </a:br>
            <a:r>
              <a:rPr lang="en-US" sz="4800" i="1" dirty="0"/>
              <a:t>Prompt engineering</a:t>
            </a:r>
            <a:endParaRPr lang="en-US" i="1" dirty="0"/>
          </a:p>
        </p:txBody>
      </p:sp>
      <p:sp>
        <p:nvSpPr>
          <p:cNvPr id="34" name="Rectangle 33">
            <a:extLst>
              <a:ext uri="{FF2B5EF4-FFF2-40B4-BE49-F238E27FC236}">
                <a16:creationId xmlns:a16="http://schemas.microsoft.com/office/drawing/2014/main" id="{118928A1-5B24-A21A-9EF7-A90BA60A1A07}"/>
              </a:ext>
            </a:extLst>
          </p:cNvPr>
          <p:cNvSpPr>
            <a:spLocks noChangeAspect="1"/>
          </p:cNvSpPr>
          <p:nvPr/>
        </p:nvSpPr>
        <p:spPr bwMode="auto">
          <a:xfrm>
            <a:off x="16789135" y="4874197"/>
            <a:ext cx="1712587" cy="1712587"/>
          </a:xfrm>
          <a:prstGeom prst="rect">
            <a:avLst/>
          </a:prstGeom>
          <a:solidFill>
            <a:srgbClr val="F4F4F4"/>
          </a:solidFill>
          <a:ln w="28575">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grpSp>
        <p:nvGrpSpPr>
          <p:cNvPr id="28" name="Group 27">
            <a:extLst>
              <a:ext uri="{FF2B5EF4-FFF2-40B4-BE49-F238E27FC236}">
                <a16:creationId xmlns:a16="http://schemas.microsoft.com/office/drawing/2014/main" id="{C1187C15-C180-1898-0CAB-1656AB4D8676}"/>
              </a:ext>
            </a:extLst>
          </p:cNvPr>
          <p:cNvGrpSpPr/>
          <p:nvPr/>
        </p:nvGrpSpPr>
        <p:grpSpPr>
          <a:xfrm>
            <a:off x="17031332" y="5241802"/>
            <a:ext cx="1228193" cy="977377"/>
            <a:chOff x="17031332" y="5241802"/>
            <a:chExt cx="1228193" cy="977377"/>
          </a:xfrm>
        </p:grpSpPr>
        <p:sp>
          <p:nvSpPr>
            <p:cNvPr id="30" name="Freeform 29">
              <a:extLst>
                <a:ext uri="{FF2B5EF4-FFF2-40B4-BE49-F238E27FC236}">
                  <a16:creationId xmlns:a16="http://schemas.microsoft.com/office/drawing/2014/main" id="{C6730262-4E05-B701-993A-14CFCA557EA3}"/>
                </a:ext>
              </a:extLst>
            </p:cNvPr>
            <p:cNvSpPr/>
            <p:nvPr/>
          </p:nvSpPr>
          <p:spPr>
            <a:xfrm rot="408157">
              <a:off x="17031332" y="5241802"/>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E66E0CF2-3906-9AB5-152A-69074BB6B749}"/>
                </a:ext>
              </a:extLst>
            </p:cNvPr>
            <p:cNvSpPr>
              <a:spLocks noChangeAspect="1"/>
            </p:cNvSpPr>
            <p:nvPr/>
          </p:nvSpPr>
          <p:spPr>
            <a:xfrm rot="1829499">
              <a:off x="17820096" y="5779750"/>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grpSp>
      <p:sp>
        <p:nvSpPr>
          <p:cNvPr id="38" name="TextBox 37">
            <a:extLst>
              <a:ext uri="{FF2B5EF4-FFF2-40B4-BE49-F238E27FC236}">
                <a16:creationId xmlns:a16="http://schemas.microsoft.com/office/drawing/2014/main" id="{ECCE9295-2C69-0EA6-359C-382165D1453D}"/>
              </a:ext>
            </a:extLst>
          </p:cNvPr>
          <p:cNvSpPr txBox="1"/>
          <p:nvPr/>
        </p:nvSpPr>
        <p:spPr>
          <a:xfrm>
            <a:off x="15680755" y="3380398"/>
            <a:ext cx="3959560" cy="107721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Deployed foundation model</a:t>
            </a:r>
          </a:p>
        </p:txBody>
      </p:sp>
      <p:sp>
        <p:nvSpPr>
          <p:cNvPr id="52" name="TextBox 51">
            <a:extLst>
              <a:ext uri="{FF2B5EF4-FFF2-40B4-BE49-F238E27FC236}">
                <a16:creationId xmlns:a16="http://schemas.microsoft.com/office/drawing/2014/main" id="{69A9B97B-C7C4-87DB-86D7-5D6D24EEC3A2}"/>
              </a:ext>
            </a:extLst>
          </p:cNvPr>
          <p:cNvSpPr txBox="1"/>
          <p:nvPr/>
        </p:nvSpPr>
        <p:spPr>
          <a:xfrm>
            <a:off x="20239864" y="3380398"/>
            <a:ext cx="3560027"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Output</a:t>
            </a:r>
          </a:p>
          <a:p>
            <a:pPr algn="ctr"/>
            <a:r>
              <a:rPr lang="en-US" sz="2800" i="1" dirty="0">
                <a:solidFill>
                  <a:schemeClr val="bg2"/>
                </a:solidFill>
              </a:rPr>
              <a:t>summarized report</a:t>
            </a:r>
          </a:p>
        </p:txBody>
      </p:sp>
      <p:sp>
        <p:nvSpPr>
          <p:cNvPr id="90" name="Rectangle 89">
            <a:extLst>
              <a:ext uri="{FF2B5EF4-FFF2-40B4-BE49-F238E27FC236}">
                <a16:creationId xmlns:a16="http://schemas.microsoft.com/office/drawing/2014/main" id="{3E3F50EF-64D9-E33F-0BF0-E8E86264260A}"/>
              </a:ext>
            </a:extLst>
          </p:cNvPr>
          <p:cNvSpPr>
            <a:spLocks noChangeAspect="1"/>
          </p:cNvSpPr>
          <p:nvPr/>
        </p:nvSpPr>
        <p:spPr bwMode="auto">
          <a:xfrm>
            <a:off x="12763502" y="8388325"/>
            <a:ext cx="11048211" cy="3732633"/>
          </a:xfrm>
          <a:prstGeom prst="rect">
            <a:avLst/>
          </a:prstGeom>
          <a:solidFill>
            <a:schemeClr val="bg1"/>
          </a:solidFill>
          <a:ln w="28575">
            <a:solidFill>
              <a:schemeClr val="tx1"/>
            </a:solidFill>
            <a:prstDash val="sysDot"/>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52" name="TextBox 251">
            <a:extLst>
              <a:ext uri="{FF2B5EF4-FFF2-40B4-BE49-F238E27FC236}">
                <a16:creationId xmlns:a16="http://schemas.microsoft.com/office/drawing/2014/main" id="{92913375-B2AD-EA19-40DE-EC35CFE75D36}"/>
              </a:ext>
            </a:extLst>
          </p:cNvPr>
          <p:cNvSpPr txBox="1"/>
          <p:nvPr/>
        </p:nvSpPr>
        <p:spPr>
          <a:xfrm>
            <a:off x="12763502" y="10701166"/>
            <a:ext cx="4219641" cy="954107"/>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Instructions</a:t>
            </a:r>
          </a:p>
          <a:p>
            <a:pPr algn="ctr"/>
            <a:r>
              <a:rPr lang="en-US" sz="2800" i="1" dirty="0"/>
              <a:t>0-10 examples</a:t>
            </a:r>
          </a:p>
        </p:txBody>
      </p:sp>
      <p:sp>
        <p:nvSpPr>
          <p:cNvPr id="253" name="Right Brace 252">
            <a:extLst>
              <a:ext uri="{FF2B5EF4-FFF2-40B4-BE49-F238E27FC236}">
                <a16:creationId xmlns:a16="http://schemas.microsoft.com/office/drawing/2014/main" id="{3D5CB9BB-68D6-7CBC-C2E2-9A62AF8AD9DC}"/>
              </a:ext>
            </a:extLst>
          </p:cNvPr>
          <p:cNvSpPr/>
          <p:nvPr/>
        </p:nvSpPr>
        <p:spPr bwMode="auto">
          <a:xfrm>
            <a:off x="16869169" y="8767026"/>
            <a:ext cx="442513" cy="1846729"/>
          </a:xfrm>
          <a:prstGeom prst="rightBrace">
            <a:avLst/>
          </a:prstGeom>
          <a:ln w="254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cxnSp>
        <p:nvCxnSpPr>
          <p:cNvPr id="257" name="Straight Arrow Connector 256">
            <a:extLst>
              <a:ext uri="{FF2B5EF4-FFF2-40B4-BE49-F238E27FC236}">
                <a16:creationId xmlns:a16="http://schemas.microsoft.com/office/drawing/2014/main" id="{0D2A89A4-FBF8-0161-41BB-9384F0D5FF05}"/>
              </a:ext>
            </a:extLst>
          </p:cNvPr>
          <p:cNvCxnSpPr>
            <a:cxnSpLocks/>
          </p:cNvCxnSpPr>
          <p:nvPr/>
        </p:nvCxnSpPr>
        <p:spPr bwMode="auto">
          <a:xfrm>
            <a:off x="18036305" y="9690390"/>
            <a:ext cx="2039112"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263" name="TextBox 262">
            <a:extLst>
              <a:ext uri="{FF2B5EF4-FFF2-40B4-BE49-F238E27FC236}">
                <a16:creationId xmlns:a16="http://schemas.microsoft.com/office/drawing/2014/main" id="{FB3171BB-C307-B9A4-C4CF-3F6FB43587AB}"/>
              </a:ext>
            </a:extLst>
          </p:cNvPr>
          <p:cNvSpPr txBox="1"/>
          <p:nvPr/>
        </p:nvSpPr>
        <p:spPr>
          <a:xfrm>
            <a:off x="12763500" y="12273365"/>
            <a:ext cx="11036391" cy="144655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Prompt engineering</a:t>
            </a:r>
          </a:p>
          <a:p>
            <a:pPr algn="ctr"/>
            <a:r>
              <a:rPr lang="es-ES" sz="2800" i="1" dirty="0">
                <a:solidFill>
                  <a:schemeClr val="bg2"/>
                </a:solidFill>
              </a:rPr>
              <a:t>Creación de un conjunto de instrucciones específicas para que el modelo las siga</a:t>
            </a:r>
            <a:endParaRPr lang="en-US" sz="2800" i="1" dirty="0">
              <a:solidFill>
                <a:schemeClr val="bg2"/>
              </a:solidFill>
            </a:endParaRPr>
          </a:p>
        </p:txBody>
      </p:sp>
      <p:sp>
        <p:nvSpPr>
          <p:cNvPr id="3" name="TextBox 2">
            <a:extLst>
              <a:ext uri="{FF2B5EF4-FFF2-40B4-BE49-F238E27FC236}">
                <a16:creationId xmlns:a16="http://schemas.microsoft.com/office/drawing/2014/main" id="{07A3DC8A-B782-47DE-FEE1-B67EA3B3F213}"/>
              </a:ext>
            </a:extLst>
          </p:cNvPr>
          <p:cNvSpPr txBox="1"/>
          <p:nvPr/>
        </p:nvSpPr>
        <p:spPr>
          <a:xfrm>
            <a:off x="587284" y="3380398"/>
            <a:ext cx="9951545" cy="3231654"/>
          </a:xfrm>
          <a:prstGeom prst="rect">
            <a:avLst/>
          </a:prstGeom>
          <a:no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spAutoFit/>
          </a:bodyPr>
          <a:lstStyle/>
          <a:p>
            <a:pPr>
              <a:spcAft>
                <a:spcPts val="2400"/>
              </a:spcAft>
            </a:pPr>
            <a:r>
              <a:rPr lang="en-US" dirty="0"/>
              <a:t>Engineered prompts (hard prompts) </a:t>
            </a:r>
          </a:p>
          <a:p>
            <a:pPr>
              <a:spcAft>
                <a:spcPts val="2400"/>
              </a:spcAft>
            </a:pPr>
            <a:r>
              <a:rPr lang="es-ES" dirty="0"/>
              <a:t>Se desarrollan a través de prueba y error</a:t>
            </a:r>
          </a:p>
          <a:p>
            <a:pPr>
              <a:spcAft>
                <a:spcPts val="2400"/>
              </a:spcAft>
            </a:pPr>
            <a:r>
              <a:rPr lang="es-ES" dirty="0"/>
              <a:t>El modelo subyacente no cambia</a:t>
            </a:r>
          </a:p>
          <a:p>
            <a:pPr>
              <a:spcAft>
                <a:spcPts val="2400"/>
              </a:spcAft>
            </a:pPr>
            <a:r>
              <a:rPr lang="es-ES" dirty="0"/>
              <a:t>Útil para la experimentación rápida</a:t>
            </a:r>
            <a:endParaRPr lang="en-US" dirty="0"/>
          </a:p>
        </p:txBody>
      </p:sp>
      <p:cxnSp>
        <p:nvCxnSpPr>
          <p:cNvPr id="15" name="Straight Arrow Connector 14">
            <a:extLst>
              <a:ext uri="{FF2B5EF4-FFF2-40B4-BE49-F238E27FC236}">
                <a16:creationId xmlns:a16="http://schemas.microsoft.com/office/drawing/2014/main" id="{3E19774D-5353-D780-D752-6B8C20D77BC5}"/>
              </a:ext>
            </a:extLst>
          </p:cNvPr>
          <p:cNvCxnSpPr>
            <a:cxnSpLocks/>
          </p:cNvCxnSpPr>
          <p:nvPr/>
        </p:nvCxnSpPr>
        <p:spPr bwMode="auto">
          <a:xfrm>
            <a:off x="18927665" y="5722209"/>
            <a:ext cx="2034540"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4" name="TextBox 3">
            <a:extLst>
              <a:ext uri="{FF2B5EF4-FFF2-40B4-BE49-F238E27FC236}">
                <a16:creationId xmlns:a16="http://schemas.microsoft.com/office/drawing/2014/main" id="{1C72F432-47A3-01F1-2781-93637B622A7A}"/>
              </a:ext>
            </a:extLst>
          </p:cNvPr>
          <p:cNvSpPr txBox="1"/>
          <p:nvPr/>
        </p:nvSpPr>
        <p:spPr>
          <a:xfrm>
            <a:off x="12763500" y="2250500"/>
            <a:ext cx="8283765" cy="55399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a:spAutoFit/>
          </a:bodyPr>
          <a:lstStyle/>
          <a:p>
            <a:r>
              <a:rPr lang="en-US" sz="3600" i="1" dirty="0">
                <a:solidFill>
                  <a:schemeClr val="bg2"/>
                </a:solidFill>
              </a:rPr>
              <a:t>Example: Text summarization</a:t>
            </a:r>
            <a:endParaRPr lang="en-US" dirty="0">
              <a:solidFill>
                <a:schemeClr val="bg2"/>
              </a:solidFill>
            </a:endParaRPr>
          </a:p>
        </p:txBody>
      </p:sp>
      <p:sp>
        <p:nvSpPr>
          <p:cNvPr id="10" name="TextBox 9">
            <a:extLst>
              <a:ext uri="{FF2B5EF4-FFF2-40B4-BE49-F238E27FC236}">
                <a16:creationId xmlns:a16="http://schemas.microsoft.com/office/drawing/2014/main" id="{9442CD1F-B9FB-7AF7-9AD2-425BA5FDBC18}"/>
              </a:ext>
            </a:extLst>
          </p:cNvPr>
          <p:cNvSpPr txBox="1"/>
          <p:nvPr/>
        </p:nvSpPr>
        <p:spPr>
          <a:xfrm>
            <a:off x="19158335" y="10722694"/>
            <a:ext cx="4608507" cy="52322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Hard prompt</a:t>
            </a:r>
          </a:p>
        </p:txBody>
      </p:sp>
      <p:cxnSp>
        <p:nvCxnSpPr>
          <p:cNvPr id="13" name="Straight Arrow Connector 12">
            <a:extLst>
              <a:ext uri="{FF2B5EF4-FFF2-40B4-BE49-F238E27FC236}">
                <a16:creationId xmlns:a16="http://schemas.microsoft.com/office/drawing/2014/main" id="{DAF7BEA3-4EFB-B74A-7677-F3FDE7E0A233}"/>
              </a:ext>
            </a:extLst>
          </p:cNvPr>
          <p:cNvCxnSpPr>
            <a:cxnSpLocks/>
          </p:cNvCxnSpPr>
          <p:nvPr/>
        </p:nvCxnSpPr>
        <p:spPr bwMode="auto">
          <a:xfrm flipV="1">
            <a:off x="15379485" y="5722209"/>
            <a:ext cx="983706" cy="8067"/>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17" name="Freeform 16">
            <a:extLst>
              <a:ext uri="{FF2B5EF4-FFF2-40B4-BE49-F238E27FC236}">
                <a16:creationId xmlns:a16="http://schemas.microsoft.com/office/drawing/2014/main" id="{D9103399-7F9F-356C-CF7F-8CFB75EA9DCF}"/>
              </a:ext>
            </a:extLst>
          </p:cNvPr>
          <p:cNvSpPr/>
          <p:nvPr/>
        </p:nvSpPr>
        <p:spPr bwMode="auto">
          <a:xfrm>
            <a:off x="14610945" y="6448340"/>
            <a:ext cx="6845435" cy="2673774"/>
          </a:xfrm>
          <a:custGeom>
            <a:avLst/>
            <a:gdLst>
              <a:gd name="connsiteX0" fmla="*/ 3772138 w 3897436"/>
              <a:gd name="connsiteY0" fmla="*/ 2120630 h 2120630"/>
              <a:gd name="connsiteX1" fmla="*/ 3480308 w 3897436"/>
              <a:gd name="connsiteY1" fmla="*/ 894945 h 2120630"/>
              <a:gd name="connsiteX2" fmla="*/ 328546 w 3897436"/>
              <a:gd name="connsiteY2" fmla="*/ 1011677 h 2120630"/>
              <a:gd name="connsiteX3" fmla="*/ 75627 w 3897436"/>
              <a:gd name="connsiteY3" fmla="*/ 0 h 2120630"/>
              <a:gd name="connsiteX0" fmla="*/ 3702652 w 3819561"/>
              <a:gd name="connsiteY0" fmla="*/ 2120630 h 2120630"/>
              <a:gd name="connsiteX1" fmla="*/ 3410822 w 3819561"/>
              <a:gd name="connsiteY1" fmla="*/ 894945 h 2120630"/>
              <a:gd name="connsiteX2" fmla="*/ 414703 w 3819561"/>
              <a:gd name="connsiteY2" fmla="*/ 953311 h 2120630"/>
              <a:gd name="connsiteX3" fmla="*/ 6141 w 3819561"/>
              <a:gd name="connsiteY3" fmla="*/ 0 h 2120630"/>
              <a:gd name="connsiteX0" fmla="*/ 3702652 w 3733857"/>
              <a:gd name="connsiteY0" fmla="*/ 2120630 h 2120630"/>
              <a:gd name="connsiteX1" fmla="*/ 2943895 w 3733857"/>
              <a:gd name="connsiteY1" fmla="*/ 972766 h 2120630"/>
              <a:gd name="connsiteX2" fmla="*/ 414703 w 3733857"/>
              <a:gd name="connsiteY2" fmla="*/ 953311 h 2120630"/>
              <a:gd name="connsiteX3" fmla="*/ 6141 w 3733857"/>
              <a:gd name="connsiteY3" fmla="*/ 0 h 2120630"/>
              <a:gd name="connsiteX0" fmla="*/ 3702652 w 3707471"/>
              <a:gd name="connsiteY0" fmla="*/ 2120630 h 2120630"/>
              <a:gd name="connsiteX1" fmla="*/ 2943895 w 3707471"/>
              <a:gd name="connsiteY1" fmla="*/ 972766 h 2120630"/>
              <a:gd name="connsiteX2" fmla="*/ 414703 w 3707471"/>
              <a:gd name="connsiteY2" fmla="*/ 953311 h 2120630"/>
              <a:gd name="connsiteX3" fmla="*/ 6141 w 3707471"/>
              <a:gd name="connsiteY3" fmla="*/ 0 h 2120630"/>
              <a:gd name="connsiteX0" fmla="*/ 3702652 w 3711480"/>
              <a:gd name="connsiteY0" fmla="*/ 2120630 h 2120630"/>
              <a:gd name="connsiteX1" fmla="*/ 2943895 w 3711480"/>
              <a:gd name="connsiteY1" fmla="*/ 972766 h 2120630"/>
              <a:gd name="connsiteX2" fmla="*/ 414703 w 3711480"/>
              <a:gd name="connsiteY2" fmla="*/ 953311 h 2120630"/>
              <a:gd name="connsiteX3" fmla="*/ 6141 w 3711480"/>
              <a:gd name="connsiteY3" fmla="*/ 0 h 2120630"/>
              <a:gd name="connsiteX0" fmla="*/ 3702652 w 3707780"/>
              <a:gd name="connsiteY0" fmla="*/ 2120630 h 2120630"/>
              <a:gd name="connsiteX1" fmla="*/ 2943895 w 3707780"/>
              <a:gd name="connsiteY1" fmla="*/ 972766 h 2120630"/>
              <a:gd name="connsiteX2" fmla="*/ 414703 w 3707780"/>
              <a:gd name="connsiteY2" fmla="*/ 953311 h 2120630"/>
              <a:gd name="connsiteX3" fmla="*/ 6141 w 3707780"/>
              <a:gd name="connsiteY3" fmla="*/ 0 h 2120630"/>
              <a:gd name="connsiteX0" fmla="*/ 3702652 w 3705537"/>
              <a:gd name="connsiteY0" fmla="*/ 2120630 h 2120630"/>
              <a:gd name="connsiteX1" fmla="*/ 2943895 w 3705537"/>
              <a:gd name="connsiteY1" fmla="*/ 972766 h 2120630"/>
              <a:gd name="connsiteX2" fmla="*/ 414703 w 3705537"/>
              <a:gd name="connsiteY2" fmla="*/ 953311 h 2120630"/>
              <a:gd name="connsiteX3" fmla="*/ 6141 w 3705537"/>
              <a:gd name="connsiteY3" fmla="*/ 0 h 2120630"/>
              <a:gd name="connsiteX0" fmla="*/ 3702652 w 3707007"/>
              <a:gd name="connsiteY0" fmla="*/ 2120630 h 2120630"/>
              <a:gd name="connsiteX1" fmla="*/ 2943895 w 3707007"/>
              <a:gd name="connsiteY1" fmla="*/ 972766 h 2120630"/>
              <a:gd name="connsiteX2" fmla="*/ 414703 w 3707007"/>
              <a:gd name="connsiteY2" fmla="*/ 953311 h 2120630"/>
              <a:gd name="connsiteX3" fmla="*/ 6141 w 3707007"/>
              <a:gd name="connsiteY3" fmla="*/ 0 h 2120630"/>
              <a:gd name="connsiteX0" fmla="*/ 3702652 w 3706126"/>
              <a:gd name="connsiteY0" fmla="*/ 2120630 h 2120630"/>
              <a:gd name="connsiteX1" fmla="*/ 2811159 w 3706126"/>
              <a:gd name="connsiteY1" fmla="*/ 961705 h 2120630"/>
              <a:gd name="connsiteX2" fmla="*/ 414703 w 3706126"/>
              <a:gd name="connsiteY2" fmla="*/ 953311 h 2120630"/>
              <a:gd name="connsiteX3" fmla="*/ 6141 w 3706126"/>
              <a:gd name="connsiteY3" fmla="*/ 0 h 2120630"/>
              <a:gd name="connsiteX0" fmla="*/ 3702652 w 3706287"/>
              <a:gd name="connsiteY0" fmla="*/ 2120630 h 2120630"/>
              <a:gd name="connsiteX1" fmla="*/ 2811159 w 3706287"/>
              <a:gd name="connsiteY1" fmla="*/ 961705 h 2120630"/>
              <a:gd name="connsiteX2" fmla="*/ 414703 w 3706287"/>
              <a:gd name="connsiteY2" fmla="*/ 953311 h 2120630"/>
              <a:gd name="connsiteX3" fmla="*/ 6141 w 3706287"/>
              <a:gd name="connsiteY3" fmla="*/ 0 h 2120630"/>
              <a:gd name="connsiteX0" fmla="*/ 3836002 w 3840058"/>
              <a:gd name="connsiteY0" fmla="*/ 2234930 h 2234930"/>
              <a:gd name="connsiteX1" fmla="*/ 2811159 w 3840058"/>
              <a:gd name="connsiteY1" fmla="*/ 961705 h 2234930"/>
              <a:gd name="connsiteX2" fmla="*/ 414703 w 3840058"/>
              <a:gd name="connsiteY2" fmla="*/ 953311 h 2234930"/>
              <a:gd name="connsiteX3" fmla="*/ 6141 w 3840058"/>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4302 w 3834302"/>
              <a:gd name="connsiteY0" fmla="*/ 2234930 h 2234930"/>
              <a:gd name="connsiteX1" fmla="*/ 2809459 w 3834302"/>
              <a:gd name="connsiteY1" fmla="*/ 961705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3027995 w 3834302"/>
              <a:gd name="connsiteY1" fmla="*/ 1036467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8563"/>
              <a:gd name="connsiteY0" fmla="*/ 2234930 h 2234930"/>
              <a:gd name="connsiteX1" fmla="*/ 3430561 w 3838563"/>
              <a:gd name="connsiteY1" fmla="*/ 1065222 h 2234930"/>
              <a:gd name="connsiteX2" fmla="*/ 418753 w 3838563"/>
              <a:gd name="connsiteY2" fmla="*/ 930307 h 2234930"/>
              <a:gd name="connsiteX3" fmla="*/ 4441 w 3838563"/>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4668"/>
              <a:gd name="connsiteY0" fmla="*/ 2234930 h 2234930"/>
              <a:gd name="connsiteX1" fmla="*/ 3493821 w 3834668"/>
              <a:gd name="connsiteY1" fmla="*/ 1065222 h 2234930"/>
              <a:gd name="connsiteX2" fmla="*/ 418753 w 3834668"/>
              <a:gd name="connsiteY2" fmla="*/ 930307 h 2234930"/>
              <a:gd name="connsiteX3" fmla="*/ 4441 w 3834668"/>
              <a:gd name="connsiteY3" fmla="*/ 0 h 2234930"/>
              <a:gd name="connsiteX0" fmla="*/ 3834302 w 3834302"/>
              <a:gd name="connsiteY0" fmla="*/ 2234930 h 2234930"/>
              <a:gd name="connsiteX1" fmla="*/ 3493821 w 3834302"/>
              <a:gd name="connsiteY1" fmla="*/ 1065222 h 2234930"/>
              <a:gd name="connsiteX2" fmla="*/ 418753 w 3834302"/>
              <a:gd name="connsiteY2" fmla="*/ 930307 h 2234930"/>
              <a:gd name="connsiteX3" fmla="*/ 4441 w 3834302"/>
              <a:gd name="connsiteY3" fmla="*/ 0 h 2234930"/>
            </a:gdLst>
            <a:ahLst/>
            <a:cxnLst>
              <a:cxn ang="0">
                <a:pos x="connsiteX0" y="connsiteY0"/>
              </a:cxn>
              <a:cxn ang="0">
                <a:pos x="connsiteX1" y="connsiteY1"/>
              </a:cxn>
              <a:cxn ang="0">
                <a:pos x="connsiteX2" y="connsiteY2"/>
              </a:cxn>
              <a:cxn ang="0">
                <a:pos x="connsiteX3" y="connsiteY3"/>
              </a:cxn>
            </a:cxnLst>
            <a:rect l="l" t="t" r="r" b="b"/>
            <a:pathLst>
              <a:path w="3834302" h="2234930">
                <a:moveTo>
                  <a:pt x="3834302" y="2234930"/>
                </a:moveTo>
                <a:cubicBezTo>
                  <a:pt x="3833965" y="1242142"/>
                  <a:pt x="3798534" y="1219398"/>
                  <a:pt x="3493821" y="1065222"/>
                </a:cubicBezTo>
                <a:cubicBezTo>
                  <a:pt x="3189108" y="911046"/>
                  <a:pt x="986200" y="1079464"/>
                  <a:pt x="418753" y="930307"/>
                </a:cubicBezTo>
                <a:cubicBezTo>
                  <a:pt x="-148694" y="781150"/>
                  <a:pt x="36866" y="136187"/>
                  <a:pt x="4441" y="0"/>
                </a:cubicBezTo>
              </a:path>
            </a:pathLst>
          </a:custGeom>
          <a:ln w="25400">
            <a:solidFill>
              <a:schemeClr val="tx1"/>
            </a:solidFill>
            <a:prstDash val="sysDash"/>
            <a:headEnd type="none" w="med" len="med"/>
            <a:tailEnd type="triangle" w="lg" len="lg"/>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9" name="TextBox 8">
            <a:extLst>
              <a:ext uri="{FF2B5EF4-FFF2-40B4-BE49-F238E27FC236}">
                <a16:creationId xmlns:a16="http://schemas.microsoft.com/office/drawing/2014/main" id="{778EC3ED-98B5-FCD3-FD37-7CC0ADE935D7}"/>
              </a:ext>
            </a:extLst>
          </p:cNvPr>
          <p:cNvSpPr txBox="1"/>
          <p:nvPr/>
        </p:nvSpPr>
        <p:spPr>
          <a:xfrm>
            <a:off x="13680916" y="5270863"/>
            <a:ext cx="354010" cy="769441"/>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4400" dirty="0">
                <a:latin typeface="IBM Plex Sans Light" panose="020B0403050203000203" pitchFamily="34" charset="0"/>
              </a:rPr>
              <a:t>+</a:t>
            </a:r>
          </a:p>
        </p:txBody>
      </p:sp>
      <p:sp>
        <p:nvSpPr>
          <p:cNvPr id="25" name="Freeform 24">
            <a:extLst>
              <a:ext uri="{FF2B5EF4-FFF2-40B4-BE49-F238E27FC236}">
                <a16:creationId xmlns:a16="http://schemas.microsoft.com/office/drawing/2014/main" id="{613DDBAD-5575-56A8-78CE-05E62AFF68E9}"/>
              </a:ext>
            </a:extLst>
          </p:cNvPr>
          <p:cNvSpPr>
            <a:spLocks noChangeAspect="1"/>
          </p:cNvSpPr>
          <p:nvPr/>
        </p:nvSpPr>
        <p:spPr>
          <a:xfrm>
            <a:off x="14197979" y="5167821"/>
            <a:ext cx="948500" cy="975525"/>
          </a:xfrm>
          <a:custGeom>
            <a:avLst/>
            <a:gdLst>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77308 w 284502"/>
              <a:gd name="connsiteY39" fmla="*/ 158258 h 292608"/>
              <a:gd name="connsiteX40" fmla="*/ 172450 w 284502"/>
              <a:gd name="connsiteY40" fmla="*/ 153410 h 292608"/>
              <a:gd name="connsiteX41" fmla="*/ 185652 w 284502"/>
              <a:gd name="connsiteY41" fmla="*/ 140208 h 292608"/>
              <a:gd name="connsiteX42" fmla="*/ 41529 w 284502"/>
              <a:gd name="connsiteY42" fmla="*/ 140208 h 292608"/>
              <a:gd name="connsiteX43" fmla="*/ 41529 w 284502"/>
              <a:gd name="connsiteY43" fmla="*/ 133350 h 292608"/>
              <a:gd name="connsiteX44" fmla="*/ 185652 w 284502"/>
              <a:gd name="connsiteY44" fmla="*/ 133350 h 292608"/>
              <a:gd name="connsiteX45" fmla="*/ 172450 w 284502"/>
              <a:gd name="connsiteY45" fmla="*/ 120148 h 292608"/>
              <a:gd name="connsiteX46" fmla="*/ 185652 w 284502"/>
              <a:gd name="connsiteY46" fmla="*/ 247650 h 292608"/>
              <a:gd name="connsiteX47" fmla="*/ 172450 w 284502"/>
              <a:gd name="connsiteY47" fmla="*/ 234458 h 292608"/>
              <a:gd name="connsiteX48" fmla="*/ 177308 w 284502"/>
              <a:gd name="connsiteY48" fmla="*/ 229600 h 292608"/>
              <a:gd name="connsiteX49" fmla="*/ 198777 w 284502"/>
              <a:gd name="connsiteY49" fmla="*/ 251079 h 292608"/>
              <a:gd name="connsiteX50" fmla="*/ 177308 w 284502"/>
              <a:gd name="connsiteY50" fmla="*/ 272558 h 292608"/>
              <a:gd name="connsiteX51" fmla="*/ 172450 w 284502"/>
              <a:gd name="connsiteY51" fmla="*/ 267700 h 292608"/>
              <a:gd name="connsiteX52" fmla="*/ 185652 w 284502"/>
              <a:gd name="connsiteY52" fmla="*/ 254508 h 292608"/>
              <a:gd name="connsiteX53" fmla="*/ 41529 w 284502"/>
              <a:gd name="connsiteY53" fmla="*/ 254508 h 292608"/>
              <a:gd name="connsiteX54" fmla="*/ 41529 w 284502"/>
              <a:gd name="connsiteY54" fmla="*/ 247650 h 292608"/>
              <a:gd name="connsiteX55" fmla="*/ 185652 w 284502"/>
              <a:gd name="connsiteY55" fmla="*/ 247650 h 292608"/>
              <a:gd name="connsiteX56" fmla="*/ 41529 w 284502"/>
              <a:gd name="connsiteY56" fmla="*/ 209550 h 292608"/>
              <a:gd name="connsiteX57" fmla="*/ 138017 w 284502"/>
              <a:gd name="connsiteY57" fmla="*/ 209550 h 292608"/>
              <a:gd name="connsiteX58" fmla="*/ 124825 w 284502"/>
              <a:gd name="connsiteY58" fmla="*/ 196358 h 292608"/>
              <a:gd name="connsiteX59" fmla="*/ 129673 w 284502"/>
              <a:gd name="connsiteY59" fmla="*/ 191500 h 292608"/>
              <a:gd name="connsiteX60" fmla="*/ 151152 w 284502"/>
              <a:gd name="connsiteY60" fmla="*/ 212979 h 292608"/>
              <a:gd name="connsiteX61" fmla="*/ 129673 w 284502"/>
              <a:gd name="connsiteY61" fmla="*/ 234458 h 292608"/>
              <a:gd name="connsiteX62" fmla="*/ 124825 w 284502"/>
              <a:gd name="connsiteY62" fmla="*/ 229600 h 292608"/>
              <a:gd name="connsiteX63" fmla="*/ 138017 w 284502"/>
              <a:gd name="connsiteY63" fmla="*/ 216408 h 292608"/>
              <a:gd name="connsiteX64" fmla="*/ 41529 w 284502"/>
              <a:gd name="connsiteY64" fmla="*/ 216408 h 292608"/>
              <a:gd name="connsiteX65" fmla="*/ 41529 w 284502"/>
              <a:gd name="connsiteY65" fmla="*/ 209550 h 29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84502" h="292608">
                <a:moveTo>
                  <a:pt x="263033" y="153410"/>
                </a:moveTo>
                <a:lnTo>
                  <a:pt x="258175" y="158258"/>
                </a:lnTo>
                <a:lnTo>
                  <a:pt x="271377" y="171450"/>
                </a:lnTo>
                <a:lnTo>
                  <a:pt x="235468" y="171450"/>
                </a:lnTo>
                <a:lnTo>
                  <a:pt x="235468" y="60579"/>
                </a:lnTo>
                <a:cubicBezTo>
                  <a:pt x="235468" y="59665"/>
                  <a:pt x="235106" y="58798"/>
                  <a:pt x="234467" y="58160"/>
                </a:cubicBezTo>
                <a:lnTo>
                  <a:pt x="177317" y="1010"/>
                </a:lnTo>
                <a:cubicBezTo>
                  <a:pt x="176670" y="362"/>
                  <a:pt x="175793" y="0"/>
                  <a:pt x="174879" y="0"/>
                </a:cubicBezTo>
                <a:lnTo>
                  <a:pt x="3429" y="0"/>
                </a:lnTo>
                <a:cubicBezTo>
                  <a:pt x="1534" y="0"/>
                  <a:pt x="0" y="1534"/>
                  <a:pt x="0" y="3429"/>
                </a:cubicBezTo>
                <a:lnTo>
                  <a:pt x="0" y="289179"/>
                </a:lnTo>
                <a:cubicBezTo>
                  <a:pt x="0" y="291074"/>
                  <a:pt x="1534" y="292608"/>
                  <a:pt x="3429" y="292608"/>
                </a:cubicBezTo>
                <a:lnTo>
                  <a:pt x="232029" y="292608"/>
                </a:lnTo>
                <a:cubicBezTo>
                  <a:pt x="233924" y="292608"/>
                  <a:pt x="235458" y="291074"/>
                  <a:pt x="235458" y="289179"/>
                </a:cubicBezTo>
                <a:lnTo>
                  <a:pt x="235458" y="178308"/>
                </a:lnTo>
                <a:lnTo>
                  <a:pt x="271367" y="178308"/>
                </a:lnTo>
                <a:lnTo>
                  <a:pt x="258166" y="191500"/>
                </a:lnTo>
                <a:lnTo>
                  <a:pt x="263023" y="196358"/>
                </a:lnTo>
                <a:lnTo>
                  <a:pt x="284502" y="174879"/>
                </a:lnTo>
                <a:lnTo>
                  <a:pt x="263033" y="153410"/>
                </a:lnTo>
                <a:close/>
                <a:moveTo>
                  <a:pt x="178308" y="11706"/>
                </a:moveTo>
                <a:lnTo>
                  <a:pt x="223752" y="57150"/>
                </a:lnTo>
                <a:lnTo>
                  <a:pt x="178308" y="57150"/>
                </a:lnTo>
                <a:lnTo>
                  <a:pt x="178308" y="11706"/>
                </a:lnTo>
                <a:close/>
                <a:moveTo>
                  <a:pt x="228600" y="171450"/>
                </a:moveTo>
                <a:lnTo>
                  <a:pt x="41529" y="171450"/>
                </a:lnTo>
                <a:lnTo>
                  <a:pt x="41529" y="178318"/>
                </a:lnTo>
                <a:lnTo>
                  <a:pt x="228600" y="178318"/>
                </a:lnTo>
                <a:lnTo>
                  <a:pt x="228600" y="285750"/>
                </a:lnTo>
                <a:lnTo>
                  <a:pt x="6858" y="285750"/>
                </a:lnTo>
                <a:lnTo>
                  <a:pt x="6858" y="6858"/>
                </a:lnTo>
                <a:lnTo>
                  <a:pt x="171450" y="6858"/>
                </a:lnTo>
                <a:lnTo>
                  <a:pt x="171450" y="60579"/>
                </a:lnTo>
                <a:cubicBezTo>
                  <a:pt x="171450" y="62474"/>
                  <a:pt x="172984" y="64008"/>
                  <a:pt x="174879" y="64008"/>
                </a:cubicBezTo>
                <a:lnTo>
                  <a:pt x="228600" y="64008"/>
                </a:lnTo>
                <a:cubicBezTo>
                  <a:pt x="228600" y="64008"/>
                  <a:pt x="228600" y="171450"/>
                  <a:pt x="228600" y="171450"/>
                </a:cubicBezTo>
                <a:close/>
                <a:moveTo>
                  <a:pt x="172450" y="120148"/>
                </a:moveTo>
                <a:lnTo>
                  <a:pt x="177308" y="115300"/>
                </a:lnTo>
                <a:lnTo>
                  <a:pt x="198777" y="136779"/>
                </a:lnTo>
                <a:lnTo>
                  <a:pt x="177308" y="158258"/>
                </a:lnTo>
                <a:lnTo>
                  <a:pt x="172450" y="153410"/>
                </a:lnTo>
                <a:lnTo>
                  <a:pt x="185652" y="140208"/>
                </a:lnTo>
                <a:lnTo>
                  <a:pt x="41529" y="140208"/>
                </a:lnTo>
                <a:lnTo>
                  <a:pt x="41529" y="133350"/>
                </a:lnTo>
                <a:lnTo>
                  <a:pt x="185652" y="133350"/>
                </a:lnTo>
                <a:lnTo>
                  <a:pt x="172450" y="120148"/>
                </a:lnTo>
                <a:close/>
                <a:moveTo>
                  <a:pt x="185652" y="247650"/>
                </a:moveTo>
                <a:lnTo>
                  <a:pt x="172450" y="234458"/>
                </a:lnTo>
                <a:lnTo>
                  <a:pt x="177308" y="229600"/>
                </a:lnTo>
                <a:lnTo>
                  <a:pt x="198777" y="251079"/>
                </a:lnTo>
                <a:lnTo>
                  <a:pt x="177308" y="272558"/>
                </a:lnTo>
                <a:lnTo>
                  <a:pt x="172450" y="267700"/>
                </a:lnTo>
                <a:lnTo>
                  <a:pt x="185652" y="254508"/>
                </a:lnTo>
                <a:lnTo>
                  <a:pt x="41529" y="254508"/>
                </a:lnTo>
                <a:lnTo>
                  <a:pt x="41529" y="247650"/>
                </a:lnTo>
                <a:lnTo>
                  <a:pt x="185652" y="247650"/>
                </a:lnTo>
                <a:close/>
                <a:moveTo>
                  <a:pt x="41529" y="209550"/>
                </a:moveTo>
                <a:lnTo>
                  <a:pt x="138017" y="209550"/>
                </a:lnTo>
                <a:lnTo>
                  <a:pt x="124825" y="196358"/>
                </a:lnTo>
                <a:lnTo>
                  <a:pt x="129673" y="191500"/>
                </a:lnTo>
                <a:lnTo>
                  <a:pt x="151152" y="212979"/>
                </a:lnTo>
                <a:lnTo>
                  <a:pt x="129673" y="234458"/>
                </a:lnTo>
                <a:lnTo>
                  <a:pt x="124825" y="229600"/>
                </a:lnTo>
                <a:lnTo>
                  <a:pt x="138017" y="216408"/>
                </a:lnTo>
                <a:lnTo>
                  <a:pt x="41529" y="216408"/>
                </a:lnTo>
                <a:lnTo>
                  <a:pt x="41529" y="209550"/>
                </a:lnTo>
                <a:close/>
              </a:path>
            </a:pathLst>
          </a:custGeom>
          <a:solidFill>
            <a:srgbClr val="0F62FE"/>
          </a:solidFill>
          <a:ln w="9525"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C9144ADF-1922-9FAF-E1DD-1C7C7F50D2D3}"/>
              </a:ext>
            </a:extLst>
          </p:cNvPr>
          <p:cNvSpPr>
            <a:spLocks noChangeAspect="1"/>
          </p:cNvSpPr>
          <p:nvPr/>
        </p:nvSpPr>
        <p:spPr>
          <a:xfrm>
            <a:off x="20988338" y="9254284"/>
            <a:ext cx="948500" cy="975525"/>
          </a:xfrm>
          <a:custGeom>
            <a:avLst/>
            <a:gdLst>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77308 w 284502"/>
              <a:gd name="connsiteY39" fmla="*/ 158258 h 292608"/>
              <a:gd name="connsiteX40" fmla="*/ 172450 w 284502"/>
              <a:gd name="connsiteY40" fmla="*/ 153410 h 292608"/>
              <a:gd name="connsiteX41" fmla="*/ 185652 w 284502"/>
              <a:gd name="connsiteY41" fmla="*/ 140208 h 292608"/>
              <a:gd name="connsiteX42" fmla="*/ 41529 w 284502"/>
              <a:gd name="connsiteY42" fmla="*/ 140208 h 292608"/>
              <a:gd name="connsiteX43" fmla="*/ 41529 w 284502"/>
              <a:gd name="connsiteY43" fmla="*/ 133350 h 292608"/>
              <a:gd name="connsiteX44" fmla="*/ 185652 w 284502"/>
              <a:gd name="connsiteY44" fmla="*/ 133350 h 292608"/>
              <a:gd name="connsiteX45" fmla="*/ 172450 w 284502"/>
              <a:gd name="connsiteY45" fmla="*/ 120148 h 292608"/>
              <a:gd name="connsiteX46" fmla="*/ 185652 w 284502"/>
              <a:gd name="connsiteY46" fmla="*/ 247650 h 292608"/>
              <a:gd name="connsiteX47" fmla="*/ 172450 w 284502"/>
              <a:gd name="connsiteY47" fmla="*/ 234458 h 292608"/>
              <a:gd name="connsiteX48" fmla="*/ 177308 w 284502"/>
              <a:gd name="connsiteY48" fmla="*/ 229600 h 292608"/>
              <a:gd name="connsiteX49" fmla="*/ 198777 w 284502"/>
              <a:gd name="connsiteY49" fmla="*/ 251079 h 292608"/>
              <a:gd name="connsiteX50" fmla="*/ 177308 w 284502"/>
              <a:gd name="connsiteY50" fmla="*/ 272558 h 292608"/>
              <a:gd name="connsiteX51" fmla="*/ 172450 w 284502"/>
              <a:gd name="connsiteY51" fmla="*/ 267700 h 292608"/>
              <a:gd name="connsiteX52" fmla="*/ 185652 w 284502"/>
              <a:gd name="connsiteY52" fmla="*/ 254508 h 292608"/>
              <a:gd name="connsiteX53" fmla="*/ 41529 w 284502"/>
              <a:gd name="connsiteY53" fmla="*/ 254508 h 292608"/>
              <a:gd name="connsiteX54" fmla="*/ 41529 w 284502"/>
              <a:gd name="connsiteY54" fmla="*/ 247650 h 292608"/>
              <a:gd name="connsiteX55" fmla="*/ 185652 w 284502"/>
              <a:gd name="connsiteY55" fmla="*/ 247650 h 292608"/>
              <a:gd name="connsiteX56" fmla="*/ 41529 w 284502"/>
              <a:gd name="connsiteY56" fmla="*/ 209550 h 292608"/>
              <a:gd name="connsiteX57" fmla="*/ 138017 w 284502"/>
              <a:gd name="connsiteY57" fmla="*/ 209550 h 292608"/>
              <a:gd name="connsiteX58" fmla="*/ 124825 w 284502"/>
              <a:gd name="connsiteY58" fmla="*/ 196358 h 292608"/>
              <a:gd name="connsiteX59" fmla="*/ 129673 w 284502"/>
              <a:gd name="connsiteY59" fmla="*/ 191500 h 292608"/>
              <a:gd name="connsiteX60" fmla="*/ 151152 w 284502"/>
              <a:gd name="connsiteY60" fmla="*/ 212979 h 292608"/>
              <a:gd name="connsiteX61" fmla="*/ 129673 w 284502"/>
              <a:gd name="connsiteY61" fmla="*/ 234458 h 292608"/>
              <a:gd name="connsiteX62" fmla="*/ 124825 w 284502"/>
              <a:gd name="connsiteY62" fmla="*/ 229600 h 292608"/>
              <a:gd name="connsiteX63" fmla="*/ 138017 w 284502"/>
              <a:gd name="connsiteY63" fmla="*/ 216408 h 292608"/>
              <a:gd name="connsiteX64" fmla="*/ 41529 w 284502"/>
              <a:gd name="connsiteY64" fmla="*/ 216408 h 292608"/>
              <a:gd name="connsiteX65" fmla="*/ 41529 w 284502"/>
              <a:gd name="connsiteY65" fmla="*/ 209550 h 29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84502" h="292608">
                <a:moveTo>
                  <a:pt x="263033" y="153410"/>
                </a:moveTo>
                <a:lnTo>
                  <a:pt x="258175" y="158258"/>
                </a:lnTo>
                <a:lnTo>
                  <a:pt x="271377" y="171450"/>
                </a:lnTo>
                <a:lnTo>
                  <a:pt x="235468" y="171450"/>
                </a:lnTo>
                <a:lnTo>
                  <a:pt x="235468" y="60579"/>
                </a:lnTo>
                <a:cubicBezTo>
                  <a:pt x="235468" y="59665"/>
                  <a:pt x="235106" y="58798"/>
                  <a:pt x="234467" y="58160"/>
                </a:cubicBezTo>
                <a:lnTo>
                  <a:pt x="177317" y="1010"/>
                </a:lnTo>
                <a:cubicBezTo>
                  <a:pt x="176670" y="362"/>
                  <a:pt x="175793" y="0"/>
                  <a:pt x="174879" y="0"/>
                </a:cubicBezTo>
                <a:lnTo>
                  <a:pt x="3429" y="0"/>
                </a:lnTo>
                <a:cubicBezTo>
                  <a:pt x="1534" y="0"/>
                  <a:pt x="0" y="1534"/>
                  <a:pt x="0" y="3429"/>
                </a:cubicBezTo>
                <a:lnTo>
                  <a:pt x="0" y="289179"/>
                </a:lnTo>
                <a:cubicBezTo>
                  <a:pt x="0" y="291074"/>
                  <a:pt x="1534" y="292608"/>
                  <a:pt x="3429" y="292608"/>
                </a:cubicBezTo>
                <a:lnTo>
                  <a:pt x="232029" y="292608"/>
                </a:lnTo>
                <a:cubicBezTo>
                  <a:pt x="233924" y="292608"/>
                  <a:pt x="235458" y="291074"/>
                  <a:pt x="235458" y="289179"/>
                </a:cubicBezTo>
                <a:lnTo>
                  <a:pt x="235458" y="178308"/>
                </a:lnTo>
                <a:lnTo>
                  <a:pt x="271367" y="178308"/>
                </a:lnTo>
                <a:lnTo>
                  <a:pt x="258166" y="191500"/>
                </a:lnTo>
                <a:lnTo>
                  <a:pt x="263023" y="196358"/>
                </a:lnTo>
                <a:lnTo>
                  <a:pt x="284502" y="174879"/>
                </a:lnTo>
                <a:lnTo>
                  <a:pt x="263033" y="153410"/>
                </a:lnTo>
                <a:close/>
                <a:moveTo>
                  <a:pt x="178308" y="11706"/>
                </a:moveTo>
                <a:lnTo>
                  <a:pt x="223752" y="57150"/>
                </a:lnTo>
                <a:lnTo>
                  <a:pt x="178308" y="57150"/>
                </a:lnTo>
                <a:lnTo>
                  <a:pt x="178308" y="11706"/>
                </a:lnTo>
                <a:close/>
                <a:moveTo>
                  <a:pt x="228600" y="171450"/>
                </a:moveTo>
                <a:lnTo>
                  <a:pt x="41529" y="171450"/>
                </a:lnTo>
                <a:lnTo>
                  <a:pt x="41529" y="178318"/>
                </a:lnTo>
                <a:lnTo>
                  <a:pt x="228600" y="178318"/>
                </a:lnTo>
                <a:lnTo>
                  <a:pt x="228600" y="285750"/>
                </a:lnTo>
                <a:lnTo>
                  <a:pt x="6858" y="285750"/>
                </a:lnTo>
                <a:lnTo>
                  <a:pt x="6858" y="6858"/>
                </a:lnTo>
                <a:lnTo>
                  <a:pt x="171450" y="6858"/>
                </a:lnTo>
                <a:lnTo>
                  <a:pt x="171450" y="60579"/>
                </a:lnTo>
                <a:cubicBezTo>
                  <a:pt x="171450" y="62474"/>
                  <a:pt x="172984" y="64008"/>
                  <a:pt x="174879" y="64008"/>
                </a:cubicBezTo>
                <a:lnTo>
                  <a:pt x="228600" y="64008"/>
                </a:lnTo>
                <a:cubicBezTo>
                  <a:pt x="228600" y="64008"/>
                  <a:pt x="228600" y="171450"/>
                  <a:pt x="228600" y="171450"/>
                </a:cubicBezTo>
                <a:close/>
                <a:moveTo>
                  <a:pt x="172450" y="120148"/>
                </a:moveTo>
                <a:lnTo>
                  <a:pt x="177308" y="115300"/>
                </a:lnTo>
                <a:lnTo>
                  <a:pt x="198777" y="136779"/>
                </a:lnTo>
                <a:lnTo>
                  <a:pt x="177308" y="158258"/>
                </a:lnTo>
                <a:lnTo>
                  <a:pt x="172450" y="153410"/>
                </a:lnTo>
                <a:lnTo>
                  <a:pt x="185652" y="140208"/>
                </a:lnTo>
                <a:lnTo>
                  <a:pt x="41529" y="140208"/>
                </a:lnTo>
                <a:lnTo>
                  <a:pt x="41529" y="133350"/>
                </a:lnTo>
                <a:lnTo>
                  <a:pt x="185652" y="133350"/>
                </a:lnTo>
                <a:lnTo>
                  <a:pt x="172450" y="120148"/>
                </a:lnTo>
                <a:close/>
                <a:moveTo>
                  <a:pt x="185652" y="247650"/>
                </a:moveTo>
                <a:lnTo>
                  <a:pt x="172450" y="234458"/>
                </a:lnTo>
                <a:lnTo>
                  <a:pt x="177308" y="229600"/>
                </a:lnTo>
                <a:lnTo>
                  <a:pt x="198777" y="251079"/>
                </a:lnTo>
                <a:lnTo>
                  <a:pt x="177308" y="272558"/>
                </a:lnTo>
                <a:lnTo>
                  <a:pt x="172450" y="267700"/>
                </a:lnTo>
                <a:lnTo>
                  <a:pt x="185652" y="254508"/>
                </a:lnTo>
                <a:lnTo>
                  <a:pt x="41529" y="254508"/>
                </a:lnTo>
                <a:lnTo>
                  <a:pt x="41529" y="247650"/>
                </a:lnTo>
                <a:lnTo>
                  <a:pt x="185652" y="247650"/>
                </a:lnTo>
                <a:close/>
                <a:moveTo>
                  <a:pt x="41529" y="209550"/>
                </a:moveTo>
                <a:lnTo>
                  <a:pt x="138017" y="209550"/>
                </a:lnTo>
                <a:lnTo>
                  <a:pt x="124825" y="196358"/>
                </a:lnTo>
                <a:lnTo>
                  <a:pt x="129673" y="191500"/>
                </a:lnTo>
                <a:lnTo>
                  <a:pt x="151152" y="212979"/>
                </a:lnTo>
                <a:lnTo>
                  <a:pt x="129673" y="234458"/>
                </a:lnTo>
                <a:lnTo>
                  <a:pt x="124825" y="229600"/>
                </a:lnTo>
                <a:lnTo>
                  <a:pt x="138017" y="216408"/>
                </a:lnTo>
                <a:lnTo>
                  <a:pt x="41529" y="216408"/>
                </a:lnTo>
                <a:lnTo>
                  <a:pt x="41529" y="209550"/>
                </a:lnTo>
                <a:close/>
              </a:path>
            </a:pathLst>
          </a:custGeom>
          <a:solidFill>
            <a:srgbClr val="0F62FE"/>
          </a:solidFill>
          <a:ln w="9525"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44E2474D-926D-EBB5-20EE-6C4E3BCF684C}"/>
              </a:ext>
            </a:extLst>
          </p:cNvPr>
          <p:cNvSpPr>
            <a:spLocks noChangeAspect="1"/>
          </p:cNvSpPr>
          <p:nvPr/>
        </p:nvSpPr>
        <p:spPr>
          <a:xfrm>
            <a:off x="13660575" y="9496578"/>
            <a:ext cx="1008458" cy="652248"/>
          </a:xfrm>
          <a:custGeom>
            <a:avLst/>
            <a:gdLst>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77308 w 284502"/>
              <a:gd name="connsiteY39" fmla="*/ 158258 h 292608"/>
              <a:gd name="connsiteX40" fmla="*/ 172450 w 284502"/>
              <a:gd name="connsiteY40" fmla="*/ 153410 h 292608"/>
              <a:gd name="connsiteX41" fmla="*/ 185652 w 284502"/>
              <a:gd name="connsiteY41" fmla="*/ 140208 h 292608"/>
              <a:gd name="connsiteX42" fmla="*/ 41529 w 284502"/>
              <a:gd name="connsiteY42" fmla="*/ 140208 h 292608"/>
              <a:gd name="connsiteX43" fmla="*/ 41529 w 284502"/>
              <a:gd name="connsiteY43" fmla="*/ 133350 h 292608"/>
              <a:gd name="connsiteX44" fmla="*/ 185652 w 284502"/>
              <a:gd name="connsiteY44" fmla="*/ 133350 h 292608"/>
              <a:gd name="connsiteX45" fmla="*/ 172450 w 284502"/>
              <a:gd name="connsiteY45" fmla="*/ 120148 h 292608"/>
              <a:gd name="connsiteX46" fmla="*/ 185652 w 284502"/>
              <a:gd name="connsiteY46" fmla="*/ 247650 h 292608"/>
              <a:gd name="connsiteX47" fmla="*/ 172450 w 284502"/>
              <a:gd name="connsiteY47" fmla="*/ 234458 h 292608"/>
              <a:gd name="connsiteX48" fmla="*/ 177308 w 284502"/>
              <a:gd name="connsiteY48" fmla="*/ 229600 h 292608"/>
              <a:gd name="connsiteX49" fmla="*/ 198777 w 284502"/>
              <a:gd name="connsiteY49" fmla="*/ 251079 h 292608"/>
              <a:gd name="connsiteX50" fmla="*/ 177308 w 284502"/>
              <a:gd name="connsiteY50" fmla="*/ 272558 h 292608"/>
              <a:gd name="connsiteX51" fmla="*/ 172450 w 284502"/>
              <a:gd name="connsiteY51" fmla="*/ 267700 h 292608"/>
              <a:gd name="connsiteX52" fmla="*/ 185652 w 284502"/>
              <a:gd name="connsiteY52" fmla="*/ 254508 h 292608"/>
              <a:gd name="connsiteX53" fmla="*/ 41529 w 284502"/>
              <a:gd name="connsiteY53" fmla="*/ 254508 h 292608"/>
              <a:gd name="connsiteX54" fmla="*/ 41529 w 284502"/>
              <a:gd name="connsiteY54" fmla="*/ 247650 h 292608"/>
              <a:gd name="connsiteX55" fmla="*/ 185652 w 284502"/>
              <a:gd name="connsiteY55" fmla="*/ 247650 h 292608"/>
              <a:gd name="connsiteX56" fmla="*/ 41529 w 284502"/>
              <a:gd name="connsiteY56" fmla="*/ 209550 h 292608"/>
              <a:gd name="connsiteX57" fmla="*/ 138017 w 284502"/>
              <a:gd name="connsiteY57" fmla="*/ 209550 h 292608"/>
              <a:gd name="connsiteX58" fmla="*/ 124825 w 284502"/>
              <a:gd name="connsiteY58" fmla="*/ 196358 h 292608"/>
              <a:gd name="connsiteX59" fmla="*/ 129673 w 284502"/>
              <a:gd name="connsiteY59" fmla="*/ 191500 h 292608"/>
              <a:gd name="connsiteX60" fmla="*/ 151152 w 284502"/>
              <a:gd name="connsiteY60" fmla="*/ 212979 h 292608"/>
              <a:gd name="connsiteX61" fmla="*/ 129673 w 284502"/>
              <a:gd name="connsiteY61" fmla="*/ 234458 h 292608"/>
              <a:gd name="connsiteX62" fmla="*/ 124825 w 284502"/>
              <a:gd name="connsiteY62" fmla="*/ 229600 h 292608"/>
              <a:gd name="connsiteX63" fmla="*/ 138017 w 284502"/>
              <a:gd name="connsiteY63" fmla="*/ 216408 h 292608"/>
              <a:gd name="connsiteX64" fmla="*/ 41529 w 284502"/>
              <a:gd name="connsiteY64" fmla="*/ 216408 h 292608"/>
              <a:gd name="connsiteX65" fmla="*/ 41529 w 284502"/>
              <a:gd name="connsiteY65"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171450 w 284502"/>
              <a:gd name="connsiteY30" fmla="*/ 6858 h 292608"/>
              <a:gd name="connsiteX31" fmla="*/ 171450 w 284502"/>
              <a:gd name="connsiteY31" fmla="*/ 60579 h 292608"/>
              <a:gd name="connsiteX32" fmla="*/ 174879 w 284502"/>
              <a:gd name="connsiteY32" fmla="*/ 64008 h 292608"/>
              <a:gd name="connsiteX33" fmla="*/ 228600 w 284502"/>
              <a:gd name="connsiteY33" fmla="*/ 64008 h 292608"/>
              <a:gd name="connsiteX34" fmla="*/ 228600 w 284502"/>
              <a:gd name="connsiteY34" fmla="*/ 171450 h 292608"/>
              <a:gd name="connsiteX35" fmla="*/ 172450 w 284502"/>
              <a:gd name="connsiteY35" fmla="*/ 120148 h 292608"/>
              <a:gd name="connsiteX36" fmla="*/ 177308 w 284502"/>
              <a:gd name="connsiteY36" fmla="*/ 115300 h 292608"/>
              <a:gd name="connsiteX37" fmla="*/ 198777 w 284502"/>
              <a:gd name="connsiteY37" fmla="*/ 136779 h 292608"/>
              <a:gd name="connsiteX38" fmla="*/ 177308 w 284502"/>
              <a:gd name="connsiteY38" fmla="*/ 158258 h 292608"/>
              <a:gd name="connsiteX39" fmla="*/ 172450 w 284502"/>
              <a:gd name="connsiteY39" fmla="*/ 153410 h 292608"/>
              <a:gd name="connsiteX40" fmla="*/ 185652 w 284502"/>
              <a:gd name="connsiteY40" fmla="*/ 140208 h 292608"/>
              <a:gd name="connsiteX41" fmla="*/ 41529 w 284502"/>
              <a:gd name="connsiteY41" fmla="*/ 140208 h 292608"/>
              <a:gd name="connsiteX42" fmla="*/ 41529 w 284502"/>
              <a:gd name="connsiteY42" fmla="*/ 133350 h 292608"/>
              <a:gd name="connsiteX43" fmla="*/ 185652 w 284502"/>
              <a:gd name="connsiteY43" fmla="*/ 133350 h 292608"/>
              <a:gd name="connsiteX44" fmla="*/ 172450 w 284502"/>
              <a:gd name="connsiteY44" fmla="*/ 120148 h 292608"/>
              <a:gd name="connsiteX45" fmla="*/ 185652 w 284502"/>
              <a:gd name="connsiteY45" fmla="*/ 247650 h 292608"/>
              <a:gd name="connsiteX46" fmla="*/ 172450 w 284502"/>
              <a:gd name="connsiteY46" fmla="*/ 234458 h 292608"/>
              <a:gd name="connsiteX47" fmla="*/ 177308 w 284502"/>
              <a:gd name="connsiteY47" fmla="*/ 229600 h 292608"/>
              <a:gd name="connsiteX48" fmla="*/ 198777 w 284502"/>
              <a:gd name="connsiteY48" fmla="*/ 251079 h 292608"/>
              <a:gd name="connsiteX49" fmla="*/ 177308 w 284502"/>
              <a:gd name="connsiteY49" fmla="*/ 272558 h 292608"/>
              <a:gd name="connsiteX50" fmla="*/ 172450 w 284502"/>
              <a:gd name="connsiteY50" fmla="*/ 267700 h 292608"/>
              <a:gd name="connsiteX51" fmla="*/ 185652 w 284502"/>
              <a:gd name="connsiteY51" fmla="*/ 254508 h 292608"/>
              <a:gd name="connsiteX52" fmla="*/ 41529 w 284502"/>
              <a:gd name="connsiteY52" fmla="*/ 254508 h 292608"/>
              <a:gd name="connsiteX53" fmla="*/ 41529 w 284502"/>
              <a:gd name="connsiteY53" fmla="*/ 247650 h 292608"/>
              <a:gd name="connsiteX54" fmla="*/ 185652 w 284502"/>
              <a:gd name="connsiteY54" fmla="*/ 247650 h 292608"/>
              <a:gd name="connsiteX55" fmla="*/ 41529 w 284502"/>
              <a:gd name="connsiteY55" fmla="*/ 209550 h 292608"/>
              <a:gd name="connsiteX56" fmla="*/ 138017 w 284502"/>
              <a:gd name="connsiteY56" fmla="*/ 209550 h 292608"/>
              <a:gd name="connsiteX57" fmla="*/ 124825 w 284502"/>
              <a:gd name="connsiteY57" fmla="*/ 196358 h 292608"/>
              <a:gd name="connsiteX58" fmla="*/ 129673 w 284502"/>
              <a:gd name="connsiteY58" fmla="*/ 191500 h 292608"/>
              <a:gd name="connsiteX59" fmla="*/ 151152 w 284502"/>
              <a:gd name="connsiteY59" fmla="*/ 212979 h 292608"/>
              <a:gd name="connsiteX60" fmla="*/ 129673 w 284502"/>
              <a:gd name="connsiteY60" fmla="*/ 234458 h 292608"/>
              <a:gd name="connsiteX61" fmla="*/ 124825 w 284502"/>
              <a:gd name="connsiteY61" fmla="*/ 229600 h 292608"/>
              <a:gd name="connsiteX62" fmla="*/ 138017 w 284502"/>
              <a:gd name="connsiteY62" fmla="*/ 216408 h 292608"/>
              <a:gd name="connsiteX63" fmla="*/ 41529 w 284502"/>
              <a:gd name="connsiteY63" fmla="*/ 216408 h 292608"/>
              <a:gd name="connsiteX64" fmla="*/ 41529 w 284502"/>
              <a:gd name="connsiteY64" fmla="*/ 209550 h 292608"/>
              <a:gd name="connsiteX0" fmla="*/ 273511 w 294980"/>
              <a:gd name="connsiteY0" fmla="*/ 153410 h 292608"/>
              <a:gd name="connsiteX1" fmla="*/ 268653 w 294980"/>
              <a:gd name="connsiteY1" fmla="*/ 158258 h 292608"/>
              <a:gd name="connsiteX2" fmla="*/ 281855 w 294980"/>
              <a:gd name="connsiteY2" fmla="*/ 171450 h 292608"/>
              <a:gd name="connsiteX3" fmla="*/ 245946 w 294980"/>
              <a:gd name="connsiteY3" fmla="*/ 171450 h 292608"/>
              <a:gd name="connsiteX4" fmla="*/ 245946 w 294980"/>
              <a:gd name="connsiteY4" fmla="*/ 60579 h 292608"/>
              <a:gd name="connsiteX5" fmla="*/ 244945 w 294980"/>
              <a:gd name="connsiteY5" fmla="*/ 58160 h 292608"/>
              <a:gd name="connsiteX6" fmla="*/ 187795 w 294980"/>
              <a:gd name="connsiteY6" fmla="*/ 1010 h 292608"/>
              <a:gd name="connsiteX7" fmla="*/ 185357 w 294980"/>
              <a:gd name="connsiteY7" fmla="*/ 0 h 292608"/>
              <a:gd name="connsiteX8" fmla="*/ 13907 w 294980"/>
              <a:gd name="connsiteY8" fmla="*/ 0 h 292608"/>
              <a:gd name="connsiteX9" fmla="*/ 10478 w 294980"/>
              <a:gd name="connsiteY9" fmla="*/ 289179 h 292608"/>
              <a:gd name="connsiteX10" fmla="*/ 13907 w 294980"/>
              <a:gd name="connsiteY10" fmla="*/ 292608 h 292608"/>
              <a:gd name="connsiteX11" fmla="*/ 242507 w 294980"/>
              <a:gd name="connsiteY11" fmla="*/ 292608 h 292608"/>
              <a:gd name="connsiteX12" fmla="*/ 245936 w 294980"/>
              <a:gd name="connsiteY12" fmla="*/ 289179 h 292608"/>
              <a:gd name="connsiteX13" fmla="*/ 245936 w 294980"/>
              <a:gd name="connsiteY13" fmla="*/ 178308 h 292608"/>
              <a:gd name="connsiteX14" fmla="*/ 281845 w 294980"/>
              <a:gd name="connsiteY14" fmla="*/ 178308 h 292608"/>
              <a:gd name="connsiteX15" fmla="*/ 268644 w 294980"/>
              <a:gd name="connsiteY15" fmla="*/ 191500 h 292608"/>
              <a:gd name="connsiteX16" fmla="*/ 273501 w 294980"/>
              <a:gd name="connsiteY16" fmla="*/ 196358 h 292608"/>
              <a:gd name="connsiteX17" fmla="*/ 294980 w 294980"/>
              <a:gd name="connsiteY17" fmla="*/ 174879 h 292608"/>
              <a:gd name="connsiteX18" fmla="*/ 273511 w 294980"/>
              <a:gd name="connsiteY18" fmla="*/ 153410 h 292608"/>
              <a:gd name="connsiteX19" fmla="*/ 188786 w 294980"/>
              <a:gd name="connsiteY19" fmla="*/ 11706 h 292608"/>
              <a:gd name="connsiteX20" fmla="*/ 234230 w 294980"/>
              <a:gd name="connsiteY20" fmla="*/ 57150 h 292608"/>
              <a:gd name="connsiteX21" fmla="*/ 188786 w 294980"/>
              <a:gd name="connsiteY21" fmla="*/ 57150 h 292608"/>
              <a:gd name="connsiteX22" fmla="*/ 188786 w 294980"/>
              <a:gd name="connsiteY22" fmla="*/ 11706 h 292608"/>
              <a:gd name="connsiteX23" fmla="*/ 239078 w 294980"/>
              <a:gd name="connsiteY23" fmla="*/ 171450 h 292608"/>
              <a:gd name="connsiteX24" fmla="*/ 52007 w 294980"/>
              <a:gd name="connsiteY24" fmla="*/ 171450 h 292608"/>
              <a:gd name="connsiteX25" fmla="*/ 52007 w 294980"/>
              <a:gd name="connsiteY25" fmla="*/ 178318 h 292608"/>
              <a:gd name="connsiteX26" fmla="*/ 239078 w 294980"/>
              <a:gd name="connsiteY26" fmla="*/ 178318 h 292608"/>
              <a:gd name="connsiteX27" fmla="*/ 239078 w 294980"/>
              <a:gd name="connsiteY27" fmla="*/ 285750 h 292608"/>
              <a:gd name="connsiteX28" fmla="*/ 17336 w 294980"/>
              <a:gd name="connsiteY28" fmla="*/ 285750 h 292608"/>
              <a:gd name="connsiteX29" fmla="*/ 181928 w 294980"/>
              <a:gd name="connsiteY29" fmla="*/ 6858 h 292608"/>
              <a:gd name="connsiteX30" fmla="*/ 181928 w 294980"/>
              <a:gd name="connsiteY30" fmla="*/ 60579 h 292608"/>
              <a:gd name="connsiteX31" fmla="*/ 185357 w 294980"/>
              <a:gd name="connsiteY31" fmla="*/ 64008 h 292608"/>
              <a:gd name="connsiteX32" fmla="*/ 239078 w 294980"/>
              <a:gd name="connsiteY32" fmla="*/ 64008 h 292608"/>
              <a:gd name="connsiteX33" fmla="*/ 239078 w 294980"/>
              <a:gd name="connsiteY33" fmla="*/ 171450 h 292608"/>
              <a:gd name="connsiteX34" fmla="*/ 182928 w 294980"/>
              <a:gd name="connsiteY34" fmla="*/ 120148 h 292608"/>
              <a:gd name="connsiteX35" fmla="*/ 187786 w 294980"/>
              <a:gd name="connsiteY35" fmla="*/ 115300 h 292608"/>
              <a:gd name="connsiteX36" fmla="*/ 209255 w 294980"/>
              <a:gd name="connsiteY36" fmla="*/ 136779 h 292608"/>
              <a:gd name="connsiteX37" fmla="*/ 187786 w 294980"/>
              <a:gd name="connsiteY37" fmla="*/ 158258 h 292608"/>
              <a:gd name="connsiteX38" fmla="*/ 182928 w 294980"/>
              <a:gd name="connsiteY38" fmla="*/ 153410 h 292608"/>
              <a:gd name="connsiteX39" fmla="*/ 196130 w 294980"/>
              <a:gd name="connsiteY39" fmla="*/ 140208 h 292608"/>
              <a:gd name="connsiteX40" fmla="*/ 52007 w 294980"/>
              <a:gd name="connsiteY40" fmla="*/ 140208 h 292608"/>
              <a:gd name="connsiteX41" fmla="*/ 52007 w 294980"/>
              <a:gd name="connsiteY41" fmla="*/ 133350 h 292608"/>
              <a:gd name="connsiteX42" fmla="*/ 196130 w 294980"/>
              <a:gd name="connsiteY42" fmla="*/ 133350 h 292608"/>
              <a:gd name="connsiteX43" fmla="*/ 182928 w 294980"/>
              <a:gd name="connsiteY43" fmla="*/ 120148 h 292608"/>
              <a:gd name="connsiteX44" fmla="*/ 196130 w 294980"/>
              <a:gd name="connsiteY44" fmla="*/ 247650 h 292608"/>
              <a:gd name="connsiteX45" fmla="*/ 182928 w 294980"/>
              <a:gd name="connsiteY45" fmla="*/ 234458 h 292608"/>
              <a:gd name="connsiteX46" fmla="*/ 187786 w 294980"/>
              <a:gd name="connsiteY46" fmla="*/ 229600 h 292608"/>
              <a:gd name="connsiteX47" fmla="*/ 209255 w 294980"/>
              <a:gd name="connsiteY47" fmla="*/ 251079 h 292608"/>
              <a:gd name="connsiteX48" fmla="*/ 187786 w 294980"/>
              <a:gd name="connsiteY48" fmla="*/ 272558 h 292608"/>
              <a:gd name="connsiteX49" fmla="*/ 182928 w 294980"/>
              <a:gd name="connsiteY49" fmla="*/ 267700 h 292608"/>
              <a:gd name="connsiteX50" fmla="*/ 196130 w 294980"/>
              <a:gd name="connsiteY50" fmla="*/ 254508 h 292608"/>
              <a:gd name="connsiteX51" fmla="*/ 52007 w 294980"/>
              <a:gd name="connsiteY51" fmla="*/ 254508 h 292608"/>
              <a:gd name="connsiteX52" fmla="*/ 52007 w 294980"/>
              <a:gd name="connsiteY52" fmla="*/ 247650 h 292608"/>
              <a:gd name="connsiteX53" fmla="*/ 196130 w 294980"/>
              <a:gd name="connsiteY53" fmla="*/ 247650 h 292608"/>
              <a:gd name="connsiteX54" fmla="*/ 52007 w 294980"/>
              <a:gd name="connsiteY54" fmla="*/ 209550 h 292608"/>
              <a:gd name="connsiteX55" fmla="*/ 148495 w 294980"/>
              <a:gd name="connsiteY55" fmla="*/ 209550 h 292608"/>
              <a:gd name="connsiteX56" fmla="*/ 135303 w 294980"/>
              <a:gd name="connsiteY56" fmla="*/ 196358 h 292608"/>
              <a:gd name="connsiteX57" fmla="*/ 140151 w 294980"/>
              <a:gd name="connsiteY57" fmla="*/ 191500 h 292608"/>
              <a:gd name="connsiteX58" fmla="*/ 161630 w 294980"/>
              <a:gd name="connsiteY58" fmla="*/ 212979 h 292608"/>
              <a:gd name="connsiteX59" fmla="*/ 140151 w 294980"/>
              <a:gd name="connsiteY59" fmla="*/ 234458 h 292608"/>
              <a:gd name="connsiteX60" fmla="*/ 135303 w 294980"/>
              <a:gd name="connsiteY60" fmla="*/ 229600 h 292608"/>
              <a:gd name="connsiteX61" fmla="*/ 148495 w 294980"/>
              <a:gd name="connsiteY61" fmla="*/ 216408 h 292608"/>
              <a:gd name="connsiteX62" fmla="*/ 52007 w 294980"/>
              <a:gd name="connsiteY62" fmla="*/ 216408 h 292608"/>
              <a:gd name="connsiteX63" fmla="*/ 52007 w 294980"/>
              <a:gd name="connsiteY63"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223752 w 284502"/>
              <a:gd name="connsiteY19" fmla="*/ 57150 h 292608"/>
              <a:gd name="connsiteX20" fmla="*/ 178308 w 284502"/>
              <a:gd name="connsiteY20" fmla="*/ 57150 h 292608"/>
              <a:gd name="connsiteX21" fmla="*/ 178308 w 284502"/>
              <a:gd name="connsiteY21" fmla="*/ 11706 h 292608"/>
              <a:gd name="connsiteX22" fmla="*/ 228600 w 284502"/>
              <a:gd name="connsiteY22" fmla="*/ 171450 h 292608"/>
              <a:gd name="connsiteX23" fmla="*/ 41529 w 284502"/>
              <a:gd name="connsiteY23" fmla="*/ 171450 h 292608"/>
              <a:gd name="connsiteX24" fmla="*/ 41529 w 284502"/>
              <a:gd name="connsiteY24" fmla="*/ 178318 h 292608"/>
              <a:gd name="connsiteX25" fmla="*/ 228600 w 284502"/>
              <a:gd name="connsiteY25" fmla="*/ 178318 h 292608"/>
              <a:gd name="connsiteX26" fmla="*/ 228600 w 284502"/>
              <a:gd name="connsiteY26" fmla="*/ 285750 h 292608"/>
              <a:gd name="connsiteX27" fmla="*/ 6858 w 284502"/>
              <a:gd name="connsiteY27" fmla="*/ 285750 h 292608"/>
              <a:gd name="connsiteX28" fmla="*/ 171450 w 284502"/>
              <a:gd name="connsiteY28" fmla="*/ 6858 h 292608"/>
              <a:gd name="connsiteX29" fmla="*/ 171450 w 284502"/>
              <a:gd name="connsiteY29" fmla="*/ 60579 h 292608"/>
              <a:gd name="connsiteX30" fmla="*/ 174879 w 284502"/>
              <a:gd name="connsiteY30" fmla="*/ 64008 h 292608"/>
              <a:gd name="connsiteX31" fmla="*/ 228600 w 284502"/>
              <a:gd name="connsiteY31" fmla="*/ 64008 h 292608"/>
              <a:gd name="connsiteX32" fmla="*/ 228600 w 284502"/>
              <a:gd name="connsiteY32" fmla="*/ 171450 h 292608"/>
              <a:gd name="connsiteX33" fmla="*/ 172450 w 284502"/>
              <a:gd name="connsiteY33" fmla="*/ 120148 h 292608"/>
              <a:gd name="connsiteX34" fmla="*/ 177308 w 284502"/>
              <a:gd name="connsiteY34" fmla="*/ 115300 h 292608"/>
              <a:gd name="connsiteX35" fmla="*/ 198777 w 284502"/>
              <a:gd name="connsiteY35" fmla="*/ 136779 h 292608"/>
              <a:gd name="connsiteX36" fmla="*/ 177308 w 284502"/>
              <a:gd name="connsiteY36" fmla="*/ 158258 h 292608"/>
              <a:gd name="connsiteX37" fmla="*/ 172450 w 284502"/>
              <a:gd name="connsiteY37" fmla="*/ 153410 h 292608"/>
              <a:gd name="connsiteX38" fmla="*/ 185652 w 284502"/>
              <a:gd name="connsiteY38" fmla="*/ 140208 h 292608"/>
              <a:gd name="connsiteX39" fmla="*/ 41529 w 284502"/>
              <a:gd name="connsiteY39" fmla="*/ 140208 h 292608"/>
              <a:gd name="connsiteX40" fmla="*/ 41529 w 284502"/>
              <a:gd name="connsiteY40" fmla="*/ 133350 h 292608"/>
              <a:gd name="connsiteX41" fmla="*/ 185652 w 284502"/>
              <a:gd name="connsiteY41" fmla="*/ 133350 h 292608"/>
              <a:gd name="connsiteX42" fmla="*/ 172450 w 284502"/>
              <a:gd name="connsiteY42" fmla="*/ 120148 h 292608"/>
              <a:gd name="connsiteX43" fmla="*/ 185652 w 284502"/>
              <a:gd name="connsiteY43" fmla="*/ 247650 h 292608"/>
              <a:gd name="connsiteX44" fmla="*/ 172450 w 284502"/>
              <a:gd name="connsiteY44" fmla="*/ 234458 h 292608"/>
              <a:gd name="connsiteX45" fmla="*/ 177308 w 284502"/>
              <a:gd name="connsiteY45" fmla="*/ 229600 h 292608"/>
              <a:gd name="connsiteX46" fmla="*/ 198777 w 284502"/>
              <a:gd name="connsiteY46" fmla="*/ 251079 h 292608"/>
              <a:gd name="connsiteX47" fmla="*/ 177308 w 284502"/>
              <a:gd name="connsiteY47" fmla="*/ 272558 h 292608"/>
              <a:gd name="connsiteX48" fmla="*/ 172450 w 284502"/>
              <a:gd name="connsiteY48" fmla="*/ 267700 h 292608"/>
              <a:gd name="connsiteX49" fmla="*/ 185652 w 284502"/>
              <a:gd name="connsiteY49" fmla="*/ 254508 h 292608"/>
              <a:gd name="connsiteX50" fmla="*/ 41529 w 284502"/>
              <a:gd name="connsiteY50" fmla="*/ 254508 h 292608"/>
              <a:gd name="connsiteX51" fmla="*/ 41529 w 284502"/>
              <a:gd name="connsiteY51" fmla="*/ 247650 h 292608"/>
              <a:gd name="connsiteX52" fmla="*/ 185652 w 284502"/>
              <a:gd name="connsiteY52" fmla="*/ 247650 h 292608"/>
              <a:gd name="connsiteX53" fmla="*/ 41529 w 284502"/>
              <a:gd name="connsiteY53" fmla="*/ 209550 h 292608"/>
              <a:gd name="connsiteX54" fmla="*/ 138017 w 284502"/>
              <a:gd name="connsiteY54" fmla="*/ 209550 h 292608"/>
              <a:gd name="connsiteX55" fmla="*/ 124825 w 284502"/>
              <a:gd name="connsiteY55" fmla="*/ 196358 h 292608"/>
              <a:gd name="connsiteX56" fmla="*/ 129673 w 284502"/>
              <a:gd name="connsiteY56" fmla="*/ 191500 h 292608"/>
              <a:gd name="connsiteX57" fmla="*/ 151152 w 284502"/>
              <a:gd name="connsiteY57" fmla="*/ 212979 h 292608"/>
              <a:gd name="connsiteX58" fmla="*/ 129673 w 284502"/>
              <a:gd name="connsiteY58" fmla="*/ 234458 h 292608"/>
              <a:gd name="connsiteX59" fmla="*/ 124825 w 284502"/>
              <a:gd name="connsiteY59" fmla="*/ 229600 h 292608"/>
              <a:gd name="connsiteX60" fmla="*/ 138017 w 284502"/>
              <a:gd name="connsiteY60" fmla="*/ 216408 h 292608"/>
              <a:gd name="connsiteX61" fmla="*/ 41529 w 284502"/>
              <a:gd name="connsiteY61" fmla="*/ 216408 h 292608"/>
              <a:gd name="connsiteX62" fmla="*/ 41529 w 284502"/>
              <a:gd name="connsiteY62"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178308 w 284502"/>
              <a:gd name="connsiteY19" fmla="*/ 57150 h 292608"/>
              <a:gd name="connsiteX20" fmla="*/ 178308 w 284502"/>
              <a:gd name="connsiteY20" fmla="*/ 11706 h 292608"/>
              <a:gd name="connsiteX21" fmla="*/ 228600 w 284502"/>
              <a:gd name="connsiteY21" fmla="*/ 171450 h 292608"/>
              <a:gd name="connsiteX22" fmla="*/ 41529 w 284502"/>
              <a:gd name="connsiteY22" fmla="*/ 171450 h 292608"/>
              <a:gd name="connsiteX23" fmla="*/ 41529 w 284502"/>
              <a:gd name="connsiteY23" fmla="*/ 178318 h 292608"/>
              <a:gd name="connsiteX24" fmla="*/ 228600 w 284502"/>
              <a:gd name="connsiteY24" fmla="*/ 178318 h 292608"/>
              <a:gd name="connsiteX25" fmla="*/ 228600 w 284502"/>
              <a:gd name="connsiteY25" fmla="*/ 285750 h 292608"/>
              <a:gd name="connsiteX26" fmla="*/ 6858 w 284502"/>
              <a:gd name="connsiteY26" fmla="*/ 285750 h 292608"/>
              <a:gd name="connsiteX27" fmla="*/ 171450 w 284502"/>
              <a:gd name="connsiteY27" fmla="*/ 6858 h 292608"/>
              <a:gd name="connsiteX28" fmla="*/ 171450 w 284502"/>
              <a:gd name="connsiteY28" fmla="*/ 60579 h 292608"/>
              <a:gd name="connsiteX29" fmla="*/ 174879 w 284502"/>
              <a:gd name="connsiteY29" fmla="*/ 64008 h 292608"/>
              <a:gd name="connsiteX30" fmla="*/ 228600 w 284502"/>
              <a:gd name="connsiteY30" fmla="*/ 64008 h 292608"/>
              <a:gd name="connsiteX31" fmla="*/ 228600 w 284502"/>
              <a:gd name="connsiteY31" fmla="*/ 171450 h 292608"/>
              <a:gd name="connsiteX32" fmla="*/ 172450 w 284502"/>
              <a:gd name="connsiteY32" fmla="*/ 120148 h 292608"/>
              <a:gd name="connsiteX33" fmla="*/ 177308 w 284502"/>
              <a:gd name="connsiteY33" fmla="*/ 115300 h 292608"/>
              <a:gd name="connsiteX34" fmla="*/ 198777 w 284502"/>
              <a:gd name="connsiteY34" fmla="*/ 136779 h 292608"/>
              <a:gd name="connsiteX35" fmla="*/ 177308 w 284502"/>
              <a:gd name="connsiteY35" fmla="*/ 158258 h 292608"/>
              <a:gd name="connsiteX36" fmla="*/ 172450 w 284502"/>
              <a:gd name="connsiteY36" fmla="*/ 153410 h 292608"/>
              <a:gd name="connsiteX37" fmla="*/ 185652 w 284502"/>
              <a:gd name="connsiteY37" fmla="*/ 140208 h 292608"/>
              <a:gd name="connsiteX38" fmla="*/ 41529 w 284502"/>
              <a:gd name="connsiteY38" fmla="*/ 140208 h 292608"/>
              <a:gd name="connsiteX39" fmla="*/ 41529 w 284502"/>
              <a:gd name="connsiteY39" fmla="*/ 133350 h 292608"/>
              <a:gd name="connsiteX40" fmla="*/ 185652 w 284502"/>
              <a:gd name="connsiteY40" fmla="*/ 133350 h 292608"/>
              <a:gd name="connsiteX41" fmla="*/ 172450 w 284502"/>
              <a:gd name="connsiteY41" fmla="*/ 120148 h 292608"/>
              <a:gd name="connsiteX42" fmla="*/ 185652 w 284502"/>
              <a:gd name="connsiteY42" fmla="*/ 247650 h 292608"/>
              <a:gd name="connsiteX43" fmla="*/ 172450 w 284502"/>
              <a:gd name="connsiteY43" fmla="*/ 234458 h 292608"/>
              <a:gd name="connsiteX44" fmla="*/ 177308 w 284502"/>
              <a:gd name="connsiteY44" fmla="*/ 229600 h 292608"/>
              <a:gd name="connsiteX45" fmla="*/ 198777 w 284502"/>
              <a:gd name="connsiteY45" fmla="*/ 251079 h 292608"/>
              <a:gd name="connsiteX46" fmla="*/ 177308 w 284502"/>
              <a:gd name="connsiteY46" fmla="*/ 272558 h 292608"/>
              <a:gd name="connsiteX47" fmla="*/ 172450 w 284502"/>
              <a:gd name="connsiteY47" fmla="*/ 267700 h 292608"/>
              <a:gd name="connsiteX48" fmla="*/ 185652 w 284502"/>
              <a:gd name="connsiteY48" fmla="*/ 254508 h 292608"/>
              <a:gd name="connsiteX49" fmla="*/ 41529 w 284502"/>
              <a:gd name="connsiteY49" fmla="*/ 254508 h 292608"/>
              <a:gd name="connsiteX50" fmla="*/ 41529 w 284502"/>
              <a:gd name="connsiteY50" fmla="*/ 247650 h 292608"/>
              <a:gd name="connsiteX51" fmla="*/ 185652 w 284502"/>
              <a:gd name="connsiteY51" fmla="*/ 247650 h 292608"/>
              <a:gd name="connsiteX52" fmla="*/ 41529 w 284502"/>
              <a:gd name="connsiteY52" fmla="*/ 209550 h 292608"/>
              <a:gd name="connsiteX53" fmla="*/ 138017 w 284502"/>
              <a:gd name="connsiteY53" fmla="*/ 209550 h 292608"/>
              <a:gd name="connsiteX54" fmla="*/ 124825 w 284502"/>
              <a:gd name="connsiteY54" fmla="*/ 196358 h 292608"/>
              <a:gd name="connsiteX55" fmla="*/ 129673 w 284502"/>
              <a:gd name="connsiteY55" fmla="*/ 191500 h 292608"/>
              <a:gd name="connsiteX56" fmla="*/ 151152 w 284502"/>
              <a:gd name="connsiteY56" fmla="*/ 212979 h 292608"/>
              <a:gd name="connsiteX57" fmla="*/ 129673 w 284502"/>
              <a:gd name="connsiteY57" fmla="*/ 234458 h 292608"/>
              <a:gd name="connsiteX58" fmla="*/ 124825 w 284502"/>
              <a:gd name="connsiteY58" fmla="*/ 229600 h 292608"/>
              <a:gd name="connsiteX59" fmla="*/ 138017 w 284502"/>
              <a:gd name="connsiteY59" fmla="*/ 216408 h 292608"/>
              <a:gd name="connsiteX60" fmla="*/ 41529 w 284502"/>
              <a:gd name="connsiteY60" fmla="*/ 216408 h 292608"/>
              <a:gd name="connsiteX61" fmla="*/ 41529 w 284502"/>
              <a:gd name="connsiteY61"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178308 w 284502"/>
              <a:gd name="connsiteY19" fmla="*/ 57150 h 292608"/>
              <a:gd name="connsiteX20" fmla="*/ 178308 w 284502"/>
              <a:gd name="connsiteY20" fmla="*/ 11706 h 292608"/>
              <a:gd name="connsiteX21" fmla="*/ 228600 w 284502"/>
              <a:gd name="connsiteY21" fmla="*/ 171450 h 292608"/>
              <a:gd name="connsiteX22" fmla="*/ 41529 w 284502"/>
              <a:gd name="connsiteY22" fmla="*/ 171450 h 292608"/>
              <a:gd name="connsiteX23" fmla="*/ 41529 w 284502"/>
              <a:gd name="connsiteY23" fmla="*/ 178318 h 292608"/>
              <a:gd name="connsiteX24" fmla="*/ 228600 w 284502"/>
              <a:gd name="connsiteY24" fmla="*/ 178318 h 292608"/>
              <a:gd name="connsiteX25" fmla="*/ 228600 w 284502"/>
              <a:gd name="connsiteY25" fmla="*/ 285750 h 292608"/>
              <a:gd name="connsiteX26" fmla="*/ 6858 w 284502"/>
              <a:gd name="connsiteY26" fmla="*/ 285750 h 292608"/>
              <a:gd name="connsiteX27" fmla="*/ 171450 w 284502"/>
              <a:gd name="connsiteY27" fmla="*/ 6858 h 292608"/>
              <a:gd name="connsiteX28" fmla="*/ 171450 w 284502"/>
              <a:gd name="connsiteY28" fmla="*/ 60579 h 292608"/>
              <a:gd name="connsiteX29" fmla="*/ 174879 w 284502"/>
              <a:gd name="connsiteY29" fmla="*/ 64008 h 292608"/>
              <a:gd name="connsiteX30" fmla="*/ 228600 w 284502"/>
              <a:gd name="connsiteY30" fmla="*/ 171450 h 292608"/>
              <a:gd name="connsiteX31" fmla="*/ 172450 w 284502"/>
              <a:gd name="connsiteY31" fmla="*/ 120148 h 292608"/>
              <a:gd name="connsiteX32" fmla="*/ 177308 w 284502"/>
              <a:gd name="connsiteY32" fmla="*/ 115300 h 292608"/>
              <a:gd name="connsiteX33" fmla="*/ 198777 w 284502"/>
              <a:gd name="connsiteY33" fmla="*/ 136779 h 292608"/>
              <a:gd name="connsiteX34" fmla="*/ 177308 w 284502"/>
              <a:gd name="connsiteY34" fmla="*/ 158258 h 292608"/>
              <a:gd name="connsiteX35" fmla="*/ 172450 w 284502"/>
              <a:gd name="connsiteY35" fmla="*/ 153410 h 292608"/>
              <a:gd name="connsiteX36" fmla="*/ 185652 w 284502"/>
              <a:gd name="connsiteY36" fmla="*/ 140208 h 292608"/>
              <a:gd name="connsiteX37" fmla="*/ 41529 w 284502"/>
              <a:gd name="connsiteY37" fmla="*/ 140208 h 292608"/>
              <a:gd name="connsiteX38" fmla="*/ 41529 w 284502"/>
              <a:gd name="connsiteY38" fmla="*/ 133350 h 292608"/>
              <a:gd name="connsiteX39" fmla="*/ 185652 w 284502"/>
              <a:gd name="connsiteY39" fmla="*/ 133350 h 292608"/>
              <a:gd name="connsiteX40" fmla="*/ 172450 w 284502"/>
              <a:gd name="connsiteY40" fmla="*/ 120148 h 292608"/>
              <a:gd name="connsiteX41" fmla="*/ 185652 w 284502"/>
              <a:gd name="connsiteY41" fmla="*/ 247650 h 292608"/>
              <a:gd name="connsiteX42" fmla="*/ 172450 w 284502"/>
              <a:gd name="connsiteY42" fmla="*/ 234458 h 292608"/>
              <a:gd name="connsiteX43" fmla="*/ 177308 w 284502"/>
              <a:gd name="connsiteY43" fmla="*/ 229600 h 292608"/>
              <a:gd name="connsiteX44" fmla="*/ 198777 w 284502"/>
              <a:gd name="connsiteY44" fmla="*/ 251079 h 292608"/>
              <a:gd name="connsiteX45" fmla="*/ 177308 w 284502"/>
              <a:gd name="connsiteY45" fmla="*/ 272558 h 292608"/>
              <a:gd name="connsiteX46" fmla="*/ 172450 w 284502"/>
              <a:gd name="connsiteY46" fmla="*/ 267700 h 292608"/>
              <a:gd name="connsiteX47" fmla="*/ 185652 w 284502"/>
              <a:gd name="connsiteY47" fmla="*/ 254508 h 292608"/>
              <a:gd name="connsiteX48" fmla="*/ 41529 w 284502"/>
              <a:gd name="connsiteY48" fmla="*/ 254508 h 292608"/>
              <a:gd name="connsiteX49" fmla="*/ 41529 w 284502"/>
              <a:gd name="connsiteY49" fmla="*/ 247650 h 292608"/>
              <a:gd name="connsiteX50" fmla="*/ 185652 w 284502"/>
              <a:gd name="connsiteY50" fmla="*/ 247650 h 292608"/>
              <a:gd name="connsiteX51" fmla="*/ 41529 w 284502"/>
              <a:gd name="connsiteY51" fmla="*/ 209550 h 292608"/>
              <a:gd name="connsiteX52" fmla="*/ 138017 w 284502"/>
              <a:gd name="connsiteY52" fmla="*/ 209550 h 292608"/>
              <a:gd name="connsiteX53" fmla="*/ 124825 w 284502"/>
              <a:gd name="connsiteY53" fmla="*/ 196358 h 292608"/>
              <a:gd name="connsiteX54" fmla="*/ 129673 w 284502"/>
              <a:gd name="connsiteY54" fmla="*/ 191500 h 292608"/>
              <a:gd name="connsiteX55" fmla="*/ 151152 w 284502"/>
              <a:gd name="connsiteY55" fmla="*/ 212979 h 292608"/>
              <a:gd name="connsiteX56" fmla="*/ 129673 w 284502"/>
              <a:gd name="connsiteY56" fmla="*/ 234458 h 292608"/>
              <a:gd name="connsiteX57" fmla="*/ 124825 w 284502"/>
              <a:gd name="connsiteY57" fmla="*/ 229600 h 292608"/>
              <a:gd name="connsiteX58" fmla="*/ 138017 w 284502"/>
              <a:gd name="connsiteY58" fmla="*/ 216408 h 292608"/>
              <a:gd name="connsiteX59" fmla="*/ 41529 w 284502"/>
              <a:gd name="connsiteY59" fmla="*/ 216408 h 292608"/>
              <a:gd name="connsiteX60" fmla="*/ 41529 w 284502"/>
              <a:gd name="connsiteY60"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178308 w 284502"/>
              <a:gd name="connsiteY19" fmla="*/ 57150 h 292608"/>
              <a:gd name="connsiteX20" fmla="*/ 178308 w 284502"/>
              <a:gd name="connsiteY20" fmla="*/ 11706 h 292608"/>
              <a:gd name="connsiteX21" fmla="*/ 228600 w 284502"/>
              <a:gd name="connsiteY21" fmla="*/ 171450 h 292608"/>
              <a:gd name="connsiteX22" fmla="*/ 41529 w 284502"/>
              <a:gd name="connsiteY22" fmla="*/ 171450 h 292608"/>
              <a:gd name="connsiteX23" fmla="*/ 41529 w 284502"/>
              <a:gd name="connsiteY23" fmla="*/ 178318 h 292608"/>
              <a:gd name="connsiteX24" fmla="*/ 228600 w 284502"/>
              <a:gd name="connsiteY24" fmla="*/ 178318 h 292608"/>
              <a:gd name="connsiteX25" fmla="*/ 228600 w 284502"/>
              <a:gd name="connsiteY25" fmla="*/ 285750 h 292608"/>
              <a:gd name="connsiteX26" fmla="*/ 6858 w 284502"/>
              <a:gd name="connsiteY26" fmla="*/ 285750 h 292608"/>
              <a:gd name="connsiteX27" fmla="*/ 171450 w 284502"/>
              <a:gd name="connsiteY27" fmla="*/ 6858 h 292608"/>
              <a:gd name="connsiteX28" fmla="*/ 171450 w 284502"/>
              <a:gd name="connsiteY28" fmla="*/ 60579 h 292608"/>
              <a:gd name="connsiteX29" fmla="*/ 228600 w 284502"/>
              <a:gd name="connsiteY29" fmla="*/ 171450 h 292608"/>
              <a:gd name="connsiteX30" fmla="*/ 172450 w 284502"/>
              <a:gd name="connsiteY30" fmla="*/ 120148 h 292608"/>
              <a:gd name="connsiteX31" fmla="*/ 177308 w 284502"/>
              <a:gd name="connsiteY31" fmla="*/ 115300 h 292608"/>
              <a:gd name="connsiteX32" fmla="*/ 198777 w 284502"/>
              <a:gd name="connsiteY32" fmla="*/ 136779 h 292608"/>
              <a:gd name="connsiteX33" fmla="*/ 177308 w 284502"/>
              <a:gd name="connsiteY33" fmla="*/ 158258 h 292608"/>
              <a:gd name="connsiteX34" fmla="*/ 172450 w 284502"/>
              <a:gd name="connsiteY34" fmla="*/ 153410 h 292608"/>
              <a:gd name="connsiteX35" fmla="*/ 185652 w 284502"/>
              <a:gd name="connsiteY35" fmla="*/ 140208 h 292608"/>
              <a:gd name="connsiteX36" fmla="*/ 41529 w 284502"/>
              <a:gd name="connsiteY36" fmla="*/ 140208 h 292608"/>
              <a:gd name="connsiteX37" fmla="*/ 41529 w 284502"/>
              <a:gd name="connsiteY37" fmla="*/ 133350 h 292608"/>
              <a:gd name="connsiteX38" fmla="*/ 185652 w 284502"/>
              <a:gd name="connsiteY38" fmla="*/ 133350 h 292608"/>
              <a:gd name="connsiteX39" fmla="*/ 172450 w 284502"/>
              <a:gd name="connsiteY39" fmla="*/ 120148 h 292608"/>
              <a:gd name="connsiteX40" fmla="*/ 185652 w 284502"/>
              <a:gd name="connsiteY40" fmla="*/ 247650 h 292608"/>
              <a:gd name="connsiteX41" fmla="*/ 172450 w 284502"/>
              <a:gd name="connsiteY41" fmla="*/ 234458 h 292608"/>
              <a:gd name="connsiteX42" fmla="*/ 177308 w 284502"/>
              <a:gd name="connsiteY42" fmla="*/ 229600 h 292608"/>
              <a:gd name="connsiteX43" fmla="*/ 198777 w 284502"/>
              <a:gd name="connsiteY43" fmla="*/ 251079 h 292608"/>
              <a:gd name="connsiteX44" fmla="*/ 177308 w 284502"/>
              <a:gd name="connsiteY44" fmla="*/ 272558 h 292608"/>
              <a:gd name="connsiteX45" fmla="*/ 172450 w 284502"/>
              <a:gd name="connsiteY45" fmla="*/ 267700 h 292608"/>
              <a:gd name="connsiteX46" fmla="*/ 185652 w 284502"/>
              <a:gd name="connsiteY46" fmla="*/ 254508 h 292608"/>
              <a:gd name="connsiteX47" fmla="*/ 41529 w 284502"/>
              <a:gd name="connsiteY47" fmla="*/ 254508 h 292608"/>
              <a:gd name="connsiteX48" fmla="*/ 41529 w 284502"/>
              <a:gd name="connsiteY48" fmla="*/ 247650 h 292608"/>
              <a:gd name="connsiteX49" fmla="*/ 185652 w 284502"/>
              <a:gd name="connsiteY49" fmla="*/ 247650 h 292608"/>
              <a:gd name="connsiteX50" fmla="*/ 41529 w 284502"/>
              <a:gd name="connsiteY50" fmla="*/ 209550 h 292608"/>
              <a:gd name="connsiteX51" fmla="*/ 138017 w 284502"/>
              <a:gd name="connsiteY51" fmla="*/ 209550 h 292608"/>
              <a:gd name="connsiteX52" fmla="*/ 124825 w 284502"/>
              <a:gd name="connsiteY52" fmla="*/ 196358 h 292608"/>
              <a:gd name="connsiteX53" fmla="*/ 129673 w 284502"/>
              <a:gd name="connsiteY53" fmla="*/ 191500 h 292608"/>
              <a:gd name="connsiteX54" fmla="*/ 151152 w 284502"/>
              <a:gd name="connsiteY54" fmla="*/ 212979 h 292608"/>
              <a:gd name="connsiteX55" fmla="*/ 129673 w 284502"/>
              <a:gd name="connsiteY55" fmla="*/ 234458 h 292608"/>
              <a:gd name="connsiteX56" fmla="*/ 124825 w 284502"/>
              <a:gd name="connsiteY56" fmla="*/ 229600 h 292608"/>
              <a:gd name="connsiteX57" fmla="*/ 138017 w 284502"/>
              <a:gd name="connsiteY57" fmla="*/ 216408 h 292608"/>
              <a:gd name="connsiteX58" fmla="*/ 41529 w 284502"/>
              <a:gd name="connsiteY58" fmla="*/ 216408 h 292608"/>
              <a:gd name="connsiteX59" fmla="*/ 41529 w 284502"/>
              <a:gd name="connsiteY59"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228600 w 284502"/>
              <a:gd name="connsiteY18" fmla="*/ 171450 h 292608"/>
              <a:gd name="connsiteX19" fmla="*/ 41529 w 284502"/>
              <a:gd name="connsiteY19" fmla="*/ 171450 h 292608"/>
              <a:gd name="connsiteX20" fmla="*/ 41529 w 284502"/>
              <a:gd name="connsiteY20" fmla="*/ 178318 h 292608"/>
              <a:gd name="connsiteX21" fmla="*/ 228600 w 284502"/>
              <a:gd name="connsiteY21" fmla="*/ 178318 h 292608"/>
              <a:gd name="connsiteX22" fmla="*/ 228600 w 284502"/>
              <a:gd name="connsiteY22" fmla="*/ 285750 h 292608"/>
              <a:gd name="connsiteX23" fmla="*/ 6858 w 284502"/>
              <a:gd name="connsiteY23" fmla="*/ 285750 h 292608"/>
              <a:gd name="connsiteX24" fmla="*/ 171450 w 284502"/>
              <a:gd name="connsiteY24" fmla="*/ 6858 h 292608"/>
              <a:gd name="connsiteX25" fmla="*/ 171450 w 284502"/>
              <a:gd name="connsiteY25" fmla="*/ 60579 h 292608"/>
              <a:gd name="connsiteX26" fmla="*/ 228600 w 284502"/>
              <a:gd name="connsiteY26" fmla="*/ 171450 h 292608"/>
              <a:gd name="connsiteX27" fmla="*/ 172450 w 284502"/>
              <a:gd name="connsiteY27" fmla="*/ 120148 h 292608"/>
              <a:gd name="connsiteX28" fmla="*/ 177308 w 284502"/>
              <a:gd name="connsiteY28" fmla="*/ 115300 h 292608"/>
              <a:gd name="connsiteX29" fmla="*/ 198777 w 284502"/>
              <a:gd name="connsiteY29" fmla="*/ 136779 h 292608"/>
              <a:gd name="connsiteX30" fmla="*/ 177308 w 284502"/>
              <a:gd name="connsiteY30" fmla="*/ 158258 h 292608"/>
              <a:gd name="connsiteX31" fmla="*/ 172450 w 284502"/>
              <a:gd name="connsiteY31" fmla="*/ 153410 h 292608"/>
              <a:gd name="connsiteX32" fmla="*/ 185652 w 284502"/>
              <a:gd name="connsiteY32" fmla="*/ 140208 h 292608"/>
              <a:gd name="connsiteX33" fmla="*/ 41529 w 284502"/>
              <a:gd name="connsiteY33" fmla="*/ 140208 h 292608"/>
              <a:gd name="connsiteX34" fmla="*/ 41529 w 284502"/>
              <a:gd name="connsiteY34" fmla="*/ 133350 h 292608"/>
              <a:gd name="connsiteX35" fmla="*/ 185652 w 284502"/>
              <a:gd name="connsiteY35" fmla="*/ 133350 h 292608"/>
              <a:gd name="connsiteX36" fmla="*/ 172450 w 284502"/>
              <a:gd name="connsiteY36" fmla="*/ 120148 h 292608"/>
              <a:gd name="connsiteX37" fmla="*/ 185652 w 284502"/>
              <a:gd name="connsiteY37" fmla="*/ 247650 h 292608"/>
              <a:gd name="connsiteX38" fmla="*/ 172450 w 284502"/>
              <a:gd name="connsiteY38" fmla="*/ 234458 h 292608"/>
              <a:gd name="connsiteX39" fmla="*/ 177308 w 284502"/>
              <a:gd name="connsiteY39" fmla="*/ 229600 h 292608"/>
              <a:gd name="connsiteX40" fmla="*/ 198777 w 284502"/>
              <a:gd name="connsiteY40" fmla="*/ 251079 h 292608"/>
              <a:gd name="connsiteX41" fmla="*/ 177308 w 284502"/>
              <a:gd name="connsiteY41" fmla="*/ 272558 h 292608"/>
              <a:gd name="connsiteX42" fmla="*/ 172450 w 284502"/>
              <a:gd name="connsiteY42" fmla="*/ 267700 h 292608"/>
              <a:gd name="connsiteX43" fmla="*/ 185652 w 284502"/>
              <a:gd name="connsiteY43" fmla="*/ 254508 h 292608"/>
              <a:gd name="connsiteX44" fmla="*/ 41529 w 284502"/>
              <a:gd name="connsiteY44" fmla="*/ 254508 h 292608"/>
              <a:gd name="connsiteX45" fmla="*/ 41529 w 284502"/>
              <a:gd name="connsiteY45" fmla="*/ 247650 h 292608"/>
              <a:gd name="connsiteX46" fmla="*/ 185652 w 284502"/>
              <a:gd name="connsiteY46" fmla="*/ 247650 h 292608"/>
              <a:gd name="connsiteX47" fmla="*/ 41529 w 284502"/>
              <a:gd name="connsiteY47" fmla="*/ 209550 h 292608"/>
              <a:gd name="connsiteX48" fmla="*/ 138017 w 284502"/>
              <a:gd name="connsiteY48" fmla="*/ 209550 h 292608"/>
              <a:gd name="connsiteX49" fmla="*/ 124825 w 284502"/>
              <a:gd name="connsiteY49" fmla="*/ 196358 h 292608"/>
              <a:gd name="connsiteX50" fmla="*/ 129673 w 284502"/>
              <a:gd name="connsiteY50" fmla="*/ 191500 h 292608"/>
              <a:gd name="connsiteX51" fmla="*/ 151152 w 284502"/>
              <a:gd name="connsiteY51" fmla="*/ 212979 h 292608"/>
              <a:gd name="connsiteX52" fmla="*/ 129673 w 284502"/>
              <a:gd name="connsiteY52" fmla="*/ 234458 h 292608"/>
              <a:gd name="connsiteX53" fmla="*/ 124825 w 284502"/>
              <a:gd name="connsiteY53" fmla="*/ 229600 h 292608"/>
              <a:gd name="connsiteX54" fmla="*/ 138017 w 284502"/>
              <a:gd name="connsiteY54" fmla="*/ 216408 h 292608"/>
              <a:gd name="connsiteX55" fmla="*/ 41529 w 284502"/>
              <a:gd name="connsiteY55" fmla="*/ 216408 h 292608"/>
              <a:gd name="connsiteX56" fmla="*/ 41529 w 284502"/>
              <a:gd name="connsiteY56"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228600 w 284502"/>
              <a:gd name="connsiteY18" fmla="*/ 171450 h 292608"/>
              <a:gd name="connsiteX19" fmla="*/ 41529 w 284502"/>
              <a:gd name="connsiteY19" fmla="*/ 171450 h 292608"/>
              <a:gd name="connsiteX20" fmla="*/ 41529 w 284502"/>
              <a:gd name="connsiteY20" fmla="*/ 178318 h 292608"/>
              <a:gd name="connsiteX21" fmla="*/ 228600 w 284502"/>
              <a:gd name="connsiteY21" fmla="*/ 178318 h 292608"/>
              <a:gd name="connsiteX22" fmla="*/ 228600 w 284502"/>
              <a:gd name="connsiteY22" fmla="*/ 285750 h 292608"/>
              <a:gd name="connsiteX23" fmla="*/ 6858 w 284502"/>
              <a:gd name="connsiteY23" fmla="*/ 285750 h 292608"/>
              <a:gd name="connsiteX24" fmla="*/ 171450 w 284502"/>
              <a:gd name="connsiteY24" fmla="*/ 6858 h 292608"/>
              <a:gd name="connsiteX25" fmla="*/ 228600 w 284502"/>
              <a:gd name="connsiteY25" fmla="*/ 171450 h 292608"/>
              <a:gd name="connsiteX26" fmla="*/ 172450 w 284502"/>
              <a:gd name="connsiteY26" fmla="*/ 120148 h 292608"/>
              <a:gd name="connsiteX27" fmla="*/ 177308 w 284502"/>
              <a:gd name="connsiteY27" fmla="*/ 115300 h 292608"/>
              <a:gd name="connsiteX28" fmla="*/ 198777 w 284502"/>
              <a:gd name="connsiteY28" fmla="*/ 136779 h 292608"/>
              <a:gd name="connsiteX29" fmla="*/ 177308 w 284502"/>
              <a:gd name="connsiteY29" fmla="*/ 158258 h 292608"/>
              <a:gd name="connsiteX30" fmla="*/ 172450 w 284502"/>
              <a:gd name="connsiteY30" fmla="*/ 153410 h 292608"/>
              <a:gd name="connsiteX31" fmla="*/ 185652 w 284502"/>
              <a:gd name="connsiteY31" fmla="*/ 140208 h 292608"/>
              <a:gd name="connsiteX32" fmla="*/ 41529 w 284502"/>
              <a:gd name="connsiteY32" fmla="*/ 140208 h 292608"/>
              <a:gd name="connsiteX33" fmla="*/ 41529 w 284502"/>
              <a:gd name="connsiteY33" fmla="*/ 133350 h 292608"/>
              <a:gd name="connsiteX34" fmla="*/ 185652 w 284502"/>
              <a:gd name="connsiteY34" fmla="*/ 133350 h 292608"/>
              <a:gd name="connsiteX35" fmla="*/ 172450 w 284502"/>
              <a:gd name="connsiteY35" fmla="*/ 120148 h 292608"/>
              <a:gd name="connsiteX36" fmla="*/ 185652 w 284502"/>
              <a:gd name="connsiteY36" fmla="*/ 247650 h 292608"/>
              <a:gd name="connsiteX37" fmla="*/ 172450 w 284502"/>
              <a:gd name="connsiteY37" fmla="*/ 234458 h 292608"/>
              <a:gd name="connsiteX38" fmla="*/ 177308 w 284502"/>
              <a:gd name="connsiteY38" fmla="*/ 229600 h 292608"/>
              <a:gd name="connsiteX39" fmla="*/ 198777 w 284502"/>
              <a:gd name="connsiteY39" fmla="*/ 251079 h 292608"/>
              <a:gd name="connsiteX40" fmla="*/ 177308 w 284502"/>
              <a:gd name="connsiteY40" fmla="*/ 272558 h 292608"/>
              <a:gd name="connsiteX41" fmla="*/ 172450 w 284502"/>
              <a:gd name="connsiteY41" fmla="*/ 267700 h 292608"/>
              <a:gd name="connsiteX42" fmla="*/ 185652 w 284502"/>
              <a:gd name="connsiteY42" fmla="*/ 254508 h 292608"/>
              <a:gd name="connsiteX43" fmla="*/ 41529 w 284502"/>
              <a:gd name="connsiteY43" fmla="*/ 254508 h 292608"/>
              <a:gd name="connsiteX44" fmla="*/ 41529 w 284502"/>
              <a:gd name="connsiteY44" fmla="*/ 247650 h 292608"/>
              <a:gd name="connsiteX45" fmla="*/ 185652 w 284502"/>
              <a:gd name="connsiteY45" fmla="*/ 247650 h 292608"/>
              <a:gd name="connsiteX46" fmla="*/ 41529 w 284502"/>
              <a:gd name="connsiteY46" fmla="*/ 209550 h 292608"/>
              <a:gd name="connsiteX47" fmla="*/ 138017 w 284502"/>
              <a:gd name="connsiteY47" fmla="*/ 209550 h 292608"/>
              <a:gd name="connsiteX48" fmla="*/ 124825 w 284502"/>
              <a:gd name="connsiteY48" fmla="*/ 196358 h 292608"/>
              <a:gd name="connsiteX49" fmla="*/ 129673 w 284502"/>
              <a:gd name="connsiteY49" fmla="*/ 191500 h 292608"/>
              <a:gd name="connsiteX50" fmla="*/ 151152 w 284502"/>
              <a:gd name="connsiteY50" fmla="*/ 212979 h 292608"/>
              <a:gd name="connsiteX51" fmla="*/ 129673 w 284502"/>
              <a:gd name="connsiteY51" fmla="*/ 234458 h 292608"/>
              <a:gd name="connsiteX52" fmla="*/ 124825 w 284502"/>
              <a:gd name="connsiteY52" fmla="*/ 229600 h 292608"/>
              <a:gd name="connsiteX53" fmla="*/ 138017 w 284502"/>
              <a:gd name="connsiteY53" fmla="*/ 216408 h 292608"/>
              <a:gd name="connsiteX54" fmla="*/ 41529 w 284502"/>
              <a:gd name="connsiteY54" fmla="*/ 216408 h 292608"/>
              <a:gd name="connsiteX55" fmla="*/ 41529 w 284502"/>
              <a:gd name="connsiteY55"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228600 w 284502"/>
              <a:gd name="connsiteY18" fmla="*/ 171450 h 292608"/>
              <a:gd name="connsiteX19" fmla="*/ 41529 w 284502"/>
              <a:gd name="connsiteY19" fmla="*/ 171450 h 292608"/>
              <a:gd name="connsiteX20" fmla="*/ 41529 w 284502"/>
              <a:gd name="connsiteY20" fmla="*/ 178318 h 292608"/>
              <a:gd name="connsiteX21" fmla="*/ 228600 w 284502"/>
              <a:gd name="connsiteY21" fmla="*/ 178318 h 292608"/>
              <a:gd name="connsiteX22" fmla="*/ 228600 w 284502"/>
              <a:gd name="connsiteY22" fmla="*/ 285750 h 292608"/>
              <a:gd name="connsiteX23" fmla="*/ 6858 w 284502"/>
              <a:gd name="connsiteY23" fmla="*/ 285750 h 292608"/>
              <a:gd name="connsiteX24" fmla="*/ 228600 w 284502"/>
              <a:gd name="connsiteY24" fmla="*/ 171450 h 292608"/>
              <a:gd name="connsiteX25" fmla="*/ 172450 w 284502"/>
              <a:gd name="connsiteY25" fmla="*/ 120148 h 292608"/>
              <a:gd name="connsiteX26" fmla="*/ 177308 w 284502"/>
              <a:gd name="connsiteY26" fmla="*/ 115300 h 292608"/>
              <a:gd name="connsiteX27" fmla="*/ 198777 w 284502"/>
              <a:gd name="connsiteY27" fmla="*/ 136779 h 292608"/>
              <a:gd name="connsiteX28" fmla="*/ 177308 w 284502"/>
              <a:gd name="connsiteY28" fmla="*/ 158258 h 292608"/>
              <a:gd name="connsiteX29" fmla="*/ 172450 w 284502"/>
              <a:gd name="connsiteY29" fmla="*/ 153410 h 292608"/>
              <a:gd name="connsiteX30" fmla="*/ 185652 w 284502"/>
              <a:gd name="connsiteY30" fmla="*/ 140208 h 292608"/>
              <a:gd name="connsiteX31" fmla="*/ 41529 w 284502"/>
              <a:gd name="connsiteY31" fmla="*/ 140208 h 292608"/>
              <a:gd name="connsiteX32" fmla="*/ 41529 w 284502"/>
              <a:gd name="connsiteY32" fmla="*/ 133350 h 292608"/>
              <a:gd name="connsiteX33" fmla="*/ 185652 w 284502"/>
              <a:gd name="connsiteY33" fmla="*/ 133350 h 292608"/>
              <a:gd name="connsiteX34" fmla="*/ 172450 w 284502"/>
              <a:gd name="connsiteY34" fmla="*/ 120148 h 292608"/>
              <a:gd name="connsiteX35" fmla="*/ 185652 w 284502"/>
              <a:gd name="connsiteY35" fmla="*/ 247650 h 292608"/>
              <a:gd name="connsiteX36" fmla="*/ 172450 w 284502"/>
              <a:gd name="connsiteY36" fmla="*/ 234458 h 292608"/>
              <a:gd name="connsiteX37" fmla="*/ 177308 w 284502"/>
              <a:gd name="connsiteY37" fmla="*/ 229600 h 292608"/>
              <a:gd name="connsiteX38" fmla="*/ 198777 w 284502"/>
              <a:gd name="connsiteY38" fmla="*/ 251079 h 292608"/>
              <a:gd name="connsiteX39" fmla="*/ 177308 w 284502"/>
              <a:gd name="connsiteY39" fmla="*/ 272558 h 292608"/>
              <a:gd name="connsiteX40" fmla="*/ 172450 w 284502"/>
              <a:gd name="connsiteY40" fmla="*/ 267700 h 292608"/>
              <a:gd name="connsiteX41" fmla="*/ 185652 w 284502"/>
              <a:gd name="connsiteY41" fmla="*/ 254508 h 292608"/>
              <a:gd name="connsiteX42" fmla="*/ 41529 w 284502"/>
              <a:gd name="connsiteY42" fmla="*/ 254508 h 292608"/>
              <a:gd name="connsiteX43" fmla="*/ 41529 w 284502"/>
              <a:gd name="connsiteY43" fmla="*/ 247650 h 292608"/>
              <a:gd name="connsiteX44" fmla="*/ 185652 w 284502"/>
              <a:gd name="connsiteY44" fmla="*/ 247650 h 292608"/>
              <a:gd name="connsiteX45" fmla="*/ 41529 w 284502"/>
              <a:gd name="connsiteY45" fmla="*/ 209550 h 292608"/>
              <a:gd name="connsiteX46" fmla="*/ 138017 w 284502"/>
              <a:gd name="connsiteY46" fmla="*/ 209550 h 292608"/>
              <a:gd name="connsiteX47" fmla="*/ 124825 w 284502"/>
              <a:gd name="connsiteY47" fmla="*/ 196358 h 292608"/>
              <a:gd name="connsiteX48" fmla="*/ 129673 w 284502"/>
              <a:gd name="connsiteY48" fmla="*/ 191500 h 292608"/>
              <a:gd name="connsiteX49" fmla="*/ 151152 w 284502"/>
              <a:gd name="connsiteY49" fmla="*/ 212979 h 292608"/>
              <a:gd name="connsiteX50" fmla="*/ 129673 w 284502"/>
              <a:gd name="connsiteY50" fmla="*/ 234458 h 292608"/>
              <a:gd name="connsiteX51" fmla="*/ 124825 w 284502"/>
              <a:gd name="connsiteY51" fmla="*/ 229600 h 292608"/>
              <a:gd name="connsiteX52" fmla="*/ 138017 w 284502"/>
              <a:gd name="connsiteY52" fmla="*/ 216408 h 292608"/>
              <a:gd name="connsiteX53" fmla="*/ 41529 w 284502"/>
              <a:gd name="connsiteY53" fmla="*/ 216408 h 292608"/>
              <a:gd name="connsiteX54" fmla="*/ 41529 w 284502"/>
              <a:gd name="connsiteY54" fmla="*/ 209550 h 292608"/>
              <a:gd name="connsiteX0" fmla="*/ 263033 w 284502"/>
              <a:gd name="connsiteY0" fmla="*/ 152400 h 291598"/>
              <a:gd name="connsiteX1" fmla="*/ 258175 w 284502"/>
              <a:gd name="connsiteY1" fmla="*/ 157248 h 291598"/>
              <a:gd name="connsiteX2" fmla="*/ 271377 w 284502"/>
              <a:gd name="connsiteY2" fmla="*/ 170440 h 291598"/>
              <a:gd name="connsiteX3" fmla="*/ 235468 w 284502"/>
              <a:gd name="connsiteY3" fmla="*/ 170440 h 291598"/>
              <a:gd name="connsiteX4" fmla="*/ 235468 w 284502"/>
              <a:gd name="connsiteY4" fmla="*/ 59569 h 291598"/>
              <a:gd name="connsiteX5" fmla="*/ 234467 w 284502"/>
              <a:gd name="connsiteY5" fmla="*/ 57150 h 291598"/>
              <a:gd name="connsiteX6" fmla="*/ 177317 w 284502"/>
              <a:gd name="connsiteY6" fmla="*/ 0 h 291598"/>
              <a:gd name="connsiteX7" fmla="*/ 0 w 284502"/>
              <a:gd name="connsiteY7" fmla="*/ 288169 h 291598"/>
              <a:gd name="connsiteX8" fmla="*/ 3429 w 284502"/>
              <a:gd name="connsiteY8" fmla="*/ 291598 h 291598"/>
              <a:gd name="connsiteX9" fmla="*/ 232029 w 284502"/>
              <a:gd name="connsiteY9" fmla="*/ 291598 h 291598"/>
              <a:gd name="connsiteX10" fmla="*/ 235458 w 284502"/>
              <a:gd name="connsiteY10" fmla="*/ 288169 h 291598"/>
              <a:gd name="connsiteX11" fmla="*/ 235458 w 284502"/>
              <a:gd name="connsiteY11" fmla="*/ 177298 h 291598"/>
              <a:gd name="connsiteX12" fmla="*/ 271367 w 284502"/>
              <a:gd name="connsiteY12" fmla="*/ 177298 h 291598"/>
              <a:gd name="connsiteX13" fmla="*/ 258166 w 284502"/>
              <a:gd name="connsiteY13" fmla="*/ 190490 h 291598"/>
              <a:gd name="connsiteX14" fmla="*/ 263023 w 284502"/>
              <a:gd name="connsiteY14" fmla="*/ 195348 h 291598"/>
              <a:gd name="connsiteX15" fmla="*/ 284502 w 284502"/>
              <a:gd name="connsiteY15" fmla="*/ 173869 h 291598"/>
              <a:gd name="connsiteX16" fmla="*/ 263033 w 284502"/>
              <a:gd name="connsiteY16" fmla="*/ 152400 h 291598"/>
              <a:gd name="connsiteX17" fmla="*/ 228600 w 284502"/>
              <a:gd name="connsiteY17" fmla="*/ 170440 h 291598"/>
              <a:gd name="connsiteX18" fmla="*/ 41529 w 284502"/>
              <a:gd name="connsiteY18" fmla="*/ 170440 h 291598"/>
              <a:gd name="connsiteX19" fmla="*/ 41529 w 284502"/>
              <a:gd name="connsiteY19" fmla="*/ 177308 h 291598"/>
              <a:gd name="connsiteX20" fmla="*/ 228600 w 284502"/>
              <a:gd name="connsiteY20" fmla="*/ 177308 h 291598"/>
              <a:gd name="connsiteX21" fmla="*/ 228600 w 284502"/>
              <a:gd name="connsiteY21" fmla="*/ 284740 h 291598"/>
              <a:gd name="connsiteX22" fmla="*/ 6858 w 284502"/>
              <a:gd name="connsiteY22" fmla="*/ 284740 h 291598"/>
              <a:gd name="connsiteX23" fmla="*/ 228600 w 284502"/>
              <a:gd name="connsiteY23" fmla="*/ 170440 h 291598"/>
              <a:gd name="connsiteX24" fmla="*/ 172450 w 284502"/>
              <a:gd name="connsiteY24" fmla="*/ 119138 h 291598"/>
              <a:gd name="connsiteX25" fmla="*/ 177308 w 284502"/>
              <a:gd name="connsiteY25" fmla="*/ 114290 h 291598"/>
              <a:gd name="connsiteX26" fmla="*/ 198777 w 284502"/>
              <a:gd name="connsiteY26" fmla="*/ 135769 h 291598"/>
              <a:gd name="connsiteX27" fmla="*/ 177308 w 284502"/>
              <a:gd name="connsiteY27" fmla="*/ 157248 h 291598"/>
              <a:gd name="connsiteX28" fmla="*/ 172450 w 284502"/>
              <a:gd name="connsiteY28" fmla="*/ 152400 h 291598"/>
              <a:gd name="connsiteX29" fmla="*/ 185652 w 284502"/>
              <a:gd name="connsiteY29" fmla="*/ 139198 h 291598"/>
              <a:gd name="connsiteX30" fmla="*/ 41529 w 284502"/>
              <a:gd name="connsiteY30" fmla="*/ 139198 h 291598"/>
              <a:gd name="connsiteX31" fmla="*/ 41529 w 284502"/>
              <a:gd name="connsiteY31" fmla="*/ 132340 h 291598"/>
              <a:gd name="connsiteX32" fmla="*/ 185652 w 284502"/>
              <a:gd name="connsiteY32" fmla="*/ 132340 h 291598"/>
              <a:gd name="connsiteX33" fmla="*/ 172450 w 284502"/>
              <a:gd name="connsiteY33" fmla="*/ 119138 h 291598"/>
              <a:gd name="connsiteX34" fmla="*/ 185652 w 284502"/>
              <a:gd name="connsiteY34" fmla="*/ 246640 h 291598"/>
              <a:gd name="connsiteX35" fmla="*/ 172450 w 284502"/>
              <a:gd name="connsiteY35" fmla="*/ 233448 h 291598"/>
              <a:gd name="connsiteX36" fmla="*/ 177308 w 284502"/>
              <a:gd name="connsiteY36" fmla="*/ 228590 h 291598"/>
              <a:gd name="connsiteX37" fmla="*/ 198777 w 284502"/>
              <a:gd name="connsiteY37" fmla="*/ 250069 h 291598"/>
              <a:gd name="connsiteX38" fmla="*/ 177308 w 284502"/>
              <a:gd name="connsiteY38" fmla="*/ 271548 h 291598"/>
              <a:gd name="connsiteX39" fmla="*/ 172450 w 284502"/>
              <a:gd name="connsiteY39" fmla="*/ 266690 h 291598"/>
              <a:gd name="connsiteX40" fmla="*/ 185652 w 284502"/>
              <a:gd name="connsiteY40" fmla="*/ 253498 h 291598"/>
              <a:gd name="connsiteX41" fmla="*/ 41529 w 284502"/>
              <a:gd name="connsiteY41" fmla="*/ 253498 h 291598"/>
              <a:gd name="connsiteX42" fmla="*/ 41529 w 284502"/>
              <a:gd name="connsiteY42" fmla="*/ 246640 h 291598"/>
              <a:gd name="connsiteX43" fmla="*/ 185652 w 284502"/>
              <a:gd name="connsiteY43" fmla="*/ 246640 h 291598"/>
              <a:gd name="connsiteX44" fmla="*/ 41529 w 284502"/>
              <a:gd name="connsiteY44" fmla="*/ 208540 h 291598"/>
              <a:gd name="connsiteX45" fmla="*/ 138017 w 284502"/>
              <a:gd name="connsiteY45" fmla="*/ 208540 h 291598"/>
              <a:gd name="connsiteX46" fmla="*/ 124825 w 284502"/>
              <a:gd name="connsiteY46" fmla="*/ 195348 h 291598"/>
              <a:gd name="connsiteX47" fmla="*/ 129673 w 284502"/>
              <a:gd name="connsiteY47" fmla="*/ 190490 h 291598"/>
              <a:gd name="connsiteX48" fmla="*/ 151152 w 284502"/>
              <a:gd name="connsiteY48" fmla="*/ 211969 h 291598"/>
              <a:gd name="connsiteX49" fmla="*/ 129673 w 284502"/>
              <a:gd name="connsiteY49" fmla="*/ 233448 h 291598"/>
              <a:gd name="connsiteX50" fmla="*/ 124825 w 284502"/>
              <a:gd name="connsiteY50" fmla="*/ 228590 h 291598"/>
              <a:gd name="connsiteX51" fmla="*/ 138017 w 284502"/>
              <a:gd name="connsiteY51" fmla="*/ 215398 h 291598"/>
              <a:gd name="connsiteX52" fmla="*/ 41529 w 284502"/>
              <a:gd name="connsiteY52" fmla="*/ 215398 h 291598"/>
              <a:gd name="connsiteX53" fmla="*/ 41529 w 284502"/>
              <a:gd name="connsiteY53" fmla="*/ 208540 h 291598"/>
              <a:gd name="connsiteX0" fmla="*/ 263033 w 284502"/>
              <a:gd name="connsiteY0" fmla="*/ 95250 h 234448"/>
              <a:gd name="connsiteX1" fmla="*/ 258175 w 284502"/>
              <a:gd name="connsiteY1" fmla="*/ 100098 h 234448"/>
              <a:gd name="connsiteX2" fmla="*/ 271377 w 284502"/>
              <a:gd name="connsiteY2" fmla="*/ 113290 h 234448"/>
              <a:gd name="connsiteX3" fmla="*/ 235468 w 284502"/>
              <a:gd name="connsiteY3" fmla="*/ 113290 h 234448"/>
              <a:gd name="connsiteX4" fmla="*/ 235468 w 284502"/>
              <a:gd name="connsiteY4" fmla="*/ 2419 h 234448"/>
              <a:gd name="connsiteX5" fmla="*/ 234467 w 284502"/>
              <a:gd name="connsiteY5" fmla="*/ 0 h 234448"/>
              <a:gd name="connsiteX6" fmla="*/ 0 w 284502"/>
              <a:gd name="connsiteY6" fmla="*/ 231019 h 234448"/>
              <a:gd name="connsiteX7" fmla="*/ 3429 w 284502"/>
              <a:gd name="connsiteY7" fmla="*/ 234448 h 234448"/>
              <a:gd name="connsiteX8" fmla="*/ 232029 w 284502"/>
              <a:gd name="connsiteY8" fmla="*/ 234448 h 234448"/>
              <a:gd name="connsiteX9" fmla="*/ 235458 w 284502"/>
              <a:gd name="connsiteY9" fmla="*/ 231019 h 234448"/>
              <a:gd name="connsiteX10" fmla="*/ 235458 w 284502"/>
              <a:gd name="connsiteY10" fmla="*/ 120148 h 234448"/>
              <a:gd name="connsiteX11" fmla="*/ 271367 w 284502"/>
              <a:gd name="connsiteY11" fmla="*/ 120148 h 234448"/>
              <a:gd name="connsiteX12" fmla="*/ 258166 w 284502"/>
              <a:gd name="connsiteY12" fmla="*/ 133340 h 234448"/>
              <a:gd name="connsiteX13" fmla="*/ 263023 w 284502"/>
              <a:gd name="connsiteY13" fmla="*/ 138198 h 234448"/>
              <a:gd name="connsiteX14" fmla="*/ 284502 w 284502"/>
              <a:gd name="connsiteY14" fmla="*/ 116719 h 234448"/>
              <a:gd name="connsiteX15" fmla="*/ 263033 w 284502"/>
              <a:gd name="connsiteY15" fmla="*/ 95250 h 234448"/>
              <a:gd name="connsiteX16" fmla="*/ 228600 w 284502"/>
              <a:gd name="connsiteY16" fmla="*/ 113290 h 234448"/>
              <a:gd name="connsiteX17" fmla="*/ 41529 w 284502"/>
              <a:gd name="connsiteY17" fmla="*/ 113290 h 234448"/>
              <a:gd name="connsiteX18" fmla="*/ 41529 w 284502"/>
              <a:gd name="connsiteY18" fmla="*/ 120158 h 234448"/>
              <a:gd name="connsiteX19" fmla="*/ 228600 w 284502"/>
              <a:gd name="connsiteY19" fmla="*/ 120158 h 234448"/>
              <a:gd name="connsiteX20" fmla="*/ 228600 w 284502"/>
              <a:gd name="connsiteY20" fmla="*/ 227590 h 234448"/>
              <a:gd name="connsiteX21" fmla="*/ 6858 w 284502"/>
              <a:gd name="connsiteY21" fmla="*/ 227590 h 234448"/>
              <a:gd name="connsiteX22" fmla="*/ 228600 w 284502"/>
              <a:gd name="connsiteY22" fmla="*/ 113290 h 234448"/>
              <a:gd name="connsiteX23" fmla="*/ 172450 w 284502"/>
              <a:gd name="connsiteY23" fmla="*/ 61988 h 234448"/>
              <a:gd name="connsiteX24" fmla="*/ 177308 w 284502"/>
              <a:gd name="connsiteY24" fmla="*/ 57140 h 234448"/>
              <a:gd name="connsiteX25" fmla="*/ 198777 w 284502"/>
              <a:gd name="connsiteY25" fmla="*/ 78619 h 234448"/>
              <a:gd name="connsiteX26" fmla="*/ 177308 w 284502"/>
              <a:gd name="connsiteY26" fmla="*/ 100098 h 234448"/>
              <a:gd name="connsiteX27" fmla="*/ 172450 w 284502"/>
              <a:gd name="connsiteY27" fmla="*/ 95250 h 234448"/>
              <a:gd name="connsiteX28" fmla="*/ 185652 w 284502"/>
              <a:gd name="connsiteY28" fmla="*/ 82048 h 234448"/>
              <a:gd name="connsiteX29" fmla="*/ 41529 w 284502"/>
              <a:gd name="connsiteY29" fmla="*/ 82048 h 234448"/>
              <a:gd name="connsiteX30" fmla="*/ 41529 w 284502"/>
              <a:gd name="connsiteY30" fmla="*/ 75190 h 234448"/>
              <a:gd name="connsiteX31" fmla="*/ 185652 w 284502"/>
              <a:gd name="connsiteY31" fmla="*/ 75190 h 234448"/>
              <a:gd name="connsiteX32" fmla="*/ 172450 w 284502"/>
              <a:gd name="connsiteY32" fmla="*/ 61988 h 234448"/>
              <a:gd name="connsiteX33" fmla="*/ 185652 w 284502"/>
              <a:gd name="connsiteY33" fmla="*/ 189490 h 234448"/>
              <a:gd name="connsiteX34" fmla="*/ 172450 w 284502"/>
              <a:gd name="connsiteY34" fmla="*/ 176298 h 234448"/>
              <a:gd name="connsiteX35" fmla="*/ 177308 w 284502"/>
              <a:gd name="connsiteY35" fmla="*/ 171440 h 234448"/>
              <a:gd name="connsiteX36" fmla="*/ 198777 w 284502"/>
              <a:gd name="connsiteY36" fmla="*/ 192919 h 234448"/>
              <a:gd name="connsiteX37" fmla="*/ 177308 w 284502"/>
              <a:gd name="connsiteY37" fmla="*/ 214398 h 234448"/>
              <a:gd name="connsiteX38" fmla="*/ 172450 w 284502"/>
              <a:gd name="connsiteY38" fmla="*/ 209540 h 234448"/>
              <a:gd name="connsiteX39" fmla="*/ 185652 w 284502"/>
              <a:gd name="connsiteY39" fmla="*/ 196348 h 234448"/>
              <a:gd name="connsiteX40" fmla="*/ 41529 w 284502"/>
              <a:gd name="connsiteY40" fmla="*/ 196348 h 234448"/>
              <a:gd name="connsiteX41" fmla="*/ 41529 w 284502"/>
              <a:gd name="connsiteY41" fmla="*/ 189490 h 234448"/>
              <a:gd name="connsiteX42" fmla="*/ 185652 w 284502"/>
              <a:gd name="connsiteY42" fmla="*/ 189490 h 234448"/>
              <a:gd name="connsiteX43" fmla="*/ 41529 w 284502"/>
              <a:gd name="connsiteY43" fmla="*/ 151390 h 234448"/>
              <a:gd name="connsiteX44" fmla="*/ 138017 w 284502"/>
              <a:gd name="connsiteY44" fmla="*/ 151390 h 234448"/>
              <a:gd name="connsiteX45" fmla="*/ 124825 w 284502"/>
              <a:gd name="connsiteY45" fmla="*/ 138198 h 234448"/>
              <a:gd name="connsiteX46" fmla="*/ 129673 w 284502"/>
              <a:gd name="connsiteY46" fmla="*/ 133340 h 234448"/>
              <a:gd name="connsiteX47" fmla="*/ 151152 w 284502"/>
              <a:gd name="connsiteY47" fmla="*/ 154819 h 234448"/>
              <a:gd name="connsiteX48" fmla="*/ 129673 w 284502"/>
              <a:gd name="connsiteY48" fmla="*/ 176298 h 234448"/>
              <a:gd name="connsiteX49" fmla="*/ 124825 w 284502"/>
              <a:gd name="connsiteY49" fmla="*/ 171440 h 234448"/>
              <a:gd name="connsiteX50" fmla="*/ 138017 w 284502"/>
              <a:gd name="connsiteY50" fmla="*/ 158248 h 234448"/>
              <a:gd name="connsiteX51" fmla="*/ 41529 w 284502"/>
              <a:gd name="connsiteY51" fmla="*/ 158248 h 234448"/>
              <a:gd name="connsiteX52" fmla="*/ 41529 w 284502"/>
              <a:gd name="connsiteY52" fmla="*/ 151390 h 234448"/>
              <a:gd name="connsiteX0" fmla="*/ 263033 w 284502"/>
              <a:gd name="connsiteY0" fmla="*/ 92831 h 232029"/>
              <a:gd name="connsiteX1" fmla="*/ 258175 w 284502"/>
              <a:gd name="connsiteY1" fmla="*/ 97679 h 232029"/>
              <a:gd name="connsiteX2" fmla="*/ 271377 w 284502"/>
              <a:gd name="connsiteY2" fmla="*/ 110871 h 232029"/>
              <a:gd name="connsiteX3" fmla="*/ 235468 w 284502"/>
              <a:gd name="connsiteY3" fmla="*/ 110871 h 232029"/>
              <a:gd name="connsiteX4" fmla="*/ 235468 w 284502"/>
              <a:gd name="connsiteY4" fmla="*/ 0 h 232029"/>
              <a:gd name="connsiteX5" fmla="*/ 0 w 284502"/>
              <a:gd name="connsiteY5" fmla="*/ 228600 h 232029"/>
              <a:gd name="connsiteX6" fmla="*/ 3429 w 284502"/>
              <a:gd name="connsiteY6" fmla="*/ 232029 h 232029"/>
              <a:gd name="connsiteX7" fmla="*/ 232029 w 284502"/>
              <a:gd name="connsiteY7" fmla="*/ 232029 h 232029"/>
              <a:gd name="connsiteX8" fmla="*/ 235458 w 284502"/>
              <a:gd name="connsiteY8" fmla="*/ 228600 h 232029"/>
              <a:gd name="connsiteX9" fmla="*/ 235458 w 284502"/>
              <a:gd name="connsiteY9" fmla="*/ 117729 h 232029"/>
              <a:gd name="connsiteX10" fmla="*/ 271367 w 284502"/>
              <a:gd name="connsiteY10" fmla="*/ 117729 h 232029"/>
              <a:gd name="connsiteX11" fmla="*/ 258166 w 284502"/>
              <a:gd name="connsiteY11" fmla="*/ 130921 h 232029"/>
              <a:gd name="connsiteX12" fmla="*/ 263023 w 284502"/>
              <a:gd name="connsiteY12" fmla="*/ 135779 h 232029"/>
              <a:gd name="connsiteX13" fmla="*/ 284502 w 284502"/>
              <a:gd name="connsiteY13" fmla="*/ 114300 h 232029"/>
              <a:gd name="connsiteX14" fmla="*/ 263033 w 284502"/>
              <a:gd name="connsiteY14" fmla="*/ 92831 h 232029"/>
              <a:gd name="connsiteX15" fmla="*/ 228600 w 284502"/>
              <a:gd name="connsiteY15" fmla="*/ 110871 h 232029"/>
              <a:gd name="connsiteX16" fmla="*/ 41529 w 284502"/>
              <a:gd name="connsiteY16" fmla="*/ 110871 h 232029"/>
              <a:gd name="connsiteX17" fmla="*/ 41529 w 284502"/>
              <a:gd name="connsiteY17" fmla="*/ 117739 h 232029"/>
              <a:gd name="connsiteX18" fmla="*/ 228600 w 284502"/>
              <a:gd name="connsiteY18" fmla="*/ 117739 h 232029"/>
              <a:gd name="connsiteX19" fmla="*/ 228600 w 284502"/>
              <a:gd name="connsiteY19" fmla="*/ 225171 h 232029"/>
              <a:gd name="connsiteX20" fmla="*/ 6858 w 284502"/>
              <a:gd name="connsiteY20" fmla="*/ 225171 h 232029"/>
              <a:gd name="connsiteX21" fmla="*/ 228600 w 284502"/>
              <a:gd name="connsiteY21" fmla="*/ 110871 h 232029"/>
              <a:gd name="connsiteX22" fmla="*/ 172450 w 284502"/>
              <a:gd name="connsiteY22" fmla="*/ 59569 h 232029"/>
              <a:gd name="connsiteX23" fmla="*/ 177308 w 284502"/>
              <a:gd name="connsiteY23" fmla="*/ 54721 h 232029"/>
              <a:gd name="connsiteX24" fmla="*/ 198777 w 284502"/>
              <a:gd name="connsiteY24" fmla="*/ 76200 h 232029"/>
              <a:gd name="connsiteX25" fmla="*/ 177308 w 284502"/>
              <a:gd name="connsiteY25" fmla="*/ 97679 h 232029"/>
              <a:gd name="connsiteX26" fmla="*/ 172450 w 284502"/>
              <a:gd name="connsiteY26" fmla="*/ 92831 h 232029"/>
              <a:gd name="connsiteX27" fmla="*/ 185652 w 284502"/>
              <a:gd name="connsiteY27" fmla="*/ 79629 h 232029"/>
              <a:gd name="connsiteX28" fmla="*/ 41529 w 284502"/>
              <a:gd name="connsiteY28" fmla="*/ 79629 h 232029"/>
              <a:gd name="connsiteX29" fmla="*/ 41529 w 284502"/>
              <a:gd name="connsiteY29" fmla="*/ 72771 h 232029"/>
              <a:gd name="connsiteX30" fmla="*/ 185652 w 284502"/>
              <a:gd name="connsiteY30" fmla="*/ 72771 h 232029"/>
              <a:gd name="connsiteX31" fmla="*/ 172450 w 284502"/>
              <a:gd name="connsiteY31" fmla="*/ 59569 h 232029"/>
              <a:gd name="connsiteX32" fmla="*/ 185652 w 284502"/>
              <a:gd name="connsiteY32" fmla="*/ 187071 h 232029"/>
              <a:gd name="connsiteX33" fmla="*/ 172450 w 284502"/>
              <a:gd name="connsiteY33" fmla="*/ 173879 h 232029"/>
              <a:gd name="connsiteX34" fmla="*/ 177308 w 284502"/>
              <a:gd name="connsiteY34" fmla="*/ 169021 h 232029"/>
              <a:gd name="connsiteX35" fmla="*/ 198777 w 284502"/>
              <a:gd name="connsiteY35" fmla="*/ 190500 h 232029"/>
              <a:gd name="connsiteX36" fmla="*/ 177308 w 284502"/>
              <a:gd name="connsiteY36" fmla="*/ 211979 h 232029"/>
              <a:gd name="connsiteX37" fmla="*/ 172450 w 284502"/>
              <a:gd name="connsiteY37" fmla="*/ 207121 h 232029"/>
              <a:gd name="connsiteX38" fmla="*/ 185652 w 284502"/>
              <a:gd name="connsiteY38" fmla="*/ 193929 h 232029"/>
              <a:gd name="connsiteX39" fmla="*/ 41529 w 284502"/>
              <a:gd name="connsiteY39" fmla="*/ 193929 h 232029"/>
              <a:gd name="connsiteX40" fmla="*/ 41529 w 284502"/>
              <a:gd name="connsiteY40" fmla="*/ 187071 h 232029"/>
              <a:gd name="connsiteX41" fmla="*/ 185652 w 284502"/>
              <a:gd name="connsiteY41" fmla="*/ 187071 h 232029"/>
              <a:gd name="connsiteX42" fmla="*/ 41529 w 284502"/>
              <a:gd name="connsiteY42" fmla="*/ 148971 h 232029"/>
              <a:gd name="connsiteX43" fmla="*/ 138017 w 284502"/>
              <a:gd name="connsiteY43" fmla="*/ 148971 h 232029"/>
              <a:gd name="connsiteX44" fmla="*/ 124825 w 284502"/>
              <a:gd name="connsiteY44" fmla="*/ 135779 h 232029"/>
              <a:gd name="connsiteX45" fmla="*/ 129673 w 284502"/>
              <a:gd name="connsiteY45" fmla="*/ 130921 h 232029"/>
              <a:gd name="connsiteX46" fmla="*/ 151152 w 284502"/>
              <a:gd name="connsiteY46" fmla="*/ 152400 h 232029"/>
              <a:gd name="connsiteX47" fmla="*/ 129673 w 284502"/>
              <a:gd name="connsiteY47" fmla="*/ 173879 h 232029"/>
              <a:gd name="connsiteX48" fmla="*/ 124825 w 284502"/>
              <a:gd name="connsiteY48" fmla="*/ 169021 h 232029"/>
              <a:gd name="connsiteX49" fmla="*/ 138017 w 284502"/>
              <a:gd name="connsiteY49" fmla="*/ 155829 h 232029"/>
              <a:gd name="connsiteX50" fmla="*/ 41529 w 284502"/>
              <a:gd name="connsiteY50" fmla="*/ 155829 h 232029"/>
              <a:gd name="connsiteX51" fmla="*/ 41529 w 284502"/>
              <a:gd name="connsiteY51" fmla="*/ 148971 h 232029"/>
              <a:gd name="connsiteX0" fmla="*/ 263033 w 284502"/>
              <a:gd name="connsiteY0" fmla="*/ 38110 h 177308"/>
              <a:gd name="connsiteX1" fmla="*/ 258175 w 284502"/>
              <a:gd name="connsiteY1" fmla="*/ 42958 h 177308"/>
              <a:gd name="connsiteX2" fmla="*/ 271377 w 284502"/>
              <a:gd name="connsiteY2" fmla="*/ 56150 h 177308"/>
              <a:gd name="connsiteX3" fmla="*/ 235468 w 284502"/>
              <a:gd name="connsiteY3" fmla="*/ 56150 h 177308"/>
              <a:gd name="connsiteX4" fmla="*/ 0 w 284502"/>
              <a:gd name="connsiteY4" fmla="*/ 173879 h 177308"/>
              <a:gd name="connsiteX5" fmla="*/ 3429 w 284502"/>
              <a:gd name="connsiteY5" fmla="*/ 177308 h 177308"/>
              <a:gd name="connsiteX6" fmla="*/ 232029 w 284502"/>
              <a:gd name="connsiteY6" fmla="*/ 177308 h 177308"/>
              <a:gd name="connsiteX7" fmla="*/ 235458 w 284502"/>
              <a:gd name="connsiteY7" fmla="*/ 173879 h 177308"/>
              <a:gd name="connsiteX8" fmla="*/ 235458 w 284502"/>
              <a:gd name="connsiteY8" fmla="*/ 63008 h 177308"/>
              <a:gd name="connsiteX9" fmla="*/ 271367 w 284502"/>
              <a:gd name="connsiteY9" fmla="*/ 63008 h 177308"/>
              <a:gd name="connsiteX10" fmla="*/ 258166 w 284502"/>
              <a:gd name="connsiteY10" fmla="*/ 76200 h 177308"/>
              <a:gd name="connsiteX11" fmla="*/ 263023 w 284502"/>
              <a:gd name="connsiteY11" fmla="*/ 81058 h 177308"/>
              <a:gd name="connsiteX12" fmla="*/ 284502 w 284502"/>
              <a:gd name="connsiteY12" fmla="*/ 59579 h 177308"/>
              <a:gd name="connsiteX13" fmla="*/ 263033 w 284502"/>
              <a:gd name="connsiteY13" fmla="*/ 38110 h 177308"/>
              <a:gd name="connsiteX14" fmla="*/ 228600 w 284502"/>
              <a:gd name="connsiteY14" fmla="*/ 56150 h 177308"/>
              <a:gd name="connsiteX15" fmla="*/ 41529 w 284502"/>
              <a:gd name="connsiteY15" fmla="*/ 56150 h 177308"/>
              <a:gd name="connsiteX16" fmla="*/ 41529 w 284502"/>
              <a:gd name="connsiteY16" fmla="*/ 63018 h 177308"/>
              <a:gd name="connsiteX17" fmla="*/ 228600 w 284502"/>
              <a:gd name="connsiteY17" fmla="*/ 63018 h 177308"/>
              <a:gd name="connsiteX18" fmla="*/ 228600 w 284502"/>
              <a:gd name="connsiteY18" fmla="*/ 170450 h 177308"/>
              <a:gd name="connsiteX19" fmla="*/ 6858 w 284502"/>
              <a:gd name="connsiteY19" fmla="*/ 170450 h 177308"/>
              <a:gd name="connsiteX20" fmla="*/ 228600 w 284502"/>
              <a:gd name="connsiteY20" fmla="*/ 56150 h 177308"/>
              <a:gd name="connsiteX21" fmla="*/ 172450 w 284502"/>
              <a:gd name="connsiteY21" fmla="*/ 4848 h 177308"/>
              <a:gd name="connsiteX22" fmla="*/ 177308 w 284502"/>
              <a:gd name="connsiteY22" fmla="*/ 0 h 177308"/>
              <a:gd name="connsiteX23" fmla="*/ 198777 w 284502"/>
              <a:gd name="connsiteY23" fmla="*/ 21479 h 177308"/>
              <a:gd name="connsiteX24" fmla="*/ 177308 w 284502"/>
              <a:gd name="connsiteY24" fmla="*/ 42958 h 177308"/>
              <a:gd name="connsiteX25" fmla="*/ 172450 w 284502"/>
              <a:gd name="connsiteY25" fmla="*/ 38110 h 177308"/>
              <a:gd name="connsiteX26" fmla="*/ 185652 w 284502"/>
              <a:gd name="connsiteY26" fmla="*/ 24908 h 177308"/>
              <a:gd name="connsiteX27" fmla="*/ 41529 w 284502"/>
              <a:gd name="connsiteY27" fmla="*/ 24908 h 177308"/>
              <a:gd name="connsiteX28" fmla="*/ 41529 w 284502"/>
              <a:gd name="connsiteY28" fmla="*/ 18050 h 177308"/>
              <a:gd name="connsiteX29" fmla="*/ 185652 w 284502"/>
              <a:gd name="connsiteY29" fmla="*/ 18050 h 177308"/>
              <a:gd name="connsiteX30" fmla="*/ 172450 w 284502"/>
              <a:gd name="connsiteY30" fmla="*/ 4848 h 177308"/>
              <a:gd name="connsiteX31" fmla="*/ 185652 w 284502"/>
              <a:gd name="connsiteY31" fmla="*/ 132350 h 177308"/>
              <a:gd name="connsiteX32" fmla="*/ 172450 w 284502"/>
              <a:gd name="connsiteY32" fmla="*/ 119158 h 177308"/>
              <a:gd name="connsiteX33" fmla="*/ 177308 w 284502"/>
              <a:gd name="connsiteY33" fmla="*/ 114300 h 177308"/>
              <a:gd name="connsiteX34" fmla="*/ 198777 w 284502"/>
              <a:gd name="connsiteY34" fmla="*/ 135779 h 177308"/>
              <a:gd name="connsiteX35" fmla="*/ 177308 w 284502"/>
              <a:gd name="connsiteY35" fmla="*/ 157258 h 177308"/>
              <a:gd name="connsiteX36" fmla="*/ 172450 w 284502"/>
              <a:gd name="connsiteY36" fmla="*/ 152400 h 177308"/>
              <a:gd name="connsiteX37" fmla="*/ 185652 w 284502"/>
              <a:gd name="connsiteY37" fmla="*/ 139208 h 177308"/>
              <a:gd name="connsiteX38" fmla="*/ 41529 w 284502"/>
              <a:gd name="connsiteY38" fmla="*/ 139208 h 177308"/>
              <a:gd name="connsiteX39" fmla="*/ 41529 w 284502"/>
              <a:gd name="connsiteY39" fmla="*/ 132350 h 177308"/>
              <a:gd name="connsiteX40" fmla="*/ 185652 w 284502"/>
              <a:gd name="connsiteY40" fmla="*/ 132350 h 177308"/>
              <a:gd name="connsiteX41" fmla="*/ 41529 w 284502"/>
              <a:gd name="connsiteY41" fmla="*/ 94250 h 177308"/>
              <a:gd name="connsiteX42" fmla="*/ 138017 w 284502"/>
              <a:gd name="connsiteY42" fmla="*/ 94250 h 177308"/>
              <a:gd name="connsiteX43" fmla="*/ 124825 w 284502"/>
              <a:gd name="connsiteY43" fmla="*/ 81058 h 177308"/>
              <a:gd name="connsiteX44" fmla="*/ 129673 w 284502"/>
              <a:gd name="connsiteY44" fmla="*/ 76200 h 177308"/>
              <a:gd name="connsiteX45" fmla="*/ 151152 w 284502"/>
              <a:gd name="connsiteY45" fmla="*/ 97679 h 177308"/>
              <a:gd name="connsiteX46" fmla="*/ 129673 w 284502"/>
              <a:gd name="connsiteY46" fmla="*/ 119158 h 177308"/>
              <a:gd name="connsiteX47" fmla="*/ 124825 w 284502"/>
              <a:gd name="connsiteY47" fmla="*/ 114300 h 177308"/>
              <a:gd name="connsiteX48" fmla="*/ 138017 w 284502"/>
              <a:gd name="connsiteY48" fmla="*/ 101108 h 177308"/>
              <a:gd name="connsiteX49" fmla="*/ 41529 w 284502"/>
              <a:gd name="connsiteY49" fmla="*/ 101108 h 177308"/>
              <a:gd name="connsiteX50" fmla="*/ 41529 w 284502"/>
              <a:gd name="connsiteY50" fmla="*/ 94250 h 177308"/>
              <a:gd name="connsiteX0" fmla="*/ 263033 w 284502"/>
              <a:gd name="connsiteY0" fmla="*/ 38110 h 177308"/>
              <a:gd name="connsiteX1" fmla="*/ 258175 w 284502"/>
              <a:gd name="connsiteY1" fmla="*/ 42958 h 177308"/>
              <a:gd name="connsiteX2" fmla="*/ 271377 w 284502"/>
              <a:gd name="connsiteY2" fmla="*/ 56150 h 177308"/>
              <a:gd name="connsiteX3" fmla="*/ 235468 w 284502"/>
              <a:gd name="connsiteY3" fmla="*/ 56150 h 177308"/>
              <a:gd name="connsiteX4" fmla="*/ 0 w 284502"/>
              <a:gd name="connsiteY4" fmla="*/ 173879 h 177308"/>
              <a:gd name="connsiteX5" fmla="*/ 3429 w 284502"/>
              <a:gd name="connsiteY5" fmla="*/ 177308 h 177308"/>
              <a:gd name="connsiteX6" fmla="*/ 232029 w 284502"/>
              <a:gd name="connsiteY6" fmla="*/ 177308 h 177308"/>
              <a:gd name="connsiteX7" fmla="*/ 235458 w 284502"/>
              <a:gd name="connsiteY7" fmla="*/ 173879 h 177308"/>
              <a:gd name="connsiteX8" fmla="*/ 235458 w 284502"/>
              <a:gd name="connsiteY8" fmla="*/ 63008 h 177308"/>
              <a:gd name="connsiteX9" fmla="*/ 271367 w 284502"/>
              <a:gd name="connsiteY9" fmla="*/ 63008 h 177308"/>
              <a:gd name="connsiteX10" fmla="*/ 258166 w 284502"/>
              <a:gd name="connsiteY10" fmla="*/ 76200 h 177308"/>
              <a:gd name="connsiteX11" fmla="*/ 263023 w 284502"/>
              <a:gd name="connsiteY11" fmla="*/ 81058 h 177308"/>
              <a:gd name="connsiteX12" fmla="*/ 284502 w 284502"/>
              <a:gd name="connsiteY12" fmla="*/ 59579 h 177308"/>
              <a:gd name="connsiteX13" fmla="*/ 263033 w 284502"/>
              <a:gd name="connsiteY13" fmla="*/ 38110 h 177308"/>
              <a:gd name="connsiteX14" fmla="*/ 228600 w 284502"/>
              <a:gd name="connsiteY14" fmla="*/ 56150 h 177308"/>
              <a:gd name="connsiteX15" fmla="*/ 41529 w 284502"/>
              <a:gd name="connsiteY15" fmla="*/ 56150 h 177308"/>
              <a:gd name="connsiteX16" fmla="*/ 41529 w 284502"/>
              <a:gd name="connsiteY16" fmla="*/ 63018 h 177308"/>
              <a:gd name="connsiteX17" fmla="*/ 228600 w 284502"/>
              <a:gd name="connsiteY17" fmla="*/ 63018 h 177308"/>
              <a:gd name="connsiteX18" fmla="*/ 6858 w 284502"/>
              <a:gd name="connsiteY18" fmla="*/ 170450 h 177308"/>
              <a:gd name="connsiteX19" fmla="*/ 228600 w 284502"/>
              <a:gd name="connsiteY19" fmla="*/ 56150 h 177308"/>
              <a:gd name="connsiteX20" fmla="*/ 172450 w 284502"/>
              <a:gd name="connsiteY20" fmla="*/ 4848 h 177308"/>
              <a:gd name="connsiteX21" fmla="*/ 177308 w 284502"/>
              <a:gd name="connsiteY21" fmla="*/ 0 h 177308"/>
              <a:gd name="connsiteX22" fmla="*/ 198777 w 284502"/>
              <a:gd name="connsiteY22" fmla="*/ 21479 h 177308"/>
              <a:gd name="connsiteX23" fmla="*/ 177308 w 284502"/>
              <a:gd name="connsiteY23" fmla="*/ 42958 h 177308"/>
              <a:gd name="connsiteX24" fmla="*/ 172450 w 284502"/>
              <a:gd name="connsiteY24" fmla="*/ 38110 h 177308"/>
              <a:gd name="connsiteX25" fmla="*/ 185652 w 284502"/>
              <a:gd name="connsiteY25" fmla="*/ 24908 h 177308"/>
              <a:gd name="connsiteX26" fmla="*/ 41529 w 284502"/>
              <a:gd name="connsiteY26" fmla="*/ 24908 h 177308"/>
              <a:gd name="connsiteX27" fmla="*/ 41529 w 284502"/>
              <a:gd name="connsiteY27" fmla="*/ 18050 h 177308"/>
              <a:gd name="connsiteX28" fmla="*/ 185652 w 284502"/>
              <a:gd name="connsiteY28" fmla="*/ 18050 h 177308"/>
              <a:gd name="connsiteX29" fmla="*/ 172450 w 284502"/>
              <a:gd name="connsiteY29" fmla="*/ 4848 h 177308"/>
              <a:gd name="connsiteX30" fmla="*/ 185652 w 284502"/>
              <a:gd name="connsiteY30" fmla="*/ 132350 h 177308"/>
              <a:gd name="connsiteX31" fmla="*/ 172450 w 284502"/>
              <a:gd name="connsiteY31" fmla="*/ 119158 h 177308"/>
              <a:gd name="connsiteX32" fmla="*/ 177308 w 284502"/>
              <a:gd name="connsiteY32" fmla="*/ 114300 h 177308"/>
              <a:gd name="connsiteX33" fmla="*/ 198777 w 284502"/>
              <a:gd name="connsiteY33" fmla="*/ 135779 h 177308"/>
              <a:gd name="connsiteX34" fmla="*/ 177308 w 284502"/>
              <a:gd name="connsiteY34" fmla="*/ 157258 h 177308"/>
              <a:gd name="connsiteX35" fmla="*/ 172450 w 284502"/>
              <a:gd name="connsiteY35" fmla="*/ 152400 h 177308"/>
              <a:gd name="connsiteX36" fmla="*/ 185652 w 284502"/>
              <a:gd name="connsiteY36" fmla="*/ 139208 h 177308"/>
              <a:gd name="connsiteX37" fmla="*/ 41529 w 284502"/>
              <a:gd name="connsiteY37" fmla="*/ 139208 h 177308"/>
              <a:gd name="connsiteX38" fmla="*/ 41529 w 284502"/>
              <a:gd name="connsiteY38" fmla="*/ 132350 h 177308"/>
              <a:gd name="connsiteX39" fmla="*/ 185652 w 284502"/>
              <a:gd name="connsiteY39" fmla="*/ 132350 h 177308"/>
              <a:gd name="connsiteX40" fmla="*/ 41529 w 284502"/>
              <a:gd name="connsiteY40" fmla="*/ 94250 h 177308"/>
              <a:gd name="connsiteX41" fmla="*/ 138017 w 284502"/>
              <a:gd name="connsiteY41" fmla="*/ 94250 h 177308"/>
              <a:gd name="connsiteX42" fmla="*/ 124825 w 284502"/>
              <a:gd name="connsiteY42" fmla="*/ 81058 h 177308"/>
              <a:gd name="connsiteX43" fmla="*/ 129673 w 284502"/>
              <a:gd name="connsiteY43" fmla="*/ 76200 h 177308"/>
              <a:gd name="connsiteX44" fmla="*/ 151152 w 284502"/>
              <a:gd name="connsiteY44" fmla="*/ 97679 h 177308"/>
              <a:gd name="connsiteX45" fmla="*/ 129673 w 284502"/>
              <a:gd name="connsiteY45" fmla="*/ 119158 h 177308"/>
              <a:gd name="connsiteX46" fmla="*/ 124825 w 284502"/>
              <a:gd name="connsiteY46" fmla="*/ 114300 h 177308"/>
              <a:gd name="connsiteX47" fmla="*/ 138017 w 284502"/>
              <a:gd name="connsiteY47" fmla="*/ 101108 h 177308"/>
              <a:gd name="connsiteX48" fmla="*/ 41529 w 284502"/>
              <a:gd name="connsiteY48" fmla="*/ 101108 h 177308"/>
              <a:gd name="connsiteX49" fmla="*/ 41529 w 284502"/>
              <a:gd name="connsiteY49" fmla="*/ 94250 h 177308"/>
              <a:gd name="connsiteX0" fmla="*/ 263033 w 284502"/>
              <a:gd name="connsiteY0" fmla="*/ 38110 h 177308"/>
              <a:gd name="connsiteX1" fmla="*/ 258175 w 284502"/>
              <a:gd name="connsiteY1" fmla="*/ 42958 h 177308"/>
              <a:gd name="connsiteX2" fmla="*/ 271377 w 284502"/>
              <a:gd name="connsiteY2" fmla="*/ 56150 h 177308"/>
              <a:gd name="connsiteX3" fmla="*/ 235468 w 284502"/>
              <a:gd name="connsiteY3" fmla="*/ 56150 h 177308"/>
              <a:gd name="connsiteX4" fmla="*/ 0 w 284502"/>
              <a:gd name="connsiteY4" fmla="*/ 173879 h 177308"/>
              <a:gd name="connsiteX5" fmla="*/ 3429 w 284502"/>
              <a:gd name="connsiteY5" fmla="*/ 177308 h 177308"/>
              <a:gd name="connsiteX6" fmla="*/ 232029 w 284502"/>
              <a:gd name="connsiteY6" fmla="*/ 177308 h 177308"/>
              <a:gd name="connsiteX7" fmla="*/ 235458 w 284502"/>
              <a:gd name="connsiteY7" fmla="*/ 63008 h 177308"/>
              <a:gd name="connsiteX8" fmla="*/ 271367 w 284502"/>
              <a:gd name="connsiteY8" fmla="*/ 63008 h 177308"/>
              <a:gd name="connsiteX9" fmla="*/ 258166 w 284502"/>
              <a:gd name="connsiteY9" fmla="*/ 76200 h 177308"/>
              <a:gd name="connsiteX10" fmla="*/ 263023 w 284502"/>
              <a:gd name="connsiteY10" fmla="*/ 81058 h 177308"/>
              <a:gd name="connsiteX11" fmla="*/ 284502 w 284502"/>
              <a:gd name="connsiteY11" fmla="*/ 59579 h 177308"/>
              <a:gd name="connsiteX12" fmla="*/ 263033 w 284502"/>
              <a:gd name="connsiteY12" fmla="*/ 38110 h 177308"/>
              <a:gd name="connsiteX13" fmla="*/ 228600 w 284502"/>
              <a:gd name="connsiteY13" fmla="*/ 56150 h 177308"/>
              <a:gd name="connsiteX14" fmla="*/ 41529 w 284502"/>
              <a:gd name="connsiteY14" fmla="*/ 56150 h 177308"/>
              <a:gd name="connsiteX15" fmla="*/ 41529 w 284502"/>
              <a:gd name="connsiteY15" fmla="*/ 63018 h 177308"/>
              <a:gd name="connsiteX16" fmla="*/ 228600 w 284502"/>
              <a:gd name="connsiteY16" fmla="*/ 63018 h 177308"/>
              <a:gd name="connsiteX17" fmla="*/ 6858 w 284502"/>
              <a:gd name="connsiteY17" fmla="*/ 170450 h 177308"/>
              <a:gd name="connsiteX18" fmla="*/ 228600 w 284502"/>
              <a:gd name="connsiteY18" fmla="*/ 56150 h 177308"/>
              <a:gd name="connsiteX19" fmla="*/ 172450 w 284502"/>
              <a:gd name="connsiteY19" fmla="*/ 4848 h 177308"/>
              <a:gd name="connsiteX20" fmla="*/ 177308 w 284502"/>
              <a:gd name="connsiteY20" fmla="*/ 0 h 177308"/>
              <a:gd name="connsiteX21" fmla="*/ 198777 w 284502"/>
              <a:gd name="connsiteY21" fmla="*/ 21479 h 177308"/>
              <a:gd name="connsiteX22" fmla="*/ 177308 w 284502"/>
              <a:gd name="connsiteY22" fmla="*/ 42958 h 177308"/>
              <a:gd name="connsiteX23" fmla="*/ 172450 w 284502"/>
              <a:gd name="connsiteY23" fmla="*/ 38110 h 177308"/>
              <a:gd name="connsiteX24" fmla="*/ 185652 w 284502"/>
              <a:gd name="connsiteY24" fmla="*/ 24908 h 177308"/>
              <a:gd name="connsiteX25" fmla="*/ 41529 w 284502"/>
              <a:gd name="connsiteY25" fmla="*/ 24908 h 177308"/>
              <a:gd name="connsiteX26" fmla="*/ 41529 w 284502"/>
              <a:gd name="connsiteY26" fmla="*/ 18050 h 177308"/>
              <a:gd name="connsiteX27" fmla="*/ 185652 w 284502"/>
              <a:gd name="connsiteY27" fmla="*/ 18050 h 177308"/>
              <a:gd name="connsiteX28" fmla="*/ 172450 w 284502"/>
              <a:gd name="connsiteY28" fmla="*/ 4848 h 177308"/>
              <a:gd name="connsiteX29" fmla="*/ 185652 w 284502"/>
              <a:gd name="connsiteY29" fmla="*/ 132350 h 177308"/>
              <a:gd name="connsiteX30" fmla="*/ 172450 w 284502"/>
              <a:gd name="connsiteY30" fmla="*/ 119158 h 177308"/>
              <a:gd name="connsiteX31" fmla="*/ 177308 w 284502"/>
              <a:gd name="connsiteY31" fmla="*/ 114300 h 177308"/>
              <a:gd name="connsiteX32" fmla="*/ 198777 w 284502"/>
              <a:gd name="connsiteY32" fmla="*/ 135779 h 177308"/>
              <a:gd name="connsiteX33" fmla="*/ 177308 w 284502"/>
              <a:gd name="connsiteY33" fmla="*/ 157258 h 177308"/>
              <a:gd name="connsiteX34" fmla="*/ 172450 w 284502"/>
              <a:gd name="connsiteY34" fmla="*/ 152400 h 177308"/>
              <a:gd name="connsiteX35" fmla="*/ 185652 w 284502"/>
              <a:gd name="connsiteY35" fmla="*/ 139208 h 177308"/>
              <a:gd name="connsiteX36" fmla="*/ 41529 w 284502"/>
              <a:gd name="connsiteY36" fmla="*/ 139208 h 177308"/>
              <a:gd name="connsiteX37" fmla="*/ 41529 w 284502"/>
              <a:gd name="connsiteY37" fmla="*/ 132350 h 177308"/>
              <a:gd name="connsiteX38" fmla="*/ 185652 w 284502"/>
              <a:gd name="connsiteY38" fmla="*/ 132350 h 177308"/>
              <a:gd name="connsiteX39" fmla="*/ 41529 w 284502"/>
              <a:gd name="connsiteY39" fmla="*/ 94250 h 177308"/>
              <a:gd name="connsiteX40" fmla="*/ 138017 w 284502"/>
              <a:gd name="connsiteY40" fmla="*/ 94250 h 177308"/>
              <a:gd name="connsiteX41" fmla="*/ 124825 w 284502"/>
              <a:gd name="connsiteY41" fmla="*/ 81058 h 177308"/>
              <a:gd name="connsiteX42" fmla="*/ 129673 w 284502"/>
              <a:gd name="connsiteY42" fmla="*/ 76200 h 177308"/>
              <a:gd name="connsiteX43" fmla="*/ 151152 w 284502"/>
              <a:gd name="connsiteY43" fmla="*/ 97679 h 177308"/>
              <a:gd name="connsiteX44" fmla="*/ 129673 w 284502"/>
              <a:gd name="connsiteY44" fmla="*/ 119158 h 177308"/>
              <a:gd name="connsiteX45" fmla="*/ 124825 w 284502"/>
              <a:gd name="connsiteY45" fmla="*/ 114300 h 177308"/>
              <a:gd name="connsiteX46" fmla="*/ 138017 w 284502"/>
              <a:gd name="connsiteY46" fmla="*/ 101108 h 177308"/>
              <a:gd name="connsiteX47" fmla="*/ 41529 w 284502"/>
              <a:gd name="connsiteY47" fmla="*/ 101108 h 177308"/>
              <a:gd name="connsiteX48" fmla="*/ 41529 w 284502"/>
              <a:gd name="connsiteY48" fmla="*/ 94250 h 177308"/>
              <a:gd name="connsiteX0" fmla="*/ 263033 w 284502"/>
              <a:gd name="connsiteY0" fmla="*/ 38110 h 177308"/>
              <a:gd name="connsiteX1" fmla="*/ 258175 w 284502"/>
              <a:gd name="connsiteY1" fmla="*/ 42958 h 177308"/>
              <a:gd name="connsiteX2" fmla="*/ 271377 w 284502"/>
              <a:gd name="connsiteY2" fmla="*/ 56150 h 177308"/>
              <a:gd name="connsiteX3" fmla="*/ 235468 w 284502"/>
              <a:gd name="connsiteY3" fmla="*/ 56150 h 177308"/>
              <a:gd name="connsiteX4" fmla="*/ 0 w 284502"/>
              <a:gd name="connsiteY4" fmla="*/ 173879 h 177308"/>
              <a:gd name="connsiteX5" fmla="*/ 3429 w 284502"/>
              <a:gd name="connsiteY5" fmla="*/ 177308 h 177308"/>
              <a:gd name="connsiteX6" fmla="*/ 235458 w 284502"/>
              <a:gd name="connsiteY6" fmla="*/ 63008 h 177308"/>
              <a:gd name="connsiteX7" fmla="*/ 271367 w 284502"/>
              <a:gd name="connsiteY7" fmla="*/ 63008 h 177308"/>
              <a:gd name="connsiteX8" fmla="*/ 258166 w 284502"/>
              <a:gd name="connsiteY8" fmla="*/ 76200 h 177308"/>
              <a:gd name="connsiteX9" fmla="*/ 263023 w 284502"/>
              <a:gd name="connsiteY9" fmla="*/ 81058 h 177308"/>
              <a:gd name="connsiteX10" fmla="*/ 284502 w 284502"/>
              <a:gd name="connsiteY10" fmla="*/ 59579 h 177308"/>
              <a:gd name="connsiteX11" fmla="*/ 263033 w 284502"/>
              <a:gd name="connsiteY11" fmla="*/ 38110 h 177308"/>
              <a:gd name="connsiteX12" fmla="*/ 228600 w 284502"/>
              <a:gd name="connsiteY12" fmla="*/ 56150 h 177308"/>
              <a:gd name="connsiteX13" fmla="*/ 41529 w 284502"/>
              <a:gd name="connsiteY13" fmla="*/ 56150 h 177308"/>
              <a:gd name="connsiteX14" fmla="*/ 41529 w 284502"/>
              <a:gd name="connsiteY14" fmla="*/ 63018 h 177308"/>
              <a:gd name="connsiteX15" fmla="*/ 228600 w 284502"/>
              <a:gd name="connsiteY15" fmla="*/ 63018 h 177308"/>
              <a:gd name="connsiteX16" fmla="*/ 6858 w 284502"/>
              <a:gd name="connsiteY16" fmla="*/ 170450 h 177308"/>
              <a:gd name="connsiteX17" fmla="*/ 228600 w 284502"/>
              <a:gd name="connsiteY17" fmla="*/ 56150 h 177308"/>
              <a:gd name="connsiteX18" fmla="*/ 172450 w 284502"/>
              <a:gd name="connsiteY18" fmla="*/ 4848 h 177308"/>
              <a:gd name="connsiteX19" fmla="*/ 177308 w 284502"/>
              <a:gd name="connsiteY19" fmla="*/ 0 h 177308"/>
              <a:gd name="connsiteX20" fmla="*/ 198777 w 284502"/>
              <a:gd name="connsiteY20" fmla="*/ 21479 h 177308"/>
              <a:gd name="connsiteX21" fmla="*/ 177308 w 284502"/>
              <a:gd name="connsiteY21" fmla="*/ 42958 h 177308"/>
              <a:gd name="connsiteX22" fmla="*/ 172450 w 284502"/>
              <a:gd name="connsiteY22" fmla="*/ 38110 h 177308"/>
              <a:gd name="connsiteX23" fmla="*/ 185652 w 284502"/>
              <a:gd name="connsiteY23" fmla="*/ 24908 h 177308"/>
              <a:gd name="connsiteX24" fmla="*/ 41529 w 284502"/>
              <a:gd name="connsiteY24" fmla="*/ 24908 h 177308"/>
              <a:gd name="connsiteX25" fmla="*/ 41529 w 284502"/>
              <a:gd name="connsiteY25" fmla="*/ 18050 h 177308"/>
              <a:gd name="connsiteX26" fmla="*/ 185652 w 284502"/>
              <a:gd name="connsiteY26" fmla="*/ 18050 h 177308"/>
              <a:gd name="connsiteX27" fmla="*/ 172450 w 284502"/>
              <a:gd name="connsiteY27" fmla="*/ 4848 h 177308"/>
              <a:gd name="connsiteX28" fmla="*/ 185652 w 284502"/>
              <a:gd name="connsiteY28" fmla="*/ 132350 h 177308"/>
              <a:gd name="connsiteX29" fmla="*/ 172450 w 284502"/>
              <a:gd name="connsiteY29" fmla="*/ 119158 h 177308"/>
              <a:gd name="connsiteX30" fmla="*/ 177308 w 284502"/>
              <a:gd name="connsiteY30" fmla="*/ 114300 h 177308"/>
              <a:gd name="connsiteX31" fmla="*/ 198777 w 284502"/>
              <a:gd name="connsiteY31" fmla="*/ 135779 h 177308"/>
              <a:gd name="connsiteX32" fmla="*/ 177308 w 284502"/>
              <a:gd name="connsiteY32" fmla="*/ 157258 h 177308"/>
              <a:gd name="connsiteX33" fmla="*/ 172450 w 284502"/>
              <a:gd name="connsiteY33" fmla="*/ 152400 h 177308"/>
              <a:gd name="connsiteX34" fmla="*/ 185652 w 284502"/>
              <a:gd name="connsiteY34" fmla="*/ 139208 h 177308"/>
              <a:gd name="connsiteX35" fmla="*/ 41529 w 284502"/>
              <a:gd name="connsiteY35" fmla="*/ 139208 h 177308"/>
              <a:gd name="connsiteX36" fmla="*/ 41529 w 284502"/>
              <a:gd name="connsiteY36" fmla="*/ 132350 h 177308"/>
              <a:gd name="connsiteX37" fmla="*/ 185652 w 284502"/>
              <a:gd name="connsiteY37" fmla="*/ 132350 h 177308"/>
              <a:gd name="connsiteX38" fmla="*/ 41529 w 284502"/>
              <a:gd name="connsiteY38" fmla="*/ 94250 h 177308"/>
              <a:gd name="connsiteX39" fmla="*/ 138017 w 284502"/>
              <a:gd name="connsiteY39" fmla="*/ 94250 h 177308"/>
              <a:gd name="connsiteX40" fmla="*/ 124825 w 284502"/>
              <a:gd name="connsiteY40" fmla="*/ 81058 h 177308"/>
              <a:gd name="connsiteX41" fmla="*/ 129673 w 284502"/>
              <a:gd name="connsiteY41" fmla="*/ 76200 h 177308"/>
              <a:gd name="connsiteX42" fmla="*/ 151152 w 284502"/>
              <a:gd name="connsiteY42" fmla="*/ 97679 h 177308"/>
              <a:gd name="connsiteX43" fmla="*/ 129673 w 284502"/>
              <a:gd name="connsiteY43" fmla="*/ 119158 h 177308"/>
              <a:gd name="connsiteX44" fmla="*/ 124825 w 284502"/>
              <a:gd name="connsiteY44" fmla="*/ 114300 h 177308"/>
              <a:gd name="connsiteX45" fmla="*/ 138017 w 284502"/>
              <a:gd name="connsiteY45" fmla="*/ 101108 h 177308"/>
              <a:gd name="connsiteX46" fmla="*/ 41529 w 284502"/>
              <a:gd name="connsiteY46" fmla="*/ 101108 h 177308"/>
              <a:gd name="connsiteX47" fmla="*/ 41529 w 284502"/>
              <a:gd name="connsiteY47" fmla="*/ 94250 h 177308"/>
              <a:gd name="connsiteX0" fmla="*/ 263033 w 284502"/>
              <a:gd name="connsiteY0" fmla="*/ 38110 h 173889"/>
              <a:gd name="connsiteX1" fmla="*/ 258175 w 284502"/>
              <a:gd name="connsiteY1" fmla="*/ 42958 h 173889"/>
              <a:gd name="connsiteX2" fmla="*/ 271377 w 284502"/>
              <a:gd name="connsiteY2" fmla="*/ 56150 h 173889"/>
              <a:gd name="connsiteX3" fmla="*/ 235468 w 284502"/>
              <a:gd name="connsiteY3" fmla="*/ 56150 h 173889"/>
              <a:gd name="connsiteX4" fmla="*/ 0 w 284502"/>
              <a:gd name="connsiteY4" fmla="*/ 173879 h 173889"/>
              <a:gd name="connsiteX5" fmla="*/ 235458 w 284502"/>
              <a:gd name="connsiteY5" fmla="*/ 63008 h 173889"/>
              <a:gd name="connsiteX6" fmla="*/ 271367 w 284502"/>
              <a:gd name="connsiteY6" fmla="*/ 63008 h 173889"/>
              <a:gd name="connsiteX7" fmla="*/ 258166 w 284502"/>
              <a:gd name="connsiteY7" fmla="*/ 76200 h 173889"/>
              <a:gd name="connsiteX8" fmla="*/ 263023 w 284502"/>
              <a:gd name="connsiteY8" fmla="*/ 81058 h 173889"/>
              <a:gd name="connsiteX9" fmla="*/ 284502 w 284502"/>
              <a:gd name="connsiteY9" fmla="*/ 59579 h 173889"/>
              <a:gd name="connsiteX10" fmla="*/ 263033 w 284502"/>
              <a:gd name="connsiteY10" fmla="*/ 38110 h 173889"/>
              <a:gd name="connsiteX11" fmla="*/ 228600 w 284502"/>
              <a:gd name="connsiteY11" fmla="*/ 56150 h 173889"/>
              <a:gd name="connsiteX12" fmla="*/ 41529 w 284502"/>
              <a:gd name="connsiteY12" fmla="*/ 56150 h 173889"/>
              <a:gd name="connsiteX13" fmla="*/ 41529 w 284502"/>
              <a:gd name="connsiteY13" fmla="*/ 63018 h 173889"/>
              <a:gd name="connsiteX14" fmla="*/ 228600 w 284502"/>
              <a:gd name="connsiteY14" fmla="*/ 63018 h 173889"/>
              <a:gd name="connsiteX15" fmla="*/ 6858 w 284502"/>
              <a:gd name="connsiteY15" fmla="*/ 170450 h 173889"/>
              <a:gd name="connsiteX16" fmla="*/ 228600 w 284502"/>
              <a:gd name="connsiteY16" fmla="*/ 56150 h 173889"/>
              <a:gd name="connsiteX17" fmla="*/ 172450 w 284502"/>
              <a:gd name="connsiteY17" fmla="*/ 4848 h 173889"/>
              <a:gd name="connsiteX18" fmla="*/ 177308 w 284502"/>
              <a:gd name="connsiteY18" fmla="*/ 0 h 173889"/>
              <a:gd name="connsiteX19" fmla="*/ 198777 w 284502"/>
              <a:gd name="connsiteY19" fmla="*/ 21479 h 173889"/>
              <a:gd name="connsiteX20" fmla="*/ 177308 w 284502"/>
              <a:gd name="connsiteY20" fmla="*/ 42958 h 173889"/>
              <a:gd name="connsiteX21" fmla="*/ 172450 w 284502"/>
              <a:gd name="connsiteY21" fmla="*/ 38110 h 173889"/>
              <a:gd name="connsiteX22" fmla="*/ 185652 w 284502"/>
              <a:gd name="connsiteY22" fmla="*/ 24908 h 173889"/>
              <a:gd name="connsiteX23" fmla="*/ 41529 w 284502"/>
              <a:gd name="connsiteY23" fmla="*/ 24908 h 173889"/>
              <a:gd name="connsiteX24" fmla="*/ 41529 w 284502"/>
              <a:gd name="connsiteY24" fmla="*/ 18050 h 173889"/>
              <a:gd name="connsiteX25" fmla="*/ 185652 w 284502"/>
              <a:gd name="connsiteY25" fmla="*/ 18050 h 173889"/>
              <a:gd name="connsiteX26" fmla="*/ 172450 w 284502"/>
              <a:gd name="connsiteY26" fmla="*/ 4848 h 173889"/>
              <a:gd name="connsiteX27" fmla="*/ 185652 w 284502"/>
              <a:gd name="connsiteY27" fmla="*/ 132350 h 173889"/>
              <a:gd name="connsiteX28" fmla="*/ 172450 w 284502"/>
              <a:gd name="connsiteY28" fmla="*/ 119158 h 173889"/>
              <a:gd name="connsiteX29" fmla="*/ 177308 w 284502"/>
              <a:gd name="connsiteY29" fmla="*/ 114300 h 173889"/>
              <a:gd name="connsiteX30" fmla="*/ 198777 w 284502"/>
              <a:gd name="connsiteY30" fmla="*/ 135779 h 173889"/>
              <a:gd name="connsiteX31" fmla="*/ 177308 w 284502"/>
              <a:gd name="connsiteY31" fmla="*/ 157258 h 173889"/>
              <a:gd name="connsiteX32" fmla="*/ 172450 w 284502"/>
              <a:gd name="connsiteY32" fmla="*/ 152400 h 173889"/>
              <a:gd name="connsiteX33" fmla="*/ 185652 w 284502"/>
              <a:gd name="connsiteY33" fmla="*/ 139208 h 173889"/>
              <a:gd name="connsiteX34" fmla="*/ 41529 w 284502"/>
              <a:gd name="connsiteY34" fmla="*/ 139208 h 173889"/>
              <a:gd name="connsiteX35" fmla="*/ 41529 w 284502"/>
              <a:gd name="connsiteY35" fmla="*/ 132350 h 173889"/>
              <a:gd name="connsiteX36" fmla="*/ 185652 w 284502"/>
              <a:gd name="connsiteY36" fmla="*/ 132350 h 173889"/>
              <a:gd name="connsiteX37" fmla="*/ 41529 w 284502"/>
              <a:gd name="connsiteY37" fmla="*/ 94250 h 173889"/>
              <a:gd name="connsiteX38" fmla="*/ 138017 w 284502"/>
              <a:gd name="connsiteY38" fmla="*/ 94250 h 173889"/>
              <a:gd name="connsiteX39" fmla="*/ 124825 w 284502"/>
              <a:gd name="connsiteY39" fmla="*/ 81058 h 173889"/>
              <a:gd name="connsiteX40" fmla="*/ 129673 w 284502"/>
              <a:gd name="connsiteY40" fmla="*/ 76200 h 173889"/>
              <a:gd name="connsiteX41" fmla="*/ 151152 w 284502"/>
              <a:gd name="connsiteY41" fmla="*/ 97679 h 173889"/>
              <a:gd name="connsiteX42" fmla="*/ 129673 w 284502"/>
              <a:gd name="connsiteY42" fmla="*/ 119158 h 173889"/>
              <a:gd name="connsiteX43" fmla="*/ 124825 w 284502"/>
              <a:gd name="connsiteY43" fmla="*/ 114300 h 173889"/>
              <a:gd name="connsiteX44" fmla="*/ 138017 w 284502"/>
              <a:gd name="connsiteY44" fmla="*/ 101108 h 173889"/>
              <a:gd name="connsiteX45" fmla="*/ 41529 w 284502"/>
              <a:gd name="connsiteY45" fmla="*/ 101108 h 173889"/>
              <a:gd name="connsiteX46" fmla="*/ 41529 w 284502"/>
              <a:gd name="connsiteY46" fmla="*/ 94250 h 173889"/>
              <a:gd name="connsiteX0" fmla="*/ 263033 w 284502"/>
              <a:gd name="connsiteY0" fmla="*/ 38110 h 173889"/>
              <a:gd name="connsiteX1" fmla="*/ 258175 w 284502"/>
              <a:gd name="connsiteY1" fmla="*/ 42958 h 173889"/>
              <a:gd name="connsiteX2" fmla="*/ 271377 w 284502"/>
              <a:gd name="connsiteY2" fmla="*/ 56150 h 173889"/>
              <a:gd name="connsiteX3" fmla="*/ 235468 w 284502"/>
              <a:gd name="connsiteY3" fmla="*/ 56150 h 173889"/>
              <a:gd name="connsiteX4" fmla="*/ 0 w 284502"/>
              <a:gd name="connsiteY4" fmla="*/ 173879 h 173889"/>
              <a:gd name="connsiteX5" fmla="*/ 235458 w 284502"/>
              <a:gd name="connsiteY5" fmla="*/ 63008 h 173889"/>
              <a:gd name="connsiteX6" fmla="*/ 271367 w 284502"/>
              <a:gd name="connsiteY6" fmla="*/ 63008 h 173889"/>
              <a:gd name="connsiteX7" fmla="*/ 258166 w 284502"/>
              <a:gd name="connsiteY7" fmla="*/ 76200 h 173889"/>
              <a:gd name="connsiteX8" fmla="*/ 263023 w 284502"/>
              <a:gd name="connsiteY8" fmla="*/ 81058 h 173889"/>
              <a:gd name="connsiteX9" fmla="*/ 284502 w 284502"/>
              <a:gd name="connsiteY9" fmla="*/ 59579 h 173889"/>
              <a:gd name="connsiteX10" fmla="*/ 263033 w 284502"/>
              <a:gd name="connsiteY10" fmla="*/ 38110 h 173889"/>
              <a:gd name="connsiteX11" fmla="*/ 228600 w 284502"/>
              <a:gd name="connsiteY11" fmla="*/ 56150 h 173889"/>
              <a:gd name="connsiteX12" fmla="*/ 41529 w 284502"/>
              <a:gd name="connsiteY12" fmla="*/ 56150 h 173889"/>
              <a:gd name="connsiteX13" fmla="*/ 41529 w 284502"/>
              <a:gd name="connsiteY13" fmla="*/ 63018 h 173889"/>
              <a:gd name="connsiteX14" fmla="*/ 228600 w 284502"/>
              <a:gd name="connsiteY14" fmla="*/ 63018 h 173889"/>
              <a:gd name="connsiteX15" fmla="*/ 228600 w 284502"/>
              <a:gd name="connsiteY15" fmla="*/ 56150 h 173889"/>
              <a:gd name="connsiteX16" fmla="*/ 172450 w 284502"/>
              <a:gd name="connsiteY16" fmla="*/ 4848 h 173889"/>
              <a:gd name="connsiteX17" fmla="*/ 177308 w 284502"/>
              <a:gd name="connsiteY17" fmla="*/ 0 h 173889"/>
              <a:gd name="connsiteX18" fmla="*/ 198777 w 284502"/>
              <a:gd name="connsiteY18" fmla="*/ 21479 h 173889"/>
              <a:gd name="connsiteX19" fmla="*/ 177308 w 284502"/>
              <a:gd name="connsiteY19" fmla="*/ 42958 h 173889"/>
              <a:gd name="connsiteX20" fmla="*/ 172450 w 284502"/>
              <a:gd name="connsiteY20" fmla="*/ 38110 h 173889"/>
              <a:gd name="connsiteX21" fmla="*/ 185652 w 284502"/>
              <a:gd name="connsiteY21" fmla="*/ 24908 h 173889"/>
              <a:gd name="connsiteX22" fmla="*/ 41529 w 284502"/>
              <a:gd name="connsiteY22" fmla="*/ 24908 h 173889"/>
              <a:gd name="connsiteX23" fmla="*/ 41529 w 284502"/>
              <a:gd name="connsiteY23" fmla="*/ 18050 h 173889"/>
              <a:gd name="connsiteX24" fmla="*/ 185652 w 284502"/>
              <a:gd name="connsiteY24" fmla="*/ 18050 h 173889"/>
              <a:gd name="connsiteX25" fmla="*/ 172450 w 284502"/>
              <a:gd name="connsiteY25" fmla="*/ 4848 h 173889"/>
              <a:gd name="connsiteX26" fmla="*/ 185652 w 284502"/>
              <a:gd name="connsiteY26" fmla="*/ 132350 h 173889"/>
              <a:gd name="connsiteX27" fmla="*/ 172450 w 284502"/>
              <a:gd name="connsiteY27" fmla="*/ 119158 h 173889"/>
              <a:gd name="connsiteX28" fmla="*/ 177308 w 284502"/>
              <a:gd name="connsiteY28" fmla="*/ 114300 h 173889"/>
              <a:gd name="connsiteX29" fmla="*/ 198777 w 284502"/>
              <a:gd name="connsiteY29" fmla="*/ 135779 h 173889"/>
              <a:gd name="connsiteX30" fmla="*/ 177308 w 284502"/>
              <a:gd name="connsiteY30" fmla="*/ 157258 h 173889"/>
              <a:gd name="connsiteX31" fmla="*/ 172450 w 284502"/>
              <a:gd name="connsiteY31" fmla="*/ 152400 h 173889"/>
              <a:gd name="connsiteX32" fmla="*/ 185652 w 284502"/>
              <a:gd name="connsiteY32" fmla="*/ 139208 h 173889"/>
              <a:gd name="connsiteX33" fmla="*/ 41529 w 284502"/>
              <a:gd name="connsiteY33" fmla="*/ 139208 h 173889"/>
              <a:gd name="connsiteX34" fmla="*/ 41529 w 284502"/>
              <a:gd name="connsiteY34" fmla="*/ 132350 h 173889"/>
              <a:gd name="connsiteX35" fmla="*/ 185652 w 284502"/>
              <a:gd name="connsiteY35" fmla="*/ 132350 h 173889"/>
              <a:gd name="connsiteX36" fmla="*/ 41529 w 284502"/>
              <a:gd name="connsiteY36" fmla="*/ 94250 h 173889"/>
              <a:gd name="connsiteX37" fmla="*/ 138017 w 284502"/>
              <a:gd name="connsiteY37" fmla="*/ 94250 h 173889"/>
              <a:gd name="connsiteX38" fmla="*/ 124825 w 284502"/>
              <a:gd name="connsiteY38" fmla="*/ 81058 h 173889"/>
              <a:gd name="connsiteX39" fmla="*/ 129673 w 284502"/>
              <a:gd name="connsiteY39" fmla="*/ 76200 h 173889"/>
              <a:gd name="connsiteX40" fmla="*/ 151152 w 284502"/>
              <a:gd name="connsiteY40" fmla="*/ 97679 h 173889"/>
              <a:gd name="connsiteX41" fmla="*/ 129673 w 284502"/>
              <a:gd name="connsiteY41" fmla="*/ 119158 h 173889"/>
              <a:gd name="connsiteX42" fmla="*/ 124825 w 284502"/>
              <a:gd name="connsiteY42" fmla="*/ 114300 h 173889"/>
              <a:gd name="connsiteX43" fmla="*/ 138017 w 284502"/>
              <a:gd name="connsiteY43" fmla="*/ 101108 h 173889"/>
              <a:gd name="connsiteX44" fmla="*/ 41529 w 284502"/>
              <a:gd name="connsiteY44" fmla="*/ 101108 h 173889"/>
              <a:gd name="connsiteX45" fmla="*/ 41529 w 284502"/>
              <a:gd name="connsiteY45" fmla="*/ 94250 h 173889"/>
              <a:gd name="connsiteX0" fmla="*/ 221504 w 242973"/>
              <a:gd name="connsiteY0" fmla="*/ 38110 h 157258"/>
              <a:gd name="connsiteX1" fmla="*/ 216646 w 242973"/>
              <a:gd name="connsiteY1" fmla="*/ 42958 h 157258"/>
              <a:gd name="connsiteX2" fmla="*/ 229848 w 242973"/>
              <a:gd name="connsiteY2" fmla="*/ 56150 h 157258"/>
              <a:gd name="connsiteX3" fmla="*/ 193939 w 242973"/>
              <a:gd name="connsiteY3" fmla="*/ 56150 h 157258"/>
              <a:gd name="connsiteX4" fmla="*/ 193929 w 242973"/>
              <a:gd name="connsiteY4" fmla="*/ 63008 h 157258"/>
              <a:gd name="connsiteX5" fmla="*/ 229838 w 242973"/>
              <a:gd name="connsiteY5" fmla="*/ 63008 h 157258"/>
              <a:gd name="connsiteX6" fmla="*/ 216637 w 242973"/>
              <a:gd name="connsiteY6" fmla="*/ 76200 h 157258"/>
              <a:gd name="connsiteX7" fmla="*/ 221494 w 242973"/>
              <a:gd name="connsiteY7" fmla="*/ 81058 h 157258"/>
              <a:gd name="connsiteX8" fmla="*/ 242973 w 242973"/>
              <a:gd name="connsiteY8" fmla="*/ 59579 h 157258"/>
              <a:gd name="connsiteX9" fmla="*/ 221504 w 242973"/>
              <a:gd name="connsiteY9" fmla="*/ 38110 h 157258"/>
              <a:gd name="connsiteX10" fmla="*/ 187071 w 242973"/>
              <a:gd name="connsiteY10" fmla="*/ 56150 h 157258"/>
              <a:gd name="connsiteX11" fmla="*/ 0 w 242973"/>
              <a:gd name="connsiteY11" fmla="*/ 56150 h 157258"/>
              <a:gd name="connsiteX12" fmla="*/ 0 w 242973"/>
              <a:gd name="connsiteY12" fmla="*/ 63018 h 157258"/>
              <a:gd name="connsiteX13" fmla="*/ 187071 w 242973"/>
              <a:gd name="connsiteY13" fmla="*/ 63018 h 157258"/>
              <a:gd name="connsiteX14" fmla="*/ 187071 w 242973"/>
              <a:gd name="connsiteY14" fmla="*/ 56150 h 157258"/>
              <a:gd name="connsiteX15" fmla="*/ 130921 w 242973"/>
              <a:gd name="connsiteY15" fmla="*/ 4848 h 157258"/>
              <a:gd name="connsiteX16" fmla="*/ 135779 w 242973"/>
              <a:gd name="connsiteY16" fmla="*/ 0 h 157258"/>
              <a:gd name="connsiteX17" fmla="*/ 157248 w 242973"/>
              <a:gd name="connsiteY17" fmla="*/ 21479 h 157258"/>
              <a:gd name="connsiteX18" fmla="*/ 135779 w 242973"/>
              <a:gd name="connsiteY18" fmla="*/ 42958 h 157258"/>
              <a:gd name="connsiteX19" fmla="*/ 130921 w 242973"/>
              <a:gd name="connsiteY19" fmla="*/ 38110 h 157258"/>
              <a:gd name="connsiteX20" fmla="*/ 144123 w 242973"/>
              <a:gd name="connsiteY20" fmla="*/ 24908 h 157258"/>
              <a:gd name="connsiteX21" fmla="*/ 0 w 242973"/>
              <a:gd name="connsiteY21" fmla="*/ 24908 h 157258"/>
              <a:gd name="connsiteX22" fmla="*/ 0 w 242973"/>
              <a:gd name="connsiteY22" fmla="*/ 18050 h 157258"/>
              <a:gd name="connsiteX23" fmla="*/ 144123 w 242973"/>
              <a:gd name="connsiteY23" fmla="*/ 18050 h 157258"/>
              <a:gd name="connsiteX24" fmla="*/ 130921 w 242973"/>
              <a:gd name="connsiteY24" fmla="*/ 4848 h 157258"/>
              <a:gd name="connsiteX25" fmla="*/ 144123 w 242973"/>
              <a:gd name="connsiteY25" fmla="*/ 132350 h 157258"/>
              <a:gd name="connsiteX26" fmla="*/ 130921 w 242973"/>
              <a:gd name="connsiteY26" fmla="*/ 119158 h 157258"/>
              <a:gd name="connsiteX27" fmla="*/ 135779 w 242973"/>
              <a:gd name="connsiteY27" fmla="*/ 114300 h 157258"/>
              <a:gd name="connsiteX28" fmla="*/ 157248 w 242973"/>
              <a:gd name="connsiteY28" fmla="*/ 135779 h 157258"/>
              <a:gd name="connsiteX29" fmla="*/ 135779 w 242973"/>
              <a:gd name="connsiteY29" fmla="*/ 157258 h 157258"/>
              <a:gd name="connsiteX30" fmla="*/ 130921 w 242973"/>
              <a:gd name="connsiteY30" fmla="*/ 152400 h 157258"/>
              <a:gd name="connsiteX31" fmla="*/ 144123 w 242973"/>
              <a:gd name="connsiteY31" fmla="*/ 139208 h 157258"/>
              <a:gd name="connsiteX32" fmla="*/ 0 w 242973"/>
              <a:gd name="connsiteY32" fmla="*/ 139208 h 157258"/>
              <a:gd name="connsiteX33" fmla="*/ 0 w 242973"/>
              <a:gd name="connsiteY33" fmla="*/ 132350 h 157258"/>
              <a:gd name="connsiteX34" fmla="*/ 144123 w 242973"/>
              <a:gd name="connsiteY34" fmla="*/ 132350 h 157258"/>
              <a:gd name="connsiteX35" fmla="*/ 0 w 242973"/>
              <a:gd name="connsiteY35" fmla="*/ 94250 h 157258"/>
              <a:gd name="connsiteX36" fmla="*/ 96488 w 242973"/>
              <a:gd name="connsiteY36" fmla="*/ 94250 h 157258"/>
              <a:gd name="connsiteX37" fmla="*/ 83296 w 242973"/>
              <a:gd name="connsiteY37" fmla="*/ 81058 h 157258"/>
              <a:gd name="connsiteX38" fmla="*/ 88144 w 242973"/>
              <a:gd name="connsiteY38" fmla="*/ 76200 h 157258"/>
              <a:gd name="connsiteX39" fmla="*/ 109623 w 242973"/>
              <a:gd name="connsiteY39" fmla="*/ 97679 h 157258"/>
              <a:gd name="connsiteX40" fmla="*/ 88144 w 242973"/>
              <a:gd name="connsiteY40" fmla="*/ 119158 h 157258"/>
              <a:gd name="connsiteX41" fmla="*/ 83296 w 242973"/>
              <a:gd name="connsiteY41" fmla="*/ 114300 h 157258"/>
              <a:gd name="connsiteX42" fmla="*/ 96488 w 242973"/>
              <a:gd name="connsiteY42" fmla="*/ 101108 h 157258"/>
              <a:gd name="connsiteX43" fmla="*/ 0 w 242973"/>
              <a:gd name="connsiteY43" fmla="*/ 101108 h 157258"/>
              <a:gd name="connsiteX44" fmla="*/ 0 w 242973"/>
              <a:gd name="connsiteY44"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194097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158 w 243131"/>
              <a:gd name="connsiteY11" fmla="*/ 56150 h 157258"/>
              <a:gd name="connsiteX12" fmla="*/ 158 w 243131"/>
              <a:gd name="connsiteY12" fmla="*/ 63018 h 157258"/>
              <a:gd name="connsiteX13" fmla="*/ 187229 w 243131"/>
              <a:gd name="connsiteY13" fmla="*/ 63018 h 157258"/>
              <a:gd name="connsiteX14" fmla="*/ 187229 w 243131"/>
              <a:gd name="connsiteY14" fmla="*/ 56150 h 157258"/>
              <a:gd name="connsiteX15" fmla="*/ 131079 w 243131"/>
              <a:gd name="connsiteY15" fmla="*/ 4848 h 157258"/>
              <a:gd name="connsiteX16" fmla="*/ 135937 w 243131"/>
              <a:gd name="connsiteY16" fmla="*/ 0 h 157258"/>
              <a:gd name="connsiteX17" fmla="*/ 157406 w 243131"/>
              <a:gd name="connsiteY17" fmla="*/ 21479 h 157258"/>
              <a:gd name="connsiteX18" fmla="*/ 135937 w 243131"/>
              <a:gd name="connsiteY18" fmla="*/ 42958 h 157258"/>
              <a:gd name="connsiteX19" fmla="*/ 131079 w 243131"/>
              <a:gd name="connsiteY19" fmla="*/ 38110 h 157258"/>
              <a:gd name="connsiteX20" fmla="*/ 144281 w 243131"/>
              <a:gd name="connsiteY20" fmla="*/ 24908 h 157258"/>
              <a:gd name="connsiteX21" fmla="*/ 158 w 243131"/>
              <a:gd name="connsiteY21" fmla="*/ 24908 h 157258"/>
              <a:gd name="connsiteX22" fmla="*/ 158 w 243131"/>
              <a:gd name="connsiteY22" fmla="*/ 18050 h 157258"/>
              <a:gd name="connsiteX23" fmla="*/ 144281 w 243131"/>
              <a:gd name="connsiteY23" fmla="*/ 18050 h 157258"/>
              <a:gd name="connsiteX24" fmla="*/ 131079 w 243131"/>
              <a:gd name="connsiteY24" fmla="*/ 4848 h 157258"/>
              <a:gd name="connsiteX25" fmla="*/ 144281 w 243131"/>
              <a:gd name="connsiteY25" fmla="*/ 132350 h 157258"/>
              <a:gd name="connsiteX26" fmla="*/ 131079 w 243131"/>
              <a:gd name="connsiteY26" fmla="*/ 119158 h 157258"/>
              <a:gd name="connsiteX27" fmla="*/ 135937 w 243131"/>
              <a:gd name="connsiteY27" fmla="*/ 114300 h 157258"/>
              <a:gd name="connsiteX28" fmla="*/ 157406 w 243131"/>
              <a:gd name="connsiteY28" fmla="*/ 135779 h 157258"/>
              <a:gd name="connsiteX29" fmla="*/ 135937 w 243131"/>
              <a:gd name="connsiteY29" fmla="*/ 157258 h 157258"/>
              <a:gd name="connsiteX30" fmla="*/ 131079 w 243131"/>
              <a:gd name="connsiteY30" fmla="*/ 152400 h 157258"/>
              <a:gd name="connsiteX31" fmla="*/ 144281 w 243131"/>
              <a:gd name="connsiteY31" fmla="*/ 139208 h 157258"/>
              <a:gd name="connsiteX32" fmla="*/ 158 w 243131"/>
              <a:gd name="connsiteY32" fmla="*/ 139208 h 157258"/>
              <a:gd name="connsiteX33" fmla="*/ 158 w 243131"/>
              <a:gd name="connsiteY33" fmla="*/ 132350 h 157258"/>
              <a:gd name="connsiteX34" fmla="*/ 144281 w 243131"/>
              <a:gd name="connsiteY34" fmla="*/ 132350 h 157258"/>
              <a:gd name="connsiteX35" fmla="*/ 158 w 243131"/>
              <a:gd name="connsiteY35" fmla="*/ 94250 h 157258"/>
              <a:gd name="connsiteX36" fmla="*/ 96646 w 243131"/>
              <a:gd name="connsiteY36" fmla="*/ 94250 h 157258"/>
              <a:gd name="connsiteX37" fmla="*/ 83454 w 243131"/>
              <a:gd name="connsiteY37" fmla="*/ 81058 h 157258"/>
              <a:gd name="connsiteX38" fmla="*/ 88302 w 243131"/>
              <a:gd name="connsiteY38" fmla="*/ 76200 h 157258"/>
              <a:gd name="connsiteX39" fmla="*/ 109781 w 243131"/>
              <a:gd name="connsiteY39" fmla="*/ 97679 h 157258"/>
              <a:gd name="connsiteX40" fmla="*/ 88302 w 243131"/>
              <a:gd name="connsiteY40" fmla="*/ 119158 h 157258"/>
              <a:gd name="connsiteX41" fmla="*/ 83454 w 243131"/>
              <a:gd name="connsiteY41" fmla="*/ 114300 h 157258"/>
              <a:gd name="connsiteX42" fmla="*/ 96646 w 243131"/>
              <a:gd name="connsiteY42" fmla="*/ 101108 h 157258"/>
              <a:gd name="connsiteX43" fmla="*/ 158 w 243131"/>
              <a:gd name="connsiteY43" fmla="*/ 101108 h 157258"/>
              <a:gd name="connsiteX44" fmla="*/ 158 w 243131"/>
              <a:gd name="connsiteY44"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554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158 w 243131"/>
              <a:gd name="connsiteY11" fmla="*/ 56150 h 157258"/>
              <a:gd name="connsiteX12" fmla="*/ 158 w 243131"/>
              <a:gd name="connsiteY12" fmla="*/ 63018 h 157258"/>
              <a:gd name="connsiteX13" fmla="*/ 187229 w 243131"/>
              <a:gd name="connsiteY13" fmla="*/ 63018 h 157258"/>
              <a:gd name="connsiteX14" fmla="*/ 187229 w 243131"/>
              <a:gd name="connsiteY14" fmla="*/ 56150 h 157258"/>
              <a:gd name="connsiteX15" fmla="*/ 131079 w 243131"/>
              <a:gd name="connsiteY15" fmla="*/ 4848 h 157258"/>
              <a:gd name="connsiteX16" fmla="*/ 135937 w 243131"/>
              <a:gd name="connsiteY16" fmla="*/ 0 h 157258"/>
              <a:gd name="connsiteX17" fmla="*/ 157406 w 243131"/>
              <a:gd name="connsiteY17" fmla="*/ 21479 h 157258"/>
              <a:gd name="connsiteX18" fmla="*/ 135937 w 243131"/>
              <a:gd name="connsiteY18" fmla="*/ 42958 h 157258"/>
              <a:gd name="connsiteX19" fmla="*/ 131079 w 243131"/>
              <a:gd name="connsiteY19" fmla="*/ 38110 h 157258"/>
              <a:gd name="connsiteX20" fmla="*/ 144281 w 243131"/>
              <a:gd name="connsiteY20" fmla="*/ 24908 h 157258"/>
              <a:gd name="connsiteX21" fmla="*/ 158 w 243131"/>
              <a:gd name="connsiteY21" fmla="*/ 24908 h 157258"/>
              <a:gd name="connsiteX22" fmla="*/ 158 w 243131"/>
              <a:gd name="connsiteY22" fmla="*/ 18050 h 157258"/>
              <a:gd name="connsiteX23" fmla="*/ 144281 w 243131"/>
              <a:gd name="connsiteY23" fmla="*/ 18050 h 157258"/>
              <a:gd name="connsiteX24" fmla="*/ 131079 w 243131"/>
              <a:gd name="connsiteY24" fmla="*/ 4848 h 157258"/>
              <a:gd name="connsiteX25" fmla="*/ 144281 w 243131"/>
              <a:gd name="connsiteY25" fmla="*/ 132350 h 157258"/>
              <a:gd name="connsiteX26" fmla="*/ 131079 w 243131"/>
              <a:gd name="connsiteY26" fmla="*/ 119158 h 157258"/>
              <a:gd name="connsiteX27" fmla="*/ 135937 w 243131"/>
              <a:gd name="connsiteY27" fmla="*/ 114300 h 157258"/>
              <a:gd name="connsiteX28" fmla="*/ 157406 w 243131"/>
              <a:gd name="connsiteY28" fmla="*/ 135779 h 157258"/>
              <a:gd name="connsiteX29" fmla="*/ 135937 w 243131"/>
              <a:gd name="connsiteY29" fmla="*/ 157258 h 157258"/>
              <a:gd name="connsiteX30" fmla="*/ 131079 w 243131"/>
              <a:gd name="connsiteY30" fmla="*/ 152400 h 157258"/>
              <a:gd name="connsiteX31" fmla="*/ 144281 w 243131"/>
              <a:gd name="connsiteY31" fmla="*/ 139208 h 157258"/>
              <a:gd name="connsiteX32" fmla="*/ 158 w 243131"/>
              <a:gd name="connsiteY32" fmla="*/ 139208 h 157258"/>
              <a:gd name="connsiteX33" fmla="*/ 158 w 243131"/>
              <a:gd name="connsiteY33" fmla="*/ 132350 h 157258"/>
              <a:gd name="connsiteX34" fmla="*/ 144281 w 243131"/>
              <a:gd name="connsiteY34" fmla="*/ 132350 h 157258"/>
              <a:gd name="connsiteX35" fmla="*/ 158 w 243131"/>
              <a:gd name="connsiteY35" fmla="*/ 94250 h 157258"/>
              <a:gd name="connsiteX36" fmla="*/ 96646 w 243131"/>
              <a:gd name="connsiteY36" fmla="*/ 94250 h 157258"/>
              <a:gd name="connsiteX37" fmla="*/ 83454 w 243131"/>
              <a:gd name="connsiteY37" fmla="*/ 81058 h 157258"/>
              <a:gd name="connsiteX38" fmla="*/ 88302 w 243131"/>
              <a:gd name="connsiteY38" fmla="*/ 76200 h 157258"/>
              <a:gd name="connsiteX39" fmla="*/ 109781 w 243131"/>
              <a:gd name="connsiteY39" fmla="*/ 97679 h 157258"/>
              <a:gd name="connsiteX40" fmla="*/ 88302 w 243131"/>
              <a:gd name="connsiteY40" fmla="*/ 119158 h 157258"/>
              <a:gd name="connsiteX41" fmla="*/ 83454 w 243131"/>
              <a:gd name="connsiteY41" fmla="*/ 114300 h 157258"/>
              <a:gd name="connsiteX42" fmla="*/ 96646 w 243131"/>
              <a:gd name="connsiteY42" fmla="*/ 101108 h 157258"/>
              <a:gd name="connsiteX43" fmla="*/ 158 w 243131"/>
              <a:gd name="connsiteY43" fmla="*/ 101108 h 157258"/>
              <a:gd name="connsiteX44" fmla="*/ 158 w 243131"/>
              <a:gd name="connsiteY44"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554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158 w 243131"/>
              <a:gd name="connsiteY11" fmla="*/ 63018 h 157258"/>
              <a:gd name="connsiteX12" fmla="*/ 187229 w 243131"/>
              <a:gd name="connsiteY12" fmla="*/ 63018 h 157258"/>
              <a:gd name="connsiteX13" fmla="*/ 187229 w 243131"/>
              <a:gd name="connsiteY13" fmla="*/ 56150 h 157258"/>
              <a:gd name="connsiteX14" fmla="*/ 131079 w 243131"/>
              <a:gd name="connsiteY14" fmla="*/ 4848 h 157258"/>
              <a:gd name="connsiteX15" fmla="*/ 135937 w 243131"/>
              <a:gd name="connsiteY15" fmla="*/ 0 h 157258"/>
              <a:gd name="connsiteX16" fmla="*/ 157406 w 243131"/>
              <a:gd name="connsiteY16" fmla="*/ 21479 h 157258"/>
              <a:gd name="connsiteX17" fmla="*/ 135937 w 243131"/>
              <a:gd name="connsiteY17" fmla="*/ 42958 h 157258"/>
              <a:gd name="connsiteX18" fmla="*/ 131079 w 243131"/>
              <a:gd name="connsiteY18" fmla="*/ 38110 h 157258"/>
              <a:gd name="connsiteX19" fmla="*/ 144281 w 243131"/>
              <a:gd name="connsiteY19" fmla="*/ 24908 h 157258"/>
              <a:gd name="connsiteX20" fmla="*/ 158 w 243131"/>
              <a:gd name="connsiteY20" fmla="*/ 24908 h 157258"/>
              <a:gd name="connsiteX21" fmla="*/ 158 w 243131"/>
              <a:gd name="connsiteY21" fmla="*/ 18050 h 157258"/>
              <a:gd name="connsiteX22" fmla="*/ 144281 w 243131"/>
              <a:gd name="connsiteY22" fmla="*/ 18050 h 157258"/>
              <a:gd name="connsiteX23" fmla="*/ 131079 w 243131"/>
              <a:gd name="connsiteY23" fmla="*/ 4848 h 157258"/>
              <a:gd name="connsiteX24" fmla="*/ 144281 w 243131"/>
              <a:gd name="connsiteY24" fmla="*/ 132350 h 157258"/>
              <a:gd name="connsiteX25" fmla="*/ 131079 w 243131"/>
              <a:gd name="connsiteY25" fmla="*/ 119158 h 157258"/>
              <a:gd name="connsiteX26" fmla="*/ 135937 w 243131"/>
              <a:gd name="connsiteY26" fmla="*/ 114300 h 157258"/>
              <a:gd name="connsiteX27" fmla="*/ 157406 w 243131"/>
              <a:gd name="connsiteY27" fmla="*/ 135779 h 157258"/>
              <a:gd name="connsiteX28" fmla="*/ 135937 w 243131"/>
              <a:gd name="connsiteY28" fmla="*/ 157258 h 157258"/>
              <a:gd name="connsiteX29" fmla="*/ 131079 w 243131"/>
              <a:gd name="connsiteY29" fmla="*/ 152400 h 157258"/>
              <a:gd name="connsiteX30" fmla="*/ 144281 w 243131"/>
              <a:gd name="connsiteY30" fmla="*/ 139208 h 157258"/>
              <a:gd name="connsiteX31" fmla="*/ 158 w 243131"/>
              <a:gd name="connsiteY31" fmla="*/ 139208 h 157258"/>
              <a:gd name="connsiteX32" fmla="*/ 158 w 243131"/>
              <a:gd name="connsiteY32" fmla="*/ 132350 h 157258"/>
              <a:gd name="connsiteX33" fmla="*/ 144281 w 243131"/>
              <a:gd name="connsiteY33" fmla="*/ 132350 h 157258"/>
              <a:gd name="connsiteX34" fmla="*/ 158 w 243131"/>
              <a:gd name="connsiteY34" fmla="*/ 94250 h 157258"/>
              <a:gd name="connsiteX35" fmla="*/ 96646 w 243131"/>
              <a:gd name="connsiteY35" fmla="*/ 94250 h 157258"/>
              <a:gd name="connsiteX36" fmla="*/ 83454 w 243131"/>
              <a:gd name="connsiteY36" fmla="*/ 81058 h 157258"/>
              <a:gd name="connsiteX37" fmla="*/ 88302 w 243131"/>
              <a:gd name="connsiteY37" fmla="*/ 76200 h 157258"/>
              <a:gd name="connsiteX38" fmla="*/ 109781 w 243131"/>
              <a:gd name="connsiteY38" fmla="*/ 97679 h 157258"/>
              <a:gd name="connsiteX39" fmla="*/ 88302 w 243131"/>
              <a:gd name="connsiteY39" fmla="*/ 119158 h 157258"/>
              <a:gd name="connsiteX40" fmla="*/ 83454 w 243131"/>
              <a:gd name="connsiteY40" fmla="*/ 114300 h 157258"/>
              <a:gd name="connsiteX41" fmla="*/ 96646 w 243131"/>
              <a:gd name="connsiteY41" fmla="*/ 101108 h 157258"/>
              <a:gd name="connsiteX42" fmla="*/ 158 w 243131"/>
              <a:gd name="connsiteY42" fmla="*/ 101108 h 157258"/>
              <a:gd name="connsiteX43" fmla="*/ 158 w 243131"/>
              <a:gd name="connsiteY43"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554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2832 w 243131"/>
              <a:gd name="connsiteY11" fmla="*/ 66676 h 157258"/>
              <a:gd name="connsiteX12" fmla="*/ 187229 w 243131"/>
              <a:gd name="connsiteY12" fmla="*/ 63018 h 157258"/>
              <a:gd name="connsiteX13" fmla="*/ 187229 w 243131"/>
              <a:gd name="connsiteY13" fmla="*/ 56150 h 157258"/>
              <a:gd name="connsiteX14" fmla="*/ 131079 w 243131"/>
              <a:gd name="connsiteY14" fmla="*/ 4848 h 157258"/>
              <a:gd name="connsiteX15" fmla="*/ 135937 w 243131"/>
              <a:gd name="connsiteY15" fmla="*/ 0 h 157258"/>
              <a:gd name="connsiteX16" fmla="*/ 157406 w 243131"/>
              <a:gd name="connsiteY16" fmla="*/ 21479 h 157258"/>
              <a:gd name="connsiteX17" fmla="*/ 135937 w 243131"/>
              <a:gd name="connsiteY17" fmla="*/ 42958 h 157258"/>
              <a:gd name="connsiteX18" fmla="*/ 131079 w 243131"/>
              <a:gd name="connsiteY18" fmla="*/ 38110 h 157258"/>
              <a:gd name="connsiteX19" fmla="*/ 144281 w 243131"/>
              <a:gd name="connsiteY19" fmla="*/ 24908 h 157258"/>
              <a:gd name="connsiteX20" fmla="*/ 158 w 243131"/>
              <a:gd name="connsiteY20" fmla="*/ 24908 h 157258"/>
              <a:gd name="connsiteX21" fmla="*/ 158 w 243131"/>
              <a:gd name="connsiteY21" fmla="*/ 18050 h 157258"/>
              <a:gd name="connsiteX22" fmla="*/ 144281 w 243131"/>
              <a:gd name="connsiteY22" fmla="*/ 18050 h 157258"/>
              <a:gd name="connsiteX23" fmla="*/ 131079 w 243131"/>
              <a:gd name="connsiteY23" fmla="*/ 4848 h 157258"/>
              <a:gd name="connsiteX24" fmla="*/ 144281 w 243131"/>
              <a:gd name="connsiteY24" fmla="*/ 132350 h 157258"/>
              <a:gd name="connsiteX25" fmla="*/ 131079 w 243131"/>
              <a:gd name="connsiteY25" fmla="*/ 119158 h 157258"/>
              <a:gd name="connsiteX26" fmla="*/ 135937 w 243131"/>
              <a:gd name="connsiteY26" fmla="*/ 114300 h 157258"/>
              <a:gd name="connsiteX27" fmla="*/ 157406 w 243131"/>
              <a:gd name="connsiteY27" fmla="*/ 135779 h 157258"/>
              <a:gd name="connsiteX28" fmla="*/ 135937 w 243131"/>
              <a:gd name="connsiteY28" fmla="*/ 157258 h 157258"/>
              <a:gd name="connsiteX29" fmla="*/ 131079 w 243131"/>
              <a:gd name="connsiteY29" fmla="*/ 152400 h 157258"/>
              <a:gd name="connsiteX30" fmla="*/ 144281 w 243131"/>
              <a:gd name="connsiteY30" fmla="*/ 139208 h 157258"/>
              <a:gd name="connsiteX31" fmla="*/ 158 w 243131"/>
              <a:gd name="connsiteY31" fmla="*/ 139208 h 157258"/>
              <a:gd name="connsiteX32" fmla="*/ 158 w 243131"/>
              <a:gd name="connsiteY32" fmla="*/ 132350 h 157258"/>
              <a:gd name="connsiteX33" fmla="*/ 144281 w 243131"/>
              <a:gd name="connsiteY33" fmla="*/ 132350 h 157258"/>
              <a:gd name="connsiteX34" fmla="*/ 158 w 243131"/>
              <a:gd name="connsiteY34" fmla="*/ 94250 h 157258"/>
              <a:gd name="connsiteX35" fmla="*/ 96646 w 243131"/>
              <a:gd name="connsiteY35" fmla="*/ 94250 h 157258"/>
              <a:gd name="connsiteX36" fmla="*/ 83454 w 243131"/>
              <a:gd name="connsiteY36" fmla="*/ 81058 h 157258"/>
              <a:gd name="connsiteX37" fmla="*/ 88302 w 243131"/>
              <a:gd name="connsiteY37" fmla="*/ 76200 h 157258"/>
              <a:gd name="connsiteX38" fmla="*/ 109781 w 243131"/>
              <a:gd name="connsiteY38" fmla="*/ 97679 h 157258"/>
              <a:gd name="connsiteX39" fmla="*/ 88302 w 243131"/>
              <a:gd name="connsiteY39" fmla="*/ 119158 h 157258"/>
              <a:gd name="connsiteX40" fmla="*/ 83454 w 243131"/>
              <a:gd name="connsiteY40" fmla="*/ 114300 h 157258"/>
              <a:gd name="connsiteX41" fmla="*/ 96646 w 243131"/>
              <a:gd name="connsiteY41" fmla="*/ 101108 h 157258"/>
              <a:gd name="connsiteX42" fmla="*/ 158 w 243131"/>
              <a:gd name="connsiteY42" fmla="*/ 101108 h 157258"/>
              <a:gd name="connsiteX43" fmla="*/ 158 w 243131"/>
              <a:gd name="connsiteY43"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554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187229 w 243131"/>
              <a:gd name="connsiteY11" fmla="*/ 63018 h 157258"/>
              <a:gd name="connsiteX12" fmla="*/ 187229 w 243131"/>
              <a:gd name="connsiteY12" fmla="*/ 56150 h 157258"/>
              <a:gd name="connsiteX13" fmla="*/ 131079 w 243131"/>
              <a:gd name="connsiteY13" fmla="*/ 4848 h 157258"/>
              <a:gd name="connsiteX14" fmla="*/ 135937 w 243131"/>
              <a:gd name="connsiteY14" fmla="*/ 0 h 157258"/>
              <a:gd name="connsiteX15" fmla="*/ 157406 w 243131"/>
              <a:gd name="connsiteY15" fmla="*/ 21479 h 157258"/>
              <a:gd name="connsiteX16" fmla="*/ 135937 w 243131"/>
              <a:gd name="connsiteY16" fmla="*/ 42958 h 157258"/>
              <a:gd name="connsiteX17" fmla="*/ 131079 w 243131"/>
              <a:gd name="connsiteY17" fmla="*/ 38110 h 157258"/>
              <a:gd name="connsiteX18" fmla="*/ 144281 w 243131"/>
              <a:gd name="connsiteY18" fmla="*/ 24908 h 157258"/>
              <a:gd name="connsiteX19" fmla="*/ 158 w 243131"/>
              <a:gd name="connsiteY19" fmla="*/ 24908 h 157258"/>
              <a:gd name="connsiteX20" fmla="*/ 158 w 243131"/>
              <a:gd name="connsiteY20" fmla="*/ 18050 h 157258"/>
              <a:gd name="connsiteX21" fmla="*/ 144281 w 243131"/>
              <a:gd name="connsiteY21" fmla="*/ 18050 h 157258"/>
              <a:gd name="connsiteX22" fmla="*/ 131079 w 243131"/>
              <a:gd name="connsiteY22" fmla="*/ 4848 h 157258"/>
              <a:gd name="connsiteX23" fmla="*/ 144281 w 243131"/>
              <a:gd name="connsiteY23" fmla="*/ 132350 h 157258"/>
              <a:gd name="connsiteX24" fmla="*/ 131079 w 243131"/>
              <a:gd name="connsiteY24" fmla="*/ 119158 h 157258"/>
              <a:gd name="connsiteX25" fmla="*/ 135937 w 243131"/>
              <a:gd name="connsiteY25" fmla="*/ 114300 h 157258"/>
              <a:gd name="connsiteX26" fmla="*/ 157406 w 243131"/>
              <a:gd name="connsiteY26" fmla="*/ 135779 h 157258"/>
              <a:gd name="connsiteX27" fmla="*/ 135937 w 243131"/>
              <a:gd name="connsiteY27" fmla="*/ 157258 h 157258"/>
              <a:gd name="connsiteX28" fmla="*/ 131079 w 243131"/>
              <a:gd name="connsiteY28" fmla="*/ 152400 h 157258"/>
              <a:gd name="connsiteX29" fmla="*/ 144281 w 243131"/>
              <a:gd name="connsiteY29" fmla="*/ 139208 h 157258"/>
              <a:gd name="connsiteX30" fmla="*/ 158 w 243131"/>
              <a:gd name="connsiteY30" fmla="*/ 139208 h 157258"/>
              <a:gd name="connsiteX31" fmla="*/ 158 w 243131"/>
              <a:gd name="connsiteY31" fmla="*/ 132350 h 157258"/>
              <a:gd name="connsiteX32" fmla="*/ 144281 w 243131"/>
              <a:gd name="connsiteY32" fmla="*/ 132350 h 157258"/>
              <a:gd name="connsiteX33" fmla="*/ 158 w 243131"/>
              <a:gd name="connsiteY33" fmla="*/ 94250 h 157258"/>
              <a:gd name="connsiteX34" fmla="*/ 96646 w 243131"/>
              <a:gd name="connsiteY34" fmla="*/ 94250 h 157258"/>
              <a:gd name="connsiteX35" fmla="*/ 83454 w 243131"/>
              <a:gd name="connsiteY35" fmla="*/ 81058 h 157258"/>
              <a:gd name="connsiteX36" fmla="*/ 88302 w 243131"/>
              <a:gd name="connsiteY36" fmla="*/ 76200 h 157258"/>
              <a:gd name="connsiteX37" fmla="*/ 109781 w 243131"/>
              <a:gd name="connsiteY37" fmla="*/ 97679 h 157258"/>
              <a:gd name="connsiteX38" fmla="*/ 88302 w 243131"/>
              <a:gd name="connsiteY38" fmla="*/ 119158 h 157258"/>
              <a:gd name="connsiteX39" fmla="*/ 83454 w 243131"/>
              <a:gd name="connsiteY39" fmla="*/ 114300 h 157258"/>
              <a:gd name="connsiteX40" fmla="*/ 96646 w 243131"/>
              <a:gd name="connsiteY40" fmla="*/ 101108 h 157258"/>
              <a:gd name="connsiteX41" fmla="*/ 158 w 243131"/>
              <a:gd name="connsiteY41" fmla="*/ 101108 h 157258"/>
              <a:gd name="connsiteX42" fmla="*/ 158 w 243131"/>
              <a:gd name="connsiteY42" fmla="*/ 94250 h 157258"/>
              <a:gd name="connsiteX0" fmla="*/ 221812 w 243281"/>
              <a:gd name="connsiteY0" fmla="*/ 38110 h 157258"/>
              <a:gd name="connsiteX1" fmla="*/ 216954 w 243281"/>
              <a:gd name="connsiteY1" fmla="*/ 42958 h 157258"/>
              <a:gd name="connsiteX2" fmla="*/ 230156 w 243281"/>
              <a:gd name="connsiteY2" fmla="*/ 56150 h 157258"/>
              <a:gd name="connsiteX3" fmla="*/ 0 w 243281"/>
              <a:gd name="connsiteY3" fmla="*/ 56291 h 157258"/>
              <a:gd name="connsiteX4" fmla="*/ 150 w 243281"/>
              <a:gd name="connsiteY4" fmla="*/ 63008 h 157258"/>
              <a:gd name="connsiteX5" fmla="*/ 230146 w 243281"/>
              <a:gd name="connsiteY5" fmla="*/ 63008 h 157258"/>
              <a:gd name="connsiteX6" fmla="*/ 216945 w 243281"/>
              <a:gd name="connsiteY6" fmla="*/ 76200 h 157258"/>
              <a:gd name="connsiteX7" fmla="*/ 221802 w 243281"/>
              <a:gd name="connsiteY7" fmla="*/ 81058 h 157258"/>
              <a:gd name="connsiteX8" fmla="*/ 243281 w 243281"/>
              <a:gd name="connsiteY8" fmla="*/ 59579 h 157258"/>
              <a:gd name="connsiteX9" fmla="*/ 221812 w 243281"/>
              <a:gd name="connsiteY9" fmla="*/ 38110 h 157258"/>
              <a:gd name="connsiteX10" fmla="*/ 187379 w 243281"/>
              <a:gd name="connsiteY10" fmla="*/ 56150 h 157258"/>
              <a:gd name="connsiteX11" fmla="*/ 187379 w 243281"/>
              <a:gd name="connsiteY11" fmla="*/ 63018 h 157258"/>
              <a:gd name="connsiteX12" fmla="*/ 187379 w 243281"/>
              <a:gd name="connsiteY12" fmla="*/ 56150 h 157258"/>
              <a:gd name="connsiteX13" fmla="*/ 131229 w 243281"/>
              <a:gd name="connsiteY13" fmla="*/ 4848 h 157258"/>
              <a:gd name="connsiteX14" fmla="*/ 136087 w 243281"/>
              <a:gd name="connsiteY14" fmla="*/ 0 h 157258"/>
              <a:gd name="connsiteX15" fmla="*/ 157556 w 243281"/>
              <a:gd name="connsiteY15" fmla="*/ 21479 h 157258"/>
              <a:gd name="connsiteX16" fmla="*/ 136087 w 243281"/>
              <a:gd name="connsiteY16" fmla="*/ 42958 h 157258"/>
              <a:gd name="connsiteX17" fmla="*/ 131229 w 243281"/>
              <a:gd name="connsiteY17" fmla="*/ 38110 h 157258"/>
              <a:gd name="connsiteX18" fmla="*/ 144431 w 243281"/>
              <a:gd name="connsiteY18" fmla="*/ 24908 h 157258"/>
              <a:gd name="connsiteX19" fmla="*/ 308 w 243281"/>
              <a:gd name="connsiteY19" fmla="*/ 24908 h 157258"/>
              <a:gd name="connsiteX20" fmla="*/ 308 w 243281"/>
              <a:gd name="connsiteY20" fmla="*/ 18050 h 157258"/>
              <a:gd name="connsiteX21" fmla="*/ 144431 w 243281"/>
              <a:gd name="connsiteY21" fmla="*/ 18050 h 157258"/>
              <a:gd name="connsiteX22" fmla="*/ 131229 w 243281"/>
              <a:gd name="connsiteY22" fmla="*/ 4848 h 157258"/>
              <a:gd name="connsiteX23" fmla="*/ 144431 w 243281"/>
              <a:gd name="connsiteY23" fmla="*/ 132350 h 157258"/>
              <a:gd name="connsiteX24" fmla="*/ 131229 w 243281"/>
              <a:gd name="connsiteY24" fmla="*/ 119158 h 157258"/>
              <a:gd name="connsiteX25" fmla="*/ 136087 w 243281"/>
              <a:gd name="connsiteY25" fmla="*/ 114300 h 157258"/>
              <a:gd name="connsiteX26" fmla="*/ 157556 w 243281"/>
              <a:gd name="connsiteY26" fmla="*/ 135779 h 157258"/>
              <a:gd name="connsiteX27" fmla="*/ 136087 w 243281"/>
              <a:gd name="connsiteY27" fmla="*/ 157258 h 157258"/>
              <a:gd name="connsiteX28" fmla="*/ 131229 w 243281"/>
              <a:gd name="connsiteY28" fmla="*/ 152400 h 157258"/>
              <a:gd name="connsiteX29" fmla="*/ 144431 w 243281"/>
              <a:gd name="connsiteY29" fmla="*/ 139208 h 157258"/>
              <a:gd name="connsiteX30" fmla="*/ 308 w 243281"/>
              <a:gd name="connsiteY30" fmla="*/ 139208 h 157258"/>
              <a:gd name="connsiteX31" fmla="*/ 308 w 243281"/>
              <a:gd name="connsiteY31" fmla="*/ 132350 h 157258"/>
              <a:gd name="connsiteX32" fmla="*/ 144431 w 243281"/>
              <a:gd name="connsiteY32" fmla="*/ 132350 h 157258"/>
              <a:gd name="connsiteX33" fmla="*/ 308 w 243281"/>
              <a:gd name="connsiteY33" fmla="*/ 94250 h 157258"/>
              <a:gd name="connsiteX34" fmla="*/ 96796 w 243281"/>
              <a:gd name="connsiteY34" fmla="*/ 94250 h 157258"/>
              <a:gd name="connsiteX35" fmla="*/ 83604 w 243281"/>
              <a:gd name="connsiteY35" fmla="*/ 81058 h 157258"/>
              <a:gd name="connsiteX36" fmla="*/ 88452 w 243281"/>
              <a:gd name="connsiteY36" fmla="*/ 76200 h 157258"/>
              <a:gd name="connsiteX37" fmla="*/ 109931 w 243281"/>
              <a:gd name="connsiteY37" fmla="*/ 97679 h 157258"/>
              <a:gd name="connsiteX38" fmla="*/ 88452 w 243281"/>
              <a:gd name="connsiteY38" fmla="*/ 119158 h 157258"/>
              <a:gd name="connsiteX39" fmla="*/ 83604 w 243281"/>
              <a:gd name="connsiteY39" fmla="*/ 114300 h 157258"/>
              <a:gd name="connsiteX40" fmla="*/ 96796 w 243281"/>
              <a:gd name="connsiteY40" fmla="*/ 101108 h 157258"/>
              <a:gd name="connsiteX41" fmla="*/ 308 w 243281"/>
              <a:gd name="connsiteY41" fmla="*/ 101108 h 157258"/>
              <a:gd name="connsiteX42" fmla="*/ 308 w 243281"/>
              <a:gd name="connsiteY42" fmla="*/ 94250 h 157258"/>
              <a:gd name="connsiteX0" fmla="*/ 221812 w 243281"/>
              <a:gd name="connsiteY0" fmla="*/ 38110 h 157258"/>
              <a:gd name="connsiteX1" fmla="*/ 216954 w 243281"/>
              <a:gd name="connsiteY1" fmla="*/ 42958 h 157258"/>
              <a:gd name="connsiteX2" fmla="*/ 230156 w 243281"/>
              <a:gd name="connsiteY2" fmla="*/ 56150 h 157258"/>
              <a:gd name="connsiteX3" fmla="*/ 0 w 243281"/>
              <a:gd name="connsiteY3" fmla="*/ 56291 h 157258"/>
              <a:gd name="connsiteX4" fmla="*/ 150 w 243281"/>
              <a:gd name="connsiteY4" fmla="*/ 63008 h 157258"/>
              <a:gd name="connsiteX5" fmla="*/ 230146 w 243281"/>
              <a:gd name="connsiteY5" fmla="*/ 63008 h 157258"/>
              <a:gd name="connsiteX6" fmla="*/ 216945 w 243281"/>
              <a:gd name="connsiteY6" fmla="*/ 76200 h 157258"/>
              <a:gd name="connsiteX7" fmla="*/ 221802 w 243281"/>
              <a:gd name="connsiteY7" fmla="*/ 81058 h 157258"/>
              <a:gd name="connsiteX8" fmla="*/ 243281 w 243281"/>
              <a:gd name="connsiteY8" fmla="*/ 59579 h 157258"/>
              <a:gd name="connsiteX9" fmla="*/ 221812 w 243281"/>
              <a:gd name="connsiteY9" fmla="*/ 38110 h 157258"/>
              <a:gd name="connsiteX10" fmla="*/ 187379 w 243281"/>
              <a:gd name="connsiteY10" fmla="*/ 56150 h 157258"/>
              <a:gd name="connsiteX11" fmla="*/ 187379 w 243281"/>
              <a:gd name="connsiteY11" fmla="*/ 63018 h 157258"/>
              <a:gd name="connsiteX12" fmla="*/ 187379 w 243281"/>
              <a:gd name="connsiteY12" fmla="*/ 56150 h 157258"/>
              <a:gd name="connsiteX13" fmla="*/ 131229 w 243281"/>
              <a:gd name="connsiteY13" fmla="*/ 4848 h 157258"/>
              <a:gd name="connsiteX14" fmla="*/ 136087 w 243281"/>
              <a:gd name="connsiteY14" fmla="*/ 0 h 157258"/>
              <a:gd name="connsiteX15" fmla="*/ 157556 w 243281"/>
              <a:gd name="connsiteY15" fmla="*/ 21479 h 157258"/>
              <a:gd name="connsiteX16" fmla="*/ 136087 w 243281"/>
              <a:gd name="connsiteY16" fmla="*/ 42958 h 157258"/>
              <a:gd name="connsiteX17" fmla="*/ 131229 w 243281"/>
              <a:gd name="connsiteY17" fmla="*/ 38110 h 157258"/>
              <a:gd name="connsiteX18" fmla="*/ 144431 w 243281"/>
              <a:gd name="connsiteY18" fmla="*/ 24908 h 157258"/>
              <a:gd name="connsiteX19" fmla="*/ 308 w 243281"/>
              <a:gd name="connsiteY19" fmla="*/ 24908 h 157258"/>
              <a:gd name="connsiteX20" fmla="*/ 308 w 243281"/>
              <a:gd name="connsiteY20" fmla="*/ 18050 h 157258"/>
              <a:gd name="connsiteX21" fmla="*/ 144431 w 243281"/>
              <a:gd name="connsiteY21" fmla="*/ 18050 h 157258"/>
              <a:gd name="connsiteX22" fmla="*/ 131229 w 243281"/>
              <a:gd name="connsiteY22" fmla="*/ 4848 h 157258"/>
              <a:gd name="connsiteX23" fmla="*/ 144431 w 243281"/>
              <a:gd name="connsiteY23" fmla="*/ 132350 h 157258"/>
              <a:gd name="connsiteX24" fmla="*/ 131229 w 243281"/>
              <a:gd name="connsiteY24" fmla="*/ 119158 h 157258"/>
              <a:gd name="connsiteX25" fmla="*/ 136087 w 243281"/>
              <a:gd name="connsiteY25" fmla="*/ 114300 h 157258"/>
              <a:gd name="connsiteX26" fmla="*/ 157556 w 243281"/>
              <a:gd name="connsiteY26" fmla="*/ 135779 h 157258"/>
              <a:gd name="connsiteX27" fmla="*/ 136087 w 243281"/>
              <a:gd name="connsiteY27" fmla="*/ 157258 h 157258"/>
              <a:gd name="connsiteX28" fmla="*/ 131229 w 243281"/>
              <a:gd name="connsiteY28" fmla="*/ 152400 h 157258"/>
              <a:gd name="connsiteX29" fmla="*/ 144431 w 243281"/>
              <a:gd name="connsiteY29" fmla="*/ 139208 h 157258"/>
              <a:gd name="connsiteX30" fmla="*/ 308 w 243281"/>
              <a:gd name="connsiteY30" fmla="*/ 139208 h 157258"/>
              <a:gd name="connsiteX31" fmla="*/ 308 w 243281"/>
              <a:gd name="connsiteY31" fmla="*/ 132350 h 157258"/>
              <a:gd name="connsiteX32" fmla="*/ 144431 w 243281"/>
              <a:gd name="connsiteY32" fmla="*/ 132350 h 157258"/>
              <a:gd name="connsiteX33" fmla="*/ 308 w 243281"/>
              <a:gd name="connsiteY33" fmla="*/ 94250 h 157258"/>
              <a:gd name="connsiteX34" fmla="*/ 96796 w 243281"/>
              <a:gd name="connsiteY34" fmla="*/ 94250 h 157258"/>
              <a:gd name="connsiteX35" fmla="*/ 83604 w 243281"/>
              <a:gd name="connsiteY35" fmla="*/ 81058 h 157258"/>
              <a:gd name="connsiteX36" fmla="*/ 88452 w 243281"/>
              <a:gd name="connsiteY36" fmla="*/ 76200 h 157258"/>
              <a:gd name="connsiteX37" fmla="*/ 109931 w 243281"/>
              <a:gd name="connsiteY37" fmla="*/ 97679 h 157258"/>
              <a:gd name="connsiteX38" fmla="*/ 88452 w 243281"/>
              <a:gd name="connsiteY38" fmla="*/ 119158 h 157258"/>
              <a:gd name="connsiteX39" fmla="*/ 83604 w 243281"/>
              <a:gd name="connsiteY39" fmla="*/ 114300 h 157258"/>
              <a:gd name="connsiteX40" fmla="*/ 96796 w 243281"/>
              <a:gd name="connsiteY40" fmla="*/ 101108 h 157258"/>
              <a:gd name="connsiteX41" fmla="*/ 308 w 243281"/>
              <a:gd name="connsiteY41" fmla="*/ 101108 h 157258"/>
              <a:gd name="connsiteX42" fmla="*/ 308 w 243281"/>
              <a:gd name="connsiteY42" fmla="*/ 94250 h 157258"/>
              <a:gd name="connsiteX0" fmla="*/ 221672 w 243141"/>
              <a:gd name="connsiteY0" fmla="*/ 38110 h 157258"/>
              <a:gd name="connsiteX1" fmla="*/ 216814 w 243141"/>
              <a:gd name="connsiteY1" fmla="*/ 42958 h 157258"/>
              <a:gd name="connsiteX2" fmla="*/ 230016 w 243141"/>
              <a:gd name="connsiteY2" fmla="*/ 56150 h 157258"/>
              <a:gd name="connsiteX3" fmla="*/ 1 w 243141"/>
              <a:gd name="connsiteY3" fmla="*/ 56291 h 157258"/>
              <a:gd name="connsiteX4" fmla="*/ 10 w 243141"/>
              <a:gd name="connsiteY4" fmla="*/ 63008 h 157258"/>
              <a:gd name="connsiteX5" fmla="*/ 230006 w 243141"/>
              <a:gd name="connsiteY5" fmla="*/ 63008 h 157258"/>
              <a:gd name="connsiteX6" fmla="*/ 216805 w 243141"/>
              <a:gd name="connsiteY6" fmla="*/ 76200 h 157258"/>
              <a:gd name="connsiteX7" fmla="*/ 221662 w 243141"/>
              <a:gd name="connsiteY7" fmla="*/ 81058 h 157258"/>
              <a:gd name="connsiteX8" fmla="*/ 243141 w 243141"/>
              <a:gd name="connsiteY8" fmla="*/ 59579 h 157258"/>
              <a:gd name="connsiteX9" fmla="*/ 221672 w 243141"/>
              <a:gd name="connsiteY9" fmla="*/ 38110 h 157258"/>
              <a:gd name="connsiteX10" fmla="*/ 187239 w 243141"/>
              <a:gd name="connsiteY10" fmla="*/ 56150 h 157258"/>
              <a:gd name="connsiteX11" fmla="*/ 187239 w 243141"/>
              <a:gd name="connsiteY11" fmla="*/ 63018 h 157258"/>
              <a:gd name="connsiteX12" fmla="*/ 187239 w 243141"/>
              <a:gd name="connsiteY12" fmla="*/ 56150 h 157258"/>
              <a:gd name="connsiteX13" fmla="*/ 131089 w 243141"/>
              <a:gd name="connsiteY13" fmla="*/ 4848 h 157258"/>
              <a:gd name="connsiteX14" fmla="*/ 135947 w 243141"/>
              <a:gd name="connsiteY14" fmla="*/ 0 h 157258"/>
              <a:gd name="connsiteX15" fmla="*/ 157416 w 243141"/>
              <a:gd name="connsiteY15" fmla="*/ 21479 h 157258"/>
              <a:gd name="connsiteX16" fmla="*/ 135947 w 243141"/>
              <a:gd name="connsiteY16" fmla="*/ 42958 h 157258"/>
              <a:gd name="connsiteX17" fmla="*/ 131089 w 243141"/>
              <a:gd name="connsiteY17" fmla="*/ 38110 h 157258"/>
              <a:gd name="connsiteX18" fmla="*/ 144291 w 243141"/>
              <a:gd name="connsiteY18" fmla="*/ 24908 h 157258"/>
              <a:gd name="connsiteX19" fmla="*/ 168 w 243141"/>
              <a:gd name="connsiteY19" fmla="*/ 24908 h 157258"/>
              <a:gd name="connsiteX20" fmla="*/ 168 w 243141"/>
              <a:gd name="connsiteY20" fmla="*/ 18050 h 157258"/>
              <a:gd name="connsiteX21" fmla="*/ 144291 w 243141"/>
              <a:gd name="connsiteY21" fmla="*/ 18050 h 157258"/>
              <a:gd name="connsiteX22" fmla="*/ 131089 w 243141"/>
              <a:gd name="connsiteY22" fmla="*/ 4848 h 157258"/>
              <a:gd name="connsiteX23" fmla="*/ 144291 w 243141"/>
              <a:gd name="connsiteY23" fmla="*/ 132350 h 157258"/>
              <a:gd name="connsiteX24" fmla="*/ 131089 w 243141"/>
              <a:gd name="connsiteY24" fmla="*/ 119158 h 157258"/>
              <a:gd name="connsiteX25" fmla="*/ 135947 w 243141"/>
              <a:gd name="connsiteY25" fmla="*/ 114300 h 157258"/>
              <a:gd name="connsiteX26" fmla="*/ 157416 w 243141"/>
              <a:gd name="connsiteY26" fmla="*/ 135779 h 157258"/>
              <a:gd name="connsiteX27" fmla="*/ 135947 w 243141"/>
              <a:gd name="connsiteY27" fmla="*/ 157258 h 157258"/>
              <a:gd name="connsiteX28" fmla="*/ 131089 w 243141"/>
              <a:gd name="connsiteY28" fmla="*/ 152400 h 157258"/>
              <a:gd name="connsiteX29" fmla="*/ 144291 w 243141"/>
              <a:gd name="connsiteY29" fmla="*/ 139208 h 157258"/>
              <a:gd name="connsiteX30" fmla="*/ 168 w 243141"/>
              <a:gd name="connsiteY30" fmla="*/ 139208 h 157258"/>
              <a:gd name="connsiteX31" fmla="*/ 168 w 243141"/>
              <a:gd name="connsiteY31" fmla="*/ 132350 h 157258"/>
              <a:gd name="connsiteX32" fmla="*/ 144291 w 243141"/>
              <a:gd name="connsiteY32" fmla="*/ 132350 h 157258"/>
              <a:gd name="connsiteX33" fmla="*/ 168 w 243141"/>
              <a:gd name="connsiteY33" fmla="*/ 94250 h 157258"/>
              <a:gd name="connsiteX34" fmla="*/ 96656 w 243141"/>
              <a:gd name="connsiteY34" fmla="*/ 94250 h 157258"/>
              <a:gd name="connsiteX35" fmla="*/ 83464 w 243141"/>
              <a:gd name="connsiteY35" fmla="*/ 81058 h 157258"/>
              <a:gd name="connsiteX36" fmla="*/ 88312 w 243141"/>
              <a:gd name="connsiteY36" fmla="*/ 76200 h 157258"/>
              <a:gd name="connsiteX37" fmla="*/ 109791 w 243141"/>
              <a:gd name="connsiteY37" fmla="*/ 97679 h 157258"/>
              <a:gd name="connsiteX38" fmla="*/ 88312 w 243141"/>
              <a:gd name="connsiteY38" fmla="*/ 119158 h 157258"/>
              <a:gd name="connsiteX39" fmla="*/ 83464 w 243141"/>
              <a:gd name="connsiteY39" fmla="*/ 114300 h 157258"/>
              <a:gd name="connsiteX40" fmla="*/ 96656 w 243141"/>
              <a:gd name="connsiteY40" fmla="*/ 101108 h 157258"/>
              <a:gd name="connsiteX41" fmla="*/ 168 w 243141"/>
              <a:gd name="connsiteY41" fmla="*/ 101108 h 157258"/>
              <a:gd name="connsiteX42" fmla="*/ 168 w 243141"/>
              <a:gd name="connsiteY42" fmla="*/ 94250 h 15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43141" h="157258">
                <a:moveTo>
                  <a:pt x="221672" y="38110"/>
                </a:moveTo>
                <a:lnTo>
                  <a:pt x="216814" y="42958"/>
                </a:lnTo>
                <a:lnTo>
                  <a:pt x="230016" y="56150"/>
                </a:lnTo>
                <a:lnTo>
                  <a:pt x="1" y="56291"/>
                </a:lnTo>
                <a:cubicBezTo>
                  <a:pt x="-2" y="58577"/>
                  <a:pt x="13" y="60722"/>
                  <a:pt x="10" y="63008"/>
                </a:cubicBezTo>
                <a:lnTo>
                  <a:pt x="230006" y="63008"/>
                </a:lnTo>
                <a:lnTo>
                  <a:pt x="216805" y="76200"/>
                </a:lnTo>
                <a:lnTo>
                  <a:pt x="221662" y="81058"/>
                </a:lnTo>
                <a:lnTo>
                  <a:pt x="243141" y="59579"/>
                </a:lnTo>
                <a:lnTo>
                  <a:pt x="221672" y="38110"/>
                </a:lnTo>
                <a:close/>
                <a:moveTo>
                  <a:pt x="187239" y="56150"/>
                </a:moveTo>
                <a:lnTo>
                  <a:pt x="187239" y="63018"/>
                </a:lnTo>
                <a:lnTo>
                  <a:pt x="187239" y="56150"/>
                </a:lnTo>
                <a:close/>
                <a:moveTo>
                  <a:pt x="131089" y="4848"/>
                </a:moveTo>
                <a:lnTo>
                  <a:pt x="135947" y="0"/>
                </a:lnTo>
                <a:lnTo>
                  <a:pt x="157416" y="21479"/>
                </a:lnTo>
                <a:lnTo>
                  <a:pt x="135947" y="42958"/>
                </a:lnTo>
                <a:lnTo>
                  <a:pt x="131089" y="38110"/>
                </a:lnTo>
                <a:lnTo>
                  <a:pt x="144291" y="24908"/>
                </a:lnTo>
                <a:lnTo>
                  <a:pt x="168" y="24908"/>
                </a:lnTo>
                <a:lnTo>
                  <a:pt x="168" y="18050"/>
                </a:lnTo>
                <a:lnTo>
                  <a:pt x="144291" y="18050"/>
                </a:lnTo>
                <a:lnTo>
                  <a:pt x="131089" y="4848"/>
                </a:lnTo>
                <a:close/>
                <a:moveTo>
                  <a:pt x="144291" y="132350"/>
                </a:moveTo>
                <a:lnTo>
                  <a:pt x="131089" y="119158"/>
                </a:lnTo>
                <a:lnTo>
                  <a:pt x="135947" y="114300"/>
                </a:lnTo>
                <a:lnTo>
                  <a:pt x="157416" y="135779"/>
                </a:lnTo>
                <a:lnTo>
                  <a:pt x="135947" y="157258"/>
                </a:lnTo>
                <a:lnTo>
                  <a:pt x="131089" y="152400"/>
                </a:lnTo>
                <a:lnTo>
                  <a:pt x="144291" y="139208"/>
                </a:lnTo>
                <a:lnTo>
                  <a:pt x="168" y="139208"/>
                </a:lnTo>
                <a:lnTo>
                  <a:pt x="168" y="132350"/>
                </a:lnTo>
                <a:lnTo>
                  <a:pt x="144291" y="132350"/>
                </a:lnTo>
                <a:close/>
                <a:moveTo>
                  <a:pt x="168" y="94250"/>
                </a:moveTo>
                <a:lnTo>
                  <a:pt x="96656" y="94250"/>
                </a:lnTo>
                <a:lnTo>
                  <a:pt x="83464" y="81058"/>
                </a:lnTo>
                <a:lnTo>
                  <a:pt x="88312" y="76200"/>
                </a:lnTo>
                <a:lnTo>
                  <a:pt x="109791" y="97679"/>
                </a:lnTo>
                <a:lnTo>
                  <a:pt x="88312" y="119158"/>
                </a:lnTo>
                <a:lnTo>
                  <a:pt x="83464" y="114300"/>
                </a:lnTo>
                <a:lnTo>
                  <a:pt x="96656" y="101108"/>
                </a:lnTo>
                <a:lnTo>
                  <a:pt x="168" y="101108"/>
                </a:lnTo>
                <a:lnTo>
                  <a:pt x="168" y="94250"/>
                </a:lnTo>
                <a:close/>
              </a:path>
            </a:pathLst>
          </a:custGeom>
          <a:solidFill>
            <a:srgbClr val="0F62FE"/>
          </a:solidFill>
          <a:ln w="9525"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A7A7E6F4-1512-776D-360B-FE16DBEBA46B}"/>
              </a:ext>
            </a:extLst>
          </p:cNvPr>
          <p:cNvSpPr>
            <a:spLocks noChangeAspect="1"/>
          </p:cNvSpPr>
          <p:nvPr/>
        </p:nvSpPr>
        <p:spPr>
          <a:xfrm>
            <a:off x="14471266" y="9900859"/>
            <a:ext cx="1008458" cy="652248"/>
          </a:xfrm>
          <a:custGeom>
            <a:avLst/>
            <a:gdLst>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77308 w 284502"/>
              <a:gd name="connsiteY39" fmla="*/ 158258 h 292608"/>
              <a:gd name="connsiteX40" fmla="*/ 172450 w 284502"/>
              <a:gd name="connsiteY40" fmla="*/ 153410 h 292608"/>
              <a:gd name="connsiteX41" fmla="*/ 185652 w 284502"/>
              <a:gd name="connsiteY41" fmla="*/ 140208 h 292608"/>
              <a:gd name="connsiteX42" fmla="*/ 41529 w 284502"/>
              <a:gd name="connsiteY42" fmla="*/ 140208 h 292608"/>
              <a:gd name="connsiteX43" fmla="*/ 41529 w 284502"/>
              <a:gd name="connsiteY43" fmla="*/ 133350 h 292608"/>
              <a:gd name="connsiteX44" fmla="*/ 185652 w 284502"/>
              <a:gd name="connsiteY44" fmla="*/ 133350 h 292608"/>
              <a:gd name="connsiteX45" fmla="*/ 172450 w 284502"/>
              <a:gd name="connsiteY45" fmla="*/ 120148 h 292608"/>
              <a:gd name="connsiteX46" fmla="*/ 185652 w 284502"/>
              <a:gd name="connsiteY46" fmla="*/ 247650 h 292608"/>
              <a:gd name="connsiteX47" fmla="*/ 172450 w 284502"/>
              <a:gd name="connsiteY47" fmla="*/ 234458 h 292608"/>
              <a:gd name="connsiteX48" fmla="*/ 177308 w 284502"/>
              <a:gd name="connsiteY48" fmla="*/ 229600 h 292608"/>
              <a:gd name="connsiteX49" fmla="*/ 198777 w 284502"/>
              <a:gd name="connsiteY49" fmla="*/ 251079 h 292608"/>
              <a:gd name="connsiteX50" fmla="*/ 177308 w 284502"/>
              <a:gd name="connsiteY50" fmla="*/ 272558 h 292608"/>
              <a:gd name="connsiteX51" fmla="*/ 172450 w 284502"/>
              <a:gd name="connsiteY51" fmla="*/ 267700 h 292608"/>
              <a:gd name="connsiteX52" fmla="*/ 185652 w 284502"/>
              <a:gd name="connsiteY52" fmla="*/ 254508 h 292608"/>
              <a:gd name="connsiteX53" fmla="*/ 41529 w 284502"/>
              <a:gd name="connsiteY53" fmla="*/ 254508 h 292608"/>
              <a:gd name="connsiteX54" fmla="*/ 41529 w 284502"/>
              <a:gd name="connsiteY54" fmla="*/ 247650 h 292608"/>
              <a:gd name="connsiteX55" fmla="*/ 185652 w 284502"/>
              <a:gd name="connsiteY55" fmla="*/ 247650 h 292608"/>
              <a:gd name="connsiteX56" fmla="*/ 41529 w 284502"/>
              <a:gd name="connsiteY56" fmla="*/ 209550 h 292608"/>
              <a:gd name="connsiteX57" fmla="*/ 138017 w 284502"/>
              <a:gd name="connsiteY57" fmla="*/ 209550 h 292608"/>
              <a:gd name="connsiteX58" fmla="*/ 124825 w 284502"/>
              <a:gd name="connsiteY58" fmla="*/ 196358 h 292608"/>
              <a:gd name="connsiteX59" fmla="*/ 129673 w 284502"/>
              <a:gd name="connsiteY59" fmla="*/ 191500 h 292608"/>
              <a:gd name="connsiteX60" fmla="*/ 151152 w 284502"/>
              <a:gd name="connsiteY60" fmla="*/ 212979 h 292608"/>
              <a:gd name="connsiteX61" fmla="*/ 129673 w 284502"/>
              <a:gd name="connsiteY61" fmla="*/ 234458 h 292608"/>
              <a:gd name="connsiteX62" fmla="*/ 124825 w 284502"/>
              <a:gd name="connsiteY62" fmla="*/ 229600 h 292608"/>
              <a:gd name="connsiteX63" fmla="*/ 138017 w 284502"/>
              <a:gd name="connsiteY63" fmla="*/ 216408 h 292608"/>
              <a:gd name="connsiteX64" fmla="*/ 41529 w 284502"/>
              <a:gd name="connsiteY64" fmla="*/ 216408 h 292608"/>
              <a:gd name="connsiteX65" fmla="*/ 41529 w 284502"/>
              <a:gd name="connsiteY65"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171450 w 284502"/>
              <a:gd name="connsiteY30" fmla="*/ 6858 h 292608"/>
              <a:gd name="connsiteX31" fmla="*/ 171450 w 284502"/>
              <a:gd name="connsiteY31" fmla="*/ 60579 h 292608"/>
              <a:gd name="connsiteX32" fmla="*/ 174879 w 284502"/>
              <a:gd name="connsiteY32" fmla="*/ 64008 h 292608"/>
              <a:gd name="connsiteX33" fmla="*/ 228600 w 284502"/>
              <a:gd name="connsiteY33" fmla="*/ 64008 h 292608"/>
              <a:gd name="connsiteX34" fmla="*/ 228600 w 284502"/>
              <a:gd name="connsiteY34" fmla="*/ 171450 h 292608"/>
              <a:gd name="connsiteX35" fmla="*/ 172450 w 284502"/>
              <a:gd name="connsiteY35" fmla="*/ 120148 h 292608"/>
              <a:gd name="connsiteX36" fmla="*/ 177308 w 284502"/>
              <a:gd name="connsiteY36" fmla="*/ 115300 h 292608"/>
              <a:gd name="connsiteX37" fmla="*/ 198777 w 284502"/>
              <a:gd name="connsiteY37" fmla="*/ 136779 h 292608"/>
              <a:gd name="connsiteX38" fmla="*/ 177308 w 284502"/>
              <a:gd name="connsiteY38" fmla="*/ 158258 h 292608"/>
              <a:gd name="connsiteX39" fmla="*/ 172450 w 284502"/>
              <a:gd name="connsiteY39" fmla="*/ 153410 h 292608"/>
              <a:gd name="connsiteX40" fmla="*/ 185652 w 284502"/>
              <a:gd name="connsiteY40" fmla="*/ 140208 h 292608"/>
              <a:gd name="connsiteX41" fmla="*/ 41529 w 284502"/>
              <a:gd name="connsiteY41" fmla="*/ 140208 h 292608"/>
              <a:gd name="connsiteX42" fmla="*/ 41529 w 284502"/>
              <a:gd name="connsiteY42" fmla="*/ 133350 h 292608"/>
              <a:gd name="connsiteX43" fmla="*/ 185652 w 284502"/>
              <a:gd name="connsiteY43" fmla="*/ 133350 h 292608"/>
              <a:gd name="connsiteX44" fmla="*/ 172450 w 284502"/>
              <a:gd name="connsiteY44" fmla="*/ 120148 h 292608"/>
              <a:gd name="connsiteX45" fmla="*/ 185652 w 284502"/>
              <a:gd name="connsiteY45" fmla="*/ 247650 h 292608"/>
              <a:gd name="connsiteX46" fmla="*/ 172450 w 284502"/>
              <a:gd name="connsiteY46" fmla="*/ 234458 h 292608"/>
              <a:gd name="connsiteX47" fmla="*/ 177308 w 284502"/>
              <a:gd name="connsiteY47" fmla="*/ 229600 h 292608"/>
              <a:gd name="connsiteX48" fmla="*/ 198777 w 284502"/>
              <a:gd name="connsiteY48" fmla="*/ 251079 h 292608"/>
              <a:gd name="connsiteX49" fmla="*/ 177308 w 284502"/>
              <a:gd name="connsiteY49" fmla="*/ 272558 h 292608"/>
              <a:gd name="connsiteX50" fmla="*/ 172450 w 284502"/>
              <a:gd name="connsiteY50" fmla="*/ 267700 h 292608"/>
              <a:gd name="connsiteX51" fmla="*/ 185652 w 284502"/>
              <a:gd name="connsiteY51" fmla="*/ 254508 h 292608"/>
              <a:gd name="connsiteX52" fmla="*/ 41529 w 284502"/>
              <a:gd name="connsiteY52" fmla="*/ 254508 h 292608"/>
              <a:gd name="connsiteX53" fmla="*/ 41529 w 284502"/>
              <a:gd name="connsiteY53" fmla="*/ 247650 h 292608"/>
              <a:gd name="connsiteX54" fmla="*/ 185652 w 284502"/>
              <a:gd name="connsiteY54" fmla="*/ 247650 h 292608"/>
              <a:gd name="connsiteX55" fmla="*/ 41529 w 284502"/>
              <a:gd name="connsiteY55" fmla="*/ 209550 h 292608"/>
              <a:gd name="connsiteX56" fmla="*/ 138017 w 284502"/>
              <a:gd name="connsiteY56" fmla="*/ 209550 h 292608"/>
              <a:gd name="connsiteX57" fmla="*/ 124825 w 284502"/>
              <a:gd name="connsiteY57" fmla="*/ 196358 h 292608"/>
              <a:gd name="connsiteX58" fmla="*/ 129673 w 284502"/>
              <a:gd name="connsiteY58" fmla="*/ 191500 h 292608"/>
              <a:gd name="connsiteX59" fmla="*/ 151152 w 284502"/>
              <a:gd name="connsiteY59" fmla="*/ 212979 h 292608"/>
              <a:gd name="connsiteX60" fmla="*/ 129673 w 284502"/>
              <a:gd name="connsiteY60" fmla="*/ 234458 h 292608"/>
              <a:gd name="connsiteX61" fmla="*/ 124825 w 284502"/>
              <a:gd name="connsiteY61" fmla="*/ 229600 h 292608"/>
              <a:gd name="connsiteX62" fmla="*/ 138017 w 284502"/>
              <a:gd name="connsiteY62" fmla="*/ 216408 h 292608"/>
              <a:gd name="connsiteX63" fmla="*/ 41529 w 284502"/>
              <a:gd name="connsiteY63" fmla="*/ 216408 h 292608"/>
              <a:gd name="connsiteX64" fmla="*/ 41529 w 284502"/>
              <a:gd name="connsiteY64" fmla="*/ 209550 h 292608"/>
              <a:gd name="connsiteX0" fmla="*/ 273511 w 294980"/>
              <a:gd name="connsiteY0" fmla="*/ 153410 h 292608"/>
              <a:gd name="connsiteX1" fmla="*/ 268653 w 294980"/>
              <a:gd name="connsiteY1" fmla="*/ 158258 h 292608"/>
              <a:gd name="connsiteX2" fmla="*/ 281855 w 294980"/>
              <a:gd name="connsiteY2" fmla="*/ 171450 h 292608"/>
              <a:gd name="connsiteX3" fmla="*/ 245946 w 294980"/>
              <a:gd name="connsiteY3" fmla="*/ 171450 h 292608"/>
              <a:gd name="connsiteX4" fmla="*/ 245946 w 294980"/>
              <a:gd name="connsiteY4" fmla="*/ 60579 h 292608"/>
              <a:gd name="connsiteX5" fmla="*/ 244945 w 294980"/>
              <a:gd name="connsiteY5" fmla="*/ 58160 h 292608"/>
              <a:gd name="connsiteX6" fmla="*/ 187795 w 294980"/>
              <a:gd name="connsiteY6" fmla="*/ 1010 h 292608"/>
              <a:gd name="connsiteX7" fmla="*/ 185357 w 294980"/>
              <a:gd name="connsiteY7" fmla="*/ 0 h 292608"/>
              <a:gd name="connsiteX8" fmla="*/ 13907 w 294980"/>
              <a:gd name="connsiteY8" fmla="*/ 0 h 292608"/>
              <a:gd name="connsiteX9" fmla="*/ 10478 w 294980"/>
              <a:gd name="connsiteY9" fmla="*/ 289179 h 292608"/>
              <a:gd name="connsiteX10" fmla="*/ 13907 w 294980"/>
              <a:gd name="connsiteY10" fmla="*/ 292608 h 292608"/>
              <a:gd name="connsiteX11" fmla="*/ 242507 w 294980"/>
              <a:gd name="connsiteY11" fmla="*/ 292608 h 292608"/>
              <a:gd name="connsiteX12" fmla="*/ 245936 w 294980"/>
              <a:gd name="connsiteY12" fmla="*/ 289179 h 292608"/>
              <a:gd name="connsiteX13" fmla="*/ 245936 w 294980"/>
              <a:gd name="connsiteY13" fmla="*/ 178308 h 292608"/>
              <a:gd name="connsiteX14" fmla="*/ 281845 w 294980"/>
              <a:gd name="connsiteY14" fmla="*/ 178308 h 292608"/>
              <a:gd name="connsiteX15" fmla="*/ 268644 w 294980"/>
              <a:gd name="connsiteY15" fmla="*/ 191500 h 292608"/>
              <a:gd name="connsiteX16" fmla="*/ 273501 w 294980"/>
              <a:gd name="connsiteY16" fmla="*/ 196358 h 292608"/>
              <a:gd name="connsiteX17" fmla="*/ 294980 w 294980"/>
              <a:gd name="connsiteY17" fmla="*/ 174879 h 292608"/>
              <a:gd name="connsiteX18" fmla="*/ 273511 w 294980"/>
              <a:gd name="connsiteY18" fmla="*/ 153410 h 292608"/>
              <a:gd name="connsiteX19" fmla="*/ 188786 w 294980"/>
              <a:gd name="connsiteY19" fmla="*/ 11706 h 292608"/>
              <a:gd name="connsiteX20" fmla="*/ 234230 w 294980"/>
              <a:gd name="connsiteY20" fmla="*/ 57150 h 292608"/>
              <a:gd name="connsiteX21" fmla="*/ 188786 w 294980"/>
              <a:gd name="connsiteY21" fmla="*/ 57150 h 292608"/>
              <a:gd name="connsiteX22" fmla="*/ 188786 w 294980"/>
              <a:gd name="connsiteY22" fmla="*/ 11706 h 292608"/>
              <a:gd name="connsiteX23" fmla="*/ 239078 w 294980"/>
              <a:gd name="connsiteY23" fmla="*/ 171450 h 292608"/>
              <a:gd name="connsiteX24" fmla="*/ 52007 w 294980"/>
              <a:gd name="connsiteY24" fmla="*/ 171450 h 292608"/>
              <a:gd name="connsiteX25" fmla="*/ 52007 w 294980"/>
              <a:gd name="connsiteY25" fmla="*/ 178318 h 292608"/>
              <a:gd name="connsiteX26" fmla="*/ 239078 w 294980"/>
              <a:gd name="connsiteY26" fmla="*/ 178318 h 292608"/>
              <a:gd name="connsiteX27" fmla="*/ 239078 w 294980"/>
              <a:gd name="connsiteY27" fmla="*/ 285750 h 292608"/>
              <a:gd name="connsiteX28" fmla="*/ 17336 w 294980"/>
              <a:gd name="connsiteY28" fmla="*/ 285750 h 292608"/>
              <a:gd name="connsiteX29" fmla="*/ 181928 w 294980"/>
              <a:gd name="connsiteY29" fmla="*/ 6858 h 292608"/>
              <a:gd name="connsiteX30" fmla="*/ 181928 w 294980"/>
              <a:gd name="connsiteY30" fmla="*/ 60579 h 292608"/>
              <a:gd name="connsiteX31" fmla="*/ 185357 w 294980"/>
              <a:gd name="connsiteY31" fmla="*/ 64008 h 292608"/>
              <a:gd name="connsiteX32" fmla="*/ 239078 w 294980"/>
              <a:gd name="connsiteY32" fmla="*/ 64008 h 292608"/>
              <a:gd name="connsiteX33" fmla="*/ 239078 w 294980"/>
              <a:gd name="connsiteY33" fmla="*/ 171450 h 292608"/>
              <a:gd name="connsiteX34" fmla="*/ 182928 w 294980"/>
              <a:gd name="connsiteY34" fmla="*/ 120148 h 292608"/>
              <a:gd name="connsiteX35" fmla="*/ 187786 w 294980"/>
              <a:gd name="connsiteY35" fmla="*/ 115300 h 292608"/>
              <a:gd name="connsiteX36" fmla="*/ 209255 w 294980"/>
              <a:gd name="connsiteY36" fmla="*/ 136779 h 292608"/>
              <a:gd name="connsiteX37" fmla="*/ 187786 w 294980"/>
              <a:gd name="connsiteY37" fmla="*/ 158258 h 292608"/>
              <a:gd name="connsiteX38" fmla="*/ 182928 w 294980"/>
              <a:gd name="connsiteY38" fmla="*/ 153410 h 292608"/>
              <a:gd name="connsiteX39" fmla="*/ 196130 w 294980"/>
              <a:gd name="connsiteY39" fmla="*/ 140208 h 292608"/>
              <a:gd name="connsiteX40" fmla="*/ 52007 w 294980"/>
              <a:gd name="connsiteY40" fmla="*/ 140208 h 292608"/>
              <a:gd name="connsiteX41" fmla="*/ 52007 w 294980"/>
              <a:gd name="connsiteY41" fmla="*/ 133350 h 292608"/>
              <a:gd name="connsiteX42" fmla="*/ 196130 w 294980"/>
              <a:gd name="connsiteY42" fmla="*/ 133350 h 292608"/>
              <a:gd name="connsiteX43" fmla="*/ 182928 w 294980"/>
              <a:gd name="connsiteY43" fmla="*/ 120148 h 292608"/>
              <a:gd name="connsiteX44" fmla="*/ 196130 w 294980"/>
              <a:gd name="connsiteY44" fmla="*/ 247650 h 292608"/>
              <a:gd name="connsiteX45" fmla="*/ 182928 w 294980"/>
              <a:gd name="connsiteY45" fmla="*/ 234458 h 292608"/>
              <a:gd name="connsiteX46" fmla="*/ 187786 w 294980"/>
              <a:gd name="connsiteY46" fmla="*/ 229600 h 292608"/>
              <a:gd name="connsiteX47" fmla="*/ 209255 w 294980"/>
              <a:gd name="connsiteY47" fmla="*/ 251079 h 292608"/>
              <a:gd name="connsiteX48" fmla="*/ 187786 w 294980"/>
              <a:gd name="connsiteY48" fmla="*/ 272558 h 292608"/>
              <a:gd name="connsiteX49" fmla="*/ 182928 w 294980"/>
              <a:gd name="connsiteY49" fmla="*/ 267700 h 292608"/>
              <a:gd name="connsiteX50" fmla="*/ 196130 w 294980"/>
              <a:gd name="connsiteY50" fmla="*/ 254508 h 292608"/>
              <a:gd name="connsiteX51" fmla="*/ 52007 w 294980"/>
              <a:gd name="connsiteY51" fmla="*/ 254508 h 292608"/>
              <a:gd name="connsiteX52" fmla="*/ 52007 w 294980"/>
              <a:gd name="connsiteY52" fmla="*/ 247650 h 292608"/>
              <a:gd name="connsiteX53" fmla="*/ 196130 w 294980"/>
              <a:gd name="connsiteY53" fmla="*/ 247650 h 292608"/>
              <a:gd name="connsiteX54" fmla="*/ 52007 w 294980"/>
              <a:gd name="connsiteY54" fmla="*/ 209550 h 292608"/>
              <a:gd name="connsiteX55" fmla="*/ 148495 w 294980"/>
              <a:gd name="connsiteY55" fmla="*/ 209550 h 292608"/>
              <a:gd name="connsiteX56" fmla="*/ 135303 w 294980"/>
              <a:gd name="connsiteY56" fmla="*/ 196358 h 292608"/>
              <a:gd name="connsiteX57" fmla="*/ 140151 w 294980"/>
              <a:gd name="connsiteY57" fmla="*/ 191500 h 292608"/>
              <a:gd name="connsiteX58" fmla="*/ 161630 w 294980"/>
              <a:gd name="connsiteY58" fmla="*/ 212979 h 292608"/>
              <a:gd name="connsiteX59" fmla="*/ 140151 w 294980"/>
              <a:gd name="connsiteY59" fmla="*/ 234458 h 292608"/>
              <a:gd name="connsiteX60" fmla="*/ 135303 w 294980"/>
              <a:gd name="connsiteY60" fmla="*/ 229600 h 292608"/>
              <a:gd name="connsiteX61" fmla="*/ 148495 w 294980"/>
              <a:gd name="connsiteY61" fmla="*/ 216408 h 292608"/>
              <a:gd name="connsiteX62" fmla="*/ 52007 w 294980"/>
              <a:gd name="connsiteY62" fmla="*/ 216408 h 292608"/>
              <a:gd name="connsiteX63" fmla="*/ 52007 w 294980"/>
              <a:gd name="connsiteY63"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223752 w 284502"/>
              <a:gd name="connsiteY19" fmla="*/ 57150 h 292608"/>
              <a:gd name="connsiteX20" fmla="*/ 178308 w 284502"/>
              <a:gd name="connsiteY20" fmla="*/ 57150 h 292608"/>
              <a:gd name="connsiteX21" fmla="*/ 178308 w 284502"/>
              <a:gd name="connsiteY21" fmla="*/ 11706 h 292608"/>
              <a:gd name="connsiteX22" fmla="*/ 228600 w 284502"/>
              <a:gd name="connsiteY22" fmla="*/ 171450 h 292608"/>
              <a:gd name="connsiteX23" fmla="*/ 41529 w 284502"/>
              <a:gd name="connsiteY23" fmla="*/ 171450 h 292608"/>
              <a:gd name="connsiteX24" fmla="*/ 41529 w 284502"/>
              <a:gd name="connsiteY24" fmla="*/ 178318 h 292608"/>
              <a:gd name="connsiteX25" fmla="*/ 228600 w 284502"/>
              <a:gd name="connsiteY25" fmla="*/ 178318 h 292608"/>
              <a:gd name="connsiteX26" fmla="*/ 228600 w 284502"/>
              <a:gd name="connsiteY26" fmla="*/ 285750 h 292608"/>
              <a:gd name="connsiteX27" fmla="*/ 6858 w 284502"/>
              <a:gd name="connsiteY27" fmla="*/ 285750 h 292608"/>
              <a:gd name="connsiteX28" fmla="*/ 171450 w 284502"/>
              <a:gd name="connsiteY28" fmla="*/ 6858 h 292608"/>
              <a:gd name="connsiteX29" fmla="*/ 171450 w 284502"/>
              <a:gd name="connsiteY29" fmla="*/ 60579 h 292608"/>
              <a:gd name="connsiteX30" fmla="*/ 174879 w 284502"/>
              <a:gd name="connsiteY30" fmla="*/ 64008 h 292608"/>
              <a:gd name="connsiteX31" fmla="*/ 228600 w 284502"/>
              <a:gd name="connsiteY31" fmla="*/ 64008 h 292608"/>
              <a:gd name="connsiteX32" fmla="*/ 228600 w 284502"/>
              <a:gd name="connsiteY32" fmla="*/ 171450 h 292608"/>
              <a:gd name="connsiteX33" fmla="*/ 172450 w 284502"/>
              <a:gd name="connsiteY33" fmla="*/ 120148 h 292608"/>
              <a:gd name="connsiteX34" fmla="*/ 177308 w 284502"/>
              <a:gd name="connsiteY34" fmla="*/ 115300 h 292608"/>
              <a:gd name="connsiteX35" fmla="*/ 198777 w 284502"/>
              <a:gd name="connsiteY35" fmla="*/ 136779 h 292608"/>
              <a:gd name="connsiteX36" fmla="*/ 177308 w 284502"/>
              <a:gd name="connsiteY36" fmla="*/ 158258 h 292608"/>
              <a:gd name="connsiteX37" fmla="*/ 172450 w 284502"/>
              <a:gd name="connsiteY37" fmla="*/ 153410 h 292608"/>
              <a:gd name="connsiteX38" fmla="*/ 185652 w 284502"/>
              <a:gd name="connsiteY38" fmla="*/ 140208 h 292608"/>
              <a:gd name="connsiteX39" fmla="*/ 41529 w 284502"/>
              <a:gd name="connsiteY39" fmla="*/ 140208 h 292608"/>
              <a:gd name="connsiteX40" fmla="*/ 41529 w 284502"/>
              <a:gd name="connsiteY40" fmla="*/ 133350 h 292608"/>
              <a:gd name="connsiteX41" fmla="*/ 185652 w 284502"/>
              <a:gd name="connsiteY41" fmla="*/ 133350 h 292608"/>
              <a:gd name="connsiteX42" fmla="*/ 172450 w 284502"/>
              <a:gd name="connsiteY42" fmla="*/ 120148 h 292608"/>
              <a:gd name="connsiteX43" fmla="*/ 185652 w 284502"/>
              <a:gd name="connsiteY43" fmla="*/ 247650 h 292608"/>
              <a:gd name="connsiteX44" fmla="*/ 172450 w 284502"/>
              <a:gd name="connsiteY44" fmla="*/ 234458 h 292608"/>
              <a:gd name="connsiteX45" fmla="*/ 177308 w 284502"/>
              <a:gd name="connsiteY45" fmla="*/ 229600 h 292608"/>
              <a:gd name="connsiteX46" fmla="*/ 198777 w 284502"/>
              <a:gd name="connsiteY46" fmla="*/ 251079 h 292608"/>
              <a:gd name="connsiteX47" fmla="*/ 177308 w 284502"/>
              <a:gd name="connsiteY47" fmla="*/ 272558 h 292608"/>
              <a:gd name="connsiteX48" fmla="*/ 172450 w 284502"/>
              <a:gd name="connsiteY48" fmla="*/ 267700 h 292608"/>
              <a:gd name="connsiteX49" fmla="*/ 185652 w 284502"/>
              <a:gd name="connsiteY49" fmla="*/ 254508 h 292608"/>
              <a:gd name="connsiteX50" fmla="*/ 41529 w 284502"/>
              <a:gd name="connsiteY50" fmla="*/ 254508 h 292608"/>
              <a:gd name="connsiteX51" fmla="*/ 41529 w 284502"/>
              <a:gd name="connsiteY51" fmla="*/ 247650 h 292608"/>
              <a:gd name="connsiteX52" fmla="*/ 185652 w 284502"/>
              <a:gd name="connsiteY52" fmla="*/ 247650 h 292608"/>
              <a:gd name="connsiteX53" fmla="*/ 41529 w 284502"/>
              <a:gd name="connsiteY53" fmla="*/ 209550 h 292608"/>
              <a:gd name="connsiteX54" fmla="*/ 138017 w 284502"/>
              <a:gd name="connsiteY54" fmla="*/ 209550 h 292608"/>
              <a:gd name="connsiteX55" fmla="*/ 124825 w 284502"/>
              <a:gd name="connsiteY55" fmla="*/ 196358 h 292608"/>
              <a:gd name="connsiteX56" fmla="*/ 129673 w 284502"/>
              <a:gd name="connsiteY56" fmla="*/ 191500 h 292608"/>
              <a:gd name="connsiteX57" fmla="*/ 151152 w 284502"/>
              <a:gd name="connsiteY57" fmla="*/ 212979 h 292608"/>
              <a:gd name="connsiteX58" fmla="*/ 129673 w 284502"/>
              <a:gd name="connsiteY58" fmla="*/ 234458 h 292608"/>
              <a:gd name="connsiteX59" fmla="*/ 124825 w 284502"/>
              <a:gd name="connsiteY59" fmla="*/ 229600 h 292608"/>
              <a:gd name="connsiteX60" fmla="*/ 138017 w 284502"/>
              <a:gd name="connsiteY60" fmla="*/ 216408 h 292608"/>
              <a:gd name="connsiteX61" fmla="*/ 41529 w 284502"/>
              <a:gd name="connsiteY61" fmla="*/ 216408 h 292608"/>
              <a:gd name="connsiteX62" fmla="*/ 41529 w 284502"/>
              <a:gd name="connsiteY62"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178308 w 284502"/>
              <a:gd name="connsiteY19" fmla="*/ 57150 h 292608"/>
              <a:gd name="connsiteX20" fmla="*/ 178308 w 284502"/>
              <a:gd name="connsiteY20" fmla="*/ 11706 h 292608"/>
              <a:gd name="connsiteX21" fmla="*/ 228600 w 284502"/>
              <a:gd name="connsiteY21" fmla="*/ 171450 h 292608"/>
              <a:gd name="connsiteX22" fmla="*/ 41529 w 284502"/>
              <a:gd name="connsiteY22" fmla="*/ 171450 h 292608"/>
              <a:gd name="connsiteX23" fmla="*/ 41529 w 284502"/>
              <a:gd name="connsiteY23" fmla="*/ 178318 h 292608"/>
              <a:gd name="connsiteX24" fmla="*/ 228600 w 284502"/>
              <a:gd name="connsiteY24" fmla="*/ 178318 h 292608"/>
              <a:gd name="connsiteX25" fmla="*/ 228600 w 284502"/>
              <a:gd name="connsiteY25" fmla="*/ 285750 h 292608"/>
              <a:gd name="connsiteX26" fmla="*/ 6858 w 284502"/>
              <a:gd name="connsiteY26" fmla="*/ 285750 h 292608"/>
              <a:gd name="connsiteX27" fmla="*/ 171450 w 284502"/>
              <a:gd name="connsiteY27" fmla="*/ 6858 h 292608"/>
              <a:gd name="connsiteX28" fmla="*/ 171450 w 284502"/>
              <a:gd name="connsiteY28" fmla="*/ 60579 h 292608"/>
              <a:gd name="connsiteX29" fmla="*/ 174879 w 284502"/>
              <a:gd name="connsiteY29" fmla="*/ 64008 h 292608"/>
              <a:gd name="connsiteX30" fmla="*/ 228600 w 284502"/>
              <a:gd name="connsiteY30" fmla="*/ 64008 h 292608"/>
              <a:gd name="connsiteX31" fmla="*/ 228600 w 284502"/>
              <a:gd name="connsiteY31" fmla="*/ 171450 h 292608"/>
              <a:gd name="connsiteX32" fmla="*/ 172450 w 284502"/>
              <a:gd name="connsiteY32" fmla="*/ 120148 h 292608"/>
              <a:gd name="connsiteX33" fmla="*/ 177308 w 284502"/>
              <a:gd name="connsiteY33" fmla="*/ 115300 h 292608"/>
              <a:gd name="connsiteX34" fmla="*/ 198777 w 284502"/>
              <a:gd name="connsiteY34" fmla="*/ 136779 h 292608"/>
              <a:gd name="connsiteX35" fmla="*/ 177308 w 284502"/>
              <a:gd name="connsiteY35" fmla="*/ 158258 h 292608"/>
              <a:gd name="connsiteX36" fmla="*/ 172450 w 284502"/>
              <a:gd name="connsiteY36" fmla="*/ 153410 h 292608"/>
              <a:gd name="connsiteX37" fmla="*/ 185652 w 284502"/>
              <a:gd name="connsiteY37" fmla="*/ 140208 h 292608"/>
              <a:gd name="connsiteX38" fmla="*/ 41529 w 284502"/>
              <a:gd name="connsiteY38" fmla="*/ 140208 h 292608"/>
              <a:gd name="connsiteX39" fmla="*/ 41529 w 284502"/>
              <a:gd name="connsiteY39" fmla="*/ 133350 h 292608"/>
              <a:gd name="connsiteX40" fmla="*/ 185652 w 284502"/>
              <a:gd name="connsiteY40" fmla="*/ 133350 h 292608"/>
              <a:gd name="connsiteX41" fmla="*/ 172450 w 284502"/>
              <a:gd name="connsiteY41" fmla="*/ 120148 h 292608"/>
              <a:gd name="connsiteX42" fmla="*/ 185652 w 284502"/>
              <a:gd name="connsiteY42" fmla="*/ 247650 h 292608"/>
              <a:gd name="connsiteX43" fmla="*/ 172450 w 284502"/>
              <a:gd name="connsiteY43" fmla="*/ 234458 h 292608"/>
              <a:gd name="connsiteX44" fmla="*/ 177308 w 284502"/>
              <a:gd name="connsiteY44" fmla="*/ 229600 h 292608"/>
              <a:gd name="connsiteX45" fmla="*/ 198777 w 284502"/>
              <a:gd name="connsiteY45" fmla="*/ 251079 h 292608"/>
              <a:gd name="connsiteX46" fmla="*/ 177308 w 284502"/>
              <a:gd name="connsiteY46" fmla="*/ 272558 h 292608"/>
              <a:gd name="connsiteX47" fmla="*/ 172450 w 284502"/>
              <a:gd name="connsiteY47" fmla="*/ 267700 h 292608"/>
              <a:gd name="connsiteX48" fmla="*/ 185652 w 284502"/>
              <a:gd name="connsiteY48" fmla="*/ 254508 h 292608"/>
              <a:gd name="connsiteX49" fmla="*/ 41529 w 284502"/>
              <a:gd name="connsiteY49" fmla="*/ 254508 h 292608"/>
              <a:gd name="connsiteX50" fmla="*/ 41529 w 284502"/>
              <a:gd name="connsiteY50" fmla="*/ 247650 h 292608"/>
              <a:gd name="connsiteX51" fmla="*/ 185652 w 284502"/>
              <a:gd name="connsiteY51" fmla="*/ 247650 h 292608"/>
              <a:gd name="connsiteX52" fmla="*/ 41529 w 284502"/>
              <a:gd name="connsiteY52" fmla="*/ 209550 h 292608"/>
              <a:gd name="connsiteX53" fmla="*/ 138017 w 284502"/>
              <a:gd name="connsiteY53" fmla="*/ 209550 h 292608"/>
              <a:gd name="connsiteX54" fmla="*/ 124825 w 284502"/>
              <a:gd name="connsiteY54" fmla="*/ 196358 h 292608"/>
              <a:gd name="connsiteX55" fmla="*/ 129673 w 284502"/>
              <a:gd name="connsiteY55" fmla="*/ 191500 h 292608"/>
              <a:gd name="connsiteX56" fmla="*/ 151152 w 284502"/>
              <a:gd name="connsiteY56" fmla="*/ 212979 h 292608"/>
              <a:gd name="connsiteX57" fmla="*/ 129673 w 284502"/>
              <a:gd name="connsiteY57" fmla="*/ 234458 h 292608"/>
              <a:gd name="connsiteX58" fmla="*/ 124825 w 284502"/>
              <a:gd name="connsiteY58" fmla="*/ 229600 h 292608"/>
              <a:gd name="connsiteX59" fmla="*/ 138017 w 284502"/>
              <a:gd name="connsiteY59" fmla="*/ 216408 h 292608"/>
              <a:gd name="connsiteX60" fmla="*/ 41529 w 284502"/>
              <a:gd name="connsiteY60" fmla="*/ 216408 h 292608"/>
              <a:gd name="connsiteX61" fmla="*/ 41529 w 284502"/>
              <a:gd name="connsiteY61"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178308 w 284502"/>
              <a:gd name="connsiteY19" fmla="*/ 57150 h 292608"/>
              <a:gd name="connsiteX20" fmla="*/ 178308 w 284502"/>
              <a:gd name="connsiteY20" fmla="*/ 11706 h 292608"/>
              <a:gd name="connsiteX21" fmla="*/ 228600 w 284502"/>
              <a:gd name="connsiteY21" fmla="*/ 171450 h 292608"/>
              <a:gd name="connsiteX22" fmla="*/ 41529 w 284502"/>
              <a:gd name="connsiteY22" fmla="*/ 171450 h 292608"/>
              <a:gd name="connsiteX23" fmla="*/ 41529 w 284502"/>
              <a:gd name="connsiteY23" fmla="*/ 178318 h 292608"/>
              <a:gd name="connsiteX24" fmla="*/ 228600 w 284502"/>
              <a:gd name="connsiteY24" fmla="*/ 178318 h 292608"/>
              <a:gd name="connsiteX25" fmla="*/ 228600 w 284502"/>
              <a:gd name="connsiteY25" fmla="*/ 285750 h 292608"/>
              <a:gd name="connsiteX26" fmla="*/ 6858 w 284502"/>
              <a:gd name="connsiteY26" fmla="*/ 285750 h 292608"/>
              <a:gd name="connsiteX27" fmla="*/ 171450 w 284502"/>
              <a:gd name="connsiteY27" fmla="*/ 6858 h 292608"/>
              <a:gd name="connsiteX28" fmla="*/ 171450 w 284502"/>
              <a:gd name="connsiteY28" fmla="*/ 60579 h 292608"/>
              <a:gd name="connsiteX29" fmla="*/ 174879 w 284502"/>
              <a:gd name="connsiteY29" fmla="*/ 64008 h 292608"/>
              <a:gd name="connsiteX30" fmla="*/ 228600 w 284502"/>
              <a:gd name="connsiteY30" fmla="*/ 171450 h 292608"/>
              <a:gd name="connsiteX31" fmla="*/ 172450 w 284502"/>
              <a:gd name="connsiteY31" fmla="*/ 120148 h 292608"/>
              <a:gd name="connsiteX32" fmla="*/ 177308 w 284502"/>
              <a:gd name="connsiteY32" fmla="*/ 115300 h 292608"/>
              <a:gd name="connsiteX33" fmla="*/ 198777 w 284502"/>
              <a:gd name="connsiteY33" fmla="*/ 136779 h 292608"/>
              <a:gd name="connsiteX34" fmla="*/ 177308 w 284502"/>
              <a:gd name="connsiteY34" fmla="*/ 158258 h 292608"/>
              <a:gd name="connsiteX35" fmla="*/ 172450 w 284502"/>
              <a:gd name="connsiteY35" fmla="*/ 153410 h 292608"/>
              <a:gd name="connsiteX36" fmla="*/ 185652 w 284502"/>
              <a:gd name="connsiteY36" fmla="*/ 140208 h 292608"/>
              <a:gd name="connsiteX37" fmla="*/ 41529 w 284502"/>
              <a:gd name="connsiteY37" fmla="*/ 140208 h 292608"/>
              <a:gd name="connsiteX38" fmla="*/ 41529 w 284502"/>
              <a:gd name="connsiteY38" fmla="*/ 133350 h 292608"/>
              <a:gd name="connsiteX39" fmla="*/ 185652 w 284502"/>
              <a:gd name="connsiteY39" fmla="*/ 133350 h 292608"/>
              <a:gd name="connsiteX40" fmla="*/ 172450 w 284502"/>
              <a:gd name="connsiteY40" fmla="*/ 120148 h 292608"/>
              <a:gd name="connsiteX41" fmla="*/ 185652 w 284502"/>
              <a:gd name="connsiteY41" fmla="*/ 247650 h 292608"/>
              <a:gd name="connsiteX42" fmla="*/ 172450 w 284502"/>
              <a:gd name="connsiteY42" fmla="*/ 234458 h 292608"/>
              <a:gd name="connsiteX43" fmla="*/ 177308 w 284502"/>
              <a:gd name="connsiteY43" fmla="*/ 229600 h 292608"/>
              <a:gd name="connsiteX44" fmla="*/ 198777 w 284502"/>
              <a:gd name="connsiteY44" fmla="*/ 251079 h 292608"/>
              <a:gd name="connsiteX45" fmla="*/ 177308 w 284502"/>
              <a:gd name="connsiteY45" fmla="*/ 272558 h 292608"/>
              <a:gd name="connsiteX46" fmla="*/ 172450 w 284502"/>
              <a:gd name="connsiteY46" fmla="*/ 267700 h 292608"/>
              <a:gd name="connsiteX47" fmla="*/ 185652 w 284502"/>
              <a:gd name="connsiteY47" fmla="*/ 254508 h 292608"/>
              <a:gd name="connsiteX48" fmla="*/ 41529 w 284502"/>
              <a:gd name="connsiteY48" fmla="*/ 254508 h 292608"/>
              <a:gd name="connsiteX49" fmla="*/ 41529 w 284502"/>
              <a:gd name="connsiteY49" fmla="*/ 247650 h 292608"/>
              <a:gd name="connsiteX50" fmla="*/ 185652 w 284502"/>
              <a:gd name="connsiteY50" fmla="*/ 247650 h 292608"/>
              <a:gd name="connsiteX51" fmla="*/ 41529 w 284502"/>
              <a:gd name="connsiteY51" fmla="*/ 209550 h 292608"/>
              <a:gd name="connsiteX52" fmla="*/ 138017 w 284502"/>
              <a:gd name="connsiteY52" fmla="*/ 209550 h 292608"/>
              <a:gd name="connsiteX53" fmla="*/ 124825 w 284502"/>
              <a:gd name="connsiteY53" fmla="*/ 196358 h 292608"/>
              <a:gd name="connsiteX54" fmla="*/ 129673 w 284502"/>
              <a:gd name="connsiteY54" fmla="*/ 191500 h 292608"/>
              <a:gd name="connsiteX55" fmla="*/ 151152 w 284502"/>
              <a:gd name="connsiteY55" fmla="*/ 212979 h 292608"/>
              <a:gd name="connsiteX56" fmla="*/ 129673 w 284502"/>
              <a:gd name="connsiteY56" fmla="*/ 234458 h 292608"/>
              <a:gd name="connsiteX57" fmla="*/ 124825 w 284502"/>
              <a:gd name="connsiteY57" fmla="*/ 229600 h 292608"/>
              <a:gd name="connsiteX58" fmla="*/ 138017 w 284502"/>
              <a:gd name="connsiteY58" fmla="*/ 216408 h 292608"/>
              <a:gd name="connsiteX59" fmla="*/ 41529 w 284502"/>
              <a:gd name="connsiteY59" fmla="*/ 216408 h 292608"/>
              <a:gd name="connsiteX60" fmla="*/ 41529 w 284502"/>
              <a:gd name="connsiteY60"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178308 w 284502"/>
              <a:gd name="connsiteY19" fmla="*/ 57150 h 292608"/>
              <a:gd name="connsiteX20" fmla="*/ 178308 w 284502"/>
              <a:gd name="connsiteY20" fmla="*/ 11706 h 292608"/>
              <a:gd name="connsiteX21" fmla="*/ 228600 w 284502"/>
              <a:gd name="connsiteY21" fmla="*/ 171450 h 292608"/>
              <a:gd name="connsiteX22" fmla="*/ 41529 w 284502"/>
              <a:gd name="connsiteY22" fmla="*/ 171450 h 292608"/>
              <a:gd name="connsiteX23" fmla="*/ 41529 w 284502"/>
              <a:gd name="connsiteY23" fmla="*/ 178318 h 292608"/>
              <a:gd name="connsiteX24" fmla="*/ 228600 w 284502"/>
              <a:gd name="connsiteY24" fmla="*/ 178318 h 292608"/>
              <a:gd name="connsiteX25" fmla="*/ 228600 w 284502"/>
              <a:gd name="connsiteY25" fmla="*/ 285750 h 292608"/>
              <a:gd name="connsiteX26" fmla="*/ 6858 w 284502"/>
              <a:gd name="connsiteY26" fmla="*/ 285750 h 292608"/>
              <a:gd name="connsiteX27" fmla="*/ 171450 w 284502"/>
              <a:gd name="connsiteY27" fmla="*/ 6858 h 292608"/>
              <a:gd name="connsiteX28" fmla="*/ 171450 w 284502"/>
              <a:gd name="connsiteY28" fmla="*/ 60579 h 292608"/>
              <a:gd name="connsiteX29" fmla="*/ 228600 w 284502"/>
              <a:gd name="connsiteY29" fmla="*/ 171450 h 292608"/>
              <a:gd name="connsiteX30" fmla="*/ 172450 w 284502"/>
              <a:gd name="connsiteY30" fmla="*/ 120148 h 292608"/>
              <a:gd name="connsiteX31" fmla="*/ 177308 w 284502"/>
              <a:gd name="connsiteY31" fmla="*/ 115300 h 292608"/>
              <a:gd name="connsiteX32" fmla="*/ 198777 w 284502"/>
              <a:gd name="connsiteY32" fmla="*/ 136779 h 292608"/>
              <a:gd name="connsiteX33" fmla="*/ 177308 w 284502"/>
              <a:gd name="connsiteY33" fmla="*/ 158258 h 292608"/>
              <a:gd name="connsiteX34" fmla="*/ 172450 w 284502"/>
              <a:gd name="connsiteY34" fmla="*/ 153410 h 292608"/>
              <a:gd name="connsiteX35" fmla="*/ 185652 w 284502"/>
              <a:gd name="connsiteY35" fmla="*/ 140208 h 292608"/>
              <a:gd name="connsiteX36" fmla="*/ 41529 w 284502"/>
              <a:gd name="connsiteY36" fmla="*/ 140208 h 292608"/>
              <a:gd name="connsiteX37" fmla="*/ 41529 w 284502"/>
              <a:gd name="connsiteY37" fmla="*/ 133350 h 292608"/>
              <a:gd name="connsiteX38" fmla="*/ 185652 w 284502"/>
              <a:gd name="connsiteY38" fmla="*/ 133350 h 292608"/>
              <a:gd name="connsiteX39" fmla="*/ 172450 w 284502"/>
              <a:gd name="connsiteY39" fmla="*/ 120148 h 292608"/>
              <a:gd name="connsiteX40" fmla="*/ 185652 w 284502"/>
              <a:gd name="connsiteY40" fmla="*/ 247650 h 292608"/>
              <a:gd name="connsiteX41" fmla="*/ 172450 w 284502"/>
              <a:gd name="connsiteY41" fmla="*/ 234458 h 292608"/>
              <a:gd name="connsiteX42" fmla="*/ 177308 w 284502"/>
              <a:gd name="connsiteY42" fmla="*/ 229600 h 292608"/>
              <a:gd name="connsiteX43" fmla="*/ 198777 w 284502"/>
              <a:gd name="connsiteY43" fmla="*/ 251079 h 292608"/>
              <a:gd name="connsiteX44" fmla="*/ 177308 w 284502"/>
              <a:gd name="connsiteY44" fmla="*/ 272558 h 292608"/>
              <a:gd name="connsiteX45" fmla="*/ 172450 w 284502"/>
              <a:gd name="connsiteY45" fmla="*/ 267700 h 292608"/>
              <a:gd name="connsiteX46" fmla="*/ 185652 w 284502"/>
              <a:gd name="connsiteY46" fmla="*/ 254508 h 292608"/>
              <a:gd name="connsiteX47" fmla="*/ 41529 w 284502"/>
              <a:gd name="connsiteY47" fmla="*/ 254508 h 292608"/>
              <a:gd name="connsiteX48" fmla="*/ 41529 w 284502"/>
              <a:gd name="connsiteY48" fmla="*/ 247650 h 292608"/>
              <a:gd name="connsiteX49" fmla="*/ 185652 w 284502"/>
              <a:gd name="connsiteY49" fmla="*/ 247650 h 292608"/>
              <a:gd name="connsiteX50" fmla="*/ 41529 w 284502"/>
              <a:gd name="connsiteY50" fmla="*/ 209550 h 292608"/>
              <a:gd name="connsiteX51" fmla="*/ 138017 w 284502"/>
              <a:gd name="connsiteY51" fmla="*/ 209550 h 292608"/>
              <a:gd name="connsiteX52" fmla="*/ 124825 w 284502"/>
              <a:gd name="connsiteY52" fmla="*/ 196358 h 292608"/>
              <a:gd name="connsiteX53" fmla="*/ 129673 w 284502"/>
              <a:gd name="connsiteY53" fmla="*/ 191500 h 292608"/>
              <a:gd name="connsiteX54" fmla="*/ 151152 w 284502"/>
              <a:gd name="connsiteY54" fmla="*/ 212979 h 292608"/>
              <a:gd name="connsiteX55" fmla="*/ 129673 w 284502"/>
              <a:gd name="connsiteY55" fmla="*/ 234458 h 292608"/>
              <a:gd name="connsiteX56" fmla="*/ 124825 w 284502"/>
              <a:gd name="connsiteY56" fmla="*/ 229600 h 292608"/>
              <a:gd name="connsiteX57" fmla="*/ 138017 w 284502"/>
              <a:gd name="connsiteY57" fmla="*/ 216408 h 292608"/>
              <a:gd name="connsiteX58" fmla="*/ 41529 w 284502"/>
              <a:gd name="connsiteY58" fmla="*/ 216408 h 292608"/>
              <a:gd name="connsiteX59" fmla="*/ 41529 w 284502"/>
              <a:gd name="connsiteY59"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228600 w 284502"/>
              <a:gd name="connsiteY18" fmla="*/ 171450 h 292608"/>
              <a:gd name="connsiteX19" fmla="*/ 41529 w 284502"/>
              <a:gd name="connsiteY19" fmla="*/ 171450 h 292608"/>
              <a:gd name="connsiteX20" fmla="*/ 41529 w 284502"/>
              <a:gd name="connsiteY20" fmla="*/ 178318 h 292608"/>
              <a:gd name="connsiteX21" fmla="*/ 228600 w 284502"/>
              <a:gd name="connsiteY21" fmla="*/ 178318 h 292608"/>
              <a:gd name="connsiteX22" fmla="*/ 228600 w 284502"/>
              <a:gd name="connsiteY22" fmla="*/ 285750 h 292608"/>
              <a:gd name="connsiteX23" fmla="*/ 6858 w 284502"/>
              <a:gd name="connsiteY23" fmla="*/ 285750 h 292608"/>
              <a:gd name="connsiteX24" fmla="*/ 171450 w 284502"/>
              <a:gd name="connsiteY24" fmla="*/ 6858 h 292608"/>
              <a:gd name="connsiteX25" fmla="*/ 171450 w 284502"/>
              <a:gd name="connsiteY25" fmla="*/ 60579 h 292608"/>
              <a:gd name="connsiteX26" fmla="*/ 228600 w 284502"/>
              <a:gd name="connsiteY26" fmla="*/ 171450 h 292608"/>
              <a:gd name="connsiteX27" fmla="*/ 172450 w 284502"/>
              <a:gd name="connsiteY27" fmla="*/ 120148 h 292608"/>
              <a:gd name="connsiteX28" fmla="*/ 177308 w 284502"/>
              <a:gd name="connsiteY28" fmla="*/ 115300 h 292608"/>
              <a:gd name="connsiteX29" fmla="*/ 198777 w 284502"/>
              <a:gd name="connsiteY29" fmla="*/ 136779 h 292608"/>
              <a:gd name="connsiteX30" fmla="*/ 177308 w 284502"/>
              <a:gd name="connsiteY30" fmla="*/ 158258 h 292608"/>
              <a:gd name="connsiteX31" fmla="*/ 172450 w 284502"/>
              <a:gd name="connsiteY31" fmla="*/ 153410 h 292608"/>
              <a:gd name="connsiteX32" fmla="*/ 185652 w 284502"/>
              <a:gd name="connsiteY32" fmla="*/ 140208 h 292608"/>
              <a:gd name="connsiteX33" fmla="*/ 41529 w 284502"/>
              <a:gd name="connsiteY33" fmla="*/ 140208 h 292608"/>
              <a:gd name="connsiteX34" fmla="*/ 41529 w 284502"/>
              <a:gd name="connsiteY34" fmla="*/ 133350 h 292608"/>
              <a:gd name="connsiteX35" fmla="*/ 185652 w 284502"/>
              <a:gd name="connsiteY35" fmla="*/ 133350 h 292608"/>
              <a:gd name="connsiteX36" fmla="*/ 172450 w 284502"/>
              <a:gd name="connsiteY36" fmla="*/ 120148 h 292608"/>
              <a:gd name="connsiteX37" fmla="*/ 185652 w 284502"/>
              <a:gd name="connsiteY37" fmla="*/ 247650 h 292608"/>
              <a:gd name="connsiteX38" fmla="*/ 172450 w 284502"/>
              <a:gd name="connsiteY38" fmla="*/ 234458 h 292608"/>
              <a:gd name="connsiteX39" fmla="*/ 177308 w 284502"/>
              <a:gd name="connsiteY39" fmla="*/ 229600 h 292608"/>
              <a:gd name="connsiteX40" fmla="*/ 198777 w 284502"/>
              <a:gd name="connsiteY40" fmla="*/ 251079 h 292608"/>
              <a:gd name="connsiteX41" fmla="*/ 177308 w 284502"/>
              <a:gd name="connsiteY41" fmla="*/ 272558 h 292608"/>
              <a:gd name="connsiteX42" fmla="*/ 172450 w 284502"/>
              <a:gd name="connsiteY42" fmla="*/ 267700 h 292608"/>
              <a:gd name="connsiteX43" fmla="*/ 185652 w 284502"/>
              <a:gd name="connsiteY43" fmla="*/ 254508 h 292608"/>
              <a:gd name="connsiteX44" fmla="*/ 41529 w 284502"/>
              <a:gd name="connsiteY44" fmla="*/ 254508 h 292608"/>
              <a:gd name="connsiteX45" fmla="*/ 41529 w 284502"/>
              <a:gd name="connsiteY45" fmla="*/ 247650 h 292608"/>
              <a:gd name="connsiteX46" fmla="*/ 185652 w 284502"/>
              <a:gd name="connsiteY46" fmla="*/ 247650 h 292608"/>
              <a:gd name="connsiteX47" fmla="*/ 41529 w 284502"/>
              <a:gd name="connsiteY47" fmla="*/ 209550 h 292608"/>
              <a:gd name="connsiteX48" fmla="*/ 138017 w 284502"/>
              <a:gd name="connsiteY48" fmla="*/ 209550 h 292608"/>
              <a:gd name="connsiteX49" fmla="*/ 124825 w 284502"/>
              <a:gd name="connsiteY49" fmla="*/ 196358 h 292608"/>
              <a:gd name="connsiteX50" fmla="*/ 129673 w 284502"/>
              <a:gd name="connsiteY50" fmla="*/ 191500 h 292608"/>
              <a:gd name="connsiteX51" fmla="*/ 151152 w 284502"/>
              <a:gd name="connsiteY51" fmla="*/ 212979 h 292608"/>
              <a:gd name="connsiteX52" fmla="*/ 129673 w 284502"/>
              <a:gd name="connsiteY52" fmla="*/ 234458 h 292608"/>
              <a:gd name="connsiteX53" fmla="*/ 124825 w 284502"/>
              <a:gd name="connsiteY53" fmla="*/ 229600 h 292608"/>
              <a:gd name="connsiteX54" fmla="*/ 138017 w 284502"/>
              <a:gd name="connsiteY54" fmla="*/ 216408 h 292608"/>
              <a:gd name="connsiteX55" fmla="*/ 41529 w 284502"/>
              <a:gd name="connsiteY55" fmla="*/ 216408 h 292608"/>
              <a:gd name="connsiteX56" fmla="*/ 41529 w 284502"/>
              <a:gd name="connsiteY56"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228600 w 284502"/>
              <a:gd name="connsiteY18" fmla="*/ 171450 h 292608"/>
              <a:gd name="connsiteX19" fmla="*/ 41529 w 284502"/>
              <a:gd name="connsiteY19" fmla="*/ 171450 h 292608"/>
              <a:gd name="connsiteX20" fmla="*/ 41529 w 284502"/>
              <a:gd name="connsiteY20" fmla="*/ 178318 h 292608"/>
              <a:gd name="connsiteX21" fmla="*/ 228600 w 284502"/>
              <a:gd name="connsiteY21" fmla="*/ 178318 h 292608"/>
              <a:gd name="connsiteX22" fmla="*/ 228600 w 284502"/>
              <a:gd name="connsiteY22" fmla="*/ 285750 h 292608"/>
              <a:gd name="connsiteX23" fmla="*/ 6858 w 284502"/>
              <a:gd name="connsiteY23" fmla="*/ 285750 h 292608"/>
              <a:gd name="connsiteX24" fmla="*/ 171450 w 284502"/>
              <a:gd name="connsiteY24" fmla="*/ 6858 h 292608"/>
              <a:gd name="connsiteX25" fmla="*/ 228600 w 284502"/>
              <a:gd name="connsiteY25" fmla="*/ 171450 h 292608"/>
              <a:gd name="connsiteX26" fmla="*/ 172450 w 284502"/>
              <a:gd name="connsiteY26" fmla="*/ 120148 h 292608"/>
              <a:gd name="connsiteX27" fmla="*/ 177308 w 284502"/>
              <a:gd name="connsiteY27" fmla="*/ 115300 h 292608"/>
              <a:gd name="connsiteX28" fmla="*/ 198777 w 284502"/>
              <a:gd name="connsiteY28" fmla="*/ 136779 h 292608"/>
              <a:gd name="connsiteX29" fmla="*/ 177308 w 284502"/>
              <a:gd name="connsiteY29" fmla="*/ 158258 h 292608"/>
              <a:gd name="connsiteX30" fmla="*/ 172450 w 284502"/>
              <a:gd name="connsiteY30" fmla="*/ 153410 h 292608"/>
              <a:gd name="connsiteX31" fmla="*/ 185652 w 284502"/>
              <a:gd name="connsiteY31" fmla="*/ 140208 h 292608"/>
              <a:gd name="connsiteX32" fmla="*/ 41529 w 284502"/>
              <a:gd name="connsiteY32" fmla="*/ 140208 h 292608"/>
              <a:gd name="connsiteX33" fmla="*/ 41529 w 284502"/>
              <a:gd name="connsiteY33" fmla="*/ 133350 h 292608"/>
              <a:gd name="connsiteX34" fmla="*/ 185652 w 284502"/>
              <a:gd name="connsiteY34" fmla="*/ 133350 h 292608"/>
              <a:gd name="connsiteX35" fmla="*/ 172450 w 284502"/>
              <a:gd name="connsiteY35" fmla="*/ 120148 h 292608"/>
              <a:gd name="connsiteX36" fmla="*/ 185652 w 284502"/>
              <a:gd name="connsiteY36" fmla="*/ 247650 h 292608"/>
              <a:gd name="connsiteX37" fmla="*/ 172450 w 284502"/>
              <a:gd name="connsiteY37" fmla="*/ 234458 h 292608"/>
              <a:gd name="connsiteX38" fmla="*/ 177308 w 284502"/>
              <a:gd name="connsiteY38" fmla="*/ 229600 h 292608"/>
              <a:gd name="connsiteX39" fmla="*/ 198777 w 284502"/>
              <a:gd name="connsiteY39" fmla="*/ 251079 h 292608"/>
              <a:gd name="connsiteX40" fmla="*/ 177308 w 284502"/>
              <a:gd name="connsiteY40" fmla="*/ 272558 h 292608"/>
              <a:gd name="connsiteX41" fmla="*/ 172450 w 284502"/>
              <a:gd name="connsiteY41" fmla="*/ 267700 h 292608"/>
              <a:gd name="connsiteX42" fmla="*/ 185652 w 284502"/>
              <a:gd name="connsiteY42" fmla="*/ 254508 h 292608"/>
              <a:gd name="connsiteX43" fmla="*/ 41529 w 284502"/>
              <a:gd name="connsiteY43" fmla="*/ 254508 h 292608"/>
              <a:gd name="connsiteX44" fmla="*/ 41529 w 284502"/>
              <a:gd name="connsiteY44" fmla="*/ 247650 h 292608"/>
              <a:gd name="connsiteX45" fmla="*/ 185652 w 284502"/>
              <a:gd name="connsiteY45" fmla="*/ 247650 h 292608"/>
              <a:gd name="connsiteX46" fmla="*/ 41529 w 284502"/>
              <a:gd name="connsiteY46" fmla="*/ 209550 h 292608"/>
              <a:gd name="connsiteX47" fmla="*/ 138017 w 284502"/>
              <a:gd name="connsiteY47" fmla="*/ 209550 h 292608"/>
              <a:gd name="connsiteX48" fmla="*/ 124825 w 284502"/>
              <a:gd name="connsiteY48" fmla="*/ 196358 h 292608"/>
              <a:gd name="connsiteX49" fmla="*/ 129673 w 284502"/>
              <a:gd name="connsiteY49" fmla="*/ 191500 h 292608"/>
              <a:gd name="connsiteX50" fmla="*/ 151152 w 284502"/>
              <a:gd name="connsiteY50" fmla="*/ 212979 h 292608"/>
              <a:gd name="connsiteX51" fmla="*/ 129673 w 284502"/>
              <a:gd name="connsiteY51" fmla="*/ 234458 h 292608"/>
              <a:gd name="connsiteX52" fmla="*/ 124825 w 284502"/>
              <a:gd name="connsiteY52" fmla="*/ 229600 h 292608"/>
              <a:gd name="connsiteX53" fmla="*/ 138017 w 284502"/>
              <a:gd name="connsiteY53" fmla="*/ 216408 h 292608"/>
              <a:gd name="connsiteX54" fmla="*/ 41529 w 284502"/>
              <a:gd name="connsiteY54" fmla="*/ 216408 h 292608"/>
              <a:gd name="connsiteX55" fmla="*/ 41529 w 284502"/>
              <a:gd name="connsiteY55"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228600 w 284502"/>
              <a:gd name="connsiteY18" fmla="*/ 171450 h 292608"/>
              <a:gd name="connsiteX19" fmla="*/ 41529 w 284502"/>
              <a:gd name="connsiteY19" fmla="*/ 171450 h 292608"/>
              <a:gd name="connsiteX20" fmla="*/ 41529 w 284502"/>
              <a:gd name="connsiteY20" fmla="*/ 178318 h 292608"/>
              <a:gd name="connsiteX21" fmla="*/ 228600 w 284502"/>
              <a:gd name="connsiteY21" fmla="*/ 178318 h 292608"/>
              <a:gd name="connsiteX22" fmla="*/ 228600 w 284502"/>
              <a:gd name="connsiteY22" fmla="*/ 285750 h 292608"/>
              <a:gd name="connsiteX23" fmla="*/ 6858 w 284502"/>
              <a:gd name="connsiteY23" fmla="*/ 285750 h 292608"/>
              <a:gd name="connsiteX24" fmla="*/ 228600 w 284502"/>
              <a:gd name="connsiteY24" fmla="*/ 171450 h 292608"/>
              <a:gd name="connsiteX25" fmla="*/ 172450 w 284502"/>
              <a:gd name="connsiteY25" fmla="*/ 120148 h 292608"/>
              <a:gd name="connsiteX26" fmla="*/ 177308 w 284502"/>
              <a:gd name="connsiteY26" fmla="*/ 115300 h 292608"/>
              <a:gd name="connsiteX27" fmla="*/ 198777 w 284502"/>
              <a:gd name="connsiteY27" fmla="*/ 136779 h 292608"/>
              <a:gd name="connsiteX28" fmla="*/ 177308 w 284502"/>
              <a:gd name="connsiteY28" fmla="*/ 158258 h 292608"/>
              <a:gd name="connsiteX29" fmla="*/ 172450 w 284502"/>
              <a:gd name="connsiteY29" fmla="*/ 153410 h 292608"/>
              <a:gd name="connsiteX30" fmla="*/ 185652 w 284502"/>
              <a:gd name="connsiteY30" fmla="*/ 140208 h 292608"/>
              <a:gd name="connsiteX31" fmla="*/ 41529 w 284502"/>
              <a:gd name="connsiteY31" fmla="*/ 140208 h 292608"/>
              <a:gd name="connsiteX32" fmla="*/ 41529 w 284502"/>
              <a:gd name="connsiteY32" fmla="*/ 133350 h 292608"/>
              <a:gd name="connsiteX33" fmla="*/ 185652 w 284502"/>
              <a:gd name="connsiteY33" fmla="*/ 133350 h 292608"/>
              <a:gd name="connsiteX34" fmla="*/ 172450 w 284502"/>
              <a:gd name="connsiteY34" fmla="*/ 120148 h 292608"/>
              <a:gd name="connsiteX35" fmla="*/ 185652 w 284502"/>
              <a:gd name="connsiteY35" fmla="*/ 247650 h 292608"/>
              <a:gd name="connsiteX36" fmla="*/ 172450 w 284502"/>
              <a:gd name="connsiteY36" fmla="*/ 234458 h 292608"/>
              <a:gd name="connsiteX37" fmla="*/ 177308 w 284502"/>
              <a:gd name="connsiteY37" fmla="*/ 229600 h 292608"/>
              <a:gd name="connsiteX38" fmla="*/ 198777 w 284502"/>
              <a:gd name="connsiteY38" fmla="*/ 251079 h 292608"/>
              <a:gd name="connsiteX39" fmla="*/ 177308 w 284502"/>
              <a:gd name="connsiteY39" fmla="*/ 272558 h 292608"/>
              <a:gd name="connsiteX40" fmla="*/ 172450 w 284502"/>
              <a:gd name="connsiteY40" fmla="*/ 267700 h 292608"/>
              <a:gd name="connsiteX41" fmla="*/ 185652 w 284502"/>
              <a:gd name="connsiteY41" fmla="*/ 254508 h 292608"/>
              <a:gd name="connsiteX42" fmla="*/ 41529 w 284502"/>
              <a:gd name="connsiteY42" fmla="*/ 254508 h 292608"/>
              <a:gd name="connsiteX43" fmla="*/ 41529 w 284502"/>
              <a:gd name="connsiteY43" fmla="*/ 247650 h 292608"/>
              <a:gd name="connsiteX44" fmla="*/ 185652 w 284502"/>
              <a:gd name="connsiteY44" fmla="*/ 247650 h 292608"/>
              <a:gd name="connsiteX45" fmla="*/ 41529 w 284502"/>
              <a:gd name="connsiteY45" fmla="*/ 209550 h 292608"/>
              <a:gd name="connsiteX46" fmla="*/ 138017 w 284502"/>
              <a:gd name="connsiteY46" fmla="*/ 209550 h 292608"/>
              <a:gd name="connsiteX47" fmla="*/ 124825 w 284502"/>
              <a:gd name="connsiteY47" fmla="*/ 196358 h 292608"/>
              <a:gd name="connsiteX48" fmla="*/ 129673 w 284502"/>
              <a:gd name="connsiteY48" fmla="*/ 191500 h 292608"/>
              <a:gd name="connsiteX49" fmla="*/ 151152 w 284502"/>
              <a:gd name="connsiteY49" fmla="*/ 212979 h 292608"/>
              <a:gd name="connsiteX50" fmla="*/ 129673 w 284502"/>
              <a:gd name="connsiteY50" fmla="*/ 234458 h 292608"/>
              <a:gd name="connsiteX51" fmla="*/ 124825 w 284502"/>
              <a:gd name="connsiteY51" fmla="*/ 229600 h 292608"/>
              <a:gd name="connsiteX52" fmla="*/ 138017 w 284502"/>
              <a:gd name="connsiteY52" fmla="*/ 216408 h 292608"/>
              <a:gd name="connsiteX53" fmla="*/ 41529 w 284502"/>
              <a:gd name="connsiteY53" fmla="*/ 216408 h 292608"/>
              <a:gd name="connsiteX54" fmla="*/ 41529 w 284502"/>
              <a:gd name="connsiteY54" fmla="*/ 209550 h 292608"/>
              <a:gd name="connsiteX0" fmla="*/ 263033 w 284502"/>
              <a:gd name="connsiteY0" fmla="*/ 152400 h 291598"/>
              <a:gd name="connsiteX1" fmla="*/ 258175 w 284502"/>
              <a:gd name="connsiteY1" fmla="*/ 157248 h 291598"/>
              <a:gd name="connsiteX2" fmla="*/ 271377 w 284502"/>
              <a:gd name="connsiteY2" fmla="*/ 170440 h 291598"/>
              <a:gd name="connsiteX3" fmla="*/ 235468 w 284502"/>
              <a:gd name="connsiteY3" fmla="*/ 170440 h 291598"/>
              <a:gd name="connsiteX4" fmla="*/ 235468 w 284502"/>
              <a:gd name="connsiteY4" fmla="*/ 59569 h 291598"/>
              <a:gd name="connsiteX5" fmla="*/ 234467 w 284502"/>
              <a:gd name="connsiteY5" fmla="*/ 57150 h 291598"/>
              <a:gd name="connsiteX6" fmla="*/ 177317 w 284502"/>
              <a:gd name="connsiteY6" fmla="*/ 0 h 291598"/>
              <a:gd name="connsiteX7" fmla="*/ 0 w 284502"/>
              <a:gd name="connsiteY7" fmla="*/ 288169 h 291598"/>
              <a:gd name="connsiteX8" fmla="*/ 3429 w 284502"/>
              <a:gd name="connsiteY8" fmla="*/ 291598 h 291598"/>
              <a:gd name="connsiteX9" fmla="*/ 232029 w 284502"/>
              <a:gd name="connsiteY9" fmla="*/ 291598 h 291598"/>
              <a:gd name="connsiteX10" fmla="*/ 235458 w 284502"/>
              <a:gd name="connsiteY10" fmla="*/ 288169 h 291598"/>
              <a:gd name="connsiteX11" fmla="*/ 235458 w 284502"/>
              <a:gd name="connsiteY11" fmla="*/ 177298 h 291598"/>
              <a:gd name="connsiteX12" fmla="*/ 271367 w 284502"/>
              <a:gd name="connsiteY12" fmla="*/ 177298 h 291598"/>
              <a:gd name="connsiteX13" fmla="*/ 258166 w 284502"/>
              <a:gd name="connsiteY13" fmla="*/ 190490 h 291598"/>
              <a:gd name="connsiteX14" fmla="*/ 263023 w 284502"/>
              <a:gd name="connsiteY14" fmla="*/ 195348 h 291598"/>
              <a:gd name="connsiteX15" fmla="*/ 284502 w 284502"/>
              <a:gd name="connsiteY15" fmla="*/ 173869 h 291598"/>
              <a:gd name="connsiteX16" fmla="*/ 263033 w 284502"/>
              <a:gd name="connsiteY16" fmla="*/ 152400 h 291598"/>
              <a:gd name="connsiteX17" fmla="*/ 228600 w 284502"/>
              <a:gd name="connsiteY17" fmla="*/ 170440 h 291598"/>
              <a:gd name="connsiteX18" fmla="*/ 41529 w 284502"/>
              <a:gd name="connsiteY18" fmla="*/ 170440 h 291598"/>
              <a:gd name="connsiteX19" fmla="*/ 41529 w 284502"/>
              <a:gd name="connsiteY19" fmla="*/ 177308 h 291598"/>
              <a:gd name="connsiteX20" fmla="*/ 228600 w 284502"/>
              <a:gd name="connsiteY20" fmla="*/ 177308 h 291598"/>
              <a:gd name="connsiteX21" fmla="*/ 228600 w 284502"/>
              <a:gd name="connsiteY21" fmla="*/ 284740 h 291598"/>
              <a:gd name="connsiteX22" fmla="*/ 6858 w 284502"/>
              <a:gd name="connsiteY22" fmla="*/ 284740 h 291598"/>
              <a:gd name="connsiteX23" fmla="*/ 228600 w 284502"/>
              <a:gd name="connsiteY23" fmla="*/ 170440 h 291598"/>
              <a:gd name="connsiteX24" fmla="*/ 172450 w 284502"/>
              <a:gd name="connsiteY24" fmla="*/ 119138 h 291598"/>
              <a:gd name="connsiteX25" fmla="*/ 177308 w 284502"/>
              <a:gd name="connsiteY25" fmla="*/ 114290 h 291598"/>
              <a:gd name="connsiteX26" fmla="*/ 198777 w 284502"/>
              <a:gd name="connsiteY26" fmla="*/ 135769 h 291598"/>
              <a:gd name="connsiteX27" fmla="*/ 177308 w 284502"/>
              <a:gd name="connsiteY27" fmla="*/ 157248 h 291598"/>
              <a:gd name="connsiteX28" fmla="*/ 172450 w 284502"/>
              <a:gd name="connsiteY28" fmla="*/ 152400 h 291598"/>
              <a:gd name="connsiteX29" fmla="*/ 185652 w 284502"/>
              <a:gd name="connsiteY29" fmla="*/ 139198 h 291598"/>
              <a:gd name="connsiteX30" fmla="*/ 41529 w 284502"/>
              <a:gd name="connsiteY30" fmla="*/ 139198 h 291598"/>
              <a:gd name="connsiteX31" fmla="*/ 41529 w 284502"/>
              <a:gd name="connsiteY31" fmla="*/ 132340 h 291598"/>
              <a:gd name="connsiteX32" fmla="*/ 185652 w 284502"/>
              <a:gd name="connsiteY32" fmla="*/ 132340 h 291598"/>
              <a:gd name="connsiteX33" fmla="*/ 172450 w 284502"/>
              <a:gd name="connsiteY33" fmla="*/ 119138 h 291598"/>
              <a:gd name="connsiteX34" fmla="*/ 185652 w 284502"/>
              <a:gd name="connsiteY34" fmla="*/ 246640 h 291598"/>
              <a:gd name="connsiteX35" fmla="*/ 172450 w 284502"/>
              <a:gd name="connsiteY35" fmla="*/ 233448 h 291598"/>
              <a:gd name="connsiteX36" fmla="*/ 177308 w 284502"/>
              <a:gd name="connsiteY36" fmla="*/ 228590 h 291598"/>
              <a:gd name="connsiteX37" fmla="*/ 198777 w 284502"/>
              <a:gd name="connsiteY37" fmla="*/ 250069 h 291598"/>
              <a:gd name="connsiteX38" fmla="*/ 177308 w 284502"/>
              <a:gd name="connsiteY38" fmla="*/ 271548 h 291598"/>
              <a:gd name="connsiteX39" fmla="*/ 172450 w 284502"/>
              <a:gd name="connsiteY39" fmla="*/ 266690 h 291598"/>
              <a:gd name="connsiteX40" fmla="*/ 185652 w 284502"/>
              <a:gd name="connsiteY40" fmla="*/ 253498 h 291598"/>
              <a:gd name="connsiteX41" fmla="*/ 41529 w 284502"/>
              <a:gd name="connsiteY41" fmla="*/ 253498 h 291598"/>
              <a:gd name="connsiteX42" fmla="*/ 41529 w 284502"/>
              <a:gd name="connsiteY42" fmla="*/ 246640 h 291598"/>
              <a:gd name="connsiteX43" fmla="*/ 185652 w 284502"/>
              <a:gd name="connsiteY43" fmla="*/ 246640 h 291598"/>
              <a:gd name="connsiteX44" fmla="*/ 41529 w 284502"/>
              <a:gd name="connsiteY44" fmla="*/ 208540 h 291598"/>
              <a:gd name="connsiteX45" fmla="*/ 138017 w 284502"/>
              <a:gd name="connsiteY45" fmla="*/ 208540 h 291598"/>
              <a:gd name="connsiteX46" fmla="*/ 124825 w 284502"/>
              <a:gd name="connsiteY46" fmla="*/ 195348 h 291598"/>
              <a:gd name="connsiteX47" fmla="*/ 129673 w 284502"/>
              <a:gd name="connsiteY47" fmla="*/ 190490 h 291598"/>
              <a:gd name="connsiteX48" fmla="*/ 151152 w 284502"/>
              <a:gd name="connsiteY48" fmla="*/ 211969 h 291598"/>
              <a:gd name="connsiteX49" fmla="*/ 129673 w 284502"/>
              <a:gd name="connsiteY49" fmla="*/ 233448 h 291598"/>
              <a:gd name="connsiteX50" fmla="*/ 124825 w 284502"/>
              <a:gd name="connsiteY50" fmla="*/ 228590 h 291598"/>
              <a:gd name="connsiteX51" fmla="*/ 138017 w 284502"/>
              <a:gd name="connsiteY51" fmla="*/ 215398 h 291598"/>
              <a:gd name="connsiteX52" fmla="*/ 41529 w 284502"/>
              <a:gd name="connsiteY52" fmla="*/ 215398 h 291598"/>
              <a:gd name="connsiteX53" fmla="*/ 41529 w 284502"/>
              <a:gd name="connsiteY53" fmla="*/ 208540 h 291598"/>
              <a:gd name="connsiteX0" fmla="*/ 263033 w 284502"/>
              <a:gd name="connsiteY0" fmla="*/ 95250 h 234448"/>
              <a:gd name="connsiteX1" fmla="*/ 258175 w 284502"/>
              <a:gd name="connsiteY1" fmla="*/ 100098 h 234448"/>
              <a:gd name="connsiteX2" fmla="*/ 271377 w 284502"/>
              <a:gd name="connsiteY2" fmla="*/ 113290 h 234448"/>
              <a:gd name="connsiteX3" fmla="*/ 235468 w 284502"/>
              <a:gd name="connsiteY3" fmla="*/ 113290 h 234448"/>
              <a:gd name="connsiteX4" fmla="*/ 235468 w 284502"/>
              <a:gd name="connsiteY4" fmla="*/ 2419 h 234448"/>
              <a:gd name="connsiteX5" fmla="*/ 234467 w 284502"/>
              <a:gd name="connsiteY5" fmla="*/ 0 h 234448"/>
              <a:gd name="connsiteX6" fmla="*/ 0 w 284502"/>
              <a:gd name="connsiteY6" fmla="*/ 231019 h 234448"/>
              <a:gd name="connsiteX7" fmla="*/ 3429 w 284502"/>
              <a:gd name="connsiteY7" fmla="*/ 234448 h 234448"/>
              <a:gd name="connsiteX8" fmla="*/ 232029 w 284502"/>
              <a:gd name="connsiteY8" fmla="*/ 234448 h 234448"/>
              <a:gd name="connsiteX9" fmla="*/ 235458 w 284502"/>
              <a:gd name="connsiteY9" fmla="*/ 231019 h 234448"/>
              <a:gd name="connsiteX10" fmla="*/ 235458 w 284502"/>
              <a:gd name="connsiteY10" fmla="*/ 120148 h 234448"/>
              <a:gd name="connsiteX11" fmla="*/ 271367 w 284502"/>
              <a:gd name="connsiteY11" fmla="*/ 120148 h 234448"/>
              <a:gd name="connsiteX12" fmla="*/ 258166 w 284502"/>
              <a:gd name="connsiteY12" fmla="*/ 133340 h 234448"/>
              <a:gd name="connsiteX13" fmla="*/ 263023 w 284502"/>
              <a:gd name="connsiteY13" fmla="*/ 138198 h 234448"/>
              <a:gd name="connsiteX14" fmla="*/ 284502 w 284502"/>
              <a:gd name="connsiteY14" fmla="*/ 116719 h 234448"/>
              <a:gd name="connsiteX15" fmla="*/ 263033 w 284502"/>
              <a:gd name="connsiteY15" fmla="*/ 95250 h 234448"/>
              <a:gd name="connsiteX16" fmla="*/ 228600 w 284502"/>
              <a:gd name="connsiteY16" fmla="*/ 113290 h 234448"/>
              <a:gd name="connsiteX17" fmla="*/ 41529 w 284502"/>
              <a:gd name="connsiteY17" fmla="*/ 113290 h 234448"/>
              <a:gd name="connsiteX18" fmla="*/ 41529 w 284502"/>
              <a:gd name="connsiteY18" fmla="*/ 120158 h 234448"/>
              <a:gd name="connsiteX19" fmla="*/ 228600 w 284502"/>
              <a:gd name="connsiteY19" fmla="*/ 120158 h 234448"/>
              <a:gd name="connsiteX20" fmla="*/ 228600 w 284502"/>
              <a:gd name="connsiteY20" fmla="*/ 227590 h 234448"/>
              <a:gd name="connsiteX21" fmla="*/ 6858 w 284502"/>
              <a:gd name="connsiteY21" fmla="*/ 227590 h 234448"/>
              <a:gd name="connsiteX22" fmla="*/ 228600 w 284502"/>
              <a:gd name="connsiteY22" fmla="*/ 113290 h 234448"/>
              <a:gd name="connsiteX23" fmla="*/ 172450 w 284502"/>
              <a:gd name="connsiteY23" fmla="*/ 61988 h 234448"/>
              <a:gd name="connsiteX24" fmla="*/ 177308 w 284502"/>
              <a:gd name="connsiteY24" fmla="*/ 57140 h 234448"/>
              <a:gd name="connsiteX25" fmla="*/ 198777 w 284502"/>
              <a:gd name="connsiteY25" fmla="*/ 78619 h 234448"/>
              <a:gd name="connsiteX26" fmla="*/ 177308 w 284502"/>
              <a:gd name="connsiteY26" fmla="*/ 100098 h 234448"/>
              <a:gd name="connsiteX27" fmla="*/ 172450 w 284502"/>
              <a:gd name="connsiteY27" fmla="*/ 95250 h 234448"/>
              <a:gd name="connsiteX28" fmla="*/ 185652 w 284502"/>
              <a:gd name="connsiteY28" fmla="*/ 82048 h 234448"/>
              <a:gd name="connsiteX29" fmla="*/ 41529 w 284502"/>
              <a:gd name="connsiteY29" fmla="*/ 82048 h 234448"/>
              <a:gd name="connsiteX30" fmla="*/ 41529 w 284502"/>
              <a:gd name="connsiteY30" fmla="*/ 75190 h 234448"/>
              <a:gd name="connsiteX31" fmla="*/ 185652 w 284502"/>
              <a:gd name="connsiteY31" fmla="*/ 75190 h 234448"/>
              <a:gd name="connsiteX32" fmla="*/ 172450 w 284502"/>
              <a:gd name="connsiteY32" fmla="*/ 61988 h 234448"/>
              <a:gd name="connsiteX33" fmla="*/ 185652 w 284502"/>
              <a:gd name="connsiteY33" fmla="*/ 189490 h 234448"/>
              <a:gd name="connsiteX34" fmla="*/ 172450 w 284502"/>
              <a:gd name="connsiteY34" fmla="*/ 176298 h 234448"/>
              <a:gd name="connsiteX35" fmla="*/ 177308 w 284502"/>
              <a:gd name="connsiteY35" fmla="*/ 171440 h 234448"/>
              <a:gd name="connsiteX36" fmla="*/ 198777 w 284502"/>
              <a:gd name="connsiteY36" fmla="*/ 192919 h 234448"/>
              <a:gd name="connsiteX37" fmla="*/ 177308 w 284502"/>
              <a:gd name="connsiteY37" fmla="*/ 214398 h 234448"/>
              <a:gd name="connsiteX38" fmla="*/ 172450 w 284502"/>
              <a:gd name="connsiteY38" fmla="*/ 209540 h 234448"/>
              <a:gd name="connsiteX39" fmla="*/ 185652 w 284502"/>
              <a:gd name="connsiteY39" fmla="*/ 196348 h 234448"/>
              <a:gd name="connsiteX40" fmla="*/ 41529 w 284502"/>
              <a:gd name="connsiteY40" fmla="*/ 196348 h 234448"/>
              <a:gd name="connsiteX41" fmla="*/ 41529 w 284502"/>
              <a:gd name="connsiteY41" fmla="*/ 189490 h 234448"/>
              <a:gd name="connsiteX42" fmla="*/ 185652 w 284502"/>
              <a:gd name="connsiteY42" fmla="*/ 189490 h 234448"/>
              <a:gd name="connsiteX43" fmla="*/ 41529 w 284502"/>
              <a:gd name="connsiteY43" fmla="*/ 151390 h 234448"/>
              <a:gd name="connsiteX44" fmla="*/ 138017 w 284502"/>
              <a:gd name="connsiteY44" fmla="*/ 151390 h 234448"/>
              <a:gd name="connsiteX45" fmla="*/ 124825 w 284502"/>
              <a:gd name="connsiteY45" fmla="*/ 138198 h 234448"/>
              <a:gd name="connsiteX46" fmla="*/ 129673 w 284502"/>
              <a:gd name="connsiteY46" fmla="*/ 133340 h 234448"/>
              <a:gd name="connsiteX47" fmla="*/ 151152 w 284502"/>
              <a:gd name="connsiteY47" fmla="*/ 154819 h 234448"/>
              <a:gd name="connsiteX48" fmla="*/ 129673 w 284502"/>
              <a:gd name="connsiteY48" fmla="*/ 176298 h 234448"/>
              <a:gd name="connsiteX49" fmla="*/ 124825 w 284502"/>
              <a:gd name="connsiteY49" fmla="*/ 171440 h 234448"/>
              <a:gd name="connsiteX50" fmla="*/ 138017 w 284502"/>
              <a:gd name="connsiteY50" fmla="*/ 158248 h 234448"/>
              <a:gd name="connsiteX51" fmla="*/ 41529 w 284502"/>
              <a:gd name="connsiteY51" fmla="*/ 158248 h 234448"/>
              <a:gd name="connsiteX52" fmla="*/ 41529 w 284502"/>
              <a:gd name="connsiteY52" fmla="*/ 151390 h 234448"/>
              <a:gd name="connsiteX0" fmla="*/ 263033 w 284502"/>
              <a:gd name="connsiteY0" fmla="*/ 92831 h 232029"/>
              <a:gd name="connsiteX1" fmla="*/ 258175 w 284502"/>
              <a:gd name="connsiteY1" fmla="*/ 97679 h 232029"/>
              <a:gd name="connsiteX2" fmla="*/ 271377 w 284502"/>
              <a:gd name="connsiteY2" fmla="*/ 110871 h 232029"/>
              <a:gd name="connsiteX3" fmla="*/ 235468 w 284502"/>
              <a:gd name="connsiteY3" fmla="*/ 110871 h 232029"/>
              <a:gd name="connsiteX4" fmla="*/ 235468 w 284502"/>
              <a:gd name="connsiteY4" fmla="*/ 0 h 232029"/>
              <a:gd name="connsiteX5" fmla="*/ 0 w 284502"/>
              <a:gd name="connsiteY5" fmla="*/ 228600 h 232029"/>
              <a:gd name="connsiteX6" fmla="*/ 3429 w 284502"/>
              <a:gd name="connsiteY6" fmla="*/ 232029 h 232029"/>
              <a:gd name="connsiteX7" fmla="*/ 232029 w 284502"/>
              <a:gd name="connsiteY7" fmla="*/ 232029 h 232029"/>
              <a:gd name="connsiteX8" fmla="*/ 235458 w 284502"/>
              <a:gd name="connsiteY8" fmla="*/ 228600 h 232029"/>
              <a:gd name="connsiteX9" fmla="*/ 235458 w 284502"/>
              <a:gd name="connsiteY9" fmla="*/ 117729 h 232029"/>
              <a:gd name="connsiteX10" fmla="*/ 271367 w 284502"/>
              <a:gd name="connsiteY10" fmla="*/ 117729 h 232029"/>
              <a:gd name="connsiteX11" fmla="*/ 258166 w 284502"/>
              <a:gd name="connsiteY11" fmla="*/ 130921 h 232029"/>
              <a:gd name="connsiteX12" fmla="*/ 263023 w 284502"/>
              <a:gd name="connsiteY12" fmla="*/ 135779 h 232029"/>
              <a:gd name="connsiteX13" fmla="*/ 284502 w 284502"/>
              <a:gd name="connsiteY13" fmla="*/ 114300 h 232029"/>
              <a:gd name="connsiteX14" fmla="*/ 263033 w 284502"/>
              <a:gd name="connsiteY14" fmla="*/ 92831 h 232029"/>
              <a:gd name="connsiteX15" fmla="*/ 228600 w 284502"/>
              <a:gd name="connsiteY15" fmla="*/ 110871 h 232029"/>
              <a:gd name="connsiteX16" fmla="*/ 41529 w 284502"/>
              <a:gd name="connsiteY16" fmla="*/ 110871 h 232029"/>
              <a:gd name="connsiteX17" fmla="*/ 41529 w 284502"/>
              <a:gd name="connsiteY17" fmla="*/ 117739 h 232029"/>
              <a:gd name="connsiteX18" fmla="*/ 228600 w 284502"/>
              <a:gd name="connsiteY18" fmla="*/ 117739 h 232029"/>
              <a:gd name="connsiteX19" fmla="*/ 228600 w 284502"/>
              <a:gd name="connsiteY19" fmla="*/ 225171 h 232029"/>
              <a:gd name="connsiteX20" fmla="*/ 6858 w 284502"/>
              <a:gd name="connsiteY20" fmla="*/ 225171 h 232029"/>
              <a:gd name="connsiteX21" fmla="*/ 228600 w 284502"/>
              <a:gd name="connsiteY21" fmla="*/ 110871 h 232029"/>
              <a:gd name="connsiteX22" fmla="*/ 172450 w 284502"/>
              <a:gd name="connsiteY22" fmla="*/ 59569 h 232029"/>
              <a:gd name="connsiteX23" fmla="*/ 177308 w 284502"/>
              <a:gd name="connsiteY23" fmla="*/ 54721 h 232029"/>
              <a:gd name="connsiteX24" fmla="*/ 198777 w 284502"/>
              <a:gd name="connsiteY24" fmla="*/ 76200 h 232029"/>
              <a:gd name="connsiteX25" fmla="*/ 177308 w 284502"/>
              <a:gd name="connsiteY25" fmla="*/ 97679 h 232029"/>
              <a:gd name="connsiteX26" fmla="*/ 172450 w 284502"/>
              <a:gd name="connsiteY26" fmla="*/ 92831 h 232029"/>
              <a:gd name="connsiteX27" fmla="*/ 185652 w 284502"/>
              <a:gd name="connsiteY27" fmla="*/ 79629 h 232029"/>
              <a:gd name="connsiteX28" fmla="*/ 41529 w 284502"/>
              <a:gd name="connsiteY28" fmla="*/ 79629 h 232029"/>
              <a:gd name="connsiteX29" fmla="*/ 41529 w 284502"/>
              <a:gd name="connsiteY29" fmla="*/ 72771 h 232029"/>
              <a:gd name="connsiteX30" fmla="*/ 185652 w 284502"/>
              <a:gd name="connsiteY30" fmla="*/ 72771 h 232029"/>
              <a:gd name="connsiteX31" fmla="*/ 172450 w 284502"/>
              <a:gd name="connsiteY31" fmla="*/ 59569 h 232029"/>
              <a:gd name="connsiteX32" fmla="*/ 185652 w 284502"/>
              <a:gd name="connsiteY32" fmla="*/ 187071 h 232029"/>
              <a:gd name="connsiteX33" fmla="*/ 172450 w 284502"/>
              <a:gd name="connsiteY33" fmla="*/ 173879 h 232029"/>
              <a:gd name="connsiteX34" fmla="*/ 177308 w 284502"/>
              <a:gd name="connsiteY34" fmla="*/ 169021 h 232029"/>
              <a:gd name="connsiteX35" fmla="*/ 198777 w 284502"/>
              <a:gd name="connsiteY35" fmla="*/ 190500 h 232029"/>
              <a:gd name="connsiteX36" fmla="*/ 177308 w 284502"/>
              <a:gd name="connsiteY36" fmla="*/ 211979 h 232029"/>
              <a:gd name="connsiteX37" fmla="*/ 172450 w 284502"/>
              <a:gd name="connsiteY37" fmla="*/ 207121 h 232029"/>
              <a:gd name="connsiteX38" fmla="*/ 185652 w 284502"/>
              <a:gd name="connsiteY38" fmla="*/ 193929 h 232029"/>
              <a:gd name="connsiteX39" fmla="*/ 41529 w 284502"/>
              <a:gd name="connsiteY39" fmla="*/ 193929 h 232029"/>
              <a:gd name="connsiteX40" fmla="*/ 41529 w 284502"/>
              <a:gd name="connsiteY40" fmla="*/ 187071 h 232029"/>
              <a:gd name="connsiteX41" fmla="*/ 185652 w 284502"/>
              <a:gd name="connsiteY41" fmla="*/ 187071 h 232029"/>
              <a:gd name="connsiteX42" fmla="*/ 41529 w 284502"/>
              <a:gd name="connsiteY42" fmla="*/ 148971 h 232029"/>
              <a:gd name="connsiteX43" fmla="*/ 138017 w 284502"/>
              <a:gd name="connsiteY43" fmla="*/ 148971 h 232029"/>
              <a:gd name="connsiteX44" fmla="*/ 124825 w 284502"/>
              <a:gd name="connsiteY44" fmla="*/ 135779 h 232029"/>
              <a:gd name="connsiteX45" fmla="*/ 129673 w 284502"/>
              <a:gd name="connsiteY45" fmla="*/ 130921 h 232029"/>
              <a:gd name="connsiteX46" fmla="*/ 151152 w 284502"/>
              <a:gd name="connsiteY46" fmla="*/ 152400 h 232029"/>
              <a:gd name="connsiteX47" fmla="*/ 129673 w 284502"/>
              <a:gd name="connsiteY47" fmla="*/ 173879 h 232029"/>
              <a:gd name="connsiteX48" fmla="*/ 124825 w 284502"/>
              <a:gd name="connsiteY48" fmla="*/ 169021 h 232029"/>
              <a:gd name="connsiteX49" fmla="*/ 138017 w 284502"/>
              <a:gd name="connsiteY49" fmla="*/ 155829 h 232029"/>
              <a:gd name="connsiteX50" fmla="*/ 41529 w 284502"/>
              <a:gd name="connsiteY50" fmla="*/ 155829 h 232029"/>
              <a:gd name="connsiteX51" fmla="*/ 41529 w 284502"/>
              <a:gd name="connsiteY51" fmla="*/ 148971 h 232029"/>
              <a:gd name="connsiteX0" fmla="*/ 263033 w 284502"/>
              <a:gd name="connsiteY0" fmla="*/ 38110 h 177308"/>
              <a:gd name="connsiteX1" fmla="*/ 258175 w 284502"/>
              <a:gd name="connsiteY1" fmla="*/ 42958 h 177308"/>
              <a:gd name="connsiteX2" fmla="*/ 271377 w 284502"/>
              <a:gd name="connsiteY2" fmla="*/ 56150 h 177308"/>
              <a:gd name="connsiteX3" fmla="*/ 235468 w 284502"/>
              <a:gd name="connsiteY3" fmla="*/ 56150 h 177308"/>
              <a:gd name="connsiteX4" fmla="*/ 0 w 284502"/>
              <a:gd name="connsiteY4" fmla="*/ 173879 h 177308"/>
              <a:gd name="connsiteX5" fmla="*/ 3429 w 284502"/>
              <a:gd name="connsiteY5" fmla="*/ 177308 h 177308"/>
              <a:gd name="connsiteX6" fmla="*/ 232029 w 284502"/>
              <a:gd name="connsiteY6" fmla="*/ 177308 h 177308"/>
              <a:gd name="connsiteX7" fmla="*/ 235458 w 284502"/>
              <a:gd name="connsiteY7" fmla="*/ 173879 h 177308"/>
              <a:gd name="connsiteX8" fmla="*/ 235458 w 284502"/>
              <a:gd name="connsiteY8" fmla="*/ 63008 h 177308"/>
              <a:gd name="connsiteX9" fmla="*/ 271367 w 284502"/>
              <a:gd name="connsiteY9" fmla="*/ 63008 h 177308"/>
              <a:gd name="connsiteX10" fmla="*/ 258166 w 284502"/>
              <a:gd name="connsiteY10" fmla="*/ 76200 h 177308"/>
              <a:gd name="connsiteX11" fmla="*/ 263023 w 284502"/>
              <a:gd name="connsiteY11" fmla="*/ 81058 h 177308"/>
              <a:gd name="connsiteX12" fmla="*/ 284502 w 284502"/>
              <a:gd name="connsiteY12" fmla="*/ 59579 h 177308"/>
              <a:gd name="connsiteX13" fmla="*/ 263033 w 284502"/>
              <a:gd name="connsiteY13" fmla="*/ 38110 h 177308"/>
              <a:gd name="connsiteX14" fmla="*/ 228600 w 284502"/>
              <a:gd name="connsiteY14" fmla="*/ 56150 h 177308"/>
              <a:gd name="connsiteX15" fmla="*/ 41529 w 284502"/>
              <a:gd name="connsiteY15" fmla="*/ 56150 h 177308"/>
              <a:gd name="connsiteX16" fmla="*/ 41529 w 284502"/>
              <a:gd name="connsiteY16" fmla="*/ 63018 h 177308"/>
              <a:gd name="connsiteX17" fmla="*/ 228600 w 284502"/>
              <a:gd name="connsiteY17" fmla="*/ 63018 h 177308"/>
              <a:gd name="connsiteX18" fmla="*/ 228600 w 284502"/>
              <a:gd name="connsiteY18" fmla="*/ 170450 h 177308"/>
              <a:gd name="connsiteX19" fmla="*/ 6858 w 284502"/>
              <a:gd name="connsiteY19" fmla="*/ 170450 h 177308"/>
              <a:gd name="connsiteX20" fmla="*/ 228600 w 284502"/>
              <a:gd name="connsiteY20" fmla="*/ 56150 h 177308"/>
              <a:gd name="connsiteX21" fmla="*/ 172450 w 284502"/>
              <a:gd name="connsiteY21" fmla="*/ 4848 h 177308"/>
              <a:gd name="connsiteX22" fmla="*/ 177308 w 284502"/>
              <a:gd name="connsiteY22" fmla="*/ 0 h 177308"/>
              <a:gd name="connsiteX23" fmla="*/ 198777 w 284502"/>
              <a:gd name="connsiteY23" fmla="*/ 21479 h 177308"/>
              <a:gd name="connsiteX24" fmla="*/ 177308 w 284502"/>
              <a:gd name="connsiteY24" fmla="*/ 42958 h 177308"/>
              <a:gd name="connsiteX25" fmla="*/ 172450 w 284502"/>
              <a:gd name="connsiteY25" fmla="*/ 38110 h 177308"/>
              <a:gd name="connsiteX26" fmla="*/ 185652 w 284502"/>
              <a:gd name="connsiteY26" fmla="*/ 24908 h 177308"/>
              <a:gd name="connsiteX27" fmla="*/ 41529 w 284502"/>
              <a:gd name="connsiteY27" fmla="*/ 24908 h 177308"/>
              <a:gd name="connsiteX28" fmla="*/ 41529 w 284502"/>
              <a:gd name="connsiteY28" fmla="*/ 18050 h 177308"/>
              <a:gd name="connsiteX29" fmla="*/ 185652 w 284502"/>
              <a:gd name="connsiteY29" fmla="*/ 18050 h 177308"/>
              <a:gd name="connsiteX30" fmla="*/ 172450 w 284502"/>
              <a:gd name="connsiteY30" fmla="*/ 4848 h 177308"/>
              <a:gd name="connsiteX31" fmla="*/ 185652 w 284502"/>
              <a:gd name="connsiteY31" fmla="*/ 132350 h 177308"/>
              <a:gd name="connsiteX32" fmla="*/ 172450 w 284502"/>
              <a:gd name="connsiteY32" fmla="*/ 119158 h 177308"/>
              <a:gd name="connsiteX33" fmla="*/ 177308 w 284502"/>
              <a:gd name="connsiteY33" fmla="*/ 114300 h 177308"/>
              <a:gd name="connsiteX34" fmla="*/ 198777 w 284502"/>
              <a:gd name="connsiteY34" fmla="*/ 135779 h 177308"/>
              <a:gd name="connsiteX35" fmla="*/ 177308 w 284502"/>
              <a:gd name="connsiteY35" fmla="*/ 157258 h 177308"/>
              <a:gd name="connsiteX36" fmla="*/ 172450 w 284502"/>
              <a:gd name="connsiteY36" fmla="*/ 152400 h 177308"/>
              <a:gd name="connsiteX37" fmla="*/ 185652 w 284502"/>
              <a:gd name="connsiteY37" fmla="*/ 139208 h 177308"/>
              <a:gd name="connsiteX38" fmla="*/ 41529 w 284502"/>
              <a:gd name="connsiteY38" fmla="*/ 139208 h 177308"/>
              <a:gd name="connsiteX39" fmla="*/ 41529 w 284502"/>
              <a:gd name="connsiteY39" fmla="*/ 132350 h 177308"/>
              <a:gd name="connsiteX40" fmla="*/ 185652 w 284502"/>
              <a:gd name="connsiteY40" fmla="*/ 132350 h 177308"/>
              <a:gd name="connsiteX41" fmla="*/ 41529 w 284502"/>
              <a:gd name="connsiteY41" fmla="*/ 94250 h 177308"/>
              <a:gd name="connsiteX42" fmla="*/ 138017 w 284502"/>
              <a:gd name="connsiteY42" fmla="*/ 94250 h 177308"/>
              <a:gd name="connsiteX43" fmla="*/ 124825 w 284502"/>
              <a:gd name="connsiteY43" fmla="*/ 81058 h 177308"/>
              <a:gd name="connsiteX44" fmla="*/ 129673 w 284502"/>
              <a:gd name="connsiteY44" fmla="*/ 76200 h 177308"/>
              <a:gd name="connsiteX45" fmla="*/ 151152 w 284502"/>
              <a:gd name="connsiteY45" fmla="*/ 97679 h 177308"/>
              <a:gd name="connsiteX46" fmla="*/ 129673 w 284502"/>
              <a:gd name="connsiteY46" fmla="*/ 119158 h 177308"/>
              <a:gd name="connsiteX47" fmla="*/ 124825 w 284502"/>
              <a:gd name="connsiteY47" fmla="*/ 114300 h 177308"/>
              <a:gd name="connsiteX48" fmla="*/ 138017 w 284502"/>
              <a:gd name="connsiteY48" fmla="*/ 101108 h 177308"/>
              <a:gd name="connsiteX49" fmla="*/ 41529 w 284502"/>
              <a:gd name="connsiteY49" fmla="*/ 101108 h 177308"/>
              <a:gd name="connsiteX50" fmla="*/ 41529 w 284502"/>
              <a:gd name="connsiteY50" fmla="*/ 94250 h 177308"/>
              <a:gd name="connsiteX0" fmla="*/ 263033 w 284502"/>
              <a:gd name="connsiteY0" fmla="*/ 38110 h 177308"/>
              <a:gd name="connsiteX1" fmla="*/ 258175 w 284502"/>
              <a:gd name="connsiteY1" fmla="*/ 42958 h 177308"/>
              <a:gd name="connsiteX2" fmla="*/ 271377 w 284502"/>
              <a:gd name="connsiteY2" fmla="*/ 56150 h 177308"/>
              <a:gd name="connsiteX3" fmla="*/ 235468 w 284502"/>
              <a:gd name="connsiteY3" fmla="*/ 56150 h 177308"/>
              <a:gd name="connsiteX4" fmla="*/ 0 w 284502"/>
              <a:gd name="connsiteY4" fmla="*/ 173879 h 177308"/>
              <a:gd name="connsiteX5" fmla="*/ 3429 w 284502"/>
              <a:gd name="connsiteY5" fmla="*/ 177308 h 177308"/>
              <a:gd name="connsiteX6" fmla="*/ 232029 w 284502"/>
              <a:gd name="connsiteY6" fmla="*/ 177308 h 177308"/>
              <a:gd name="connsiteX7" fmla="*/ 235458 w 284502"/>
              <a:gd name="connsiteY7" fmla="*/ 173879 h 177308"/>
              <a:gd name="connsiteX8" fmla="*/ 235458 w 284502"/>
              <a:gd name="connsiteY8" fmla="*/ 63008 h 177308"/>
              <a:gd name="connsiteX9" fmla="*/ 271367 w 284502"/>
              <a:gd name="connsiteY9" fmla="*/ 63008 h 177308"/>
              <a:gd name="connsiteX10" fmla="*/ 258166 w 284502"/>
              <a:gd name="connsiteY10" fmla="*/ 76200 h 177308"/>
              <a:gd name="connsiteX11" fmla="*/ 263023 w 284502"/>
              <a:gd name="connsiteY11" fmla="*/ 81058 h 177308"/>
              <a:gd name="connsiteX12" fmla="*/ 284502 w 284502"/>
              <a:gd name="connsiteY12" fmla="*/ 59579 h 177308"/>
              <a:gd name="connsiteX13" fmla="*/ 263033 w 284502"/>
              <a:gd name="connsiteY13" fmla="*/ 38110 h 177308"/>
              <a:gd name="connsiteX14" fmla="*/ 228600 w 284502"/>
              <a:gd name="connsiteY14" fmla="*/ 56150 h 177308"/>
              <a:gd name="connsiteX15" fmla="*/ 41529 w 284502"/>
              <a:gd name="connsiteY15" fmla="*/ 56150 h 177308"/>
              <a:gd name="connsiteX16" fmla="*/ 41529 w 284502"/>
              <a:gd name="connsiteY16" fmla="*/ 63018 h 177308"/>
              <a:gd name="connsiteX17" fmla="*/ 228600 w 284502"/>
              <a:gd name="connsiteY17" fmla="*/ 63018 h 177308"/>
              <a:gd name="connsiteX18" fmla="*/ 6858 w 284502"/>
              <a:gd name="connsiteY18" fmla="*/ 170450 h 177308"/>
              <a:gd name="connsiteX19" fmla="*/ 228600 w 284502"/>
              <a:gd name="connsiteY19" fmla="*/ 56150 h 177308"/>
              <a:gd name="connsiteX20" fmla="*/ 172450 w 284502"/>
              <a:gd name="connsiteY20" fmla="*/ 4848 h 177308"/>
              <a:gd name="connsiteX21" fmla="*/ 177308 w 284502"/>
              <a:gd name="connsiteY21" fmla="*/ 0 h 177308"/>
              <a:gd name="connsiteX22" fmla="*/ 198777 w 284502"/>
              <a:gd name="connsiteY22" fmla="*/ 21479 h 177308"/>
              <a:gd name="connsiteX23" fmla="*/ 177308 w 284502"/>
              <a:gd name="connsiteY23" fmla="*/ 42958 h 177308"/>
              <a:gd name="connsiteX24" fmla="*/ 172450 w 284502"/>
              <a:gd name="connsiteY24" fmla="*/ 38110 h 177308"/>
              <a:gd name="connsiteX25" fmla="*/ 185652 w 284502"/>
              <a:gd name="connsiteY25" fmla="*/ 24908 h 177308"/>
              <a:gd name="connsiteX26" fmla="*/ 41529 w 284502"/>
              <a:gd name="connsiteY26" fmla="*/ 24908 h 177308"/>
              <a:gd name="connsiteX27" fmla="*/ 41529 w 284502"/>
              <a:gd name="connsiteY27" fmla="*/ 18050 h 177308"/>
              <a:gd name="connsiteX28" fmla="*/ 185652 w 284502"/>
              <a:gd name="connsiteY28" fmla="*/ 18050 h 177308"/>
              <a:gd name="connsiteX29" fmla="*/ 172450 w 284502"/>
              <a:gd name="connsiteY29" fmla="*/ 4848 h 177308"/>
              <a:gd name="connsiteX30" fmla="*/ 185652 w 284502"/>
              <a:gd name="connsiteY30" fmla="*/ 132350 h 177308"/>
              <a:gd name="connsiteX31" fmla="*/ 172450 w 284502"/>
              <a:gd name="connsiteY31" fmla="*/ 119158 h 177308"/>
              <a:gd name="connsiteX32" fmla="*/ 177308 w 284502"/>
              <a:gd name="connsiteY32" fmla="*/ 114300 h 177308"/>
              <a:gd name="connsiteX33" fmla="*/ 198777 w 284502"/>
              <a:gd name="connsiteY33" fmla="*/ 135779 h 177308"/>
              <a:gd name="connsiteX34" fmla="*/ 177308 w 284502"/>
              <a:gd name="connsiteY34" fmla="*/ 157258 h 177308"/>
              <a:gd name="connsiteX35" fmla="*/ 172450 w 284502"/>
              <a:gd name="connsiteY35" fmla="*/ 152400 h 177308"/>
              <a:gd name="connsiteX36" fmla="*/ 185652 w 284502"/>
              <a:gd name="connsiteY36" fmla="*/ 139208 h 177308"/>
              <a:gd name="connsiteX37" fmla="*/ 41529 w 284502"/>
              <a:gd name="connsiteY37" fmla="*/ 139208 h 177308"/>
              <a:gd name="connsiteX38" fmla="*/ 41529 w 284502"/>
              <a:gd name="connsiteY38" fmla="*/ 132350 h 177308"/>
              <a:gd name="connsiteX39" fmla="*/ 185652 w 284502"/>
              <a:gd name="connsiteY39" fmla="*/ 132350 h 177308"/>
              <a:gd name="connsiteX40" fmla="*/ 41529 w 284502"/>
              <a:gd name="connsiteY40" fmla="*/ 94250 h 177308"/>
              <a:gd name="connsiteX41" fmla="*/ 138017 w 284502"/>
              <a:gd name="connsiteY41" fmla="*/ 94250 h 177308"/>
              <a:gd name="connsiteX42" fmla="*/ 124825 w 284502"/>
              <a:gd name="connsiteY42" fmla="*/ 81058 h 177308"/>
              <a:gd name="connsiteX43" fmla="*/ 129673 w 284502"/>
              <a:gd name="connsiteY43" fmla="*/ 76200 h 177308"/>
              <a:gd name="connsiteX44" fmla="*/ 151152 w 284502"/>
              <a:gd name="connsiteY44" fmla="*/ 97679 h 177308"/>
              <a:gd name="connsiteX45" fmla="*/ 129673 w 284502"/>
              <a:gd name="connsiteY45" fmla="*/ 119158 h 177308"/>
              <a:gd name="connsiteX46" fmla="*/ 124825 w 284502"/>
              <a:gd name="connsiteY46" fmla="*/ 114300 h 177308"/>
              <a:gd name="connsiteX47" fmla="*/ 138017 w 284502"/>
              <a:gd name="connsiteY47" fmla="*/ 101108 h 177308"/>
              <a:gd name="connsiteX48" fmla="*/ 41529 w 284502"/>
              <a:gd name="connsiteY48" fmla="*/ 101108 h 177308"/>
              <a:gd name="connsiteX49" fmla="*/ 41529 w 284502"/>
              <a:gd name="connsiteY49" fmla="*/ 94250 h 177308"/>
              <a:gd name="connsiteX0" fmla="*/ 263033 w 284502"/>
              <a:gd name="connsiteY0" fmla="*/ 38110 h 177308"/>
              <a:gd name="connsiteX1" fmla="*/ 258175 w 284502"/>
              <a:gd name="connsiteY1" fmla="*/ 42958 h 177308"/>
              <a:gd name="connsiteX2" fmla="*/ 271377 w 284502"/>
              <a:gd name="connsiteY2" fmla="*/ 56150 h 177308"/>
              <a:gd name="connsiteX3" fmla="*/ 235468 w 284502"/>
              <a:gd name="connsiteY3" fmla="*/ 56150 h 177308"/>
              <a:gd name="connsiteX4" fmla="*/ 0 w 284502"/>
              <a:gd name="connsiteY4" fmla="*/ 173879 h 177308"/>
              <a:gd name="connsiteX5" fmla="*/ 3429 w 284502"/>
              <a:gd name="connsiteY5" fmla="*/ 177308 h 177308"/>
              <a:gd name="connsiteX6" fmla="*/ 232029 w 284502"/>
              <a:gd name="connsiteY6" fmla="*/ 177308 h 177308"/>
              <a:gd name="connsiteX7" fmla="*/ 235458 w 284502"/>
              <a:gd name="connsiteY7" fmla="*/ 63008 h 177308"/>
              <a:gd name="connsiteX8" fmla="*/ 271367 w 284502"/>
              <a:gd name="connsiteY8" fmla="*/ 63008 h 177308"/>
              <a:gd name="connsiteX9" fmla="*/ 258166 w 284502"/>
              <a:gd name="connsiteY9" fmla="*/ 76200 h 177308"/>
              <a:gd name="connsiteX10" fmla="*/ 263023 w 284502"/>
              <a:gd name="connsiteY10" fmla="*/ 81058 h 177308"/>
              <a:gd name="connsiteX11" fmla="*/ 284502 w 284502"/>
              <a:gd name="connsiteY11" fmla="*/ 59579 h 177308"/>
              <a:gd name="connsiteX12" fmla="*/ 263033 w 284502"/>
              <a:gd name="connsiteY12" fmla="*/ 38110 h 177308"/>
              <a:gd name="connsiteX13" fmla="*/ 228600 w 284502"/>
              <a:gd name="connsiteY13" fmla="*/ 56150 h 177308"/>
              <a:gd name="connsiteX14" fmla="*/ 41529 w 284502"/>
              <a:gd name="connsiteY14" fmla="*/ 56150 h 177308"/>
              <a:gd name="connsiteX15" fmla="*/ 41529 w 284502"/>
              <a:gd name="connsiteY15" fmla="*/ 63018 h 177308"/>
              <a:gd name="connsiteX16" fmla="*/ 228600 w 284502"/>
              <a:gd name="connsiteY16" fmla="*/ 63018 h 177308"/>
              <a:gd name="connsiteX17" fmla="*/ 6858 w 284502"/>
              <a:gd name="connsiteY17" fmla="*/ 170450 h 177308"/>
              <a:gd name="connsiteX18" fmla="*/ 228600 w 284502"/>
              <a:gd name="connsiteY18" fmla="*/ 56150 h 177308"/>
              <a:gd name="connsiteX19" fmla="*/ 172450 w 284502"/>
              <a:gd name="connsiteY19" fmla="*/ 4848 h 177308"/>
              <a:gd name="connsiteX20" fmla="*/ 177308 w 284502"/>
              <a:gd name="connsiteY20" fmla="*/ 0 h 177308"/>
              <a:gd name="connsiteX21" fmla="*/ 198777 w 284502"/>
              <a:gd name="connsiteY21" fmla="*/ 21479 h 177308"/>
              <a:gd name="connsiteX22" fmla="*/ 177308 w 284502"/>
              <a:gd name="connsiteY22" fmla="*/ 42958 h 177308"/>
              <a:gd name="connsiteX23" fmla="*/ 172450 w 284502"/>
              <a:gd name="connsiteY23" fmla="*/ 38110 h 177308"/>
              <a:gd name="connsiteX24" fmla="*/ 185652 w 284502"/>
              <a:gd name="connsiteY24" fmla="*/ 24908 h 177308"/>
              <a:gd name="connsiteX25" fmla="*/ 41529 w 284502"/>
              <a:gd name="connsiteY25" fmla="*/ 24908 h 177308"/>
              <a:gd name="connsiteX26" fmla="*/ 41529 w 284502"/>
              <a:gd name="connsiteY26" fmla="*/ 18050 h 177308"/>
              <a:gd name="connsiteX27" fmla="*/ 185652 w 284502"/>
              <a:gd name="connsiteY27" fmla="*/ 18050 h 177308"/>
              <a:gd name="connsiteX28" fmla="*/ 172450 w 284502"/>
              <a:gd name="connsiteY28" fmla="*/ 4848 h 177308"/>
              <a:gd name="connsiteX29" fmla="*/ 185652 w 284502"/>
              <a:gd name="connsiteY29" fmla="*/ 132350 h 177308"/>
              <a:gd name="connsiteX30" fmla="*/ 172450 w 284502"/>
              <a:gd name="connsiteY30" fmla="*/ 119158 h 177308"/>
              <a:gd name="connsiteX31" fmla="*/ 177308 w 284502"/>
              <a:gd name="connsiteY31" fmla="*/ 114300 h 177308"/>
              <a:gd name="connsiteX32" fmla="*/ 198777 w 284502"/>
              <a:gd name="connsiteY32" fmla="*/ 135779 h 177308"/>
              <a:gd name="connsiteX33" fmla="*/ 177308 w 284502"/>
              <a:gd name="connsiteY33" fmla="*/ 157258 h 177308"/>
              <a:gd name="connsiteX34" fmla="*/ 172450 w 284502"/>
              <a:gd name="connsiteY34" fmla="*/ 152400 h 177308"/>
              <a:gd name="connsiteX35" fmla="*/ 185652 w 284502"/>
              <a:gd name="connsiteY35" fmla="*/ 139208 h 177308"/>
              <a:gd name="connsiteX36" fmla="*/ 41529 w 284502"/>
              <a:gd name="connsiteY36" fmla="*/ 139208 h 177308"/>
              <a:gd name="connsiteX37" fmla="*/ 41529 w 284502"/>
              <a:gd name="connsiteY37" fmla="*/ 132350 h 177308"/>
              <a:gd name="connsiteX38" fmla="*/ 185652 w 284502"/>
              <a:gd name="connsiteY38" fmla="*/ 132350 h 177308"/>
              <a:gd name="connsiteX39" fmla="*/ 41529 w 284502"/>
              <a:gd name="connsiteY39" fmla="*/ 94250 h 177308"/>
              <a:gd name="connsiteX40" fmla="*/ 138017 w 284502"/>
              <a:gd name="connsiteY40" fmla="*/ 94250 h 177308"/>
              <a:gd name="connsiteX41" fmla="*/ 124825 w 284502"/>
              <a:gd name="connsiteY41" fmla="*/ 81058 h 177308"/>
              <a:gd name="connsiteX42" fmla="*/ 129673 w 284502"/>
              <a:gd name="connsiteY42" fmla="*/ 76200 h 177308"/>
              <a:gd name="connsiteX43" fmla="*/ 151152 w 284502"/>
              <a:gd name="connsiteY43" fmla="*/ 97679 h 177308"/>
              <a:gd name="connsiteX44" fmla="*/ 129673 w 284502"/>
              <a:gd name="connsiteY44" fmla="*/ 119158 h 177308"/>
              <a:gd name="connsiteX45" fmla="*/ 124825 w 284502"/>
              <a:gd name="connsiteY45" fmla="*/ 114300 h 177308"/>
              <a:gd name="connsiteX46" fmla="*/ 138017 w 284502"/>
              <a:gd name="connsiteY46" fmla="*/ 101108 h 177308"/>
              <a:gd name="connsiteX47" fmla="*/ 41529 w 284502"/>
              <a:gd name="connsiteY47" fmla="*/ 101108 h 177308"/>
              <a:gd name="connsiteX48" fmla="*/ 41529 w 284502"/>
              <a:gd name="connsiteY48" fmla="*/ 94250 h 177308"/>
              <a:gd name="connsiteX0" fmla="*/ 263033 w 284502"/>
              <a:gd name="connsiteY0" fmla="*/ 38110 h 177308"/>
              <a:gd name="connsiteX1" fmla="*/ 258175 w 284502"/>
              <a:gd name="connsiteY1" fmla="*/ 42958 h 177308"/>
              <a:gd name="connsiteX2" fmla="*/ 271377 w 284502"/>
              <a:gd name="connsiteY2" fmla="*/ 56150 h 177308"/>
              <a:gd name="connsiteX3" fmla="*/ 235468 w 284502"/>
              <a:gd name="connsiteY3" fmla="*/ 56150 h 177308"/>
              <a:gd name="connsiteX4" fmla="*/ 0 w 284502"/>
              <a:gd name="connsiteY4" fmla="*/ 173879 h 177308"/>
              <a:gd name="connsiteX5" fmla="*/ 3429 w 284502"/>
              <a:gd name="connsiteY5" fmla="*/ 177308 h 177308"/>
              <a:gd name="connsiteX6" fmla="*/ 235458 w 284502"/>
              <a:gd name="connsiteY6" fmla="*/ 63008 h 177308"/>
              <a:gd name="connsiteX7" fmla="*/ 271367 w 284502"/>
              <a:gd name="connsiteY7" fmla="*/ 63008 h 177308"/>
              <a:gd name="connsiteX8" fmla="*/ 258166 w 284502"/>
              <a:gd name="connsiteY8" fmla="*/ 76200 h 177308"/>
              <a:gd name="connsiteX9" fmla="*/ 263023 w 284502"/>
              <a:gd name="connsiteY9" fmla="*/ 81058 h 177308"/>
              <a:gd name="connsiteX10" fmla="*/ 284502 w 284502"/>
              <a:gd name="connsiteY10" fmla="*/ 59579 h 177308"/>
              <a:gd name="connsiteX11" fmla="*/ 263033 w 284502"/>
              <a:gd name="connsiteY11" fmla="*/ 38110 h 177308"/>
              <a:gd name="connsiteX12" fmla="*/ 228600 w 284502"/>
              <a:gd name="connsiteY12" fmla="*/ 56150 h 177308"/>
              <a:gd name="connsiteX13" fmla="*/ 41529 w 284502"/>
              <a:gd name="connsiteY13" fmla="*/ 56150 h 177308"/>
              <a:gd name="connsiteX14" fmla="*/ 41529 w 284502"/>
              <a:gd name="connsiteY14" fmla="*/ 63018 h 177308"/>
              <a:gd name="connsiteX15" fmla="*/ 228600 w 284502"/>
              <a:gd name="connsiteY15" fmla="*/ 63018 h 177308"/>
              <a:gd name="connsiteX16" fmla="*/ 6858 w 284502"/>
              <a:gd name="connsiteY16" fmla="*/ 170450 h 177308"/>
              <a:gd name="connsiteX17" fmla="*/ 228600 w 284502"/>
              <a:gd name="connsiteY17" fmla="*/ 56150 h 177308"/>
              <a:gd name="connsiteX18" fmla="*/ 172450 w 284502"/>
              <a:gd name="connsiteY18" fmla="*/ 4848 h 177308"/>
              <a:gd name="connsiteX19" fmla="*/ 177308 w 284502"/>
              <a:gd name="connsiteY19" fmla="*/ 0 h 177308"/>
              <a:gd name="connsiteX20" fmla="*/ 198777 w 284502"/>
              <a:gd name="connsiteY20" fmla="*/ 21479 h 177308"/>
              <a:gd name="connsiteX21" fmla="*/ 177308 w 284502"/>
              <a:gd name="connsiteY21" fmla="*/ 42958 h 177308"/>
              <a:gd name="connsiteX22" fmla="*/ 172450 w 284502"/>
              <a:gd name="connsiteY22" fmla="*/ 38110 h 177308"/>
              <a:gd name="connsiteX23" fmla="*/ 185652 w 284502"/>
              <a:gd name="connsiteY23" fmla="*/ 24908 h 177308"/>
              <a:gd name="connsiteX24" fmla="*/ 41529 w 284502"/>
              <a:gd name="connsiteY24" fmla="*/ 24908 h 177308"/>
              <a:gd name="connsiteX25" fmla="*/ 41529 w 284502"/>
              <a:gd name="connsiteY25" fmla="*/ 18050 h 177308"/>
              <a:gd name="connsiteX26" fmla="*/ 185652 w 284502"/>
              <a:gd name="connsiteY26" fmla="*/ 18050 h 177308"/>
              <a:gd name="connsiteX27" fmla="*/ 172450 w 284502"/>
              <a:gd name="connsiteY27" fmla="*/ 4848 h 177308"/>
              <a:gd name="connsiteX28" fmla="*/ 185652 w 284502"/>
              <a:gd name="connsiteY28" fmla="*/ 132350 h 177308"/>
              <a:gd name="connsiteX29" fmla="*/ 172450 w 284502"/>
              <a:gd name="connsiteY29" fmla="*/ 119158 h 177308"/>
              <a:gd name="connsiteX30" fmla="*/ 177308 w 284502"/>
              <a:gd name="connsiteY30" fmla="*/ 114300 h 177308"/>
              <a:gd name="connsiteX31" fmla="*/ 198777 w 284502"/>
              <a:gd name="connsiteY31" fmla="*/ 135779 h 177308"/>
              <a:gd name="connsiteX32" fmla="*/ 177308 w 284502"/>
              <a:gd name="connsiteY32" fmla="*/ 157258 h 177308"/>
              <a:gd name="connsiteX33" fmla="*/ 172450 w 284502"/>
              <a:gd name="connsiteY33" fmla="*/ 152400 h 177308"/>
              <a:gd name="connsiteX34" fmla="*/ 185652 w 284502"/>
              <a:gd name="connsiteY34" fmla="*/ 139208 h 177308"/>
              <a:gd name="connsiteX35" fmla="*/ 41529 w 284502"/>
              <a:gd name="connsiteY35" fmla="*/ 139208 h 177308"/>
              <a:gd name="connsiteX36" fmla="*/ 41529 w 284502"/>
              <a:gd name="connsiteY36" fmla="*/ 132350 h 177308"/>
              <a:gd name="connsiteX37" fmla="*/ 185652 w 284502"/>
              <a:gd name="connsiteY37" fmla="*/ 132350 h 177308"/>
              <a:gd name="connsiteX38" fmla="*/ 41529 w 284502"/>
              <a:gd name="connsiteY38" fmla="*/ 94250 h 177308"/>
              <a:gd name="connsiteX39" fmla="*/ 138017 w 284502"/>
              <a:gd name="connsiteY39" fmla="*/ 94250 h 177308"/>
              <a:gd name="connsiteX40" fmla="*/ 124825 w 284502"/>
              <a:gd name="connsiteY40" fmla="*/ 81058 h 177308"/>
              <a:gd name="connsiteX41" fmla="*/ 129673 w 284502"/>
              <a:gd name="connsiteY41" fmla="*/ 76200 h 177308"/>
              <a:gd name="connsiteX42" fmla="*/ 151152 w 284502"/>
              <a:gd name="connsiteY42" fmla="*/ 97679 h 177308"/>
              <a:gd name="connsiteX43" fmla="*/ 129673 w 284502"/>
              <a:gd name="connsiteY43" fmla="*/ 119158 h 177308"/>
              <a:gd name="connsiteX44" fmla="*/ 124825 w 284502"/>
              <a:gd name="connsiteY44" fmla="*/ 114300 h 177308"/>
              <a:gd name="connsiteX45" fmla="*/ 138017 w 284502"/>
              <a:gd name="connsiteY45" fmla="*/ 101108 h 177308"/>
              <a:gd name="connsiteX46" fmla="*/ 41529 w 284502"/>
              <a:gd name="connsiteY46" fmla="*/ 101108 h 177308"/>
              <a:gd name="connsiteX47" fmla="*/ 41529 w 284502"/>
              <a:gd name="connsiteY47" fmla="*/ 94250 h 177308"/>
              <a:gd name="connsiteX0" fmla="*/ 263033 w 284502"/>
              <a:gd name="connsiteY0" fmla="*/ 38110 h 173889"/>
              <a:gd name="connsiteX1" fmla="*/ 258175 w 284502"/>
              <a:gd name="connsiteY1" fmla="*/ 42958 h 173889"/>
              <a:gd name="connsiteX2" fmla="*/ 271377 w 284502"/>
              <a:gd name="connsiteY2" fmla="*/ 56150 h 173889"/>
              <a:gd name="connsiteX3" fmla="*/ 235468 w 284502"/>
              <a:gd name="connsiteY3" fmla="*/ 56150 h 173889"/>
              <a:gd name="connsiteX4" fmla="*/ 0 w 284502"/>
              <a:gd name="connsiteY4" fmla="*/ 173879 h 173889"/>
              <a:gd name="connsiteX5" fmla="*/ 235458 w 284502"/>
              <a:gd name="connsiteY5" fmla="*/ 63008 h 173889"/>
              <a:gd name="connsiteX6" fmla="*/ 271367 w 284502"/>
              <a:gd name="connsiteY6" fmla="*/ 63008 h 173889"/>
              <a:gd name="connsiteX7" fmla="*/ 258166 w 284502"/>
              <a:gd name="connsiteY7" fmla="*/ 76200 h 173889"/>
              <a:gd name="connsiteX8" fmla="*/ 263023 w 284502"/>
              <a:gd name="connsiteY8" fmla="*/ 81058 h 173889"/>
              <a:gd name="connsiteX9" fmla="*/ 284502 w 284502"/>
              <a:gd name="connsiteY9" fmla="*/ 59579 h 173889"/>
              <a:gd name="connsiteX10" fmla="*/ 263033 w 284502"/>
              <a:gd name="connsiteY10" fmla="*/ 38110 h 173889"/>
              <a:gd name="connsiteX11" fmla="*/ 228600 w 284502"/>
              <a:gd name="connsiteY11" fmla="*/ 56150 h 173889"/>
              <a:gd name="connsiteX12" fmla="*/ 41529 w 284502"/>
              <a:gd name="connsiteY12" fmla="*/ 56150 h 173889"/>
              <a:gd name="connsiteX13" fmla="*/ 41529 w 284502"/>
              <a:gd name="connsiteY13" fmla="*/ 63018 h 173889"/>
              <a:gd name="connsiteX14" fmla="*/ 228600 w 284502"/>
              <a:gd name="connsiteY14" fmla="*/ 63018 h 173889"/>
              <a:gd name="connsiteX15" fmla="*/ 6858 w 284502"/>
              <a:gd name="connsiteY15" fmla="*/ 170450 h 173889"/>
              <a:gd name="connsiteX16" fmla="*/ 228600 w 284502"/>
              <a:gd name="connsiteY16" fmla="*/ 56150 h 173889"/>
              <a:gd name="connsiteX17" fmla="*/ 172450 w 284502"/>
              <a:gd name="connsiteY17" fmla="*/ 4848 h 173889"/>
              <a:gd name="connsiteX18" fmla="*/ 177308 w 284502"/>
              <a:gd name="connsiteY18" fmla="*/ 0 h 173889"/>
              <a:gd name="connsiteX19" fmla="*/ 198777 w 284502"/>
              <a:gd name="connsiteY19" fmla="*/ 21479 h 173889"/>
              <a:gd name="connsiteX20" fmla="*/ 177308 w 284502"/>
              <a:gd name="connsiteY20" fmla="*/ 42958 h 173889"/>
              <a:gd name="connsiteX21" fmla="*/ 172450 w 284502"/>
              <a:gd name="connsiteY21" fmla="*/ 38110 h 173889"/>
              <a:gd name="connsiteX22" fmla="*/ 185652 w 284502"/>
              <a:gd name="connsiteY22" fmla="*/ 24908 h 173889"/>
              <a:gd name="connsiteX23" fmla="*/ 41529 w 284502"/>
              <a:gd name="connsiteY23" fmla="*/ 24908 h 173889"/>
              <a:gd name="connsiteX24" fmla="*/ 41529 w 284502"/>
              <a:gd name="connsiteY24" fmla="*/ 18050 h 173889"/>
              <a:gd name="connsiteX25" fmla="*/ 185652 w 284502"/>
              <a:gd name="connsiteY25" fmla="*/ 18050 h 173889"/>
              <a:gd name="connsiteX26" fmla="*/ 172450 w 284502"/>
              <a:gd name="connsiteY26" fmla="*/ 4848 h 173889"/>
              <a:gd name="connsiteX27" fmla="*/ 185652 w 284502"/>
              <a:gd name="connsiteY27" fmla="*/ 132350 h 173889"/>
              <a:gd name="connsiteX28" fmla="*/ 172450 w 284502"/>
              <a:gd name="connsiteY28" fmla="*/ 119158 h 173889"/>
              <a:gd name="connsiteX29" fmla="*/ 177308 w 284502"/>
              <a:gd name="connsiteY29" fmla="*/ 114300 h 173889"/>
              <a:gd name="connsiteX30" fmla="*/ 198777 w 284502"/>
              <a:gd name="connsiteY30" fmla="*/ 135779 h 173889"/>
              <a:gd name="connsiteX31" fmla="*/ 177308 w 284502"/>
              <a:gd name="connsiteY31" fmla="*/ 157258 h 173889"/>
              <a:gd name="connsiteX32" fmla="*/ 172450 w 284502"/>
              <a:gd name="connsiteY32" fmla="*/ 152400 h 173889"/>
              <a:gd name="connsiteX33" fmla="*/ 185652 w 284502"/>
              <a:gd name="connsiteY33" fmla="*/ 139208 h 173889"/>
              <a:gd name="connsiteX34" fmla="*/ 41529 w 284502"/>
              <a:gd name="connsiteY34" fmla="*/ 139208 h 173889"/>
              <a:gd name="connsiteX35" fmla="*/ 41529 w 284502"/>
              <a:gd name="connsiteY35" fmla="*/ 132350 h 173889"/>
              <a:gd name="connsiteX36" fmla="*/ 185652 w 284502"/>
              <a:gd name="connsiteY36" fmla="*/ 132350 h 173889"/>
              <a:gd name="connsiteX37" fmla="*/ 41529 w 284502"/>
              <a:gd name="connsiteY37" fmla="*/ 94250 h 173889"/>
              <a:gd name="connsiteX38" fmla="*/ 138017 w 284502"/>
              <a:gd name="connsiteY38" fmla="*/ 94250 h 173889"/>
              <a:gd name="connsiteX39" fmla="*/ 124825 w 284502"/>
              <a:gd name="connsiteY39" fmla="*/ 81058 h 173889"/>
              <a:gd name="connsiteX40" fmla="*/ 129673 w 284502"/>
              <a:gd name="connsiteY40" fmla="*/ 76200 h 173889"/>
              <a:gd name="connsiteX41" fmla="*/ 151152 w 284502"/>
              <a:gd name="connsiteY41" fmla="*/ 97679 h 173889"/>
              <a:gd name="connsiteX42" fmla="*/ 129673 w 284502"/>
              <a:gd name="connsiteY42" fmla="*/ 119158 h 173889"/>
              <a:gd name="connsiteX43" fmla="*/ 124825 w 284502"/>
              <a:gd name="connsiteY43" fmla="*/ 114300 h 173889"/>
              <a:gd name="connsiteX44" fmla="*/ 138017 w 284502"/>
              <a:gd name="connsiteY44" fmla="*/ 101108 h 173889"/>
              <a:gd name="connsiteX45" fmla="*/ 41529 w 284502"/>
              <a:gd name="connsiteY45" fmla="*/ 101108 h 173889"/>
              <a:gd name="connsiteX46" fmla="*/ 41529 w 284502"/>
              <a:gd name="connsiteY46" fmla="*/ 94250 h 173889"/>
              <a:gd name="connsiteX0" fmla="*/ 263033 w 284502"/>
              <a:gd name="connsiteY0" fmla="*/ 38110 h 173889"/>
              <a:gd name="connsiteX1" fmla="*/ 258175 w 284502"/>
              <a:gd name="connsiteY1" fmla="*/ 42958 h 173889"/>
              <a:gd name="connsiteX2" fmla="*/ 271377 w 284502"/>
              <a:gd name="connsiteY2" fmla="*/ 56150 h 173889"/>
              <a:gd name="connsiteX3" fmla="*/ 235468 w 284502"/>
              <a:gd name="connsiteY3" fmla="*/ 56150 h 173889"/>
              <a:gd name="connsiteX4" fmla="*/ 0 w 284502"/>
              <a:gd name="connsiteY4" fmla="*/ 173879 h 173889"/>
              <a:gd name="connsiteX5" fmla="*/ 235458 w 284502"/>
              <a:gd name="connsiteY5" fmla="*/ 63008 h 173889"/>
              <a:gd name="connsiteX6" fmla="*/ 271367 w 284502"/>
              <a:gd name="connsiteY6" fmla="*/ 63008 h 173889"/>
              <a:gd name="connsiteX7" fmla="*/ 258166 w 284502"/>
              <a:gd name="connsiteY7" fmla="*/ 76200 h 173889"/>
              <a:gd name="connsiteX8" fmla="*/ 263023 w 284502"/>
              <a:gd name="connsiteY8" fmla="*/ 81058 h 173889"/>
              <a:gd name="connsiteX9" fmla="*/ 284502 w 284502"/>
              <a:gd name="connsiteY9" fmla="*/ 59579 h 173889"/>
              <a:gd name="connsiteX10" fmla="*/ 263033 w 284502"/>
              <a:gd name="connsiteY10" fmla="*/ 38110 h 173889"/>
              <a:gd name="connsiteX11" fmla="*/ 228600 w 284502"/>
              <a:gd name="connsiteY11" fmla="*/ 56150 h 173889"/>
              <a:gd name="connsiteX12" fmla="*/ 41529 w 284502"/>
              <a:gd name="connsiteY12" fmla="*/ 56150 h 173889"/>
              <a:gd name="connsiteX13" fmla="*/ 41529 w 284502"/>
              <a:gd name="connsiteY13" fmla="*/ 63018 h 173889"/>
              <a:gd name="connsiteX14" fmla="*/ 228600 w 284502"/>
              <a:gd name="connsiteY14" fmla="*/ 63018 h 173889"/>
              <a:gd name="connsiteX15" fmla="*/ 228600 w 284502"/>
              <a:gd name="connsiteY15" fmla="*/ 56150 h 173889"/>
              <a:gd name="connsiteX16" fmla="*/ 172450 w 284502"/>
              <a:gd name="connsiteY16" fmla="*/ 4848 h 173889"/>
              <a:gd name="connsiteX17" fmla="*/ 177308 w 284502"/>
              <a:gd name="connsiteY17" fmla="*/ 0 h 173889"/>
              <a:gd name="connsiteX18" fmla="*/ 198777 w 284502"/>
              <a:gd name="connsiteY18" fmla="*/ 21479 h 173889"/>
              <a:gd name="connsiteX19" fmla="*/ 177308 w 284502"/>
              <a:gd name="connsiteY19" fmla="*/ 42958 h 173889"/>
              <a:gd name="connsiteX20" fmla="*/ 172450 w 284502"/>
              <a:gd name="connsiteY20" fmla="*/ 38110 h 173889"/>
              <a:gd name="connsiteX21" fmla="*/ 185652 w 284502"/>
              <a:gd name="connsiteY21" fmla="*/ 24908 h 173889"/>
              <a:gd name="connsiteX22" fmla="*/ 41529 w 284502"/>
              <a:gd name="connsiteY22" fmla="*/ 24908 h 173889"/>
              <a:gd name="connsiteX23" fmla="*/ 41529 w 284502"/>
              <a:gd name="connsiteY23" fmla="*/ 18050 h 173889"/>
              <a:gd name="connsiteX24" fmla="*/ 185652 w 284502"/>
              <a:gd name="connsiteY24" fmla="*/ 18050 h 173889"/>
              <a:gd name="connsiteX25" fmla="*/ 172450 w 284502"/>
              <a:gd name="connsiteY25" fmla="*/ 4848 h 173889"/>
              <a:gd name="connsiteX26" fmla="*/ 185652 w 284502"/>
              <a:gd name="connsiteY26" fmla="*/ 132350 h 173889"/>
              <a:gd name="connsiteX27" fmla="*/ 172450 w 284502"/>
              <a:gd name="connsiteY27" fmla="*/ 119158 h 173889"/>
              <a:gd name="connsiteX28" fmla="*/ 177308 w 284502"/>
              <a:gd name="connsiteY28" fmla="*/ 114300 h 173889"/>
              <a:gd name="connsiteX29" fmla="*/ 198777 w 284502"/>
              <a:gd name="connsiteY29" fmla="*/ 135779 h 173889"/>
              <a:gd name="connsiteX30" fmla="*/ 177308 w 284502"/>
              <a:gd name="connsiteY30" fmla="*/ 157258 h 173889"/>
              <a:gd name="connsiteX31" fmla="*/ 172450 w 284502"/>
              <a:gd name="connsiteY31" fmla="*/ 152400 h 173889"/>
              <a:gd name="connsiteX32" fmla="*/ 185652 w 284502"/>
              <a:gd name="connsiteY32" fmla="*/ 139208 h 173889"/>
              <a:gd name="connsiteX33" fmla="*/ 41529 w 284502"/>
              <a:gd name="connsiteY33" fmla="*/ 139208 h 173889"/>
              <a:gd name="connsiteX34" fmla="*/ 41529 w 284502"/>
              <a:gd name="connsiteY34" fmla="*/ 132350 h 173889"/>
              <a:gd name="connsiteX35" fmla="*/ 185652 w 284502"/>
              <a:gd name="connsiteY35" fmla="*/ 132350 h 173889"/>
              <a:gd name="connsiteX36" fmla="*/ 41529 w 284502"/>
              <a:gd name="connsiteY36" fmla="*/ 94250 h 173889"/>
              <a:gd name="connsiteX37" fmla="*/ 138017 w 284502"/>
              <a:gd name="connsiteY37" fmla="*/ 94250 h 173889"/>
              <a:gd name="connsiteX38" fmla="*/ 124825 w 284502"/>
              <a:gd name="connsiteY38" fmla="*/ 81058 h 173889"/>
              <a:gd name="connsiteX39" fmla="*/ 129673 w 284502"/>
              <a:gd name="connsiteY39" fmla="*/ 76200 h 173889"/>
              <a:gd name="connsiteX40" fmla="*/ 151152 w 284502"/>
              <a:gd name="connsiteY40" fmla="*/ 97679 h 173889"/>
              <a:gd name="connsiteX41" fmla="*/ 129673 w 284502"/>
              <a:gd name="connsiteY41" fmla="*/ 119158 h 173889"/>
              <a:gd name="connsiteX42" fmla="*/ 124825 w 284502"/>
              <a:gd name="connsiteY42" fmla="*/ 114300 h 173889"/>
              <a:gd name="connsiteX43" fmla="*/ 138017 w 284502"/>
              <a:gd name="connsiteY43" fmla="*/ 101108 h 173889"/>
              <a:gd name="connsiteX44" fmla="*/ 41529 w 284502"/>
              <a:gd name="connsiteY44" fmla="*/ 101108 h 173889"/>
              <a:gd name="connsiteX45" fmla="*/ 41529 w 284502"/>
              <a:gd name="connsiteY45" fmla="*/ 94250 h 173889"/>
              <a:gd name="connsiteX0" fmla="*/ 221504 w 242973"/>
              <a:gd name="connsiteY0" fmla="*/ 38110 h 157258"/>
              <a:gd name="connsiteX1" fmla="*/ 216646 w 242973"/>
              <a:gd name="connsiteY1" fmla="*/ 42958 h 157258"/>
              <a:gd name="connsiteX2" fmla="*/ 229848 w 242973"/>
              <a:gd name="connsiteY2" fmla="*/ 56150 h 157258"/>
              <a:gd name="connsiteX3" fmla="*/ 193939 w 242973"/>
              <a:gd name="connsiteY3" fmla="*/ 56150 h 157258"/>
              <a:gd name="connsiteX4" fmla="*/ 193929 w 242973"/>
              <a:gd name="connsiteY4" fmla="*/ 63008 h 157258"/>
              <a:gd name="connsiteX5" fmla="*/ 229838 w 242973"/>
              <a:gd name="connsiteY5" fmla="*/ 63008 h 157258"/>
              <a:gd name="connsiteX6" fmla="*/ 216637 w 242973"/>
              <a:gd name="connsiteY6" fmla="*/ 76200 h 157258"/>
              <a:gd name="connsiteX7" fmla="*/ 221494 w 242973"/>
              <a:gd name="connsiteY7" fmla="*/ 81058 h 157258"/>
              <a:gd name="connsiteX8" fmla="*/ 242973 w 242973"/>
              <a:gd name="connsiteY8" fmla="*/ 59579 h 157258"/>
              <a:gd name="connsiteX9" fmla="*/ 221504 w 242973"/>
              <a:gd name="connsiteY9" fmla="*/ 38110 h 157258"/>
              <a:gd name="connsiteX10" fmla="*/ 187071 w 242973"/>
              <a:gd name="connsiteY10" fmla="*/ 56150 h 157258"/>
              <a:gd name="connsiteX11" fmla="*/ 0 w 242973"/>
              <a:gd name="connsiteY11" fmla="*/ 56150 h 157258"/>
              <a:gd name="connsiteX12" fmla="*/ 0 w 242973"/>
              <a:gd name="connsiteY12" fmla="*/ 63018 h 157258"/>
              <a:gd name="connsiteX13" fmla="*/ 187071 w 242973"/>
              <a:gd name="connsiteY13" fmla="*/ 63018 h 157258"/>
              <a:gd name="connsiteX14" fmla="*/ 187071 w 242973"/>
              <a:gd name="connsiteY14" fmla="*/ 56150 h 157258"/>
              <a:gd name="connsiteX15" fmla="*/ 130921 w 242973"/>
              <a:gd name="connsiteY15" fmla="*/ 4848 h 157258"/>
              <a:gd name="connsiteX16" fmla="*/ 135779 w 242973"/>
              <a:gd name="connsiteY16" fmla="*/ 0 h 157258"/>
              <a:gd name="connsiteX17" fmla="*/ 157248 w 242973"/>
              <a:gd name="connsiteY17" fmla="*/ 21479 h 157258"/>
              <a:gd name="connsiteX18" fmla="*/ 135779 w 242973"/>
              <a:gd name="connsiteY18" fmla="*/ 42958 h 157258"/>
              <a:gd name="connsiteX19" fmla="*/ 130921 w 242973"/>
              <a:gd name="connsiteY19" fmla="*/ 38110 h 157258"/>
              <a:gd name="connsiteX20" fmla="*/ 144123 w 242973"/>
              <a:gd name="connsiteY20" fmla="*/ 24908 h 157258"/>
              <a:gd name="connsiteX21" fmla="*/ 0 w 242973"/>
              <a:gd name="connsiteY21" fmla="*/ 24908 h 157258"/>
              <a:gd name="connsiteX22" fmla="*/ 0 w 242973"/>
              <a:gd name="connsiteY22" fmla="*/ 18050 h 157258"/>
              <a:gd name="connsiteX23" fmla="*/ 144123 w 242973"/>
              <a:gd name="connsiteY23" fmla="*/ 18050 h 157258"/>
              <a:gd name="connsiteX24" fmla="*/ 130921 w 242973"/>
              <a:gd name="connsiteY24" fmla="*/ 4848 h 157258"/>
              <a:gd name="connsiteX25" fmla="*/ 144123 w 242973"/>
              <a:gd name="connsiteY25" fmla="*/ 132350 h 157258"/>
              <a:gd name="connsiteX26" fmla="*/ 130921 w 242973"/>
              <a:gd name="connsiteY26" fmla="*/ 119158 h 157258"/>
              <a:gd name="connsiteX27" fmla="*/ 135779 w 242973"/>
              <a:gd name="connsiteY27" fmla="*/ 114300 h 157258"/>
              <a:gd name="connsiteX28" fmla="*/ 157248 w 242973"/>
              <a:gd name="connsiteY28" fmla="*/ 135779 h 157258"/>
              <a:gd name="connsiteX29" fmla="*/ 135779 w 242973"/>
              <a:gd name="connsiteY29" fmla="*/ 157258 h 157258"/>
              <a:gd name="connsiteX30" fmla="*/ 130921 w 242973"/>
              <a:gd name="connsiteY30" fmla="*/ 152400 h 157258"/>
              <a:gd name="connsiteX31" fmla="*/ 144123 w 242973"/>
              <a:gd name="connsiteY31" fmla="*/ 139208 h 157258"/>
              <a:gd name="connsiteX32" fmla="*/ 0 w 242973"/>
              <a:gd name="connsiteY32" fmla="*/ 139208 h 157258"/>
              <a:gd name="connsiteX33" fmla="*/ 0 w 242973"/>
              <a:gd name="connsiteY33" fmla="*/ 132350 h 157258"/>
              <a:gd name="connsiteX34" fmla="*/ 144123 w 242973"/>
              <a:gd name="connsiteY34" fmla="*/ 132350 h 157258"/>
              <a:gd name="connsiteX35" fmla="*/ 0 w 242973"/>
              <a:gd name="connsiteY35" fmla="*/ 94250 h 157258"/>
              <a:gd name="connsiteX36" fmla="*/ 96488 w 242973"/>
              <a:gd name="connsiteY36" fmla="*/ 94250 h 157258"/>
              <a:gd name="connsiteX37" fmla="*/ 83296 w 242973"/>
              <a:gd name="connsiteY37" fmla="*/ 81058 h 157258"/>
              <a:gd name="connsiteX38" fmla="*/ 88144 w 242973"/>
              <a:gd name="connsiteY38" fmla="*/ 76200 h 157258"/>
              <a:gd name="connsiteX39" fmla="*/ 109623 w 242973"/>
              <a:gd name="connsiteY39" fmla="*/ 97679 h 157258"/>
              <a:gd name="connsiteX40" fmla="*/ 88144 w 242973"/>
              <a:gd name="connsiteY40" fmla="*/ 119158 h 157258"/>
              <a:gd name="connsiteX41" fmla="*/ 83296 w 242973"/>
              <a:gd name="connsiteY41" fmla="*/ 114300 h 157258"/>
              <a:gd name="connsiteX42" fmla="*/ 96488 w 242973"/>
              <a:gd name="connsiteY42" fmla="*/ 101108 h 157258"/>
              <a:gd name="connsiteX43" fmla="*/ 0 w 242973"/>
              <a:gd name="connsiteY43" fmla="*/ 101108 h 157258"/>
              <a:gd name="connsiteX44" fmla="*/ 0 w 242973"/>
              <a:gd name="connsiteY44"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194097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158 w 243131"/>
              <a:gd name="connsiteY11" fmla="*/ 56150 h 157258"/>
              <a:gd name="connsiteX12" fmla="*/ 158 w 243131"/>
              <a:gd name="connsiteY12" fmla="*/ 63018 h 157258"/>
              <a:gd name="connsiteX13" fmla="*/ 187229 w 243131"/>
              <a:gd name="connsiteY13" fmla="*/ 63018 h 157258"/>
              <a:gd name="connsiteX14" fmla="*/ 187229 w 243131"/>
              <a:gd name="connsiteY14" fmla="*/ 56150 h 157258"/>
              <a:gd name="connsiteX15" fmla="*/ 131079 w 243131"/>
              <a:gd name="connsiteY15" fmla="*/ 4848 h 157258"/>
              <a:gd name="connsiteX16" fmla="*/ 135937 w 243131"/>
              <a:gd name="connsiteY16" fmla="*/ 0 h 157258"/>
              <a:gd name="connsiteX17" fmla="*/ 157406 w 243131"/>
              <a:gd name="connsiteY17" fmla="*/ 21479 h 157258"/>
              <a:gd name="connsiteX18" fmla="*/ 135937 w 243131"/>
              <a:gd name="connsiteY18" fmla="*/ 42958 h 157258"/>
              <a:gd name="connsiteX19" fmla="*/ 131079 w 243131"/>
              <a:gd name="connsiteY19" fmla="*/ 38110 h 157258"/>
              <a:gd name="connsiteX20" fmla="*/ 144281 w 243131"/>
              <a:gd name="connsiteY20" fmla="*/ 24908 h 157258"/>
              <a:gd name="connsiteX21" fmla="*/ 158 w 243131"/>
              <a:gd name="connsiteY21" fmla="*/ 24908 h 157258"/>
              <a:gd name="connsiteX22" fmla="*/ 158 w 243131"/>
              <a:gd name="connsiteY22" fmla="*/ 18050 h 157258"/>
              <a:gd name="connsiteX23" fmla="*/ 144281 w 243131"/>
              <a:gd name="connsiteY23" fmla="*/ 18050 h 157258"/>
              <a:gd name="connsiteX24" fmla="*/ 131079 w 243131"/>
              <a:gd name="connsiteY24" fmla="*/ 4848 h 157258"/>
              <a:gd name="connsiteX25" fmla="*/ 144281 w 243131"/>
              <a:gd name="connsiteY25" fmla="*/ 132350 h 157258"/>
              <a:gd name="connsiteX26" fmla="*/ 131079 w 243131"/>
              <a:gd name="connsiteY26" fmla="*/ 119158 h 157258"/>
              <a:gd name="connsiteX27" fmla="*/ 135937 w 243131"/>
              <a:gd name="connsiteY27" fmla="*/ 114300 h 157258"/>
              <a:gd name="connsiteX28" fmla="*/ 157406 w 243131"/>
              <a:gd name="connsiteY28" fmla="*/ 135779 h 157258"/>
              <a:gd name="connsiteX29" fmla="*/ 135937 w 243131"/>
              <a:gd name="connsiteY29" fmla="*/ 157258 h 157258"/>
              <a:gd name="connsiteX30" fmla="*/ 131079 w 243131"/>
              <a:gd name="connsiteY30" fmla="*/ 152400 h 157258"/>
              <a:gd name="connsiteX31" fmla="*/ 144281 w 243131"/>
              <a:gd name="connsiteY31" fmla="*/ 139208 h 157258"/>
              <a:gd name="connsiteX32" fmla="*/ 158 w 243131"/>
              <a:gd name="connsiteY32" fmla="*/ 139208 h 157258"/>
              <a:gd name="connsiteX33" fmla="*/ 158 w 243131"/>
              <a:gd name="connsiteY33" fmla="*/ 132350 h 157258"/>
              <a:gd name="connsiteX34" fmla="*/ 144281 w 243131"/>
              <a:gd name="connsiteY34" fmla="*/ 132350 h 157258"/>
              <a:gd name="connsiteX35" fmla="*/ 158 w 243131"/>
              <a:gd name="connsiteY35" fmla="*/ 94250 h 157258"/>
              <a:gd name="connsiteX36" fmla="*/ 96646 w 243131"/>
              <a:gd name="connsiteY36" fmla="*/ 94250 h 157258"/>
              <a:gd name="connsiteX37" fmla="*/ 83454 w 243131"/>
              <a:gd name="connsiteY37" fmla="*/ 81058 h 157258"/>
              <a:gd name="connsiteX38" fmla="*/ 88302 w 243131"/>
              <a:gd name="connsiteY38" fmla="*/ 76200 h 157258"/>
              <a:gd name="connsiteX39" fmla="*/ 109781 w 243131"/>
              <a:gd name="connsiteY39" fmla="*/ 97679 h 157258"/>
              <a:gd name="connsiteX40" fmla="*/ 88302 w 243131"/>
              <a:gd name="connsiteY40" fmla="*/ 119158 h 157258"/>
              <a:gd name="connsiteX41" fmla="*/ 83454 w 243131"/>
              <a:gd name="connsiteY41" fmla="*/ 114300 h 157258"/>
              <a:gd name="connsiteX42" fmla="*/ 96646 w 243131"/>
              <a:gd name="connsiteY42" fmla="*/ 101108 h 157258"/>
              <a:gd name="connsiteX43" fmla="*/ 158 w 243131"/>
              <a:gd name="connsiteY43" fmla="*/ 101108 h 157258"/>
              <a:gd name="connsiteX44" fmla="*/ 158 w 243131"/>
              <a:gd name="connsiteY44"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554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158 w 243131"/>
              <a:gd name="connsiteY11" fmla="*/ 56150 h 157258"/>
              <a:gd name="connsiteX12" fmla="*/ 158 w 243131"/>
              <a:gd name="connsiteY12" fmla="*/ 63018 h 157258"/>
              <a:gd name="connsiteX13" fmla="*/ 187229 w 243131"/>
              <a:gd name="connsiteY13" fmla="*/ 63018 h 157258"/>
              <a:gd name="connsiteX14" fmla="*/ 187229 w 243131"/>
              <a:gd name="connsiteY14" fmla="*/ 56150 h 157258"/>
              <a:gd name="connsiteX15" fmla="*/ 131079 w 243131"/>
              <a:gd name="connsiteY15" fmla="*/ 4848 h 157258"/>
              <a:gd name="connsiteX16" fmla="*/ 135937 w 243131"/>
              <a:gd name="connsiteY16" fmla="*/ 0 h 157258"/>
              <a:gd name="connsiteX17" fmla="*/ 157406 w 243131"/>
              <a:gd name="connsiteY17" fmla="*/ 21479 h 157258"/>
              <a:gd name="connsiteX18" fmla="*/ 135937 w 243131"/>
              <a:gd name="connsiteY18" fmla="*/ 42958 h 157258"/>
              <a:gd name="connsiteX19" fmla="*/ 131079 w 243131"/>
              <a:gd name="connsiteY19" fmla="*/ 38110 h 157258"/>
              <a:gd name="connsiteX20" fmla="*/ 144281 w 243131"/>
              <a:gd name="connsiteY20" fmla="*/ 24908 h 157258"/>
              <a:gd name="connsiteX21" fmla="*/ 158 w 243131"/>
              <a:gd name="connsiteY21" fmla="*/ 24908 h 157258"/>
              <a:gd name="connsiteX22" fmla="*/ 158 w 243131"/>
              <a:gd name="connsiteY22" fmla="*/ 18050 h 157258"/>
              <a:gd name="connsiteX23" fmla="*/ 144281 w 243131"/>
              <a:gd name="connsiteY23" fmla="*/ 18050 h 157258"/>
              <a:gd name="connsiteX24" fmla="*/ 131079 w 243131"/>
              <a:gd name="connsiteY24" fmla="*/ 4848 h 157258"/>
              <a:gd name="connsiteX25" fmla="*/ 144281 w 243131"/>
              <a:gd name="connsiteY25" fmla="*/ 132350 h 157258"/>
              <a:gd name="connsiteX26" fmla="*/ 131079 w 243131"/>
              <a:gd name="connsiteY26" fmla="*/ 119158 h 157258"/>
              <a:gd name="connsiteX27" fmla="*/ 135937 w 243131"/>
              <a:gd name="connsiteY27" fmla="*/ 114300 h 157258"/>
              <a:gd name="connsiteX28" fmla="*/ 157406 w 243131"/>
              <a:gd name="connsiteY28" fmla="*/ 135779 h 157258"/>
              <a:gd name="connsiteX29" fmla="*/ 135937 w 243131"/>
              <a:gd name="connsiteY29" fmla="*/ 157258 h 157258"/>
              <a:gd name="connsiteX30" fmla="*/ 131079 w 243131"/>
              <a:gd name="connsiteY30" fmla="*/ 152400 h 157258"/>
              <a:gd name="connsiteX31" fmla="*/ 144281 w 243131"/>
              <a:gd name="connsiteY31" fmla="*/ 139208 h 157258"/>
              <a:gd name="connsiteX32" fmla="*/ 158 w 243131"/>
              <a:gd name="connsiteY32" fmla="*/ 139208 h 157258"/>
              <a:gd name="connsiteX33" fmla="*/ 158 w 243131"/>
              <a:gd name="connsiteY33" fmla="*/ 132350 h 157258"/>
              <a:gd name="connsiteX34" fmla="*/ 144281 w 243131"/>
              <a:gd name="connsiteY34" fmla="*/ 132350 h 157258"/>
              <a:gd name="connsiteX35" fmla="*/ 158 w 243131"/>
              <a:gd name="connsiteY35" fmla="*/ 94250 h 157258"/>
              <a:gd name="connsiteX36" fmla="*/ 96646 w 243131"/>
              <a:gd name="connsiteY36" fmla="*/ 94250 h 157258"/>
              <a:gd name="connsiteX37" fmla="*/ 83454 w 243131"/>
              <a:gd name="connsiteY37" fmla="*/ 81058 h 157258"/>
              <a:gd name="connsiteX38" fmla="*/ 88302 w 243131"/>
              <a:gd name="connsiteY38" fmla="*/ 76200 h 157258"/>
              <a:gd name="connsiteX39" fmla="*/ 109781 w 243131"/>
              <a:gd name="connsiteY39" fmla="*/ 97679 h 157258"/>
              <a:gd name="connsiteX40" fmla="*/ 88302 w 243131"/>
              <a:gd name="connsiteY40" fmla="*/ 119158 h 157258"/>
              <a:gd name="connsiteX41" fmla="*/ 83454 w 243131"/>
              <a:gd name="connsiteY41" fmla="*/ 114300 h 157258"/>
              <a:gd name="connsiteX42" fmla="*/ 96646 w 243131"/>
              <a:gd name="connsiteY42" fmla="*/ 101108 h 157258"/>
              <a:gd name="connsiteX43" fmla="*/ 158 w 243131"/>
              <a:gd name="connsiteY43" fmla="*/ 101108 h 157258"/>
              <a:gd name="connsiteX44" fmla="*/ 158 w 243131"/>
              <a:gd name="connsiteY44"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554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158 w 243131"/>
              <a:gd name="connsiteY11" fmla="*/ 63018 h 157258"/>
              <a:gd name="connsiteX12" fmla="*/ 187229 w 243131"/>
              <a:gd name="connsiteY12" fmla="*/ 63018 h 157258"/>
              <a:gd name="connsiteX13" fmla="*/ 187229 w 243131"/>
              <a:gd name="connsiteY13" fmla="*/ 56150 h 157258"/>
              <a:gd name="connsiteX14" fmla="*/ 131079 w 243131"/>
              <a:gd name="connsiteY14" fmla="*/ 4848 h 157258"/>
              <a:gd name="connsiteX15" fmla="*/ 135937 w 243131"/>
              <a:gd name="connsiteY15" fmla="*/ 0 h 157258"/>
              <a:gd name="connsiteX16" fmla="*/ 157406 w 243131"/>
              <a:gd name="connsiteY16" fmla="*/ 21479 h 157258"/>
              <a:gd name="connsiteX17" fmla="*/ 135937 w 243131"/>
              <a:gd name="connsiteY17" fmla="*/ 42958 h 157258"/>
              <a:gd name="connsiteX18" fmla="*/ 131079 w 243131"/>
              <a:gd name="connsiteY18" fmla="*/ 38110 h 157258"/>
              <a:gd name="connsiteX19" fmla="*/ 144281 w 243131"/>
              <a:gd name="connsiteY19" fmla="*/ 24908 h 157258"/>
              <a:gd name="connsiteX20" fmla="*/ 158 w 243131"/>
              <a:gd name="connsiteY20" fmla="*/ 24908 h 157258"/>
              <a:gd name="connsiteX21" fmla="*/ 158 w 243131"/>
              <a:gd name="connsiteY21" fmla="*/ 18050 h 157258"/>
              <a:gd name="connsiteX22" fmla="*/ 144281 w 243131"/>
              <a:gd name="connsiteY22" fmla="*/ 18050 h 157258"/>
              <a:gd name="connsiteX23" fmla="*/ 131079 w 243131"/>
              <a:gd name="connsiteY23" fmla="*/ 4848 h 157258"/>
              <a:gd name="connsiteX24" fmla="*/ 144281 w 243131"/>
              <a:gd name="connsiteY24" fmla="*/ 132350 h 157258"/>
              <a:gd name="connsiteX25" fmla="*/ 131079 w 243131"/>
              <a:gd name="connsiteY25" fmla="*/ 119158 h 157258"/>
              <a:gd name="connsiteX26" fmla="*/ 135937 w 243131"/>
              <a:gd name="connsiteY26" fmla="*/ 114300 h 157258"/>
              <a:gd name="connsiteX27" fmla="*/ 157406 w 243131"/>
              <a:gd name="connsiteY27" fmla="*/ 135779 h 157258"/>
              <a:gd name="connsiteX28" fmla="*/ 135937 w 243131"/>
              <a:gd name="connsiteY28" fmla="*/ 157258 h 157258"/>
              <a:gd name="connsiteX29" fmla="*/ 131079 w 243131"/>
              <a:gd name="connsiteY29" fmla="*/ 152400 h 157258"/>
              <a:gd name="connsiteX30" fmla="*/ 144281 w 243131"/>
              <a:gd name="connsiteY30" fmla="*/ 139208 h 157258"/>
              <a:gd name="connsiteX31" fmla="*/ 158 w 243131"/>
              <a:gd name="connsiteY31" fmla="*/ 139208 h 157258"/>
              <a:gd name="connsiteX32" fmla="*/ 158 w 243131"/>
              <a:gd name="connsiteY32" fmla="*/ 132350 h 157258"/>
              <a:gd name="connsiteX33" fmla="*/ 144281 w 243131"/>
              <a:gd name="connsiteY33" fmla="*/ 132350 h 157258"/>
              <a:gd name="connsiteX34" fmla="*/ 158 w 243131"/>
              <a:gd name="connsiteY34" fmla="*/ 94250 h 157258"/>
              <a:gd name="connsiteX35" fmla="*/ 96646 w 243131"/>
              <a:gd name="connsiteY35" fmla="*/ 94250 h 157258"/>
              <a:gd name="connsiteX36" fmla="*/ 83454 w 243131"/>
              <a:gd name="connsiteY36" fmla="*/ 81058 h 157258"/>
              <a:gd name="connsiteX37" fmla="*/ 88302 w 243131"/>
              <a:gd name="connsiteY37" fmla="*/ 76200 h 157258"/>
              <a:gd name="connsiteX38" fmla="*/ 109781 w 243131"/>
              <a:gd name="connsiteY38" fmla="*/ 97679 h 157258"/>
              <a:gd name="connsiteX39" fmla="*/ 88302 w 243131"/>
              <a:gd name="connsiteY39" fmla="*/ 119158 h 157258"/>
              <a:gd name="connsiteX40" fmla="*/ 83454 w 243131"/>
              <a:gd name="connsiteY40" fmla="*/ 114300 h 157258"/>
              <a:gd name="connsiteX41" fmla="*/ 96646 w 243131"/>
              <a:gd name="connsiteY41" fmla="*/ 101108 h 157258"/>
              <a:gd name="connsiteX42" fmla="*/ 158 w 243131"/>
              <a:gd name="connsiteY42" fmla="*/ 101108 h 157258"/>
              <a:gd name="connsiteX43" fmla="*/ 158 w 243131"/>
              <a:gd name="connsiteY43"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554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2832 w 243131"/>
              <a:gd name="connsiteY11" fmla="*/ 66676 h 157258"/>
              <a:gd name="connsiteX12" fmla="*/ 187229 w 243131"/>
              <a:gd name="connsiteY12" fmla="*/ 63018 h 157258"/>
              <a:gd name="connsiteX13" fmla="*/ 187229 w 243131"/>
              <a:gd name="connsiteY13" fmla="*/ 56150 h 157258"/>
              <a:gd name="connsiteX14" fmla="*/ 131079 w 243131"/>
              <a:gd name="connsiteY14" fmla="*/ 4848 h 157258"/>
              <a:gd name="connsiteX15" fmla="*/ 135937 w 243131"/>
              <a:gd name="connsiteY15" fmla="*/ 0 h 157258"/>
              <a:gd name="connsiteX16" fmla="*/ 157406 w 243131"/>
              <a:gd name="connsiteY16" fmla="*/ 21479 h 157258"/>
              <a:gd name="connsiteX17" fmla="*/ 135937 w 243131"/>
              <a:gd name="connsiteY17" fmla="*/ 42958 h 157258"/>
              <a:gd name="connsiteX18" fmla="*/ 131079 w 243131"/>
              <a:gd name="connsiteY18" fmla="*/ 38110 h 157258"/>
              <a:gd name="connsiteX19" fmla="*/ 144281 w 243131"/>
              <a:gd name="connsiteY19" fmla="*/ 24908 h 157258"/>
              <a:gd name="connsiteX20" fmla="*/ 158 w 243131"/>
              <a:gd name="connsiteY20" fmla="*/ 24908 h 157258"/>
              <a:gd name="connsiteX21" fmla="*/ 158 w 243131"/>
              <a:gd name="connsiteY21" fmla="*/ 18050 h 157258"/>
              <a:gd name="connsiteX22" fmla="*/ 144281 w 243131"/>
              <a:gd name="connsiteY22" fmla="*/ 18050 h 157258"/>
              <a:gd name="connsiteX23" fmla="*/ 131079 w 243131"/>
              <a:gd name="connsiteY23" fmla="*/ 4848 h 157258"/>
              <a:gd name="connsiteX24" fmla="*/ 144281 w 243131"/>
              <a:gd name="connsiteY24" fmla="*/ 132350 h 157258"/>
              <a:gd name="connsiteX25" fmla="*/ 131079 w 243131"/>
              <a:gd name="connsiteY25" fmla="*/ 119158 h 157258"/>
              <a:gd name="connsiteX26" fmla="*/ 135937 w 243131"/>
              <a:gd name="connsiteY26" fmla="*/ 114300 h 157258"/>
              <a:gd name="connsiteX27" fmla="*/ 157406 w 243131"/>
              <a:gd name="connsiteY27" fmla="*/ 135779 h 157258"/>
              <a:gd name="connsiteX28" fmla="*/ 135937 w 243131"/>
              <a:gd name="connsiteY28" fmla="*/ 157258 h 157258"/>
              <a:gd name="connsiteX29" fmla="*/ 131079 w 243131"/>
              <a:gd name="connsiteY29" fmla="*/ 152400 h 157258"/>
              <a:gd name="connsiteX30" fmla="*/ 144281 w 243131"/>
              <a:gd name="connsiteY30" fmla="*/ 139208 h 157258"/>
              <a:gd name="connsiteX31" fmla="*/ 158 w 243131"/>
              <a:gd name="connsiteY31" fmla="*/ 139208 h 157258"/>
              <a:gd name="connsiteX32" fmla="*/ 158 w 243131"/>
              <a:gd name="connsiteY32" fmla="*/ 132350 h 157258"/>
              <a:gd name="connsiteX33" fmla="*/ 144281 w 243131"/>
              <a:gd name="connsiteY33" fmla="*/ 132350 h 157258"/>
              <a:gd name="connsiteX34" fmla="*/ 158 w 243131"/>
              <a:gd name="connsiteY34" fmla="*/ 94250 h 157258"/>
              <a:gd name="connsiteX35" fmla="*/ 96646 w 243131"/>
              <a:gd name="connsiteY35" fmla="*/ 94250 h 157258"/>
              <a:gd name="connsiteX36" fmla="*/ 83454 w 243131"/>
              <a:gd name="connsiteY36" fmla="*/ 81058 h 157258"/>
              <a:gd name="connsiteX37" fmla="*/ 88302 w 243131"/>
              <a:gd name="connsiteY37" fmla="*/ 76200 h 157258"/>
              <a:gd name="connsiteX38" fmla="*/ 109781 w 243131"/>
              <a:gd name="connsiteY38" fmla="*/ 97679 h 157258"/>
              <a:gd name="connsiteX39" fmla="*/ 88302 w 243131"/>
              <a:gd name="connsiteY39" fmla="*/ 119158 h 157258"/>
              <a:gd name="connsiteX40" fmla="*/ 83454 w 243131"/>
              <a:gd name="connsiteY40" fmla="*/ 114300 h 157258"/>
              <a:gd name="connsiteX41" fmla="*/ 96646 w 243131"/>
              <a:gd name="connsiteY41" fmla="*/ 101108 h 157258"/>
              <a:gd name="connsiteX42" fmla="*/ 158 w 243131"/>
              <a:gd name="connsiteY42" fmla="*/ 101108 h 157258"/>
              <a:gd name="connsiteX43" fmla="*/ 158 w 243131"/>
              <a:gd name="connsiteY43"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554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187229 w 243131"/>
              <a:gd name="connsiteY11" fmla="*/ 63018 h 157258"/>
              <a:gd name="connsiteX12" fmla="*/ 187229 w 243131"/>
              <a:gd name="connsiteY12" fmla="*/ 56150 h 157258"/>
              <a:gd name="connsiteX13" fmla="*/ 131079 w 243131"/>
              <a:gd name="connsiteY13" fmla="*/ 4848 h 157258"/>
              <a:gd name="connsiteX14" fmla="*/ 135937 w 243131"/>
              <a:gd name="connsiteY14" fmla="*/ 0 h 157258"/>
              <a:gd name="connsiteX15" fmla="*/ 157406 w 243131"/>
              <a:gd name="connsiteY15" fmla="*/ 21479 h 157258"/>
              <a:gd name="connsiteX16" fmla="*/ 135937 w 243131"/>
              <a:gd name="connsiteY16" fmla="*/ 42958 h 157258"/>
              <a:gd name="connsiteX17" fmla="*/ 131079 w 243131"/>
              <a:gd name="connsiteY17" fmla="*/ 38110 h 157258"/>
              <a:gd name="connsiteX18" fmla="*/ 144281 w 243131"/>
              <a:gd name="connsiteY18" fmla="*/ 24908 h 157258"/>
              <a:gd name="connsiteX19" fmla="*/ 158 w 243131"/>
              <a:gd name="connsiteY19" fmla="*/ 24908 h 157258"/>
              <a:gd name="connsiteX20" fmla="*/ 158 w 243131"/>
              <a:gd name="connsiteY20" fmla="*/ 18050 h 157258"/>
              <a:gd name="connsiteX21" fmla="*/ 144281 w 243131"/>
              <a:gd name="connsiteY21" fmla="*/ 18050 h 157258"/>
              <a:gd name="connsiteX22" fmla="*/ 131079 w 243131"/>
              <a:gd name="connsiteY22" fmla="*/ 4848 h 157258"/>
              <a:gd name="connsiteX23" fmla="*/ 144281 w 243131"/>
              <a:gd name="connsiteY23" fmla="*/ 132350 h 157258"/>
              <a:gd name="connsiteX24" fmla="*/ 131079 w 243131"/>
              <a:gd name="connsiteY24" fmla="*/ 119158 h 157258"/>
              <a:gd name="connsiteX25" fmla="*/ 135937 w 243131"/>
              <a:gd name="connsiteY25" fmla="*/ 114300 h 157258"/>
              <a:gd name="connsiteX26" fmla="*/ 157406 w 243131"/>
              <a:gd name="connsiteY26" fmla="*/ 135779 h 157258"/>
              <a:gd name="connsiteX27" fmla="*/ 135937 w 243131"/>
              <a:gd name="connsiteY27" fmla="*/ 157258 h 157258"/>
              <a:gd name="connsiteX28" fmla="*/ 131079 w 243131"/>
              <a:gd name="connsiteY28" fmla="*/ 152400 h 157258"/>
              <a:gd name="connsiteX29" fmla="*/ 144281 w 243131"/>
              <a:gd name="connsiteY29" fmla="*/ 139208 h 157258"/>
              <a:gd name="connsiteX30" fmla="*/ 158 w 243131"/>
              <a:gd name="connsiteY30" fmla="*/ 139208 h 157258"/>
              <a:gd name="connsiteX31" fmla="*/ 158 w 243131"/>
              <a:gd name="connsiteY31" fmla="*/ 132350 h 157258"/>
              <a:gd name="connsiteX32" fmla="*/ 144281 w 243131"/>
              <a:gd name="connsiteY32" fmla="*/ 132350 h 157258"/>
              <a:gd name="connsiteX33" fmla="*/ 158 w 243131"/>
              <a:gd name="connsiteY33" fmla="*/ 94250 h 157258"/>
              <a:gd name="connsiteX34" fmla="*/ 96646 w 243131"/>
              <a:gd name="connsiteY34" fmla="*/ 94250 h 157258"/>
              <a:gd name="connsiteX35" fmla="*/ 83454 w 243131"/>
              <a:gd name="connsiteY35" fmla="*/ 81058 h 157258"/>
              <a:gd name="connsiteX36" fmla="*/ 88302 w 243131"/>
              <a:gd name="connsiteY36" fmla="*/ 76200 h 157258"/>
              <a:gd name="connsiteX37" fmla="*/ 109781 w 243131"/>
              <a:gd name="connsiteY37" fmla="*/ 97679 h 157258"/>
              <a:gd name="connsiteX38" fmla="*/ 88302 w 243131"/>
              <a:gd name="connsiteY38" fmla="*/ 119158 h 157258"/>
              <a:gd name="connsiteX39" fmla="*/ 83454 w 243131"/>
              <a:gd name="connsiteY39" fmla="*/ 114300 h 157258"/>
              <a:gd name="connsiteX40" fmla="*/ 96646 w 243131"/>
              <a:gd name="connsiteY40" fmla="*/ 101108 h 157258"/>
              <a:gd name="connsiteX41" fmla="*/ 158 w 243131"/>
              <a:gd name="connsiteY41" fmla="*/ 101108 h 157258"/>
              <a:gd name="connsiteX42" fmla="*/ 158 w 243131"/>
              <a:gd name="connsiteY42" fmla="*/ 94250 h 157258"/>
              <a:gd name="connsiteX0" fmla="*/ 221812 w 243281"/>
              <a:gd name="connsiteY0" fmla="*/ 38110 h 157258"/>
              <a:gd name="connsiteX1" fmla="*/ 216954 w 243281"/>
              <a:gd name="connsiteY1" fmla="*/ 42958 h 157258"/>
              <a:gd name="connsiteX2" fmla="*/ 230156 w 243281"/>
              <a:gd name="connsiteY2" fmla="*/ 56150 h 157258"/>
              <a:gd name="connsiteX3" fmla="*/ 0 w 243281"/>
              <a:gd name="connsiteY3" fmla="*/ 56291 h 157258"/>
              <a:gd name="connsiteX4" fmla="*/ 150 w 243281"/>
              <a:gd name="connsiteY4" fmla="*/ 63008 h 157258"/>
              <a:gd name="connsiteX5" fmla="*/ 230146 w 243281"/>
              <a:gd name="connsiteY5" fmla="*/ 63008 h 157258"/>
              <a:gd name="connsiteX6" fmla="*/ 216945 w 243281"/>
              <a:gd name="connsiteY6" fmla="*/ 76200 h 157258"/>
              <a:gd name="connsiteX7" fmla="*/ 221802 w 243281"/>
              <a:gd name="connsiteY7" fmla="*/ 81058 h 157258"/>
              <a:gd name="connsiteX8" fmla="*/ 243281 w 243281"/>
              <a:gd name="connsiteY8" fmla="*/ 59579 h 157258"/>
              <a:gd name="connsiteX9" fmla="*/ 221812 w 243281"/>
              <a:gd name="connsiteY9" fmla="*/ 38110 h 157258"/>
              <a:gd name="connsiteX10" fmla="*/ 187379 w 243281"/>
              <a:gd name="connsiteY10" fmla="*/ 56150 h 157258"/>
              <a:gd name="connsiteX11" fmla="*/ 187379 w 243281"/>
              <a:gd name="connsiteY11" fmla="*/ 63018 h 157258"/>
              <a:gd name="connsiteX12" fmla="*/ 187379 w 243281"/>
              <a:gd name="connsiteY12" fmla="*/ 56150 h 157258"/>
              <a:gd name="connsiteX13" fmla="*/ 131229 w 243281"/>
              <a:gd name="connsiteY13" fmla="*/ 4848 h 157258"/>
              <a:gd name="connsiteX14" fmla="*/ 136087 w 243281"/>
              <a:gd name="connsiteY14" fmla="*/ 0 h 157258"/>
              <a:gd name="connsiteX15" fmla="*/ 157556 w 243281"/>
              <a:gd name="connsiteY15" fmla="*/ 21479 h 157258"/>
              <a:gd name="connsiteX16" fmla="*/ 136087 w 243281"/>
              <a:gd name="connsiteY16" fmla="*/ 42958 h 157258"/>
              <a:gd name="connsiteX17" fmla="*/ 131229 w 243281"/>
              <a:gd name="connsiteY17" fmla="*/ 38110 h 157258"/>
              <a:gd name="connsiteX18" fmla="*/ 144431 w 243281"/>
              <a:gd name="connsiteY18" fmla="*/ 24908 h 157258"/>
              <a:gd name="connsiteX19" fmla="*/ 308 w 243281"/>
              <a:gd name="connsiteY19" fmla="*/ 24908 h 157258"/>
              <a:gd name="connsiteX20" fmla="*/ 308 w 243281"/>
              <a:gd name="connsiteY20" fmla="*/ 18050 h 157258"/>
              <a:gd name="connsiteX21" fmla="*/ 144431 w 243281"/>
              <a:gd name="connsiteY21" fmla="*/ 18050 h 157258"/>
              <a:gd name="connsiteX22" fmla="*/ 131229 w 243281"/>
              <a:gd name="connsiteY22" fmla="*/ 4848 h 157258"/>
              <a:gd name="connsiteX23" fmla="*/ 144431 w 243281"/>
              <a:gd name="connsiteY23" fmla="*/ 132350 h 157258"/>
              <a:gd name="connsiteX24" fmla="*/ 131229 w 243281"/>
              <a:gd name="connsiteY24" fmla="*/ 119158 h 157258"/>
              <a:gd name="connsiteX25" fmla="*/ 136087 w 243281"/>
              <a:gd name="connsiteY25" fmla="*/ 114300 h 157258"/>
              <a:gd name="connsiteX26" fmla="*/ 157556 w 243281"/>
              <a:gd name="connsiteY26" fmla="*/ 135779 h 157258"/>
              <a:gd name="connsiteX27" fmla="*/ 136087 w 243281"/>
              <a:gd name="connsiteY27" fmla="*/ 157258 h 157258"/>
              <a:gd name="connsiteX28" fmla="*/ 131229 w 243281"/>
              <a:gd name="connsiteY28" fmla="*/ 152400 h 157258"/>
              <a:gd name="connsiteX29" fmla="*/ 144431 w 243281"/>
              <a:gd name="connsiteY29" fmla="*/ 139208 h 157258"/>
              <a:gd name="connsiteX30" fmla="*/ 308 w 243281"/>
              <a:gd name="connsiteY30" fmla="*/ 139208 h 157258"/>
              <a:gd name="connsiteX31" fmla="*/ 308 w 243281"/>
              <a:gd name="connsiteY31" fmla="*/ 132350 h 157258"/>
              <a:gd name="connsiteX32" fmla="*/ 144431 w 243281"/>
              <a:gd name="connsiteY32" fmla="*/ 132350 h 157258"/>
              <a:gd name="connsiteX33" fmla="*/ 308 w 243281"/>
              <a:gd name="connsiteY33" fmla="*/ 94250 h 157258"/>
              <a:gd name="connsiteX34" fmla="*/ 96796 w 243281"/>
              <a:gd name="connsiteY34" fmla="*/ 94250 h 157258"/>
              <a:gd name="connsiteX35" fmla="*/ 83604 w 243281"/>
              <a:gd name="connsiteY35" fmla="*/ 81058 h 157258"/>
              <a:gd name="connsiteX36" fmla="*/ 88452 w 243281"/>
              <a:gd name="connsiteY36" fmla="*/ 76200 h 157258"/>
              <a:gd name="connsiteX37" fmla="*/ 109931 w 243281"/>
              <a:gd name="connsiteY37" fmla="*/ 97679 h 157258"/>
              <a:gd name="connsiteX38" fmla="*/ 88452 w 243281"/>
              <a:gd name="connsiteY38" fmla="*/ 119158 h 157258"/>
              <a:gd name="connsiteX39" fmla="*/ 83604 w 243281"/>
              <a:gd name="connsiteY39" fmla="*/ 114300 h 157258"/>
              <a:gd name="connsiteX40" fmla="*/ 96796 w 243281"/>
              <a:gd name="connsiteY40" fmla="*/ 101108 h 157258"/>
              <a:gd name="connsiteX41" fmla="*/ 308 w 243281"/>
              <a:gd name="connsiteY41" fmla="*/ 101108 h 157258"/>
              <a:gd name="connsiteX42" fmla="*/ 308 w 243281"/>
              <a:gd name="connsiteY42" fmla="*/ 94250 h 157258"/>
              <a:gd name="connsiteX0" fmla="*/ 221812 w 243281"/>
              <a:gd name="connsiteY0" fmla="*/ 38110 h 157258"/>
              <a:gd name="connsiteX1" fmla="*/ 216954 w 243281"/>
              <a:gd name="connsiteY1" fmla="*/ 42958 h 157258"/>
              <a:gd name="connsiteX2" fmla="*/ 230156 w 243281"/>
              <a:gd name="connsiteY2" fmla="*/ 56150 h 157258"/>
              <a:gd name="connsiteX3" fmla="*/ 0 w 243281"/>
              <a:gd name="connsiteY3" fmla="*/ 56291 h 157258"/>
              <a:gd name="connsiteX4" fmla="*/ 150 w 243281"/>
              <a:gd name="connsiteY4" fmla="*/ 63008 h 157258"/>
              <a:gd name="connsiteX5" fmla="*/ 230146 w 243281"/>
              <a:gd name="connsiteY5" fmla="*/ 63008 h 157258"/>
              <a:gd name="connsiteX6" fmla="*/ 216945 w 243281"/>
              <a:gd name="connsiteY6" fmla="*/ 76200 h 157258"/>
              <a:gd name="connsiteX7" fmla="*/ 221802 w 243281"/>
              <a:gd name="connsiteY7" fmla="*/ 81058 h 157258"/>
              <a:gd name="connsiteX8" fmla="*/ 243281 w 243281"/>
              <a:gd name="connsiteY8" fmla="*/ 59579 h 157258"/>
              <a:gd name="connsiteX9" fmla="*/ 221812 w 243281"/>
              <a:gd name="connsiteY9" fmla="*/ 38110 h 157258"/>
              <a:gd name="connsiteX10" fmla="*/ 187379 w 243281"/>
              <a:gd name="connsiteY10" fmla="*/ 56150 h 157258"/>
              <a:gd name="connsiteX11" fmla="*/ 187379 w 243281"/>
              <a:gd name="connsiteY11" fmla="*/ 63018 h 157258"/>
              <a:gd name="connsiteX12" fmla="*/ 187379 w 243281"/>
              <a:gd name="connsiteY12" fmla="*/ 56150 h 157258"/>
              <a:gd name="connsiteX13" fmla="*/ 131229 w 243281"/>
              <a:gd name="connsiteY13" fmla="*/ 4848 h 157258"/>
              <a:gd name="connsiteX14" fmla="*/ 136087 w 243281"/>
              <a:gd name="connsiteY14" fmla="*/ 0 h 157258"/>
              <a:gd name="connsiteX15" fmla="*/ 157556 w 243281"/>
              <a:gd name="connsiteY15" fmla="*/ 21479 h 157258"/>
              <a:gd name="connsiteX16" fmla="*/ 136087 w 243281"/>
              <a:gd name="connsiteY16" fmla="*/ 42958 h 157258"/>
              <a:gd name="connsiteX17" fmla="*/ 131229 w 243281"/>
              <a:gd name="connsiteY17" fmla="*/ 38110 h 157258"/>
              <a:gd name="connsiteX18" fmla="*/ 144431 w 243281"/>
              <a:gd name="connsiteY18" fmla="*/ 24908 h 157258"/>
              <a:gd name="connsiteX19" fmla="*/ 308 w 243281"/>
              <a:gd name="connsiteY19" fmla="*/ 24908 h 157258"/>
              <a:gd name="connsiteX20" fmla="*/ 308 w 243281"/>
              <a:gd name="connsiteY20" fmla="*/ 18050 h 157258"/>
              <a:gd name="connsiteX21" fmla="*/ 144431 w 243281"/>
              <a:gd name="connsiteY21" fmla="*/ 18050 h 157258"/>
              <a:gd name="connsiteX22" fmla="*/ 131229 w 243281"/>
              <a:gd name="connsiteY22" fmla="*/ 4848 h 157258"/>
              <a:gd name="connsiteX23" fmla="*/ 144431 w 243281"/>
              <a:gd name="connsiteY23" fmla="*/ 132350 h 157258"/>
              <a:gd name="connsiteX24" fmla="*/ 131229 w 243281"/>
              <a:gd name="connsiteY24" fmla="*/ 119158 h 157258"/>
              <a:gd name="connsiteX25" fmla="*/ 136087 w 243281"/>
              <a:gd name="connsiteY25" fmla="*/ 114300 h 157258"/>
              <a:gd name="connsiteX26" fmla="*/ 157556 w 243281"/>
              <a:gd name="connsiteY26" fmla="*/ 135779 h 157258"/>
              <a:gd name="connsiteX27" fmla="*/ 136087 w 243281"/>
              <a:gd name="connsiteY27" fmla="*/ 157258 h 157258"/>
              <a:gd name="connsiteX28" fmla="*/ 131229 w 243281"/>
              <a:gd name="connsiteY28" fmla="*/ 152400 h 157258"/>
              <a:gd name="connsiteX29" fmla="*/ 144431 w 243281"/>
              <a:gd name="connsiteY29" fmla="*/ 139208 h 157258"/>
              <a:gd name="connsiteX30" fmla="*/ 308 w 243281"/>
              <a:gd name="connsiteY30" fmla="*/ 139208 h 157258"/>
              <a:gd name="connsiteX31" fmla="*/ 308 w 243281"/>
              <a:gd name="connsiteY31" fmla="*/ 132350 h 157258"/>
              <a:gd name="connsiteX32" fmla="*/ 144431 w 243281"/>
              <a:gd name="connsiteY32" fmla="*/ 132350 h 157258"/>
              <a:gd name="connsiteX33" fmla="*/ 308 w 243281"/>
              <a:gd name="connsiteY33" fmla="*/ 94250 h 157258"/>
              <a:gd name="connsiteX34" fmla="*/ 96796 w 243281"/>
              <a:gd name="connsiteY34" fmla="*/ 94250 h 157258"/>
              <a:gd name="connsiteX35" fmla="*/ 83604 w 243281"/>
              <a:gd name="connsiteY35" fmla="*/ 81058 h 157258"/>
              <a:gd name="connsiteX36" fmla="*/ 88452 w 243281"/>
              <a:gd name="connsiteY36" fmla="*/ 76200 h 157258"/>
              <a:gd name="connsiteX37" fmla="*/ 109931 w 243281"/>
              <a:gd name="connsiteY37" fmla="*/ 97679 h 157258"/>
              <a:gd name="connsiteX38" fmla="*/ 88452 w 243281"/>
              <a:gd name="connsiteY38" fmla="*/ 119158 h 157258"/>
              <a:gd name="connsiteX39" fmla="*/ 83604 w 243281"/>
              <a:gd name="connsiteY39" fmla="*/ 114300 h 157258"/>
              <a:gd name="connsiteX40" fmla="*/ 96796 w 243281"/>
              <a:gd name="connsiteY40" fmla="*/ 101108 h 157258"/>
              <a:gd name="connsiteX41" fmla="*/ 308 w 243281"/>
              <a:gd name="connsiteY41" fmla="*/ 101108 h 157258"/>
              <a:gd name="connsiteX42" fmla="*/ 308 w 243281"/>
              <a:gd name="connsiteY42" fmla="*/ 94250 h 157258"/>
              <a:gd name="connsiteX0" fmla="*/ 221672 w 243141"/>
              <a:gd name="connsiteY0" fmla="*/ 38110 h 157258"/>
              <a:gd name="connsiteX1" fmla="*/ 216814 w 243141"/>
              <a:gd name="connsiteY1" fmla="*/ 42958 h 157258"/>
              <a:gd name="connsiteX2" fmla="*/ 230016 w 243141"/>
              <a:gd name="connsiteY2" fmla="*/ 56150 h 157258"/>
              <a:gd name="connsiteX3" fmla="*/ 1 w 243141"/>
              <a:gd name="connsiteY3" fmla="*/ 56291 h 157258"/>
              <a:gd name="connsiteX4" fmla="*/ 10 w 243141"/>
              <a:gd name="connsiteY4" fmla="*/ 63008 h 157258"/>
              <a:gd name="connsiteX5" fmla="*/ 230006 w 243141"/>
              <a:gd name="connsiteY5" fmla="*/ 63008 h 157258"/>
              <a:gd name="connsiteX6" fmla="*/ 216805 w 243141"/>
              <a:gd name="connsiteY6" fmla="*/ 76200 h 157258"/>
              <a:gd name="connsiteX7" fmla="*/ 221662 w 243141"/>
              <a:gd name="connsiteY7" fmla="*/ 81058 h 157258"/>
              <a:gd name="connsiteX8" fmla="*/ 243141 w 243141"/>
              <a:gd name="connsiteY8" fmla="*/ 59579 h 157258"/>
              <a:gd name="connsiteX9" fmla="*/ 221672 w 243141"/>
              <a:gd name="connsiteY9" fmla="*/ 38110 h 157258"/>
              <a:gd name="connsiteX10" fmla="*/ 187239 w 243141"/>
              <a:gd name="connsiteY10" fmla="*/ 56150 h 157258"/>
              <a:gd name="connsiteX11" fmla="*/ 187239 w 243141"/>
              <a:gd name="connsiteY11" fmla="*/ 63018 h 157258"/>
              <a:gd name="connsiteX12" fmla="*/ 187239 w 243141"/>
              <a:gd name="connsiteY12" fmla="*/ 56150 h 157258"/>
              <a:gd name="connsiteX13" fmla="*/ 131089 w 243141"/>
              <a:gd name="connsiteY13" fmla="*/ 4848 h 157258"/>
              <a:gd name="connsiteX14" fmla="*/ 135947 w 243141"/>
              <a:gd name="connsiteY14" fmla="*/ 0 h 157258"/>
              <a:gd name="connsiteX15" fmla="*/ 157416 w 243141"/>
              <a:gd name="connsiteY15" fmla="*/ 21479 h 157258"/>
              <a:gd name="connsiteX16" fmla="*/ 135947 w 243141"/>
              <a:gd name="connsiteY16" fmla="*/ 42958 h 157258"/>
              <a:gd name="connsiteX17" fmla="*/ 131089 w 243141"/>
              <a:gd name="connsiteY17" fmla="*/ 38110 h 157258"/>
              <a:gd name="connsiteX18" fmla="*/ 144291 w 243141"/>
              <a:gd name="connsiteY18" fmla="*/ 24908 h 157258"/>
              <a:gd name="connsiteX19" fmla="*/ 168 w 243141"/>
              <a:gd name="connsiteY19" fmla="*/ 24908 h 157258"/>
              <a:gd name="connsiteX20" fmla="*/ 168 w 243141"/>
              <a:gd name="connsiteY20" fmla="*/ 18050 h 157258"/>
              <a:gd name="connsiteX21" fmla="*/ 144291 w 243141"/>
              <a:gd name="connsiteY21" fmla="*/ 18050 h 157258"/>
              <a:gd name="connsiteX22" fmla="*/ 131089 w 243141"/>
              <a:gd name="connsiteY22" fmla="*/ 4848 h 157258"/>
              <a:gd name="connsiteX23" fmla="*/ 144291 w 243141"/>
              <a:gd name="connsiteY23" fmla="*/ 132350 h 157258"/>
              <a:gd name="connsiteX24" fmla="*/ 131089 w 243141"/>
              <a:gd name="connsiteY24" fmla="*/ 119158 h 157258"/>
              <a:gd name="connsiteX25" fmla="*/ 135947 w 243141"/>
              <a:gd name="connsiteY25" fmla="*/ 114300 h 157258"/>
              <a:gd name="connsiteX26" fmla="*/ 157416 w 243141"/>
              <a:gd name="connsiteY26" fmla="*/ 135779 h 157258"/>
              <a:gd name="connsiteX27" fmla="*/ 135947 w 243141"/>
              <a:gd name="connsiteY27" fmla="*/ 157258 h 157258"/>
              <a:gd name="connsiteX28" fmla="*/ 131089 w 243141"/>
              <a:gd name="connsiteY28" fmla="*/ 152400 h 157258"/>
              <a:gd name="connsiteX29" fmla="*/ 144291 w 243141"/>
              <a:gd name="connsiteY29" fmla="*/ 139208 h 157258"/>
              <a:gd name="connsiteX30" fmla="*/ 168 w 243141"/>
              <a:gd name="connsiteY30" fmla="*/ 139208 h 157258"/>
              <a:gd name="connsiteX31" fmla="*/ 168 w 243141"/>
              <a:gd name="connsiteY31" fmla="*/ 132350 h 157258"/>
              <a:gd name="connsiteX32" fmla="*/ 144291 w 243141"/>
              <a:gd name="connsiteY32" fmla="*/ 132350 h 157258"/>
              <a:gd name="connsiteX33" fmla="*/ 168 w 243141"/>
              <a:gd name="connsiteY33" fmla="*/ 94250 h 157258"/>
              <a:gd name="connsiteX34" fmla="*/ 96656 w 243141"/>
              <a:gd name="connsiteY34" fmla="*/ 94250 h 157258"/>
              <a:gd name="connsiteX35" fmla="*/ 83464 w 243141"/>
              <a:gd name="connsiteY35" fmla="*/ 81058 h 157258"/>
              <a:gd name="connsiteX36" fmla="*/ 88312 w 243141"/>
              <a:gd name="connsiteY36" fmla="*/ 76200 h 157258"/>
              <a:gd name="connsiteX37" fmla="*/ 109791 w 243141"/>
              <a:gd name="connsiteY37" fmla="*/ 97679 h 157258"/>
              <a:gd name="connsiteX38" fmla="*/ 88312 w 243141"/>
              <a:gd name="connsiteY38" fmla="*/ 119158 h 157258"/>
              <a:gd name="connsiteX39" fmla="*/ 83464 w 243141"/>
              <a:gd name="connsiteY39" fmla="*/ 114300 h 157258"/>
              <a:gd name="connsiteX40" fmla="*/ 96656 w 243141"/>
              <a:gd name="connsiteY40" fmla="*/ 101108 h 157258"/>
              <a:gd name="connsiteX41" fmla="*/ 168 w 243141"/>
              <a:gd name="connsiteY41" fmla="*/ 101108 h 157258"/>
              <a:gd name="connsiteX42" fmla="*/ 168 w 243141"/>
              <a:gd name="connsiteY42" fmla="*/ 94250 h 15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43141" h="157258">
                <a:moveTo>
                  <a:pt x="221672" y="38110"/>
                </a:moveTo>
                <a:lnTo>
                  <a:pt x="216814" y="42958"/>
                </a:lnTo>
                <a:lnTo>
                  <a:pt x="230016" y="56150"/>
                </a:lnTo>
                <a:lnTo>
                  <a:pt x="1" y="56291"/>
                </a:lnTo>
                <a:cubicBezTo>
                  <a:pt x="-2" y="58577"/>
                  <a:pt x="13" y="60722"/>
                  <a:pt x="10" y="63008"/>
                </a:cubicBezTo>
                <a:lnTo>
                  <a:pt x="230006" y="63008"/>
                </a:lnTo>
                <a:lnTo>
                  <a:pt x="216805" y="76200"/>
                </a:lnTo>
                <a:lnTo>
                  <a:pt x="221662" y="81058"/>
                </a:lnTo>
                <a:lnTo>
                  <a:pt x="243141" y="59579"/>
                </a:lnTo>
                <a:lnTo>
                  <a:pt x="221672" y="38110"/>
                </a:lnTo>
                <a:close/>
                <a:moveTo>
                  <a:pt x="187239" y="56150"/>
                </a:moveTo>
                <a:lnTo>
                  <a:pt x="187239" y="63018"/>
                </a:lnTo>
                <a:lnTo>
                  <a:pt x="187239" y="56150"/>
                </a:lnTo>
                <a:close/>
                <a:moveTo>
                  <a:pt x="131089" y="4848"/>
                </a:moveTo>
                <a:lnTo>
                  <a:pt x="135947" y="0"/>
                </a:lnTo>
                <a:lnTo>
                  <a:pt x="157416" y="21479"/>
                </a:lnTo>
                <a:lnTo>
                  <a:pt x="135947" y="42958"/>
                </a:lnTo>
                <a:lnTo>
                  <a:pt x="131089" y="38110"/>
                </a:lnTo>
                <a:lnTo>
                  <a:pt x="144291" y="24908"/>
                </a:lnTo>
                <a:lnTo>
                  <a:pt x="168" y="24908"/>
                </a:lnTo>
                <a:lnTo>
                  <a:pt x="168" y="18050"/>
                </a:lnTo>
                <a:lnTo>
                  <a:pt x="144291" y="18050"/>
                </a:lnTo>
                <a:lnTo>
                  <a:pt x="131089" y="4848"/>
                </a:lnTo>
                <a:close/>
                <a:moveTo>
                  <a:pt x="144291" y="132350"/>
                </a:moveTo>
                <a:lnTo>
                  <a:pt x="131089" y="119158"/>
                </a:lnTo>
                <a:lnTo>
                  <a:pt x="135947" y="114300"/>
                </a:lnTo>
                <a:lnTo>
                  <a:pt x="157416" y="135779"/>
                </a:lnTo>
                <a:lnTo>
                  <a:pt x="135947" y="157258"/>
                </a:lnTo>
                <a:lnTo>
                  <a:pt x="131089" y="152400"/>
                </a:lnTo>
                <a:lnTo>
                  <a:pt x="144291" y="139208"/>
                </a:lnTo>
                <a:lnTo>
                  <a:pt x="168" y="139208"/>
                </a:lnTo>
                <a:lnTo>
                  <a:pt x="168" y="132350"/>
                </a:lnTo>
                <a:lnTo>
                  <a:pt x="144291" y="132350"/>
                </a:lnTo>
                <a:close/>
                <a:moveTo>
                  <a:pt x="168" y="94250"/>
                </a:moveTo>
                <a:lnTo>
                  <a:pt x="96656" y="94250"/>
                </a:lnTo>
                <a:lnTo>
                  <a:pt x="83464" y="81058"/>
                </a:lnTo>
                <a:lnTo>
                  <a:pt x="88312" y="76200"/>
                </a:lnTo>
                <a:lnTo>
                  <a:pt x="109791" y="97679"/>
                </a:lnTo>
                <a:lnTo>
                  <a:pt x="88312" y="119158"/>
                </a:lnTo>
                <a:lnTo>
                  <a:pt x="83464" y="114300"/>
                </a:lnTo>
                <a:lnTo>
                  <a:pt x="96656" y="101108"/>
                </a:lnTo>
                <a:lnTo>
                  <a:pt x="168" y="101108"/>
                </a:lnTo>
                <a:lnTo>
                  <a:pt x="168" y="94250"/>
                </a:lnTo>
                <a:close/>
              </a:path>
            </a:pathLst>
          </a:custGeom>
          <a:solidFill>
            <a:srgbClr val="0F62FE"/>
          </a:solidFill>
          <a:ln w="9525"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A865D24D-4D27-EE6D-7815-4DAB36841713}"/>
              </a:ext>
            </a:extLst>
          </p:cNvPr>
          <p:cNvSpPr>
            <a:spLocks noChangeAspect="1"/>
          </p:cNvSpPr>
          <p:nvPr/>
        </p:nvSpPr>
        <p:spPr>
          <a:xfrm>
            <a:off x="15100661" y="9151975"/>
            <a:ext cx="1008458" cy="652248"/>
          </a:xfrm>
          <a:custGeom>
            <a:avLst/>
            <a:gdLst>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77308 w 284502"/>
              <a:gd name="connsiteY39" fmla="*/ 158258 h 292608"/>
              <a:gd name="connsiteX40" fmla="*/ 172450 w 284502"/>
              <a:gd name="connsiteY40" fmla="*/ 153410 h 292608"/>
              <a:gd name="connsiteX41" fmla="*/ 185652 w 284502"/>
              <a:gd name="connsiteY41" fmla="*/ 140208 h 292608"/>
              <a:gd name="connsiteX42" fmla="*/ 41529 w 284502"/>
              <a:gd name="connsiteY42" fmla="*/ 140208 h 292608"/>
              <a:gd name="connsiteX43" fmla="*/ 41529 w 284502"/>
              <a:gd name="connsiteY43" fmla="*/ 133350 h 292608"/>
              <a:gd name="connsiteX44" fmla="*/ 185652 w 284502"/>
              <a:gd name="connsiteY44" fmla="*/ 133350 h 292608"/>
              <a:gd name="connsiteX45" fmla="*/ 172450 w 284502"/>
              <a:gd name="connsiteY45" fmla="*/ 120148 h 292608"/>
              <a:gd name="connsiteX46" fmla="*/ 185652 w 284502"/>
              <a:gd name="connsiteY46" fmla="*/ 247650 h 292608"/>
              <a:gd name="connsiteX47" fmla="*/ 172450 w 284502"/>
              <a:gd name="connsiteY47" fmla="*/ 234458 h 292608"/>
              <a:gd name="connsiteX48" fmla="*/ 177308 w 284502"/>
              <a:gd name="connsiteY48" fmla="*/ 229600 h 292608"/>
              <a:gd name="connsiteX49" fmla="*/ 198777 w 284502"/>
              <a:gd name="connsiteY49" fmla="*/ 251079 h 292608"/>
              <a:gd name="connsiteX50" fmla="*/ 177308 w 284502"/>
              <a:gd name="connsiteY50" fmla="*/ 272558 h 292608"/>
              <a:gd name="connsiteX51" fmla="*/ 172450 w 284502"/>
              <a:gd name="connsiteY51" fmla="*/ 267700 h 292608"/>
              <a:gd name="connsiteX52" fmla="*/ 185652 w 284502"/>
              <a:gd name="connsiteY52" fmla="*/ 254508 h 292608"/>
              <a:gd name="connsiteX53" fmla="*/ 41529 w 284502"/>
              <a:gd name="connsiteY53" fmla="*/ 254508 h 292608"/>
              <a:gd name="connsiteX54" fmla="*/ 41529 w 284502"/>
              <a:gd name="connsiteY54" fmla="*/ 247650 h 292608"/>
              <a:gd name="connsiteX55" fmla="*/ 185652 w 284502"/>
              <a:gd name="connsiteY55" fmla="*/ 247650 h 292608"/>
              <a:gd name="connsiteX56" fmla="*/ 41529 w 284502"/>
              <a:gd name="connsiteY56" fmla="*/ 209550 h 292608"/>
              <a:gd name="connsiteX57" fmla="*/ 138017 w 284502"/>
              <a:gd name="connsiteY57" fmla="*/ 209550 h 292608"/>
              <a:gd name="connsiteX58" fmla="*/ 124825 w 284502"/>
              <a:gd name="connsiteY58" fmla="*/ 196358 h 292608"/>
              <a:gd name="connsiteX59" fmla="*/ 129673 w 284502"/>
              <a:gd name="connsiteY59" fmla="*/ 191500 h 292608"/>
              <a:gd name="connsiteX60" fmla="*/ 151152 w 284502"/>
              <a:gd name="connsiteY60" fmla="*/ 212979 h 292608"/>
              <a:gd name="connsiteX61" fmla="*/ 129673 w 284502"/>
              <a:gd name="connsiteY61" fmla="*/ 234458 h 292608"/>
              <a:gd name="connsiteX62" fmla="*/ 124825 w 284502"/>
              <a:gd name="connsiteY62" fmla="*/ 229600 h 292608"/>
              <a:gd name="connsiteX63" fmla="*/ 138017 w 284502"/>
              <a:gd name="connsiteY63" fmla="*/ 216408 h 292608"/>
              <a:gd name="connsiteX64" fmla="*/ 41529 w 284502"/>
              <a:gd name="connsiteY64" fmla="*/ 216408 h 292608"/>
              <a:gd name="connsiteX65" fmla="*/ 41529 w 284502"/>
              <a:gd name="connsiteY65"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171450 w 284502"/>
              <a:gd name="connsiteY30" fmla="*/ 6858 h 292608"/>
              <a:gd name="connsiteX31" fmla="*/ 171450 w 284502"/>
              <a:gd name="connsiteY31" fmla="*/ 60579 h 292608"/>
              <a:gd name="connsiteX32" fmla="*/ 174879 w 284502"/>
              <a:gd name="connsiteY32" fmla="*/ 64008 h 292608"/>
              <a:gd name="connsiteX33" fmla="*/ 228600 w 284502"/>
              <a:gd name="connsiteY33" fmla="*/ 64008 h 292608"/>
              <a:gd name="connsiteX34" fmla="*/ 228600 w 284502"/>
              <a:gd name="connsiteY34" fmla="*/ 171450 h 292608"/>
              <a:gd name="connsiteX35" fmla="*/ 172450 w 284502"/>
              <a:gd name="connsiteY35" fmla="*/ 120148 h 292608"/>
              <a:gd name="connsiteX36" fmla="*/ 177308 w 284502"/>
              <a:gd name="connsiteY36" fmla="*/ 115300 h 292608"/>
              <a:gd name="connsiteX37" fmla="*/ 198777 w 284502"/>
              <a:gd name="connsiteY37" fmla="*/ 136779 h 292608"/>
              <a:gd name="connsiteX38" fmla="*/ 177308 w 284502"/>
              <a:gd name="connsiteY38" fmla="*/ 158258 h 292608"/>
              <a:gd name="connsiteX39" fmla="*/ 172450 w 284502"/>
              <a:gd name="connsiteY39" fmla="*/ 153410 h 292608"/>
              <a:gd name="connsiteX40" fmla="*/ 185652 w 284502"/>
              <a:gd name="connsiteY40" fmla="*/ 140208 h 292608"/>
              <a:gd name="connsiteX41" fmla="*/ 41529 w 284502"/>
              <a:gd name="connsiteY41" fmla="*/ 140208 h 292608"/>
              <a:gd name="connsiteX42" fmla="*/ 41529 w 284502"/>
              <a:gd name="connsiteY42" fmla="*/ 133350 h 292608"/>
              <a:gd name="connsiteX43" fmla="*/ 185652 w 284502"/>
              <a:gd name="connsiteY43" fmla="*/ 133350 h 292608"/>
              <a:gd name="connsiteX44" fmla="*/ 172450 w 284502"/>
              <a:gd name="connsiteY44" fmla="*/ 120148 h 292608"/>
              <a:gd name="connsiteX45" fmla="*/ 185652 w 284502"/>
              <a:gd name="connsiteY45" fmla="*/ 247650 h 292608"/>
              <a:gd name="connsiteX46" fmla="*/ 172450 w 284502"/>
              <a:gd name="connsiteY46" fmla="*/ 234458 h 292608"/>
              <a:gd name="connsiteX47" fmla="*/ 177308 w 284502"/>
              <a:gd name="connsiteY47" fmla="*/ 229600 h 292608"/>
              <a:gd name="connsiteX48" fmla="*/ 198777 w 284502"/>
              <a:gd name="connsiteY48" fmla="*/ 251079 h 292608"/>
              <a:gd name="connsiteX49" fmla="*/ 177308 w 284502"/>
              <a:gd name="connsiteY49" fmla="*/ 272558 h 292608"/>
              <a:gd name="connsiteX50" fmla="*/ 172450 w 284502"/>
              <a:gd name="connsiteY50" fmla="*/ 267700 h 292608"/>
              <a:gd name="connsiteX51" fmla="*/ 185652 w 284502"/>
              <a:gd name="connsiteY51" fmla="*/ 254508 h 292608"/>
              <a:gd name="connsiteX52" fmla="*/ 41529 w 284502"/>
              <a:gd name="connsiteY52" fmla="*/ 254508 h 292608"/>
              <a:gd name="connsiteX53" fmla="*/ 41529 w 284502"/>
              <a:gd name="connsiteY53" fmla="*/ 247650 h 292608"/>
              <a:gd name="connsiteX54" fmla="*/ 185652 w 284502"/>
              <a:gd name="connsiteY54" fmla="*/ 247650 h 292608"/>
              <a:gd name="connsiteX55" fmla="*/ 41529 w 284502"/>
              <a:gd name="connsiteY55" fmla="*/ 209550 h 292608"/>
              <a:gd name="connsiteX56" fmla="*/ 138017 w 284502"/>
              <a:gd name="connsiteY56" fmla="*/ 209550 h 292608"/>
              <a:gd name="connsiteX57" fmla="*/ 124825 w 284502"/>
              <a:gd name="connsiteY57" fmla="*/ 196358 h 292608"/>
              <a:gd name="connsiteX58" fmla="*/ 129673 w 284502"/>
              <a:gd name="connsiteY58" fmla="*/ 191500 h 292608"/>
              <a:gd name="connsiteX59" fmla="*/ 151152 w 284502"/>
              <a:gd name="connsiteY59" fmla="*/ 212979 h 292608"/>
              <a:gd name="connsiteX60" fmla="*/ 129673 w 284502"/>
              <a:gd name="connsiteY60" fmla="*/ 234458 h 292608"/>
              <a:gd name="connsiteX61" fmla="*/ 124825 w 284502"/>
              <a:gd name="connsiteY61" fmla="*/ 229600 h 292608"/>
              <a:gd name="connsiteX62" fmla="*/ 138017 w 284502"/>
              <a:gd name="connsiteY62" fmla="*/ 216408 h 292608"/>
              <a:gd name="connsiteX63" fmla="*/ 41529 w 284502"/>
              <a:gd name="connsiteY63" fmla="*/ 216408 h 292608"/>
              <a:gd name="connsiteX64" fmla="*/ 41529 w 284502"/>
              <a:gd name="connsiteY64" fmla="*/ 209550 h 292608"/>
              <a:gd name="connsiteX0" fmla="*/ 273511 w 294980"/>
              <a:gd name="connsiteY0" fmla="*/ 153410 h 292608"/>
              <a:gd name="connsiteX1" fmla="*/ 268653 w 294980"/>
              <a:gd name="connsiteY1" fmla="*/ 158258 h 292608"/>
              <a:gd name="connsiteX2" fmla="*/ 281855 w 294980"/>
              <a:gd name="connsiteY2" fmla="*/ 171450 h 292608"/>
              <a:gd name="connsiteX3" fmla="*/ 245946 w 294980"/>
              <a:gd name="connsiteY3" fmla="*/ 171450 h 292608"/>
              <a:gd name="connsiteX4" fmla="*/ 245946 w 294980"/>
              <a:gd name="connsiteY4" fmla="*/ 60579 h 292608"/>
              <a:gd name="connsiteX5" fmla="*/ 244945 w 294980"/>
              <a:gd name="connsiteY5" fmla="*/ 58160 h 292608"/>
              <a:gd name="connsiteX6" fmla="*/ 187795 w 294980"/>
              <a:gd name="connsiteY6" fmla="*/ 1010 h 292608"/>
              <a:gd name="connsiteX7" fmla="*/ 185357 w 294980"/>
              <a:gd name="connsiteY7" fmla="*/ 0 h 292608"/>
              <a:gd name="connsiteX8" fmla="*/ 13907 w 294980"/>
              <a:gd name="connsiteY8" fmla="*/ 0 h 292608"/>
              <a:gd name="connsiteX9" fmla="*/ 10478 w 294980"/>
              <a:gd name="connsiteY9" fmla="*/ 289179 h 292608"/>
              <a:gd name="connsiteX10" fmla="*/ 13907 w 294980"/>
              <a:gd name="connsiteY10" fmla="*/ 292608 h 292608"/>
              <a:gd name="connsiteX11" fmla="*/ 242507 w 294980"/>
              <a:gd name="connsiteY11" fmla="*/ 292608 h 292608"/>
              <a:gd name="connsiteX12" fmla="*/ 245936 w 294980"/>
              <a:gd name="connsiteY12" fmla="*/ 289179 h 292608"/>
              <a:gd name="connsiteX13" fmla="*/ 245936 w 294980"/>
              <a:gd name="connsiteY13" fmla="*/ 178308 h 292608"/>
              <a:gd name="connsiteX14" fmla="*/ 281845 w 294980"/>
              <a:gd name="connsiteY14" fmla="*/ 178308 h 292608"/>
              <a:gd name="connsiteX15" fmla="*/ 268644 w 294980"/>
              <a:gd name="connsiteY15" fmla="*/ 191500 h 292608"/>
              <a:gd name="connsiteX16" fmla="*/ 273501 w 294980"/>
              <a:gd name="connsiteY16" fmla="*/ 196358 h 292608"/>
              <a:gd name="connsiteX17" fmla="*/ 294980 w 294980"/>
              <a:gd name="connsiteY17" fmla="*/ 174879 h 292608"/>
              <a:gd name="connsiteX18" fmla="*/ 273511 w 294980"/>
              <a:gd name="connsiteY18" fmla="*/ 153410 h 292608"/>
              <a:gd name="connsiteX19" fmla="*/ 188786 w 294980"/>
              <a:gd name="connsiteY19" fmla="*/ 11706 h 292608"/>
              <a:gd name="connsiteX20" fmla="*/ 234230 w 294980"/>
              <a:gd name="connsiteY20" fmla="*/ 57150 h 292608"/>
              <a:gd name="connsiteX21" fmla="*/ 188786 w 294980"/>
              <a:gd name="connsiteY21" fmla="*/ 57150 h 292608"/>
              <a:gd name="connsiteX22" fmla="*/ 188786 w 294980"/>
              <a:gd name="connsiteY22" fmla="*/ 11706 h 292608"/>
              <a:gd name="connsiteX23" fmla="*/ 239078 w 294980"/>
              <a:gd name="connsiteY23" fmla="*/ 171450 h 292608"/>
              <a:gd name="connsiteX24" fmla="*/ 52007 w 294980"/>
              <a:gd name="connsiteY24" fmla="*/ 171450 h 292608"/>
              <a:gd name="connsiteX25" fmla="*/ 52007 w 294980"/>
              <a:gd name="connsiteY25" fmla="*/ 178318 h 292608"/>
              <a:gd name="connsiteX26" fmla="*/ 239078 w 294980"/>
              <a:gd name="connsiteY26" fmla="*/ 178318 h 292608"/>
              <a:gd name="connsiteX27" fmla="*/ 239078 w 294980"/>
              <a:gd name="connsiteY27" fmla="*/ 285750 h 292608"/>
              <a:gd name="connsiteX28" fmla="*/ 17336 w 294980"/>
              <a:gd name="connsiteY28" fmla="*/ 285750 h 292608"/>
              <a:gd name="connsiteX29" fmla="*/ 181928 w 294980"/>
              <a:gd name="connsiteY29" fmla="*/ 6858 h 292608"/>
              <a:gd name="connsiteX30" fmla="*/ 181928 w 294980"/>
              <a:gd name="connsiteY30" fmla="*/ 60579 h 292608"/>
              <a:gd name="connsiteX31" fmla="*/ 185357 w 294980"/>
              <a:gd name="connsiteY31" fmla="*/ 64008 h 292608"/>
              <a:gd name="connsiteX32" fmla="*/ 239078 w 294980"/>
              <a:gd name="connsiteY32" fmla="*/ 64008 h 292608"/>
              <a:gd name="connsiteX33" fmla="*/ 239078 w 294980"/>
              <a:gd name="connsiteY33" fmla="*/ 171450 h 292608"/>
              <a:gd name="connsiteX34" fmla="*/ 182928 w 294980"/>
              <a:gd name="connsiteY34" fmla="*/ 120148 h 292608"/>
              <a:gd name="connsiteX35" fmla="*/ 187786 w 294980"/>
              <a:gd name="connsiteY35" fmla="*/ 115300 h 292608"/>
              <a:gd name="connsiteX36" fmla="*/ 209255 w 294980"/>
              <a:gd name="connsiteY36" fmla="*/ 136779 h 292608"/>
              <a:gd name="connsiteX37" fmla="*/ 187786 w 294980"/>
              <a:gd name="connsiteY37" fmla="*/ 158258 h 292608"/>
              <a:gd name="connsiteX38" fmla="*/ 182928 w 294980"/>
              <a:gd name="connsiteY38" fmla="*/ 153410 h 292608"/>
              <a:gd name="connsiteX39" fmla="*/ 196130 w 294980"/>
              <a:gd name="connsiteY39" fmla="*/ 140208 h 292608"/>
              <a:gd name="connsiteX40" fmla="*/ 52007 w 294980"/>
              <a:gd name="connsiteY40" fmla="*/ 140208 h 292608"/>
              <a:gd name="connsiteX41" fmla="*/ 52007 w 294980"/>
              <a:gd name="connsiteY41" fmla="*/ 133350 h 292608"/>
              <a:gd name="connsiteX42" fmla="*/ 196130 w 294980"/>
              <a:gd name="connsiteY42" fmla="*/ 133350 h 292608"/>
              <a:gd name="connsiteX43" fmla="*/ 182928 w 294980"/>
              <a:gd name="connsiteY43" fmla="*/ 120148 h 292608"/>
              <a:gd name="connsiteX44" fmla="*/ 196130 w 294980"/>
              <a:gd name="connsiteY44" fmla="*/ 247650 h 292608"/>
              <a:gd name="connsiteX45" fmla="*/ 182928 w 294980"/>
              <a:gd name="connsiteY45" fmla="*/ 234458 h 292608"/>
              <a:gd name="connsiteX46" fmla="*/ 187786 w 294980"/>
              <a:gd name="connsiteY46" fmla="*/ 229600 h 292608"/>
              <a:gd name="connsiteX47" fmla="*/ 209255 w 294980"/>
              <a:gd name="connsiteY47" fmla="*/ 251079 h 292608"/>
              <a:gd name="connsiteX48" fmla="*/ 187786 w 294980"/>
              <a:gd name="connsiteY48" fmla="*/ 272558 h 292608"/>
              <a:gd name="connsiteX49" fmla="*/ 182928 w 294980"/>
              <a:gd name="connsiteY49" fmla="*/ 267700 h 292608"/>
              <a:gd name="connsiteX50" fmla="*/ 196130 w 294980"/>
              <a:gd name="connsiteY50" fmla="*/ 254508 h 292608"/>
              <a:gd name="connsiteX51" fmla="*/ 52007 w 294980"/>
              <a:gd name="connsiteY51" fmla="*/ 254508 h 292608"/>
              <a:gd name="connsiteX52" fmla="*/ 52007 w 294980"/>
              <a:gd name="connsiteY52" fmla="*/ 247650 h 292608"/>
              <a:gd name="connsiteX53" fmla="*/ 196130 w 294980"/>
              <a:gd name="connsiteY53" fmla="*/ 247650 h 292608"/>
              <a:gd name="connsiteX54" fmla="*/ 52007 w 294980"/>
              <a:gd name="connsiteY54" fmla="*/ 209550 h 292608"/>
              <a:gd name="connsiteX55" fmla="*/ 148495 w 294980"/>
              <a:gd name="connsiteY55" fmla="*/ 209550 h 292608"/>
              <a:gd name="connsiteX56" fmla="*/ 135303 w 294980"/>
              <a:gd name="connsiteY56" fmla="*/ 196358 h 292608"/>
              <a:gd name="connsiteX57" fmla="*/ 140151 w 294980"/>
              <a:gd name="connsiteY57" fmla="*/ 191500 h 292608"/>
              <a:gd name="connsiteX58" fmla="*/ 161630 w 294980"/>
              <a:gd name="connsiteY58" fmla="*/ 212979 h 292608"/>
              <a:gd name="connsiteX59" fmla="*/ 140151 w 294980"/>
              <a:gd name="connsiteY59" fmla="*/ 234458 h 292608"/>
              <a:gd name="connsiteX60" fmla="*/ 135303 w 294980"/>
              <a:gd name="connsiteY60" fmla="*/ 229600 h 292608"/>
              <a:gd name="connsiteX61" fmla="*/ 148495 w 294980"/>
              <a:gd name="connsiteY61" fmla="*/ 216408 h 292608"/>
              <a:gd name="connsiteX62" fmla="*/ 52007 w 294980"/>
              <a:gd name="connsiteY62" fmla="*/ 216408 h 292608"/>
              <a:gd name="connsiteX63" fmla="*/ 52007 w 294980"/>
              <a:gd name="connsiteY63"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223752 w 284502"/>
              <a:gd name="connsiteY19" fmla="*/ 57150 h 292608"/>
              <a:gd name="connsiteX20" fmla="*/ 178308 w 284502"/>
              <a:gd name="connsiteY20" fmla="*/ 57150 h 292608"/>
              <a:gd name="connsiteX21" fmla="*/ 178308 w 284502"/>
              <a:gd name="connsiteY21" fmla="*/ 11706 h 292608"/>
              <a:gd name="connsiteX22" fmla="*/ 228600 w 284502"/>
              <a:gd name="connsiteY22" fmla="*/ 171450 h 292608"/>
              <a:gd name="connsiteX23" fmla="*/ 41529 w 284502"/>
              <a:gd name="connsiteY23" fmla="*/ 171450 h 292608"/>
              <a:gd name="connsiteX24" fmla="*/ 41529 w 284502"/>
              <a:gd name="connsiteY24" fmla="*/ 178318 h 292608"/>
              <a:gd name="connsiteX25" fmla="*/ 228600 w 284502"/>
              <a:gd name="connsiteY25" fmla="*/ 178318 h 292608"/>
              <a:gd name="connsiteX26" fmla="*/ 228600 w 284502"/>
              <a:gd name="connsiteY26" fmla="*/ 285750 h 292608"/>
              <a:gd name="connsiteX27" fmla="*/ 6858 w 284502"/>
              <a:gd name="connsiteY27" fmla="*/ 285750 h 292608"/>
              <a:gd name="connsiteX28" fmla="*/ 171450 w 284502"/>
              <a:gd name="connsiteY28" fmla="*/ 6858 h 292608"/>
              <a:gd name="connsiteX29" fmla="*/ 171450 w 284502"/>
              <a:gd name="connsiteY29" fmla="*/ 60579 h 292608"/>
              <a:gd name="connsiteX30" fmla="*/ 174879 w 284502"/>
              <a:gd name="connsiteY30" fmla="*/ 64008 h 292608"/>
              <a:gd name="connsiteX31" fmla="*/ 228600 w 284502"/>
              <a:gd name="connsiteY31" fmla="*/ 64008 h 292608"/>
              <a:gd name="connsiteX32" fmla="*/ 228600 w 284502"/>
              <a:gd name="connsiteY32" fmla="*/ 171450 h 292608"/>
              <a:gd name="connsiteX33" fmla="*/ 172450 w 284502"/>
              <a:gd name="connsiteY33" fmla="*/ 120148 h 292608"/>
              <a:gd name="connsiteX34" fmla="*/ 177308 w 284502"/>
              <a:gd name="connsiteY34" fmla="*/ 115300 h 292608"/>
              <a:gd name="connsiteX35" fmla="*/ 198777 w 284502"/>
              <a:gd name="connsiteY35" fmla="*/ 136779 h 292608"/>
              <a:gd name="connsiteX36" fmla="*/ 177308 w 284502"/>
              <a:gd name="connsiteY36" fmla="*/ 158258 h 292608"/>
              <a:gd name="connsiteX37" fmla="*/ 172450 w 284502"/>
              <a:gd name="connsiteY37" fmla="*/ 153410 h 292608"/>
              <a:gd name="connsiteX38" fmla="*/ 185652 w 284502"/>
              <a:gd name="connsiteY38" fmla="*/ 140208 h 292608"/>
              <a:gd name="connsiteX39" fmla="*/ 41529 w 284502"/>
              <a:gd name="connsiteY39" fmla="*/ 140208 h 292608"/>
              <a:gd name="connsiteX40" fmla="*/ 41529 w 284502"/>
              <a:gd name="connsiteY40" fmla="*/ 133350 h 292608"/>
              <a:gd name="connsiteX41" fmla="*/ 185652 w 284502"/>
              <a:gd name="connsiteY41" fmla="*/ 133350 h 292608"/>
              <a:gd name="connsiteX42" fmla="*/ 172450 w 284502"/>
              <a:gd name="connsiteY42" fmla="*/ 120148 h 292608"/>
              <a:gd name="connsiteX43" fmla="*/ 185652 w 284502"/>
              <a:gd name="connsiteY43" fmla="*/ 247650 h 292608"/>
              <a:gd name="connsiteX44" fmla="*/ 172450 w 284502"/>
              <a:gd name="connsiteY44" fmla="*/ 234458 h 292608"/>
              <a:gd name="connsiteX45" fmla="*/ 177308 w 284502"/>
              <a:gd name="connsiteY45" fmla="*/ 229600 h 292608"/>
              <a:gd name="connsiteX46" fmla="*/ 198777 w 284502"/>
              <a:gd name="connsiteY46" fmla="*/ 251079 h 292608"/>
              <a:gd name="connsiteX47" fmla="*/ 177308 w 284502"/>
              <a:gd name="connsiteY47" fmla="*/ 272558 h 292608"/>
              <a:gd name="connsiteX48" fmla="*/ 172450 w 284502"/>
              <a:gd name="connsiteY48" fmla="*/ 267700 h 292608"/>
              <a:gd name="connsiteX49" fmla="*/ 185652 w 284502"/>
              <a:gd name="connsiteY49" fmla="*/ 254508 h 292608"/>
              <a:gd name="connsiteX50" fmla="*/ 41529 w 284502"/>
              <a:gd name="connsiteY50" fmla="*/ 254508 h 292608"/>
              <a:gd name="connsiteX51" fmla="*/ 41529 w 284502"/>
              <a:gd name="connsiteY51" fmla="*/ 247650 h 292608"/>
              <a:gd name="connsiteX52" fmla="*/ 185652 w 284502"/>
              <a:gd name="connsiteY52" fmla="*/ 247650 h 292608"/>
              <a:gd name="connsiteX53" fmla="*/ 41529 w 284502"/>
              <a:gd name="connsiteY53" fmla="*/ 209550 h 292608"/>
              <a:gd name="connsiteX54" fmla="*/ 138017 w 284502"/>
              <a:gd name="connsiteY54" fmla="*/ 209550 h 292608"/>
              <a:gd name="connsiteX55" fmla="*/ 124825 w 284502"/>
              <a:gd name="connsiteY55" fmla="*/ 196358 h 292608"/>
              <a:gd name="connsiteX56" fmla="*/ 129673 w 284502"/>
              <a:gd name="connsiteY56" fmla="*/ 191500 h 292608"/>
              <a:gd name="connsiteX57" fmla="*/ 151152 w 284502"/>
              <a:gd name="connsiteY57" fmla="*/ 212979 h 292608"/>
              <a:gd name="connsiteX58" fmla="*/ 129673 w 284502"/>
              <a:gd name="connsiteY58" fmla="*/ 234458 h 292608"/>
              <a:gd name="connsiteX59" fmla="*/ 124825 w 284502"/>
              <a:gd name="connsiteY59" fmla="*/ 229600 h 292608"/>
              <a:gd name="connsiteX60" fmla="*/ 138017 w 284502"/>
              <a:gd name="connsiteY60" fmla="*/ 216408 h 292608"/>
              <a:gd name="connsiteX61" fmla="*/ 41529 w 284502"/>
              <a:gd name="connsiteY61" fmla="*/ 216408 h 292608"/>
              <a:gd name="connsiteX62" fmla="*/ 41529 w 284502"/>
              <a:gd name="connsiteY62"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178308 w 284502"/>
              <a:gd name="connsiteY19" fmla="*/ 57150 h 292608"/>
              <a:gd name="connsiteX20" fmla="*/ 178308 w 284502"/>
              <a:gd name="connsiteY20" fmla="*/ 11706 h 292608"/>
              <a:gd name="connsiteX21" fmla="*/ 228600 w 284502"/>
              <a:gd name="connsiteY21" fmla="*/ 171450 h 292608"/>
              <a:gd name="connsiteX22" fmla="*/ 41529 w 284502"/>
              <a:gd name="connsiteY22" fmla="*/ 171450 h 292608"/>
              <a:gd name="connsiteX23" fmla="*/ 41529 w 284502"/>
              <a:gd name="connsiteY23" fmla="*/ 178318 h 292608"/>
              <a:gd name="connsiteX24" fmla="*/ 228600 w 284502"/>
              <a:gd name="connsiteY24" fmla="*/ 178318 h 292608"/>
              <a:gd name="connsiteX25" fmla="*/ 228600 w 284502"/>
              <a:gd name="connsiteY25" fmla="*/ 285750 h 292608"/>
              <a:gd name="connsiteX26" fmla="*/ 6858 w 284502"/>
              <a:gd name="connsiteY26" fmla="*/ 285750 h 292608"/>
              <a:gd name="connsiteX27" fmla="*/ 171450 w 284502"/>
              <a:gd name="connsiteY27" fmla="*/ 6858 h 292608"/>
              <a:gd name="connsiteX28" fmla="*/ 171450 w 284502"/>
              <a:gd name="connsiteY28" fmla="*/ 60579 h 292608"/>
              <a:gd name="connsiteX29" fmla="*/ 174879 w 284502"/>
              <a:gd name="connsiteY29" fmla="*/ 64008 h 292608"/>
              <a:gd name="connsiteX30" fmla="*/ 228600 w 284502"/>
              <a:gd name="connsiteY30" fmla="*/ 64008 h 292608"/>
              <a:gd name="connsiteX31" fmla="*/ 228600 w 284502"/>
              <a:gd name="connsiteY31" fmla="*/ 171450 h 292608"/>
              <a:gd name="connsiteX32" fmla="*/ 172450 w 284502"/>
              <a:gd name="connsiteY32" fmla="*/ 120148 h 292608"/>
              <a:gd name="connsiteX33" fmla="*/ 177308 w 284502"/>
              <a:gd name="connsiteY33" fmla="*/ 115300 h 292608"/>
              <a:gd name="connsiteX34" fmla="*/ 198777 w 284502"/>
              <a:gd name="connsiteY34" fmla="*/ 136779 h 292608"/>
              <a:gd name="connsiteX35" fmla="*/ 177308 w 284502"/>
              <a:gd name="connsiteY35" fmla="*/ 158258 h 292608"/>
              <a:gd name="connsiteX36" fmla="*/ 172450 w 284502"/>
              <a:gd name="connsiteY36" fmla="*/ 153410 h 292608"/>
              <a:gd name="connsiteX37" fmla="*/ 185652 w 284502"/>
              <a:gd name="connsiteY37" fmla="*/ 140208 h 292608"/>
              <a:gd name="connsiteX38" fmla="*/ 41529 w 284502"/>
              <a:gd name="connsiteY38" fmla="*/ 140208 h 292608"/>
              <a:gd name="connsiteX39" fmla="*/ 41529 w 284502"/>
              <a:gd name="connsiteY39" fmla="*/ 133350 h 292608"/>
              <a:gd name="connsiteX40" fmla="*/ 185652 w 284502"/>
              <a:gd name="connsiteY40" fmla="*/ 133350 h 292608"/>
              <a:gd name="connsiteX41" fmla="*/ 172450 w 284502"/>
              <a:gd name="connsiteY41" fmla="*/ 120148 h 292608"/>
              <a:gd name="connsiteX42" fmla="*/ 185652 w 284502"/>
              <a:gd name="connsiteY42" fmla="*/ 247650 h 292608"/>
              <a:gd name="connsiteX43" fmla="*/ 172450 w 284502"/>
              <a:gd name="connsiteY43" fmla="*/ 234458 h 292608"/>
              <a:gd name="connsiteX44" fmla="*/ 177308 w 284502"/>
              <a:gd name="connsiteY44" fmla="*/ 229600 h 292608"/>
              <a:gd name="connsiteX45" fmla="*/ 198777 w 284502"/>
              <a:gd name="connsiteY45" fmla="*/ 251079 h 292608"/>
              <a:gd name="connsiteX46" fmla="*/ 177308 w 284502"/>
              <a:gd name="connsiteY46" fmla="*/ 272558 h 292608"/>
              <a:gd name="connsiteX47" fmla="*/ 172450 w 284502"/>
              <a:gd name="connsiteY47" fmla="*/ 267700 h 292608"/>
              <a:gd name="connsiteX48" fmla="*/ 185652 w 284502"/>
              <a:gd name="connsiteY48" fmla="*/ 254508 h 292608"/>
              <a:gd name="connsiteX49" fmla="*/ 41529 w 284502"/>
              <a:gd name="connsiteY49" fmla="*/ 254508 h 292608"/>
              <a:gd name="connsiteX50" fmla="*/ 41529 w 284502"/>
              <a:gd name="connsiteY50" fmla="*/ 247650 h 292608"/>
              <a:gd name="connsiteX51" fmla="*/ 185652 w 284502"/>
              <a:gd name="connsiteY51" fmla="*/ 247650 h 292608"/>
              <a:gd name="connsiteX52" fmla="*/ 41529 w 284502"/>
              <a:gd name="connsiteY52" fmla="*/ 209550 h 292608"/>
              <a:gd name="connsiteX53" fmla="*/ 138017 w 284502"/>
              <a:gd name="connsiteY53" fmla="*/ 209550 h 292608"/>
              <a:gd name="connsiteX54" fmla="*/ 124825 w 284502"/>
              <a:gd name="connsiteY54" fmla="*/ 196358 h 292608"/>
              <a:gd name="connsiteX55" fmla="*/ 129673 w 284502"/>
              <a:gd name="connsiteY55" fmla="*/ 191500 h 292608"/>
              <a:gd name="connsiteX56" fmla="*/ 151152 w 284502"/>
              <a:gd name="connsiteY56" fmla="*/ 212979 h 292608"/>
              <a:gd name="connsiteX57" fmla="*/ 129673 w 284502"/>
              <a:gd name="connsiteY57" fmla="*/ 234458 h 292608"/>
              <a:gd name="connsiteX58" fmla="*/ 124825 w 284502"/>
              <a:gd name="connsiteY58" fmla="*/ 229600 h 292608"/>
              <a:gd name="connsiteX59" fmla="*/ 138017 w 284502"/>
              <a:gd name="connsiteY59" fmla="*/ 216408 h 292608"/>
              <a:gd name="connsiteX60" fmla="*/ 41529 w 284502"/>
              <a:gd name="connsiteY60" fmla="*/ 216408 h 292608"/>
              <a:gd name="connsiteX61" fmla="*/ 41529 w 284502"/>
              <a:gd name="connsiteY61"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178308 w 284502"/>
              <a:gd name="connsiteY19" fmla="*/ 57150 h 292608"/>
              <a:gd name="connsiteX20" fmla="*/ 178308 w 284502"/>
              <a:gd name="connsiteY20" fmla="*/ 11706 h 292608"/>
              <a:gd name="connsiteX21" fmla="*/ 228600 w 284502"/>
              <a:gd name="connsiteY21" fmla="*/ 171450 h 292608"/>
              <a:gd name="connsiteX22" fmla="*/ 41529 w 284502"/>
              <a:gd name="connsiteY22" fmla="*/ 171450 h 292608"/>
              <a:gd name="connsiteX23" fmla="*/ 41529 w 284502"/>
              <a:gd name="connsiteY23" fmla="*/ 178318 h 292608"/>
              <a:gd name="connsiteX24" fmla="*/ 228600 w 284502"/>
              <a:gd name="connsiteY24" fmla="*/ 178318 h 292608"/>
              <a:gd name="connsiteX25" fmla="*/ 228600 w 284502"/>
              <a:gd name="connsiteY25" fmla="*/ 285750 h 292608"/>
              <a:gd name="connsiteX26" fmla="*/ 6858 w 284502"/>
              <a:gd name="connsiteY26" fmla="*/ 285750 h 292608"/>
              <a:gd name="connsiteX27" fmla="*/ 171450 w 284502"/>
              <a:gd name="connsiteY27" fmla="*/ 6858 h 292608"/>
              <a:gd name="connsiteX28" fmla="*/ 171450 w 284502"/>
              <a:gd name="connsiteY28" fmla="*/ 60579 h 292608"/>
              <a:gd name="connsiteX29" fmla="*/ 174879 w 284502"/>
              <a:gd name="connsiteY29" fmla="*/ 64008 h 292608"/>
              <a:gd name="connsiteX30" fmla="*/ 228600 w 284502"/>
              <a:gd name="connsiteY30" fmla="*/ 171450 h 292608"/>
              <a:gd name="connsiteX31" fmla="*/ 172450 w 284502"/>
              <a:gd name="connsiteY31" fmla="*/ 120148 h 292608"/>
              <a:gd name="connsiteX32" fmla="*/ 177308 w 284502"/>
              <a:gd name="connsiteY32" fmla="*/ 115300 h 292608"/>
              <a:gd name="connsiteX33" fmla="*/ 198777 w 284502"/>
              <a:gd name="connsiteY33" fmla="*/ 136779 h 292608"/>
              <a:gd name="connsiteX34" fmla="*/ 177308 w 284502"/>
              <a:gd name="connsiteY34" fmla="*/ 158258 h 292608"/>
              <a:gd name="connsiteX35" fmla="*/ 172450 w 284502"/>
              <a:gd name="connsiteY35" fmla="*/ 153410 h 292608"/>
              <a:gd name="connsiteX36" fmla="*/ 185652 w 284502"/>
              <a:gd name="connsiteY36" fmla="*/ 140208 h 292608"/>
              <a:gd name="connsiteX37" fmla="*/ 41529 w 284502"/>
              <a:gd name="connsiteY37" fmla="*/ 140208 h 292608"/>
              <a:gd name="connsiteX38" fmla="*/ 41529 w 284502"/>
              <a:gd name="connsiteY38" fmla="*/ 133350 h 292608"/>
              <a:gd name="connsiteX39" fmla="*/ 185652 w 284502"/>
              <a:gd name="connsiteY39" fmla="*/ 133350 h 292608"/>
              <a:gd name="connsiteX40" fmla="*/ 172450 w 284502"/>
              <a:gd name="connsiteY40" fmla="*/ 120148 h 292608"/>
              <a:gd name="connsiteX41" fmla="*/ 185652 w 284502"/>
              <a:gd name="connsiteY41" fmla="*/ 247650 h 292608"/>
              <a:gd name="connsiteX42" fmla="*/ 172450 w 284502"/>
              <a:gd name="connsiteY42" fmla="*/ 234458 h 292608"/>
              <a:gd name="connsiteX43" fmla="*/ 177308 w 284502"/>
              <a:gd name="connsiteY43" fmla="*/ 229600 h 292608"/>
              <a:gd name="connsiteX44" fmla="*/ 198777 w 284502"/>
              <a:gd name="connsiteY44" fmla="*/ 251079 h 292608"/>
              <a:gd name="connsiteX45" fmla="*/ 177308 w 284502"/>
              <a:gd name="connsiteY45" fmla="*/ 272558 h 292608"/>
              <a:gd name="connsiteX46" fmla="*/ 172450 w 284502"/>
              <a:gd name="connsiteY46" fmla="*/ 267700 h 292608"/>
              <a:gd name="connsiteX47" fmla="*/ 185652 w 284502"/>
              <a:gd name="connsiteY47" fmla="*/ 254508 h 292608"/>
              <a:gd name="connsiteX48" fmla="*/ 41529 w 284502"/>
              <a:gd name="connsiteY48" fmla="*/ 254508 h 292608"/>
              <a:gd name="connsiteX49" fmla="*/ 41529 w 284502"/>
              <a:gd name="connsiteY49" fmla="*/ 247650 h 292608"/>
              <a:gd name="connsiteX50" fmla="*/ 185652 w 284502"/>
              <a:gd name="connsiteY50" fmla="*/ 247650 h 292608"/>
              <a:gd name="connsiteX51" fmla="*/ 41529 w 284502"/>
              <a:gd name="connsiteY51" fmla="*/ 209550 h 292608"/>
              <a:gd name="connsiteX52" fmla="*/ 138017 w 284502"/>
              <a:gd name="connsiteY52" fmla="*/ 209550 h 292608"/>
              <a:gd name="connsiteX53" fmla="*/ 124825 w 284502"/>
              <a:gd name="connsiteY53" fmla="*/ 196358 h 292608"/>
              <a:gd name="connsiteX54" fmla="*/ 129673 w 284502"/>
              <a:gd name="connsiteY54" fmla="*/ 191500 h 292608"/>
              <a:gd name="connsiteX55" fmla="*/ 151152 w 284502"/>
              <a:gd name="connsiteY55" fmla="*/ 212979 h 292608"/>
              <a:gd name="connsiteX56" fmla="*/ 129673 w 284502"/>
              <a:gd name="connsiteY56" fmla="*/ 234458 h 292608"/>
              <a:gd name="connsiteX57" fmla="*/ 124825 w 284502"/>
              <a:gd name="connsiteY57" fmla="*/ 229600 h 292608"/>
              <a:gd name="connsiteX58" fmla="*/ 138017 w 284502"/>
              <a:gd name="connsiteY58" fmla="*/ 216408 h 292608"/>
              <a:gd name="connsiteX59" fmla="*/ 41529 w 284502"/>
              <a:gd name="connsiteY59" fmla="*/ 216408 h 292608"/>
              <a:gd name="connsiteX60" fmla="*/ 41529 w 284502"/>
              <a:gd name="connsiteY60"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178308 w 284502"/>
              <a:gd name="connsiteY19" fmla="*/ 57150 h 292608"/>
              <a:gd name="connsiteX20" fmla="*/ 178308 w 284502"/>
              <a:gd name="connsiteY20" fmla="*/ 11706 h 292608"/>
              <a:gd name="connsiteX21" fmla="*/ 228600 w 284502"/>
              <a:gd name="connsiteY21" fmla="*/ 171450 h 292608"/>
              <a:gd name="connsiteX22" fmla="*/ 41529 w 284502"/>
              <a:gd name="connsiteY22" fmla="*/ 171450 h 292608"/>
              <a:gd name="connsiteX23" fmla="*/ 41529 w 284502"/>
              <a:gd name="connsiteY23" fmla="*/ 178318 h 292608"/>
              <a:gd name="connsiteX24" fmla="*/ 228600 w 284502"/>
              <a:gd name="connsiteY24" fmla="*/ 178318 h 292608"/>
              <a:gd name="connsiteX25" fmla="*/ 228600 w 284502"/>
              <a:gd name="connsiteY25" fmla="*/ 285750 h 292608"/>
              <a:gd name="connsiteX26" fmla="*/ 6858 w 284502"/>
              <a:gd name="connsiteY26" fmla="*/ 285750 h 292608"/>
              <a:gd name="connsiteX27" fmla="*/ 171450 w 284502"/>
              <a:gd name="connsiteY27" fmla="*/ 6858 h 292608"/>
              <a:gd name="connsiteX28" fmla="*/ 171450 w 284502"/>
              <a:gd name="connsiteY28" fmla="*/ 60579 h 292608"/>
              <a:gd name="connsiteX29" fmla="*/ 228600 w 284502"/>
              <a:gd name="connsiteY29" fmla="*/ 171450 h 292608"/>
              <a:gd name="connsiteX30" fmla="*/ 172450 w 284502"/>
              <a:gd name="connsiteY30" fmla="*/ 120148 h 292608"/>
              <a:gd name="connsiteX31" fmla="*/ 177308 w 284502"/>
              <a:gd name="connsiteY31" fmla="*/ 115300 h 292608"/>
              <a:gd name="connsiteX32" fmla="*/ 198777 w 284502"/>
              <a:gd name="connsiteY32" fmla="*/ 136779 h 292608"/>
              <a:gd name="connsiteX33" fmla="*/ 177308 w 284502"/>
              <a:gd name="connsiteY33" fmla="*/ 158258 h 292608"/>
              <a:gd name="connsiteX34" fmla="*/ 172450 w 284502"/>
              <a:gd name="connsiteY34" fmla="*/ 153410 h 292608"/>
              <a:gd name="connsiteX35" fmla="*/ 185652 w 284502"/>
              <a:gd name="connsiteY35" fmla="*/ 140208 h 292608"/>
              <a:gd name="connsiteX36" fmla="*/ 41529 w 284502"/>
              <a:gd name="connsiteY36" fmla="*/ 140208 h 292608"/>
              <a:gd name="connsiteX37" fmla="*/ 41529 w 284502"/>
              <a:gd name="connsiteY37" fmla="*/ 133350 h 292608"/>
              <a:gd name="connsiteX38" fmla="*/ 185652 w 284502"/>
              <a:gd name="connsiteY38" fmla="*/ 133350 h 292608"/>
              <a:gd name="connsiteX39" fmla="*/ 172450 w 284502"/>
              <a:gd name="connsiteY39" fmla="*/ 120148 h 292608"/>
              <a:gd name="connsiteX40" fmla="*/ 185652 w 284502"/>
              <a:gd name="connsiteY40" fmla="*/ 247650 h 292608"/>
              <a:gd name="connsiteX41" fmla="*/ 172450 w 284502"/>
              <a:gd name="connsiteY41" fmla="*/ 234458 h 292608"/>
              <a:gd name="connsiteX42" fmla="*/ 177308 w 284502"/>
              <a:gd name="connsiteY42" fmla="*/ 229600 h 292608"/>
              <a:gd name="connsiteX43" fmla="*/ 198777 w 284502"/>
              <a:gd name="connsiteY43" fmla="*/ 251079 h 292608"/>
              <a:gd name="connsiteX44" fmla="*/ 177308 w 284502"/>
              <a:gd name="connsiteY44" fmla="*/ 272558 h 292608"/>
              <a:gd name="connsiteX45" fmla="*/ 172450 w 284502"/>
              <a:gd name="connsiteY45" fmla="*/ 267700 h 292608"/>
              <a:gd name="connsiteX46" fmla="*/ 185652 w 284502"/>
              <a:gd name="connsiteY46" fmla="*/ 254508 h 292608"/>
              <a:gd name="connsiteX47" fmla="*/ 41529 w 284502"/>
              <a:gd name="connsiteY47" fmla="*/ 254508 h 292608"/>
              <a:gd name="connsiteX48" fmla="*/ 41529 w 284502"/>
              <a:gd name="connsiteY48" fmla="*/ 247650 h 292608"/>
              <a:gd name="connsiteX49" fmla="*/ 185652 w 284502"/>
              <a:gd name="connsiteY49" fmla="*/ 247650 h 292608"/>
              <a:gd name="connsiteX50" fmla="*/ 41529 w 284502"/>
              <a:gd name="connsiteY50" fmla="*/ 209550 h 292608"/>
              <a:gd name="connsiteX51" fmla="*/ 138017 w 284502"/>
              <a:gd name="connsiteY51" fmla="*/ 209550 h 292608"/>
              <a:gd name="connsiteX52" fmla="*/ 124825 w 284502"/>
              <a:gd name="connsiteY52" fmla="*/ 196358 h 292608"/>
              <a:gd name="connsiteX53" fmla="*/ 129673 w 284502"/>
              <a:gd name="connsiteY53" fmla="*/ 191500 h 292608"/>
              <a:gd name="connsiteX54" fmla="*/ 151152 w 284502"/>
              <a:gd name="connsiteY54" fmla="*/ 212979 h 292608"/>
              <a:gd name="connsiteX55" fmla="*/ 129673 w 284502"/>
              <a:gd name="connsiteY55" fmla="*/ 234458 h 292608"/>
              <a:gd name="connsiteX56" fmla="*/ 124825 w 284502"/>
              <a:gd name="connsiteY56" fmla="*/ 229600 h 292608"/>
              <a:gd name="connsiteX57" fmla="*/ 138017 w 284502"/>
              <a:gd name="connsiteY57" fmla="*/ 216408 h 292608"/>
              <a:gd name="connsiteX58" fmla="*/ 41529 w 284502"/>
              <a:gd name="connsiteY58" fmla="*/ 216408 h 292608"/>
              <a:gd name="connsiteX59" fmla="*/ 41529 w 284502"/>
              <a:gd name="connsiteY59"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228600 w 284502"/>
              <a:gd name="connsiteY18" fmla="*/ 171450 h 292608"/>
              <a:gd name="connsiteX19" fmla="*/ 41529 w 284502"/>
              <a:gd name="connsiteY19" fmla="*/ 171450 h 292608"/>
              <a:gd name="connsiteX20" fmla="*/ 41529 w 284502"/>
              <a:gd name="connsiteY20" fmla="*/ 178318 h 292608"/>
              <a:gd name="connsiteX21" fmla="*/ 228600 w 284502"/>
              <a:gd name="connsiteY21" fmla="*/ 178318 h 292608"/>
              <a:gd name="connsiteX22" fmla="*/ 228600 w 284502"/>
              <a:gd name="connsiteY22" fmla="*/ 285750 h 292608"/>
              <a:gd name="connsiteX23" fmla="*/ 6858 w 284502"/>
              <a:gd name="connsiteY23" fmla="*/ 285750 h 292608"/>
              <a:gd name="connsiteX24" fmla="*/ 171450 w 284502"/>
              <a:gd name="connsiteY24" fmla="*/ 6858 h 292608"/>
              <a:gd name="connsiteX25" fmla="*/ 171450 w 284502"/>
              <a:gd name="connsiteY25" fmla="*/ 60579 h 292608"/>
              <a:gd name="connsiteX26" fmla="*/ 228600 w 284502"/>
              <a:gd name="connsiteY26" fmla="*/ 171450 h 292608"/>
              <a:gd name="connsiteX27" fmla="*/ 172450 w 284502"/>
              <a:gd name="connsiteY27" fmla="*/ 120148 h 292608"/>
              <a:gd name="connsiteX28" fmla="*/ 177308 w 284502"/>
              <a:gd name="connsiteY28" fmla="*/ 115300 h 292608"/>
              <a:gd name="connsiteX29" fmla="*/ 198777 w 284502"/>
              <a:gd name="connsiteY29" fmla="*/ 136779 h 292608"/>
              <a:gd name="connsiteX30" fmla="*/ 177308 w 284502"/>
              <a:gd name="connsiteY30" fmla="*/ 158258 h 292608"/>
              <a:gd name="connsiteX31" fmla="*/ 172450 w 284502"/>
              <a:gd name="connsiteY31" fmla="*/ 153410 h 292608"/>
              <a:gd name="connsiteX32" fmla="*/ 185652 w 284502"/>
              <a:gd name="connsiteY32" fmla="*/ 140208 h 292608"/>
              <a:gd name="connsiteX33" fmla="*/ 41529 w 284502"/>
              <a:gd name="connsiteY33" fmla="*/ 140208 h 292608"/>
              <a:gd name="connsiteX34" fmla="*/ 41529 w 284502"/>
              <a:gd name="connsiteY34" fmla="*/ 133350 h 292608"/>
              <a:gd name="connsiteX35" fmla="*/ 185652 w 284502"/>
              <a:gd name="connsiteY35" fmla="*/ 133350 h 292608"/>
              <a:gd name="connsiteX36" fmla="*/ 172450 w 284502"/>
              <a:gd name="connsiteY36" fmla="*/ 120148 h 292608"/>
              <a:gd name="connsiteX37" fmla="*/ 185652 w 284502"/>
              <a:gd name="connsiteY37" fmla="*/ 247650 h 292608"/>
              <a:gd name="connsiteX38" fmla="*/ 172450 w 284502"/>
              <a:gd name="connsiteY38" fmla="*/ 234458 h 292608"/>
              <a:gd name="connsiteX39" fmla="*/ 177308 w 284502"/>
              <a:gd name="connsiteY39" fmla="*/ 229600 h 292608"/>
              <a:gd name="connsiteX40" fmla="*/ 198777 w 284502"/>
              <a:gd name="connsiteY40" fmla="*/ 251079 h 292608"/>
              <a:gd name="connsiteX41" fmla="*/ 177308 w 284502"/>
              <a:gd name="connsiteY41" fmla="*/ 272558 h 292608"/>
              <a:gd name="connsiteX42" fmla="*/ 172450 w 284502"/>
              <a:gd name="connsiteY42" fmla="*/ 267700 h 292608"/>
              <a:gd name="connsiteX43" fmla="*/ 185652 w 284502"/>
              <a:gd name="connsiteY43" fmla="*/ 254508 h 292608"/>
              <a:gd name="connsiteX44" fmla="*/ 41529 w 284502"/>
              <a:gd name="connsiteY44" fmla="*/ 254508 h 292608"/>
              <a:gd name="connsiteX45" fmla="*/ 41529 w 284502"/>
              <a:gd name="connsiteY45" fmla="*/ 247650 h 292608"/>
              <a:gd name="connsiteX46" fmla="*/ 185652 w 284502"/>
              <a:gd name="connsiteY46" fmla="*/ 247650 h 292608"/>
              <a:gd name="connsiteX47" fmla="*/ 41529 w 284502"/>
              <a:gd name="connsiteY47" fmla="*/ 209550 h 292608"/>
              <a:gd name="connsiteX48" fmla="*/ 138017 w 284502"/>
              <a:gd name="connsiteY48" fmla="*/ 209550 h 292608"/>
              <a:gd name="connsiteX49" fmla="*/ 124825 w 284502"/>
              <a:gd name="connsiteY49" fmla="*/ 196358 h 292608"/>
              <a:gd name="connsiteX50" fmla="*/ 129673 w 284502"/>
              <a:gd name="connsiteY50" fmla="*/ 191500 h 292608"/>
              <a:gd name="connsiteX51" fmla="*/ 151152 w 284502"/>
              <a:gd name="connsiteY51" fmla="*/ 212979 h 292608"/>
              <a:gd name="connsiteX52" fmla="*/ 129673 w 284502"/>
              <a:gd name="connsiteY52" fmla="*/ 234458 h 292608"/>
              <a:gd name="connsiteX53" fmla="*/ 124825 w 284502"/>
              <a:gd name="connsiteY53" fmla="*/ 229600 h 292608"/>
              <a:gd name="connsiteX54" fmla="*/ 138017 w 284502"/>
              <a:gd name="connsiteY54" fmla="*/ 216408 h 292608"/>
              <a:gd name="connsiteX55" fmla="*/ 41529 w 284502"/>
              <a:gd name="connsiteY55" fmla="*/ 216408 h 292608"/>
              <a:gd name="connsiteX56" fmla="*/ 41529 w 284502"/>
              <a:gd name="connsiteY56"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228600 w 284502"/>
              <a:gd name="connsiteY18" fmla="*/ 171450 h 292608"/>
              <a:gd name="connsiteX19" fmla="*/ 41529 w 284502"/>
              <a:gd name="connsiteY19" fmla="*/ 171450 h 292608"/>
              <a:gd name="connsiteX20" fmla="*/ 41529 w 284502"/>
              <a:gd name="connsiteY20" fmla="*/ 178318 h 292608"/>
              <a:gd name="connsiteX21" fmla="*/ 228600 w 284502"/>
              <a:gd name="connsiteY21" fmla="*/ 178318 h 292608"/>
              <a:gd name="connsiteX22" fmla="*/ 228600 w 284502"/>
              <a:gd name="connsiteY22" fmla="*/ 285750 h 292608"/>
              <a:gd name="connsiteX23" fmla="*/ 6858 w 284502"/>
              <a:gd name="connsiteY23" fmla="*/ 285750 h 292608"/>
              <a:gd name="connsiteX24" fmla="*/ 171450 w 284502"/>
              <a:gd name="connsiteY24" fmla="*/ 6858 h 292608"/>
              <a:gd name="connsiteX25" fmla="*/ 228600 w 284502"/>
              <a:gd name="connsiteY25" fmla="*/ 171450 h 292608"/>
              <a:gd name="connsiteX26" fmla="*/ 172450 w 284502"/>
              <a:gd name="connsiteY26" fmla="*/ 120148 h 292608"/>
              <a:gd name="connsiteX27" fmla="*/ 177308 w 284502"/>
              <a:gd name="connsiteY27" fmla="*/ 115300 h 292608"/>
              <a:gd name="connsiteX28" fmla="*/ 198777 w 284502"/>
              <a:gd name="connsiteY28" fmla="*/ 136779 h 292608"/>
              <a:gd name="connsiteX29" fmla="*/ 177308 w 284502"/>
              <a:gd name="connsiteY29" fmla="*/ 158258 h 292608"/>
              <a:gd name="connsiteX30" fmla="*/ 172450 w 284502"/>
              <a:gd name="connsiteY30" fmla="*/ 153410 h 292608"/>
              <a:gd name="connsiteX31" fmla="*/ 185652 w 284502"/>
              <a:gd name="connsiteY31" fmla="*/ 140208 h 292608"/>
              <a:gd name="connsiteX32" fmla="*/ 41529 w 284502"/>
              <a:gd name="connsiteY32" fmla="*/ 140208 h 292608"/>
              <a:gd name="connsiteX33" fmla="*/ 41529 w 284502"/>
              <a:gd name="connsiteY33" fmla="*/ 133350 h 292608"/>
              <a:gd name="connsiteX34" fmla="*/ 185652 w 284502"/>
              <a:gd name="connsiteY34" fmla="*/ 133350 h 292608"/>
              <a:gd name="connsiteX35" fmla="*/ 172450 w 284502"/>
              <a:gd name="connsiteY35" fmla="*/ 120148 h 292608"/>
              <a:gd name="connsiteX36" fmla="*/ 185652 w 284502"/>
              <a:gd name="connsiteY36" fmla="*/ 247650 h 292608"/>
              <a:gd name="connsiteX37" fmla="*/ 172450 w 284502"/>
              <a:gd name="connsiteY37" fmla="*/ 234458 h 292608"/>
              <a:gd name="connsiteX38" fmla="*/ 177308 w 284502"/>
              <a:gd name="connsiteY38" fmla="*/ 229600 h 292608"/>
              <a:gd name="connsiteX39" fmla="*/ 198777 w 284502"/>
              <a:gd name="connsiteY39" fmla="*/ 251079 h 292608"/>
              <a:gd name="connsiteX40" fmla="*/ 177308 w 284502"/>
              <a:gd name="connsiteY40" fmla="*/ 272558 h 292608"/>
              <a:gd name="connsiteX41" fmla="*/ 172450 w 284502"/>
              <a:gd name="connsiteY41" fmla="*/ 267700 h 292608"/>
              <a:gd name="connsiteX42" fmla="*/ 185652 w 284502"/>
              <a:gd name="connsiteY42" fmla="*/ 254508 h 292608"/>
              <a:gd name="connsiteX43" fmla="*/ 41529 w 284502"/>
              <a:gd name="connsiteY43" fmla="*/ 254508 h 292608"/>
              <a:gd name="connsiteX44" fmla="*/ 41529 w 284502"/>
              <a:gd name="connsiteY44" fmla="*/ 247650 h 292608"/>
              <a:gd name="connsiteX45" fmla="*/ 185652 w 284502"/>
              <a:gd name="connsiteY45" fmla="*/ 247650 h 292608"/>
              <a:gd name="connsiteX46" fmla="*/ 41529 w 284502"/>
              <a:gd name="connsiteY46" fmla="*/ 209550 h 292608"/>
              <a:gd name="connsiteX47" fmla="*/ 138017 w 284502"/>
              <a:gd name="connsiteY47" fmla="*/ 209550 h 292608"/>
              <a:gd name="connsiteX48" fmla="*/ 124825 w 284502"/>
              <a:gd name="connsiteY48" fmla="*/ 196358 h 292608"/>
              <a:gd name="connsiteX49" fmla="*/ 129673 w 284502"/>
              <a:gd name="connsiteY49" fmla="*/ 191500 h 292608"/>
              <a:gd name="connsiteX50" fmla="*/ 151152 w 284502"/>
              <a:gd name="connsiteY50" fmla="*/ 212979 h 292608"/>
              <a:gd name="connsiteX51" fmla="*/ 129673 w 284502"/>
              <a:gd name="connsiteY51" fmla="*/ 234458 h 292608"/>
              <a:gd name="connsiteX52" fmla="*/ 124825 w 284502"/>
              <a:gd name="connsiteY52" fmla="*/ 229600 h 292608"/>
              <a:gd name="connsiteX53" fmla="*/ 138017 w 284502"/>
              <a:gd name="connsiteY53" fmla="*/ 216408 h 292608"/>
              <a:gd name="connsiteX54" fmla="*/ 41529 w 284502"/>
              <a:gd name="connsiteY54" fmla="*/ 216408 h 292608"/>
              <a:gd name="connsiteX55" fmla="*/ 41529 w 284502"/>
              <a:gd name="connsiteY55"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0 w 284502"/>
              <a:gd name="connsiteY8" fmla="*/ 289179 h 292608"/>
              <a:gd name="connsiteX9" fmla="*/ 3429 w 284502"/>
              <a:gd name="connsiteY9" fmla="*/ 292608 h 292608"/>
              <a:gd name="connsiteX10" fmla="*/ 232029 w 284502"/>
              <a:gd name="connsiteY10" fmla="*/ 292608 h 292608"/>
              <a:gd name="connsiteX11" fmla="*/ 235458 w 284502"/>
              <a:gd name="connsiteY11" fmla="*/ 289179 h 292608"/>
              <a:gd name="connsiteX12" fmla="*/ 235458 w 284502"/>
              <a:gd name="connsiteY12" fmla="*/ 178308 h 292608"/>
              <a:gd name="connsiteX13" fmla="*/ 271367 w 284502"/>
              <a:gd name="connsiteY13" fmla="*/ 178308 h 292608"/>
              <a:gd name="connsiteX14" fmla="*/ 258166 w 284502"/>
              <a:gd name="connsiteY14" fmla="*/ 191500 h 292608"/>
              <a:gd name="connsiteX15" fmla="*/ 263023 w 284502"/>
              <a:gd name="connsiteY15" fmla="*/ 196358 h 292608"/>
              <a:gd name="connsiteX16" fmla="*/ 284502 w 284502"/>
              <a:gd name="connsiteY16" fmla="*/ 174879 h 292608"/>
              <a:gd name="connsiteX17" fmla="*/ 263033 w 284502"/>
              <a:gd name="connsiteY17" fmla="*/ 153410 h 292608"/>
              <a:gd name="connsiteX18" fmla="*/ 228600 w 284502"/>
              <a:gd name="connsiteY18" fmla="*/ 171450 h 292608"/>
              <a:gd name="connsiteX19" fmla="*/ 41529 w 284502"/>
              <a:gd name="connsiteY19" fmla="*/ 171450 h 292608"/>
              <a:gd name="connsiteX20" fmla="*/ 41529 w 284502"/>
              <a:gd name="connsiteY20" fmla="*/ 178318 h 292608"/>
              <a:gd name="connsiteX21" fmla="*/ 228600 w 284502"/>
              <a:gd name="connsiteY21" fmla="*/ 178318 h 292608"/>
              <a:gd name="connsiteX22" fmla="*/ 228600 w 284502"/>
              <a:gd name="connsiteY22" fmla="*/ 285750 h 292608"/>
              <a:gd name="connsiteX23" fmla="*/ 6858 w 284502"/>
              <a:gd name="connsiteY23" fmla="*/ 285750 h 292608"/>
              <a:gd name="connsiteX24" fmla="*/ 228600 w 284502"/>
              <a:gd name="connsiteY24" fmla="*/ 171450 h 292608"/>
              <a:gd name="connsiteX25" fmla="*/ 172450 w 284502"/>
              <a:gd name="connsiteY25" fmla="*/ 120148 h 292608"/>
              <a:gd name="connsiteX26" fmla="*/ 177308 w 284502"/>
              <a:gd name="connsiteY26" fmla="*/ 115300 h 292608"/>
              <a:gd name="connsiteX27" fmla="*/ 198777 w 284502"/>
              <a:gd name="connsiteY27" fmla="*/ 136779 h 292608"/>
              <a:gd name="connsiteX28" fmla="*/ 177308 w 284502"/>
              <a:gd name="connsiteY28" fmla="*/ 158258 h 292608"/>
              <a:gd name="connsiteX29" fmla="*/ 172450 w 284502"/>
              <a:gd name="connsiteY29" fmla="*/ 153410 h 292608"/>
              <a:gd name="connsiteX30" fmla="*/ 185652 w 284502"/>
              <a:gd name="connsiteY30" fmla="*/ 140208 h 292608"/>
              <a:gd name="connsiteX31" fmla="*/ 41529 w 284502"/>
              <a:gd name="connsiteY31" fmla="*/ 140208 h 292608"/>
              <a:gd name="connsiteX32" fmla="*/ 41529 w 284502"/>
              <a:gd name="connsiteY32" fmla="*/ 133350 h 292608"/>
              <a:gd name="connsiteX33" fmla="*/ 185652 w 284502"/>
              <a:gd name="connsiteY33" fmla="*/ 133350 h 292608"/>
              <a:gd name="connsiteX34" fmla="*/ 172450 w 284502"/>
              <a:gd name="connsiteY34" fmla="*/ 120148 h 292608"/>
              <a:gd name="connsiteX35" fmla="*/ 185652 w 284502"/>
              <a:gd name="connsiteY35" fmla="*/ 247650 h 292608"/>
              <a:gd name="connsiteX36" fmla="*/ 172450 w 284502"/>
              <a:gd name="connsiteY36" fmla="*/ 234458 h 292608"/>
              <a:gd name="connsiteX37" fmla="*/ 177308 w 284502"/>
              <a:gd name="connsiteY37" fmla="*/ 229600 h 292608"/>
              <a:gd name="connsiteX38" fmla="*/ 198777 w 284502"/>
              <a:gd name="connsiteY38" fmla="*/ 251079 h 292608"/>
              <a:gd name="connsiteX39" fmla="*/ 177308 w 284502"/>
              <a:gd name="connsiteY39" fmla="*/ 272558 h 292608"/>
              <a:gd name="connsiteX40" fmla="*/ 172450 w 284502"/>
              <a:gd name="connsiteY40" fmla="*/ 267700 h 292608"/>
              <a:gd name="connsiteX41" fmla="*/ 185652 w 284502"/>
              <a:gd name="connsiteY41" fmla="*/ 254508 h 292608"/>
              <a:gd name="connsiteX42" fmla="*/ 41529 w 284502"/>
              <a:gd name="connsiteY42" fmla="*/ 254508 h 292608"/>
              <a:gd name="connsiteX43" fmla="*/ 41529 w 284502"/>
              <a:gd name="connsiteY43" fmla="*/ 247650 h 292608"/>
              <a:gd name="connsiteX44" fmla="*/ 185652 w 284502"/>
              <a:gd name="connsiteY44" fmla="*/ 247650 h 292608"/>
              <a:gd name="connsiteX45" fmla="*/ 41529 w 284502"/>
              <a:gd name="connsiteY45" fmla="*/ 209550 h 292608"/>
              <a:gd name="connsiteX46" fmla="*/ 138017 w 284502"/>
              <a:gd name="connsiteY46" fmla="*/ 209550 h 292608"/>
              <a:gd name="connsiteX47" fmla="*/ 124825 w 284502"/>
              <a:gd name="connsiteY47" fmla="*/ 196358 h 292608"/>
              <a:gd name="connsiteX48" fmla="*/ 129673 w 284502"/>
              <a:gd name="connsiteY48" fmla="*/ 191500 h 292608"/>
              <a:gd name="connsiteX49" fmla="*/ 151152 w 284502"/>
              <a:gd name="connsiteY49" fmla="*/ 212979 h 292608"/>
              <a:gd name="connsiteX50" fmla="*/ 129673 w 284502"/>
              <a:gd name="connsiteY50" fmla="*/ 234458 h 292608"/>
              <a:gd name="connsiteX51" fmla="*/ 124825 w 284502"/>
              <a:gd name="connsiteY51" fmla="*/ 229600 h 292608"/>
              <a:gd name="connsiteX52" fmla="*/ 138017 w 284502"/>
              <a:gd name="connsiteY52" fmla="*/ 216408 h 292608"/>
              <a:gd name="connsiteX53" fmla="*/ 41529 w 284502"/>
              <a:gd name="connsiteY53" fmla="*/ 216408 h 292608"/>
              <a:gd name="connsiteX54" fmla="*/ 41529 w 284502"/>
              <a:gd name="connsiteY54" fmla="*/ 209550 h 292608"/>
              <a:gd name="connsiteX0" fmla="*/ 263033 w 284502"/>
              <a:gd name="connsiteY0" fmla="*/ 152400 h 291598"/>
              <a:gd name="connsiteX1" fmla="*/ 258175 w 284502"/>
              <a:gd name="connsiteY1" fmla="*/ 157248 h 291598"/>
              <a:gd name="connsiteX2" fmla="*/ 271377 w 284502"/>
              <a:gd name="connsiteY2" fmla="*/ 170440 h 291598"/>
              <a:gd name="connsiteX3" fmla="*/ 235468 w 284502"/>
              <a:gd name="connsiteY3" fmla="*/ 170440 h 291598"/>
              <a:gd name="connsiteX4" fmla="*/ 235468 w 284502"/>
              <a:gd name="connsiteY4" fmla="*/ 59569 h 291598"/>
              <a:gd name="connsiteX5" fmla="*/ 234467 w 284502"/>
              <a:gd name="connsiteY5" fmla="*/ 57150 h 291598"/>
              <a:gd name="connsiteX6" fmla="*/ 177317 w 284502"/>
              <a:gd name="connsiteY6" fmla="*/ 0 h 291598"/>
              <a:gd name="connsiteX7" fmla="*/ 0 w 284502"/>
              <a:gd name="connsiteY7" fmla="*/ 288169 h 291598"/>
              <a:gd name="connsiteX8" fmla="*/ 3429 w 284502"/>
              <a:gd name="connsiteY8" fmla="*/ 291598 h 291598"/>
              <a:gd name="connsiteX9" fmla="*/ 232029 w 284502"/>
              <a:gd name="connsiteY9" fmla="*/ 291598 h 291598"/>
              <a:gd name="connsiteX10" fmla="*/ 235458 w 284502"/>
              <a:gd name="connsiteY10" fmla="*/ 288169 h 291598"/>
              <a:gd name="connsiteX11" fmla="*/ 235458 w 284502"/>
              <a:gd name="connsiteY11" fmla="*/ 177298 h 291598"/>
              <a:gd name="connsiteX12" fmla="*/ 271367 w 284502"/>
              <a:gd name="connsiteY12" fmla="*/ 177298 h 291598"/>
              <a:gd name="connsiteX13" fmla="*/ 258166 w 284502"/>
              <a:gd name="connsiteY13" fmla="*/ 190490 h 291598"/>
              <a:gd name="connsiteX14" fmla="*/ 263023 w 284502"/>
              <a:gd name="connsiteY14" fmla="*/ 195348 h 291598"/>
              <a:gd name="connsiteX15" fmla="*/ 284502 w 284502"/>
              <a:gd name="connsiteY15" fmla="*/ 173869 h 291598"/>
              <a:gd name="connsiteX16" fmla="*/ 263033 w 284502"/>
              <a:gd name="connsiteY16" fmla="*/ 152400 h 291598"/>
              <a:gd name="connsiteX17" fmla="*/ 228600 w 284502"/>
              <a:gd name="connsiteY17" fmla="*/ 170440 h 291598"/>
              <a:gd name="connsiteX18" fmla="*/ 41529 w 284502"/>
              <a:gd name="connsiteY18" fmla="*/ 170440 h 291598"/>
              <a:gd name="connsiteX19" fmla="*/ 41529 w 284502"/>
              <a:gd name="connsiteY19" fmla="*/ 177308 h 291598"/>
              <a:gd name="connsiteX20" fmla="*/ 228600 w 284502"/>
              <a:gd name="connsiteY20" fmla="*/ 177308 h 291598"/>
              <a:gd name="connsiteX21" fmla="*/ 228600 w 284502"/>
              <a:gd name="connsiteY21" fmla="*/ 284740 h 291598"/>
              <a:gd name="connsiteX22" fmla="*/ 6858 w 284502"/>
              <a:gd name="connsiteY22" fmla="*/ 284740 h 291598"/>
              <a:gd name="connsiteX23" fmla="*/ 228600 w 284502"/>
              <a:gd name="connsiteY23" fmla="*/ 170440 h 291598"/>
              <a:gd name="connsiteX24" fmla="*/ 172450 w 284502"/>
              <a:gd name="connsiteY24" fmla="*/ 119138 h 291598"/>
              <a:gd name="connsiteX25" fmla="*/ 177308 w 284502"/>
              <a:gd name="connsiteY25" fmla="*/ 114290 h 291598"/>
              <a:gd name="connsiteX26" fmla="*/ 198777 w 284502"/>
              <a:gd name="connsiteY26" fmla="*/ 135769 h 291598"/>
              <a:gd name="connsiteX27" fmla="*/ 177308 w 284502"/>
              <a:gd name="connsiteY27" fmla="*/ 157248 h 291598"/>
              <a:gd name="connsiteX28" fmla="*/ 172450 w 284502"/>
              <a:gd name="connsiteY28" fmla="*/ 152400 h 291598"/>
              <a:gd name="connsiteX29" fmla="*/ 185652 w 284502"/>
              <a:gd name="connsiteY29" fmla="*/ 139198 h 291598"/>
              <a:gd name="connsiteX30" fmla="*/ 41529 w 284502"/>
              <a:gd name="connsiteY30" fmla="*/ 139198 h 291598"/>
              <a:gd name="connsiteX31" fmla="*/ 41529 w 284502"/>
              <a:gd name="connsiteY31" fmla="*/ 132340 h 291598"/>
              <a:gd name="connsiteX32" fmla="*/ 185652 w 284502"/>
              <a:gd name="connsiteY32" fmla="*/ 132340 h 291598"/>
              <a:gd name="connsiteX33" fmla="*/ 172450 w 284502"/>
              <a:gd name="connsiteY33" fmla="*/ 119138 h 291598"/>
              <a:gd name="connsiteX34" fmla="*/ 185652 w 284502"/>
              <a:gd name="connsiteY34" fmla="*/ 246640 h 291598"/>
              <a:gd name="connsiteX35" fmla="*/ 172450 w 284502"/>
              <a:gd name="connsiteY35" fmla="*/ 233448 h 291598"/>
              <a:gd name="connsiteX36" fmla="*/ 177308 w 284502"/>
              <a:gd name="connsiteY36" fmla="*/ 228590 h 291598"/>
              <a:gd name="connsiteX37" fmla="*/ 198777 w 284502"/>
              <a:gd name="connsiteY37" fmla="*/ 250069 h 291598"/>
              <a:gd name="connsiteX38" fmla="*/ 177308 w 284502"/>
              <a:gd name="connsiteY38" fmla="*/ 271548 h 291598"/>
              <a:gd name="connsiteX39" fmla="*/ 172450 w 284502"/>
              <a:gd name="connsiteY39" fmla="*/ 266690 h 291598"/>
              <a:gd name="connsiteX40" fmla="*/ 185652 w 284502"/>
              <a:gd name="connsiteY40" fmla="*/ 253498 h 291598"/>
              <a:gd name="connsiteX41" fmla="*/ 41529 w 284502"/>
              <a:gd name="connsiteY41" fmla="*/ 253498 h 291598"/>
              <a:gd name="connsiteX42" fmla="*/ 41529 w 284502"/>
              <a:gd name="connsiteY42" fmla="*/ 246640 h 291598"/>
              <a:gd name="connsiteX43" fmla="*/ 185652 w 284502"/>
              <a:gd name="connsiteY43" fmla="*/ 246640 h 291598"/>
              <a:gd name="connsiteX44" fmla="*/ 41529 w 284502"/>
              <a:gd name="connsiteY44" fmla="*/ 208540 h 291598"/>
              <a:gd name="connsiteX45" fmla="*/ 138017 w 284502"/>
              <a:gd name="connsiteY45" fmla="*/ 208540 h 291598"/>
              <a:gd name="connsiteX46" fmla="*/ 124825 w 284502"/>
              <a:gd name="connsiteY46" fmla="*/ 195348 h 291598"/>
              <a:gd name="connsiteX47" fmla="*/ 129673 w 284502"/>
              <a:gd name="connsiteY47" fmla="*/ 190490 h 291598"/>
              <a:gd name="connsiteX48" fmla="*/ 151152 w 284502"/>
              <a:gd name="connsiteY48" fmla="*/ 211969 h 291598"/>
              <a:gd name="connsiteX49" fmla="*/ 129673 w 284502"/>
              <a:gd name="connsiteY49" fmla="*/ 233448 h 291598"/>
              <a:gd name="connsiteX50" fmla="*/ 124825 w 284502"/>
              <a:gd name="connsiteY50" fmla="*/ 228590 h 291598"/>
              <a:gd name="connsiteX51" fmla="*/ 138017 w 284502"/>
              <a:gd name="connsiteY51" fmla="*/ 215398 h 291598"/>
              <a:gd name="connsiteX52" fmla="*/ 41529 w 284502"/>
              <a:gd name="connsiteY52" fmla="*/ 215398 h 291598"/>
              <a:gd name="connsiteX53" fmla="*/ 41529 w 284502"/>
              <a:gd name="connsiteY53" fmla="*/ 208540 h 291598"/>
              <a:gd name="connsiteX0" fmla="*/ 263033 w 284502"/>
              <a:gd name="connsiteY0" fmla="*/ 95250 h 234448"/>
              <a:gd name="connsiteX1" fmla="*/ 258175 w 284502"/>
              <a:gd name="connsiteY1" fmla="*/ 100098 h 234448"/>
              <a:gd name="connsiteX2" fmla="*/ 271377 w 284502"/>
              <a:gd name="connsiteY2" fmla="*/ 113290 h 234448"/>
              <a:gd name="connsiteX3" fmla="*/ 235468 w 284502"/>
              <a:gd name="connsiteY3" fmla="*/ 113290 h 234448"/>
              <a:gd name="connsiteX4" fmla="*/ 235468 w 284502"/>
              <a:gd name="connsiteY4" fmla="*/ 2419 h 234448"/>
              <a:gd name="connsiteX5" fmla="*/ 234467 w 284502"/>
              <a:gd name="connsiteY5" fmla="*/ 0 h 234448"/>
              <a:gd name="connsiteX6" fmla="*/ 0 w 284502"/>
              <a:gd name="connsiteY6" fmla="*/ 231019 h 234448"/>
              <a:gd name="connsiteX7" fmla="*/ 3429 w 284502"/>
              <a:gd name="connsiteY7" fmla="*/ 234448 h 234448"/>
              <a:gd name="connsiteX8" fmla="*/ 232029 w 284502"/>
              <a:gd name="connsiteY8" fmla="*/ 234448 h 234448"/>
              <a:gd name="connsiteX9" fmla="*/ 235458 w 284502"/>
              <a:gd name="connsiteY9" fmla="*/ 231019 h 234448"/>
              <a:gd name="connsiteX10" fmla="*/ 235458 w 284502"/>
              <a:gd name="connsiteY10" fmla="*/ 120148 h 234448"/>
              <a:gd name="connsiteX11" fmla="*/ 271367 w 284502"/>
              <a:gd name="connsiteY11" fmla="*/ 120148 h 234448"/>
              <a:gd name="connsiteX12" fmla="*/ 258166 w 284502"/>
              <a:gd name="connsiteY12" fmla="*/ 133340 h 234448"/>
              <a:gd name="connsiteX13" fmla="*/ 263023 w 284502"/>
              <a:gd name="connsiteY13" fmla="*/ 138198 h 234448"/>
              <a:gd name="connsiteX14" fmla="*/ 284502 w 284502"/>
              <a:gd name="connsiteY14" fmla="*/ 116719 h 234448"/>
              <a:gd name="connsiteX15" fmla="*/ 263033 w 284502"/>
              <a:gd name="connsiteY15" fmla="*/ 95250 h 234448"/>
              <a:gd name="connsiteX16" fmla="*/ 228600 w 284502"/>
              <a:gd name="connsiteY16" fmla="*/ 113290 h 234448"/>
              <a:gd name="connsiteX17" fmla="*/ 41529 w 284502"/>
              <a:gd name="connsiteY17" fmla="*/ 113290 h 234448"/>
              <a:gd name="connsiteX18" fmla="*/ 41529 w 284502"/>
              <a:gd name="connsiteY18" fmla="*/ 120158 h 234448"/>
              <a:gd name="connsiteX19" fmla="*/ 228600 w 284502"/>
              <a:gd name="connsiteY19" fmla="*/ 120158 h 234448"/>
              <a:gd name="connsiteX20" fmla="*/ 228600 w 284502"/>
              <a:gd name="connsiteY20" fmla="*/ 227590 h 234448"/>
              <a:gd name="connsiteX21" fmla="*/ 6858 w 284502"/>
              <a:gd name="connsiteY21" fmla="*/ 227590 h 234448"/>
              <a:gd name="connsiteX22" fmla="*/ 228600 w 284502"/>
              <a:gd name="connsiteY22" fmla="*/ 113290 h 234448"/>
              <a:gd name="connsiteX23" fmla="*/ 172450 w 284502"/>
              <a:gd name="connsiteY23" fmla="*/ 61988 h 234448"/>
              <a:gd name="connsiteX24" fmla="*/ 177308 w 284502"/>
              <a:gd name="connsiteY24" fmla="*/ 57140 h 234448"/>
              <a:gd name="connsiteX25" fmla="*/ 198777 w 284502"/>
              <a:gd name="connsiteY25" fmla="*/ 78619 h 234448"/>
              <a:gd name="connsiteX26" fmla="*/ 177308 w 284502"/>
              <a:gd name="connsiteY26" fmla="*/ 100098 h 234448"/>
              <a:gd name="connsiteX27" fmla="*/ 172450 w 284502"/>
              <a:gd name="connsiteY27" fmla="*/ 95250 h 234448"/>
              <a:gd name="connsiteX28" fmla="*/ 185652 w 284502"/>
              <a:gd name="connsiteY28" fmla="*/ 82048 h 234448"/>
              <a:gd name="connsiteX29" fmla="*/ 41529 w 284502"/>
              <a:gd name="connsiteY29" fmla="*/ 82048 h 234448"/>
              <a:gd name="connsiteX30" fmla="*/ 41529 w 284502"/>
              <a:gd name="connsiteY30" fmla="*/ 75190 h 234448"/>
              <a:gd name="connsiteX31" fmla="*/ 185652 w 284502"/>
              <a:gd name="connsiteY31" fmla="*/ 75190 h 234448"/>
              <a:gd name="connsiteX32" fmla="*/ 172450 w 284502"/>
              <a:gd name="connsiteY32" fmla="*/ 61988 h 234448"/>
              <a:gd name="connsiteX33" fmla="*/ 185652 w 284502"/>
              <a:gd name="connsiteY33" fmla="*/ 189490 h 234448"/>
              <a:gd name="connsiteX34" fmla="*/ 172450 w 284502"/>
              <a:gd name="connsiteY34" fmla="*/ 176298 h 234448"/>
              <a:gd name="connsiteX35" fmla="*/ 177308 w 284502"/>
              <a:gd name="connsiteY35" fmla="*/ 171440 h 234448"/>
              <a:gd name="connsiteX36" fmla="*/ 198777 w 284502"/>
              <a:gd name="connsiteY36" fmla="*/ 192919 h 234448"/>
              <a:gd name="connsiteX37" fmla="*/ 177308 w 284502"/>
              <a:gd name="connsiteY37" fmla="*/ 214398 h 234448"/>
              <a:gd name="connsiteX38" fmla="*/ 172450 w 284502"/>
              <a:gd name="connsiteY38" fmla="*/ 209540 h 234448"/>
              <a:gd name="connsiteX39" fmla="*/ 185652 w 284502"/>
              <a:gd name="connsiteY39" fmla="*/ 196348 h 234448"/>
              <a:gd name="connsiteX40" fmla="*/ 41529 w 284502"/>
              <a:gd name="connsiteY40" fmla="*/ 196348 h 234448"/>
              <a:gd name="connsiteX41" fmla="*/ 41529 w 284502"/>
              <a:gd name="connsiteY41" fmla="*/ 189490 h 234448"/>
              <a:gd name="connsiteX42" fmla="*/ 185652 w 284502"/>
              <a:gd name="connsiteY42" fmla="*/ 189490 h 234448"/>
              <a:gd name="connsiteX43" fmla="*/ 41529 w 284502"/>
              <a:gd name="connsiteY43" fmla="*/ 151390 h 234448"/>
              <a:gd name="connsiteX44" fmla="*/ 138017 w 284502"/>
              <a:gd name="connsiteY44" fmla="*/ 151390 h 234448"/>
              <a:gd name="connsiteX45" fmla="*/ 124825 w 284502"/>
              <a:gd name="connsiteY45" fmla="*/ 138198 h 234448"/>
              <a:gd name="connsiteX46" fmla="*/ 129673 w 284502"/>
              <a:gd name="connsiteY46" fmla="*/ 133340 h 234448"/>
              <a:gd name="connsiteX47" fmla="*/ 151152 w 284502"/>
              <a:gd name="connsiteY47" fmla="*/ 154819 h 234448"/>
              <a:gd name="connsiteX48" fmla="*/ 129673 w 284502"/>
              <a:gd name="connsiteY48" fmla="*/ 176298 h 234448"/>
              <a:gd name="connsiteX49" fmla="*/ 124825 w 284502"/>
              <a:gd name="connsiteY49" fmla="*/ 171440 h 234448"/>
              <a:gd name="connsiteX50" fmla="*/ 138017 w 284502"/>
              <a:gd name="connsiteY50" fmla="*/ 158248 h 234448"/>
              <a:gd name="connsiteX51" fmla="*/ 41529 w 284502"/>
              <a:gd name="connsiteY51" fmla="*/ 158248 h 234448"/>
              <a:gd name="connsiteX52" fmla="*/ 41529 w 284502"/>
              <a:gd name="connsiteY52" fmla="*/ 151390 h 234448"/>
              <a:gd name="connsiteX0" fmla="*/ 263033 w 284502"/>
              <a:gd name="connsiteY0" fmla="*/ 92831 h 232029"/>
              <a:gd name="connsiteX1" fmla="*/ 258175 w 284502"/>
              <a:gd name="connsiteY1" fmla="*/ 97679 h 232029"/>
              <a:gd name="connsiteX2" fmla="*/ 271377 w 284502"/>
              <a:gd name="connsiteY2" fmla="*/ 110871 h 232029"/>
              <a:gd name="connsiteX3" fmla="*/ 235468 w 284502"/>
              <a:gd name="connsiteY3" fmla="*/ 110871 h 232029"/>
              <a:gd name="connsiteX4" fmla="*/ 235468 w 284502"/>
              <a:gd name="connsiteY4" fmla="*/ 0 h 232029"/>
              <a:gd name="connsiteX5" fmla="*/ 0 w 284502"/>
              <a:gd name="connsiteY5" fmla="*/ 228600 h 232029"/>
              <a:gd name="connsiteX6" fmla="*/ 3429 w 284502"/>
              <a:gd name="connsiteY6" fmla="*/ 232029 h 232029"/>
              <a:gd name="connsiteX7" fmla="*/ 232029 w 284502"/>
              <a:gd name="connsiteY7" fmla="*/ 232029 h 232029"/>
              <a:gd name="connsiteX8" fmla="*/ 235458 w 284502"/>
              <a:gd name="connsiteY8" fmla="*/ 228600 h 232029"/>
              <a:gd name="connsiteX9" fmla="*/ 235458 w 284502"/>
              <a:gd name="connsiteY9" fmla="*/ 117729 h 232029"/>
              <a:gd name="connsiteX10" fmla="*/ 271367 w 284502"/>
              <a:gd name="connsiteY10" fmla="*/ 117729 h 232029"/>
              <a:gd name="connsiteX11" fmla="*/ 258166 w 284502"/>
              <a:gd name="connsiteY11" fmla="*/ 130921 h 232029"/>
              <a:gd name="connsiteX12" fmla="*/ 263023 w 284502"/>
              <a:gd name="connsiteY12" fmla="*/ 135779 h 232029"/>
              <a:gd name="connsiteX13" fmla="*/ 284502 w 284502"/>
              <a:gd name="connsiteY13" fmla="*/ 114300 h 232029"/>
              <a:gd name="connsiteX14" fmla="*/ 263033 w 284502"/>
              <a:gd name="connsiteY14" fmla="*/ 92831 h 232029"/>
              <a:gd name="connsiteX15" fmla="*/ 228600 w 284502"/>
              <a:gd name="connsiteY15" fmla="*/ 110871 h 232029"/>
              <a:gd name="connsiteX16" fmla="*/ 41529 w 284502"/>
              <a:gd name="connsiteY16" fmla="*/ 110871 h 232029"/>
              <a:gd name="connsiteX17" fmla="*/ 41529 w 284502"/>
              <a:gd name="connsiteY17" fmla="*/ 117739 h 232029"/>
              <a:gd name="connsiteX18" fmla="*/ 228600 w 284502"/>
              <a:gd name="connsiteY18" fmla="*/ 117739 h 232029"/>
              <a:gd name="connsiteX19" fmla="*/ 228600 w 284502"/>
              <a:gd name="connsiteY19" fmla="*/ 225171 h 232029"/>
              <a:gd name="connsiteX20" fmla="*/ 6858 w 284502"/>
              <a:gd name="connsiteY20" fmla="*/ 225171 h 232029"/>
              <a:gd name="connsiteX21" fmla="*/ 228600 w 284502"/>
              <a:gd name="connsiteY21" fmla="*/ 110871 h 232029"/>
              <a:gd name="connsiteX22" fmla="*/ 172450 w 284502"/>
              <a:gd name="connsiteY22" fmla="*/ 59569 h 232029"/>
              <a:gd name="connsiteX23" fmla="*/ 177308 w 284502"/>
              <a:gd name="connsiteY23" fmla="*/ 54721 h 232029"/>
              <a:gd name="connsiteX24" fmla="*/ 198777 w 284502"/>
              <a:gd name="connsiteY24" fmla="*/ 76200 h 232029"/>
              <a:gd name="connsiteX25" fmla="*/ 177308 w 284502"/>
              <a:gd name="connsiteY25" fmla="*/ 97679 h 232029"/>
              <a:gd name="connsiteX26" fmla="*/ 172450 w 284502"/>
              <a:gd name="connsiteY26" fmla="*/ 92831 h 232029"/>
              <a:gd name="connsiteX27" fmla="*/ 185652 w 284502"/>
              <a:gd name="connsiteY27" fmla="*/ 79629 h 232029"/>
              <a:gd name="connsiteX28" fmla="*/ 41529 w 284502"/>
              <a:gd name="connsiteY28" fmla="*/ 79629 h 232029"/>
              <a:gd name="connsiteX29" fmla="*/ 41529 w 284502"/>
              <a:gd name="connsiteY29" fmla="*/ 72771 h 232029"/>
              <a:gd name="connsiteX30" fmla="*/ 185652 w 284502"/>
              <a:gd name="connsiteY30" fmla="*/ 72771 h 232029"/>
              <a:gd name="connsiteX31" fmla="*/ 172450 w 284502"/>
              <a:gd name="connsiteY31" fmla="*/ 59569 h 232029"/>
              <a:gd name="connsiteX32" fmla="*/ 185652 w 284502"/>
              <a:gd name="connsiteY32" fmla="*/ 187071 h 232029"/>
              <a:gd name="connsiteX33" fmla="*/ 172450 w 284502"/>
              <a:gd name="connsiteY33" fmla="*/ 173879 h 232029"/>
              <a:gd name="connsiteX34" fmla="*/ 177308 w 284502"/>
              <a:gd name="connsiteY34" fmla="*/ 169021 h 232029"/>
              <a:gd name="connsiteX35" fmla="*/ 198777 w 284502"/>
              <a:gd name="connsiteY35" fmla="*/ 190500 h 232029"/>
              <a:gd name="connsiteX36" fmla="*/ 177308 w 284502"/>
              <a:gd name="connsiteY36" fmla="*/ 211979 h 232029"/>
              <a:gd name="connsiteX37" fmla="*/ 172450 w 284502"/>
              <a:gd name="connsiteY37" fmla="*/ 207121 h 232029"/>
              <a:gd name="connsiteX38" fmla="*/ 185652 w 284502"/>
              <a:gd name="connsiteY38" fmla="*/ 193929 h 232029"/>
              <a:gd name="connsiteX39" fmla="*/ 41529 w 284502"/>
              <a:gd name="connsiteY39" fmla="*/ 193929 h 232029"/>
              <a:gd name="connsiteX40" fmla="*/ 41529 w 284502"/>
              <a:gd name="connsiteY40" fmla="*/ 187071 h 232029"/>
              <a:gd name="connsiteX41" fmla="*/ 185652 w 284502"/>
              <a:gd name="connsiteY41" fmla="*/ 187071 h 232029"/>
              <a:gd name="connsiteX42" fmla="*/ 41529 w 284502"/>
              <a:gd name="connsiteY42" fmla="*/ 148971 h 232029"/>
              <a:gd name="connsiteX43" fmla="*/ 138017 w 284502"/>
              <a:gd name="connsiteY43" fmla="*/ 148971 h 232029"/>
              <a:gd name="connsiteX44" fmla="*/ 124825 w 284502"/>
              <a:gd name="connsiteY44" fmla="*/ 135779 h 232029"/>
              <a:gd name="connsiteX45" fmla="*/ 129673 w 284502"/>
              <a:gd name="connsiteY45" fmla="*/ 130921 h 232029"/>
              <a:gd name="connsiteX46" fmla="*/ 151152 w 284502"/>
              <a:gd name="connsiteY46" fmla="*/ 152400 h 232029"/>
              <a:gd name="connsiteX47" fmla="*/ 129673 w 284502"/>
              <a:gd name="connsiteY47" fmla="*/ 173879 h 232029"/>
              <a:gd name="connsiteX48" fmla="*/ 124825 w 284502"/>
              <a:gd name="connsiteY48" fmla="*/ 169021 h 232029"/>
              <a:gd name="connsiteX49" fmla="*/ 138017 w 284502"/>
              <a:gd name="connsiteY49" fmla="*/ 155829 h 232029"/>
              <a:gd name="connsiteX50" fmla="*/ 41529 w 284502"/>
              <a:gd name="connsiteY50" fmla="*/ 155829 h 232029"/>
              <a:gd name="connsiteX51" fmla="*/ 41529 w 284502"/>
              <a:gd name="connsiteY51" fmla="*/ 148971 h 232029"/>
              <a:gd name="connsiteX0" fmla="*/ 263033 w 284502"/>
              <a:gd name="connsiteY0" fmla="*/ 38110 h 177308"/>
              <a:gd name="connsiteX1" fmla="*/ 258175 w 284502"/>
              <a:gd name="connsiteY1" fmla="*/ 42958 h 177308"/>
              <a:gd name="connsiteX2" fmla="*/ 271377 w 284502"/>
              <a:gd name="connsiteY2" fmla="*/ 56150 h 177308"/>
              <a:gd name="connsiteX3" fmla="*/ 235468 w 284502"/>
              <a:gd name="connsiteY3" fmla="*/ 56150 h 177308"/>
              <a:gd name="connsiteX4" fmla="*/ 0 w 284502"/>
              <a:gd name="connsiteY4" fmla="*/ 173879 h 177308"/>
              <a:gd name="connsiteX5" fmla="*/ 3429 w 284502"/>
              <a:gd name="connsiteY5" fmla="*/ 177308 h 177308"/>
              <a:gd name="connsiteX6" fmla="*/ 232029 w 284502"/>
              <a:gd name="connsiteY6" fmla="*/ 177308 h 177308"/>
              <a:gd name="connsiteX7" fmla="*/ 235458 w 284502"/>
              <a:gd name="connsiteY7" fmla="*/ 173879 h 177308"/>
              <a:gd name="connsiteX8" fmla="*/ 235458 w 284502"/>
              <a:gd name="connsiteY8" fmla="*/ 63008 h 177308"/>
              <a:gd name="connsiteX9" fmla="*/ 271367 w 284502"/>
              <a:gd name="connsiteY9" fmla="*/ 63008 h 177308"/>
              <a:gd name="connsiteX10" fmla="*/ 258166 w 284502"/>
              <a:gd name="connsiteY10" fmla="*/ 76200 h 177308"/>
              <a:gd name="connsiteX11" fmla="*/ 263023 w 284502"/>
              <a:gd name="connsiteY11" fmla="*/ 81058 h 177308"/>
              <a:gd name="connsiteX12" fmla="*/ 284502 w 284502"/>
              <a:gd name="connsiteY12" fmla="*/ 59579 h 177308"/>
              <a:gd name="connsiteX13" fmla="*/ 263033 w 284502"/>
              <a:gd name="connsiteY13" fmla="*/ 38110 h 177308"/>
              <a:gd name="connsiteX14" fmla="*/ 228600 w 284502"/>
              <a:gd name="connsiteY14" fmla="*/ 56150 h 177308"/>
              <a:gd name="connsiteX15" fmla="*/ 41529 w 284502"/>
              <a:gd name="connsiteY15" fmla="*/ 56150 h 177308"/>
              <a:gd name="connsiteX16" fmla="*/ 41529 w 284502"/>
              <a:gd name="connsiteY16" fmla="*/ 63018 h 177308"/>
              <a:gd name="connsiteX17" fmla="*/ 228600 w 284502"/>
              <a:gd name="connsiteY17" fmla="*/ 63018 h 177308"/>
              <a:gd name="connsiteX18" fmla="*/ 228600 w 284502"/>
              <a:gd name="connsiteY18" fmla="*/ 170450 h 177308"/>
              <a:gd name="connsiteX19" fmla="*/ 6858 w 284502"/>
              <a:gd name="connsiteY19" fmla="*/ 170450 h 177308"/>
              <a:gd name="connsiteX20" fmla="*/ 228600 w 284502"/>
              <a:gd name="connsiteY20" fmla="*/ 56150 h 177308"/>
              <a:gd name="connsiteX21" fmla="*/ 172450 w 284502"/>
              <a:gd name="connsiteY21" fmla="*/ 4848 h 177308"/>
              <a:gd name="connsiteX22" fmla="*/ 177308 w 284502"/>
              <a:gd name="connsiteY22" fmla="*/ 0 h 177308"/>
              <a:gd name="connsiteX23" fmla="*/ 198777 w 284502"/>
              <a:gd name="connsiteY23" fmla="*/ 21479 h 177308"/>
              <a:gd name="connsiteX24" fmla="*/ 177308 w 284502"/>
              <a:gd name="connsiteY24" fmla="*/ 42958 h 177308"/>
              <a:gd name="connsiteX25" fmla="*/ 172450 w 284502"/>
              <a:gd name="connsiteY25" fmla="*/ 38110 h 177308"/>
              <a:gd name="connsiteX26" fmla="*/ 185652 w 284502"/>
              <a:gd name="connsiteY26" fmla="*/ 24908 h 177308"/>
              <a:gd name="connsiteX27" fmla="*/ 41529 w 284502"/>
              <a:gd name="connsiteY27" fmla="*/ 24908 h 177308"/>
              <a:gd name="connsiteX28" fmla="*/ 41529 w 284502"/>
              <a:gd name="connsiteY28" fmla="*/ 18050 h 177308"/>
              <a:gd name="connsiteX29" fmla="*/ 185652 w 284502"/>
              <a:gd name="connsiteY29" fmla="*/ 18050 h 177308"/>
              <a:gd name="connsiteX30" fmla="*/ 172450 w 284502"/>
              <a:gd name="connsiteY30" fmla="*/ 4848 h 177308"/>
              <a:gd name="connsiteX31" fmla="*/ 185652 w 284502"/>
              <a:gd name="connsiteY31" fmla="*/ 132350 h 177308"/>
              <a:gd name="connsiteX32" fmla="*/ 172450 w 284502"/>
              <a:gd name="connsiteY32" fmla="*/ 119158 h 177308"/>
              <a:gd name="connsiteX33" fmla="*/ 177308 w 284502"/>
              <a:gd name="connsiteY33" fmla="*/ 114300 h 177308"/>
              <a:gd name="connsiteX34" fmla="*/ 198777 w 284502"/>
              <a:gd name="connsiteY34" fmla="*/ 135779 h 177308"/>
              <a:gd name="connsiteX35" fmla="*/ 177308 w 284502"/>
              <a:gd name="connsiteY35" fmla="*/ 157258 h 177308"/>
              <a:gd name="connsiteX36" fmla="*/ 172450 w 284502"/>
              <a:gd name="connsiteY36" fmla="*/ 152400 h 177308"/>
              <a:gd name="connsiteX37" fmla="*/ 185652 w 284502"/>
              <a:gd name="connsiteY37" fmla="*/ 139208 h 177308"/>
              <a:gd name="connsiteX38" fmla="*/ 41529 w 284502"/>
              <a:gd name="connsiteY38" fmla="*/ 139208 h 177308"/>
              <a:gd name="connsiteX39" fmla="*/ 41529 w 284502"/>
              <a:gd name="connsiteY39" fmla="*/ 132350 h 177308"/>
              <a:gd name="connsiteX40" fmla="*/ 185652 w 284502"/>
              <a:gd name="connsiteY40" fmla="*/ 132350 h 177308"/>
              <a:gd name="connsiteX41" fmla="*/ 41529 w 284502"/>
              <a:gd name="connsiteY41" fmla="*/ 94250 h 177308"/>
              <a:gd name="connsiteX42" fmla="*/ 138017 w 284502"/>
              <a:gd name="connsiteY42" fmla="*/ 94250 h 177308"/>
              <a:gd name="connsiteX43" fmla="*/ 124825 w 284502"/>
              <a:gd name="connsiteY43" fmla="*/ 81058 h 177308"/>
              <a:gd name="connsiteX44" fmla="*/ 129673 w 284502"/>
              <a:gd name="connsiteY44" fmla="*/ 76200 h 177308"/>
              <a:gd name="connsiteX45" fmla="*/ 151152 w 284502"/>
              <a:gd name="connsiteY45" fmla="*/ 97679 h 177308"/>
              <a:gd name="connsiteX46" fmla="*/ 129673 w 284502"/>
              <a:gd name="connsiteY46" fmla="*/ 119158 h 177308"/>
              <a:gd name="connsiteX47" fmla="*/ 124825 w 284502"/>
              <a:gd name="connsiteY47" fmla="*/ 114300 h 177308"/>
              <a:gd name="connsiteX48" fmla="*/ 138017 w 284502"/>
              <a:gd name="connsiteY48" fmla="*/ 101108 h 177308"/>
              <a:gd name="connsiteX49" fmla="*/ 41529 w 284502"/>
              <a:gd name="connsiteY49" fmla="*/ 101108 h 177308"/>
              <a:gd name="connsiteX50" fmla="*/ 41529 w 284502"/>
              <a:gd name="connsiteY50" fmla="*/ 94250 h 177308"/>
              <a:gd name="connsiteX0" fmla="*/ 263033 w 284502"/>
              <a:gd name="connsiteY0" fmla="*/ 38110 h 177308"/>
              <a:gd name="connsiteX1" fmla="*/ 258175 w 284502"/>
              <a:gd name="connsiteY1" fmla="*/ 42958 h 177308"/>
              <a:gd name="connsiteX2" fmla="*/ 271377 w 284502"/>
              <a:gd name="connsiteY2" fmla="*/ 56150 h 177308"/>
              <a:gd name="connsiteX3" fmla="*/ 235468 w 284502"/>
              <a:gd name="connsiteY3" fmla="*/ 56150 h 177308"/>
              <a:gd name="connsiteX4" fmla="*/ 0 w 284502"/>
              <a:gd name="connsiteY4" fmla="*/ 173879 h 177308"/>
              <a:gd name="connsiteX5" fmla="*/ 3429 w 284502"/>
              <a:gd name="connsiteY5" fmla="*/ 177308 h 177308"/>
              <a:gd name="connsiteX6" fmla="*/ 232029 w 284502"/>
              <a:gd name="connsiteY6" fmla="*/ 177308 h 177308"/>
              <a:gd name="connsiteX7" fmla="*/ 235458 w 284502"/>
              <a:gd name="connsiteY7" fmla="*/ 173879 h 177308"/>
              <a:gd name="connsiteX8" fmla="*/ 235458 w 284502"/>
              <a:gd name="connsiteY8" fmla="*/ 63008 h 177308"/>
              <a:gd name="connsiteX9" fmla="*/ 271367 w 284502"/>
              <a:gd name="connsiteY9" fmla="*/ 63008 h 177308"/>
              <a:gd name="connsiteX10" fmla="*/ 258166 w 284502"/>
              <a:gd name="connsiteY10" fmla="*/ 76200 h 177308"/>
              <a:gd name="connsiteX11" fmla="*/ 263023 w 284502"/>
              <a:gd name="connsiteY11" fmla="*/ 81058 h 177308"/>
              <a:gd name="connsiteX12" fmla="*/ 284502 w 284502"/>
              <a:gd name="connsiteY12" fmla="*/ 59579 h 177308"/>
              <a:gd name="connsiteX13" fmla="*/ 263033 w 284502"/>
              <a:gd name="connsiteY13" fmla="*/ 38110 h 177308"/>
              <a:gd name="connsiteX14" fmla="*/ 228600 w 284502"/>
              <a:gd name="connsiteY14" fmla="*/ 56150 h 177308"/>
              <a:gd name="connsiteX15" fmla="*/ 41529 w 284502"/>
              <a:gd name="connsiteY15" fmla="*/ 56150 h 177308"/>
              <a:gd name="connsiteX16" fmla="*/ 41529 w 284502"/>
              <a:gd name="connsiteY16" fmla="*/ 63018 h 177308"/>
              <a:gd name="connsiteX17" fmla="*/ 228600 w 284502"/>
              <a:gd name="connsiteY17" fmla="*/ 63018 h 177308"/>
              <a:gd name="connsiteX18" fmla="*/ 6858 w 284502"/>
              <a:gd name="connsiteY18" fmla="*/ 170450 h 177308"/>
              <a:gd name="connsiteX19" fmla="*/ 228600 w 284502"/>
              <a:gd name="connsiteY19" fmla="*/ 56150 h 177308"/>
              <a:gd name="connsiteX20" fmla="*/ 172450 w 284502"/>
              <a:gd name="connsiteY20" fmla="*/ 4848 h 177308"/>
              <a:gd name="connsiteX21" fmla="*/ 177308 w 284502"/>
              <a:gd name="connsiteY21" fmla="*/ 0 h 177308"/>
              <a:gd name="connsiteX22" fmla="*/ 198777 w 284502"/>
              <a:gd name="connsiteY22" fmla="*/ 21479 h 177308"/>
              <a:gd name="connsiteX23" fmla="*/ 177308 w 284502"/>
              <a:gd name="connsiteY23" fmla="*/ 42958 h 177308"/>
              <a:gd name="connsiteX24" fmla="*/ 172450 w 284502"/>
              <a:gd name="connsiteY24" fmla="*/ 38110 h 177308"/>
              <a:gd name="connsiteX25" fmla="*/ 185652 w 284502"/>
              <a:gd name="connsiteY25" fmla="*/ 24908 h 177308"/>
              <a:gd name="connsiteX26" fmla="*/ 41529 w 284502"/>
              <a:gd name="connsiteY26" fmla="*/ 24908 h 177308"/>
              <a:gd name="connsiteX27" fmla="*/ 41529 w 284502"/>
              <a:gd name="connsiteY27" fmla="*/ 18050 h 177308"/>
              <a:gd name="connsiteX28" fmla="*/ 185652 w 284502"/>
              <a:gd name="connsiteY28" fmla="*/ 18050 h 177308"/>
              <a:gd name="connsiteX29" fmla="*/ 172450 w 284502"/>
              <a:gd name="connsiteY29" fmla="*/ 4848 h 177308"/>
              <a:gd name="connsiteX30" fmla="*/ 185652 w 284502"/>
              <a:gd name="connsiteY30" fmla="*/ 132350 h 177308"/>
              <a:gd name="connsiteX31" fmla="*/ 172450 w 284502"/>
              <a:gd name="connsiteY31" fmla="*/ 119158 h 177308"/>
              <a:gd name="connsiteX32" fmla="*/ 177308 w 284502"/>
              <a:gd name="connsiteY32" fmla="*/ 114300 h 177308"/>
              <a:gd name="connsiteX33" fmla="*/ 198777 w 284502"/>
              <a:gd name="connsiteY33" fmla="*/ 135779 h 177308"/>
              <a:gd name="connsiteX34" fmla="*/ 177308 w 284502"/>
              <a:gd name="connsiteY34" fmla="*/ 157258 h 177308"/>
              <a:gd name="connsiteX35" fmla="*/ 172450 w 284502"/>
              <a:gd name="connsiteY35" fmla="*/ 152400 h 177308"/>
              <a:gd name="connsiteX36" fmla="*/ 185652 w 284502"/>
              <a:gd name="connsiteY36" fmla="*/ 139208 h 177308"/>
              <a:gd name="connsiteX37" fmla="*/ 41529 w 284502"/>
              <a:gd name="connsiteY37" fmla="*/ 139208 h 177308"/>
              <a:gd name="connsiteX38" fmla="*/ 41529 w 284502"/>
              <a:gd name="connsiteY38" fmla="*/ 132350 h 177308"/>
              <a:gd name="connsiteX39" fmla="*/ 185652 w 284502"/>
              <a:gd name="connsiteY39" fmla="*/ 132350 h 177308"/>
              <a:gd name="connsiteX40" fmla="*/ 41529 w 284502"/>
              <a:gd name="connsiteY40" fmla="*/ 94250 h 177308"/>
              <a:gd name="connsiteX41" fmla="*/ 138017 w 284502"/>
              <a:gd name="connsiteY41" fmla="*/ 94250 h 177308"/>
              <a:gd name="connsiteX42" fmla="*/ 124825 w 284502"/>
              <a:gd name="connsiteY42" fmla="*/ 81058 h 177308"/>
              <a:gd name="connsiteX43" fmla="*/ 129673 w 284502"/>
              <a:gd name="connsiteY43" fmla="*/ 76200 h 177308"/>
              <a:gd name="connsiteX44" fmla="*/ 151152 w 284502"/>
              <a:gd name="connsiteY44" fmla="*/ 97679 h 177308"/>
              <a:gd name="connsiteX45" fmla="*/ 129673 w 284502"/>
              <a:gd name="connsiteY45" fmla="*/ 119158 h 177308"/>
              <a:gd name="connsiteX46" fmla="*/ 124825 w 284502"/>
              <a:gd name="connsiteY46" fmla="*/ 114300 h 177308"/>
              <a:gd name="connsiteX47" fmla="*/ 138017 w 284502"/>
              <a:gd name="connsiteY47" fmla="*/ 101108 h 177308"/>
              <a:gd name="connsiteX48" fmla="*/ 41529 w 284502"/>
              <a:gd name="connsiteY48" fmla="*/ 101108 h 177308"/>
              <a:gd name="connsiteX49" fmla="*/ 41529 w 284502"/>
              <a:gd name="connsiteY49" fmla="*/ 94250 h 177308"/>
              <a:gd name="connsiteX0" fmla="*/ 263033 w 284502"/>
              <a:gd name="connsiteY0" fmla="*/ 38110 h 177308"/>
              <a:gd name="connsiteX1" fmla="*/ 258175 w 284502"/>
              <a:gd name="connsiteY1" fmla="*/ 42958 h 177308"/>
              <a:gd name="connsiteX2" fmla="*/ 271377 w 284502"/>
              <a:gd name="connsiteY2" fmla="*/ 56150 h 177308"/>
              <a:gd name="connsiteX3" fmla="*/ 235468 w 284502"/>
              <a:gd name="connsiteY3" fmla="*/ 56150 h 177308"/>
              <a:gd name="connsiteX4" fmla="*/ 0 w 284502"/>
              <a:gd name="connsiteY4" fmla="*/ 173879 h 177308"/>
              <a:gd name="connsiteX5" fmla="*/ 3429 w 284502"/>
              <a:gd name="connsiteY5" fmla="*/ 177308 h 177308"/>
              <a:gd name="connsiteX6" fmla="*/ 232029 w 284502"/>
              <a:gd name="connsiteY6" fmla="*/ 177308 h 177308"/>
              <a:gd name="connsiteX7" fmla="*/ 235458 w 284502"/>
              <a:gd name="connsiteY7" fmla="*/ 63008 h 177308"/>
              <a:gd name="connsiteX8" fmla="*/ 271367 w 284502"/>
              <a:gd name="connsiteY8" fmla="*/ 63008 h 177308"/>
              <a:gd name="connsiteX9" fmla="*/ 258166 w 284502"/>
              <a:gd name="connsiteY9" fmla="*/ 76200 h 177308"/>
              <a:gd name="connsiteX10" fmla="*/ 263023 w 284502"/>
              <a:gd name="connsiteY10" fmla="*/ 81058 h 177308"/>
              <a:gd name="connsiteX11" fmla="*/ 284502 w 284502"/>
              <a:gd name="connsiteY11" fmla="*/ 59579 h 177308"/>
              <a:gd name="connsiteX12" fmla="*/ 263033 w 284502"/>
              <a:gd name="connsiteY12" fmla="*/ 38110 h 177308"/>
              <a:gd name="connsiteX13" fmla="*/ 228600 w 284502"/>
              <a:gd name="connsiteY13" fmla="*/ 56150 h 177308"/>
              <a:gd name="connsiteX14" fmla="*/ 41529 w 284502"/>
              <a:gd name="connsiteY14" fmla="*/ 56150 h 177308"/>
              <a:gd name="connsiteX15" fmla="*/ 41529 w 284502"/>
              <a:gd name="connsiteY15" fmla="*/ 63018 h 177308"/>
              <a:gd name="connsiteX16" fmla="*/ 228600 w 284502"/>
              <a:gd name="connsiteY16" fmla="*/ 63018 h 177308"/>
              <a:gd name="connsiteX17" fmla="*/ 6858 w 284502"/>
              <a:gd name="connsiteY17" fmla="*/ 170450 h 177308"/>
              <a:gd name="connsiteX18" fmla="*/ 228600 w 284502"/>
              <a:gd name="connsiteY18" fmla="*/ 56150 h 177308"/>
              <a:gd name="connsiteX19" fmla="*/ 172450 w 284502"/>
              <a:gd name="connsiteY19" fmla="*/ 4848 h 177308"/>
              <a:gd name="connsiteX20" fmla="*/ 177308 w 284502"/>
              <a:gd name="connsiteY20" fmla="*/ 0 h 177308"/>
              <a:gd name="connsiteX21" fmla="*/ 198777 w 284502"/>
              <a:gd name="connsiteY21" fmla="*/ 21479 h 177308"/>
              <a:gd name="connsiteX22" fmla="*/ 177308 w 284502"/>
              <a:gd name="connsiteY22" fmla="*/ 42958 h 177308"/>
              <a:gd name="connsiteX23" fmla="*/ 172450 w 284502"/>
              <a:gd name="connsiteY23" fmla="*/ 38110 h 177308"/>
              <a:gd name="connsiteX24" fmla="*/ 185652 w 284502"/>
              <a:gd name="connsiteY24" fmla="*/ 24908 h 177308"/>
              <a:gd name="connsiteX25" fmla="*/ 41529 w 284502"/>
              <a:gd name="connsiteY25" fmla="*/ 24908 h 177308"/>
              <a:gd name="connsiteX26" fmla="*/ 41529 w 284502"/>
              <a:gd name="connsiteY26" fmla="*/ 18050 h 177308"/>
              <a:gd name="connsiteX27" fmla="*/ 185652 w 284502"/>
              <a:gd name="connsiteY27" fmla="*/ 18050 h 177308"/>
              <a:gd name="connsiteX28" fmla="*/ 172450 w 284502"/>
              <a:gd name="connsiteY28" fmla="*/ 4848 h 177308"/>
              <a:gd name="connsiteX29" fmla="*/ 185652 w 284502"/>
              <a:gd name="connsiteY29" fmla="*/ 132350 h 177308"/>
              <a:gd name="connsiteX30" fmla="*/ 172450 w 284502"/>
              <a:gd name="connsiteY30" fmla="*/ 119158 h 177308"/>
              <a:gd name="connsiteX31" fmla="*/ 177308 w 284502"/>
              <a:gd name="connsiteY31" fmla="*/ 114300 h 177308"/>
              <a:gd name="connsiteX32" fmla="*/ 198777 w 284502"/>
              <a:gd name="connsiteY32" fmla="*/ 135779 h 177308"/>
              <a:gd name="connsiteX33" fmla="*/ 177308 w 284502"/>
              <a:gd name="connsiteY33" fmla="*/ 157258 h 177308"/>
              <a:gd name="connsiteX34" fmla="*/ 172450 w 284502"/>
              <a:gd name="connsiteY34" fmla="*/ 152400 h 177308"/>
              <a:gd name="connsiteX35" fmla="*/ 185652 w 284502"/>
              <a:gd name="connsiteY35" fmla="*/ 139208 h 177308"/>
              <a:gd name="connsiteX36" fmla="*/ 41529 w 284502"/>
              <a:gd name="connsiteY36" fmla="*/ 139208 h 177308"/>
              <a:gd name="connsiteX37" fmla="*/ 41529 w 284502"/>
              <a:gd name="connsiteY37" fmla="*/ 132350 h 177308"/>
              <a:gd name="connsiteX38" fmla="*/ 185652 w 284502"/>
              <a:gd name="connsiteY38" fmla="*/ 132350 h 177308"/>
              <a:gd name="connsiteX39" fmla="*/ 41529 w 284502"/>
              <a:gd name="connsiteY39" fmla="*/ 94250 h 177308"/>
              <a:gd name="connsiteX40" fmla="*/ 138017 w 284502"/>
              <a:gd name="connsiteY40" fmla="*/ 94250 h 177308"/>
              <a:gd name="connsiteX41" fmla="*/ 124825 w 284502"/>
              <a:gd name="connsiteY41" fmla="*/ 81058 h 177308"/>
              <a:gd name="connsiteX42" fmla="*/ 129673 w 284502"/>
              <a:gd name="connsiteY42" fmla="*/ 76200 h 177308"/>
              <a:gd name="connsiteX43" fmla="*/ 151152 w 284502"/>
              <a:gd name="connsiteY43" fmla="*/ 97679 h 177308"/>
              <a:gd name="connsiteX44" fmla="*/ 129673 w 284502"/>
              <a:gd name="connsiteY44" fmla="*/ 119158 h 177308"/>
              <a:gd name="connsiteX45" fmla="*/ 124825 w 284502"/>
              <a:gd name="connsiteY45" fmla="*/ 114300 h 177308"/>
              <a:gd name="connsiteX46" fmla="*/ 138017 w 284502"/>
              <a:gd name="connsiteY46" fmla="*/ 101108 h 177308"/>
              <a:gd name="connsiteX47" fmla="*/ 41529 w 284502"/>
              <a:gd name="connsiteY47" fmla="*/ 101108 h 177308"/>
              <a:gd name="connsiteX48" fmla="*/ 41529 w 284502"/>
              <a:gd name="connsiteY48" fmla="*/ 94250 h 177308"/>
              <a:gd name="connsiteX0" fmla="*/ 263033 w 284502"/>
              <a:gd name="connsiteY0" fmla="*/ 38110 h 177308"/>
              <a:gd name="connsiteX1" fmla="*/ 258175 w 284502"/>
              <a:gd name="connsiteY1" fmla="*/ 42958 h 177308"/>
              <a:gd name="connsiteX2" fmla="*/ 271377 w 284502"/>
              <a:gd name="connsiteY2" fmla="*/ 56150 h 177308"/>
              <a:gd name="connsiteX3" fmla="*/ 235468 w 284502"/>
              <a:gd name="connsiteY3" fmla="*/ 56150 h 177308"/>
              <a:gd name="connsiteX4" fmla="*/ 0 w 284502"/>
              <a:gd name="connsiteY4" fmla="*/ 173879 h 177308"/>
              <a:gd name="connsiteX5" fmla="*/ 3429 w 284502"/>
              <a:gd name="connsiteY5" fmla="*/ 177308 h 177308"/>
              <a:gd name="connsiteX6" fmla="*/ 235458 w 284502"/>
              <a:gd name="connsiteY6" fmla="*/ 63008 h 177308"/>
              <a:gd name="connsiteX7" fmla="*/ 271367 w 284502"/>
              <a:gd name="connsiteY7" fmla="*/ 63008 h 177308"/>
              <a:gd name="connsiteX8" fmla="*/ 258166 w 284502"/>
              <a:gd name="connsiteY8" fmla="*/ 76200 h 177308"/>
              <a:gd name="connsiteX9" fmla="*/ 263023 w 284502"/>
              <a:gd name="connsiteY9" fmla="*/ 81058 h 177308"/>
              <a:gd name="connsiteX10" fmla="*/ 284502 w 284502"/>
              <a:gd name="connsiteY10" fmla="*/ 59579 h 177308"/>
              <a:gd name="connsiteX11" fmla="*/ 263033 w 284502"/>
              <a:gd name="connsiteY11" fmla="*/ 38110 h 177308"/>
              <a:gd name="connsiteX12" fmla="*/ 228600 w 284502"/>
              <a:gd name="connsiteY12" fmla="*/ 56150 h 177308"/>
              <a:gd name="connsiteX13" fmla="*/ 41529 w 284502"/>
              <a:gd name="connsiteY13" fmla="*/ 56150 h 177308"/>
              <a:gd name="connsiteX14" fmla="*/ 41529 w 284502"/>
              <a:gd name="connsiteY14" fmla="*/ 63018 h 177308"/>
              <a:gd name="connsiteX15" fmla="*/ 228600 w 284502"/>
              <a:gd name="connsiteY15" fmla="*/ 63018 h 177308"/>
              <a:gd name="connsiteX16" fmla="*/ 6858 w 284502"/>
              <a:gd name="connsiteY16" fmla="*/ 170450 h 177308"/>
              <a:gd name="connsiteX17" fmla="*/ 228600 w 284502"/>
              <a:gd name="connsiteY17" fmla="*/ 56150 h 177308"/>
              <a:gd name="connsiteX18" fmla="*/ 172450 w 284502"/>
              <a:gd name="connsiteY18" fmla="*/ 4848 h 177308"/>
              <a:gd name="connsiteX19" fmla="*/ 177308 w 284502"/>
              <a:gd name="connsiteY19" fmla="*/ 0 h 177308"/>
              <a:gd name="connsiteX20" fmla="*/ 198777 w 284502"/>
              <a:gd name="connsiteY20" fmla="*/ 21479 h 177308"/>
              <a:gd name="connsiteX21" fmla="*/ 177308 w 284502"/>
              <a:gd name="connsiteY21" fmla="*/ 42958 h 177308"/>
              <a:gd name="connsiteX22" fmla="*/ 172450 w 284502"/>
              <a:gd name="connsiteY22" fmla="*/ 38110 h 177308"/>
              <a:gd name="connsiteX23" fmla="*/ 185652 w 284502"/>
              <a:gd name="connsiteY23" fmla="*/ 24908 h 177308"/>
              <a:gd name="connsiteX24" fmla="*/ 41529 w 284502"/>
              <a:gd name="connsiteY24" fmla="*/ 24908 h 177308"/>
              <a:gd name="connsiteX25" fmla="*/ 41529 w 284502"/>
              <a:gd name="connsiteY25" fmla="*/ 18050 h 177308"/>
              <a:gd name="connsiteX26" fmla="*/ 185652 w 284502"/>
              <a:gd name="connsiteY26" fmla="*/ 18050 h 177308"/>
              <a:gd name="connsiteX27" fmla="*/ 172450 w 284502"/>
              <a:gd name="connsiteY27" fmla="*/ 4848 h 177308"/>
              <a:gd name="connsiteX28" fmla="*/ 185652 w 284502"/>
              <a:gd name="connsiteY28" fmla="*/ 132350 h 177308"/>
              <a:gd name="connsiteX29" fmla="*/ 172450 w 284502"/>
              <a:gd name="connsiteY29" fmla="*/ 119158 h 177308"/>
              <a:gd name="connsiteX30" fmla="*/ 177308 w 284502"/>
              <a:gd name="connsiteY30" fmla="*/ 114300 h 177308"/>
              <a:gd name="connsiteX31" fmla="*/ 198777 w 284502"/>
              <a:gd name="connsiteY31" fmla="*/ 135779 h 177308"/>
              <a:gd name="connsiteX32" fmla="*/ 177308 w 284502"/>
              <a:gd name="connsiteY32" fmla="*/ 157258 h 177308"/>
              <a:gd name="connsiteX33" fmla="*/ 172450 w 284502"/>
              <a:gd name="connsiteY33" fmla="*/ 152400 h 177308"/>
              <a:gd name="connsiteX34" fmla="*/ 185652 w 284502"/>
              <a:gd name="connsiteY34" fmla="*/ 139208 h 177308"/>
              <a:gd name="connsiteX35" fmla="*/ 41529 w 284502"/>
              <a:gd name="connsiteY35" fmla="*/ 139208 h 177308"/>
              <a:gd name="connsiteX36" fmla="*/ 41529 w 284502"/>
              <a:gd name="connsiteY36" fmla="*/ 132350 h 177308"/>
              <a:gd name="connsiteX37" fmla="*/ 185652 w 284502"/>
              <a:gd name="connsiteY37" fmla="*/ 132350 h 177308"/>
              <a:gd name="connsiteX38" fmla="*/ 41529 w 284502"/>
              <a:gd name="connsiteY38" fmla="*/ 94250 h 177308"/>
              <a:gd name="connsiteX39" fmla="*/ 138017 w 284502"/>
              <a:gd name="connsiteY39" fmla="*/ 94250 h 177308"/>
              <a:gd name="connsiteX40" fmla="*/ 124825 w 284502"/>
              <a:gd name="connsiteY40" fmla="*/ 81058 h 177308"/>
              <a:gd name="connsiteX41" fmla="*/ 129673 w 284502"/>
              <a:gd name="connsiteY41" fmla="*/ 76200 h 177308"/>
              <a:gd name="connsiteX42" fmla="*/ 151152 w 284502"/>
              <a:gd name="connsiteY42" fmla="*/ 97679 h 177308"/>
              <a:gd name="connsiteX43" fmla="*/ 129673 w 284502"/>
              <a:gd name="connsiteY43" fmla="*/ 119158 h 177308"/>
              <a:gd name="connsiteX44" fmla="*/ 124825 w 284502"/>
              <a:gd name="connsiteY44" fmla="*/ 114300 h 177308"/>
              <a:gd name="connsiteX45" fmla="*/ 138017 w 284502"/>
              <a:gd name="connsiteY45" fmla="*/ 101108 h 177308"/>
              <a:gd name="connsiteX46" fmla="*/ 41529 w 284502"/>
              <a:gd name="connsiteY46" fmla="*/ 101108 h 177308"/>
              <a:gd name="connsiteX47" fmla="*/ 41529 w 284502"/>
              <a:gd name="connsiteY47" fmla="*/ 94250 h 177308"/>
              <a:gd name="connsiteX0" fmla="*/ 263033 w 284502"/>
              <a:gd name="connsiteY0" fmla="*/ 38110 h 173889"/>
              <a:gd name="connsiteX1" fmla="*/ 258175 w 284502"/>
              <a:gd name="connsiteY1" fmla="*/ 42958 h 173889"/>
              <a:gd name="connsiteX2" fmla="*/ 271377 w 284502"/>
              <a:gd name="connsiteY2" fmla="*/ 56150 h 173889"/>
              <a:gd name="connsiteX3" fmla="*/ 235468 w 284502"/>
              <a:gd name="connsiteY3" fmla="*/ 56150 h 173889"/>
              <a:gd name="connsiteX4" fmla="*/ 0 w 284502"/>
              <a:gd name="connsiteY4" fmla="*/ 173879 h 173889"/>
              <a:gd name="connsiteX5" fmla="*/ 235458 w 284502"/>
              <a:gd name="connsiteY5" fmla="*/ 63008 h 173889"/>
              <a:gd name="connsiteX6" fmla="*/ 271367 w 284502"/>
              <a:gd name="connsiteY6" fmla="*/ 63008 h 173889"/>
              <a:gd name="connsiteX7" fmla="*/ 258166 w 284502"/>
              <a:gd name="connsiteY7" fmla="*/ 76200 h 173889"/>
              <a:gd name="connsiteX8" fmla="*/ 263023 w 284502"/>
              <a:gd name="connsiteY8" fmla="*/ 81058 h 173889"/>
              <a:gd name="connsiteX9" fmla="*/ 284502 w 284502"/>
              <a:gd name="connsiteY9" fmla="*/ 59579 h 173889"/>
              <a:gd name="connsiteX10" fmla="*/ 263033 w 284502"/>
              <a:gd name="connsiteY10" fmla="*/ 38110 h 173889"/>
              <a:gd name="connsiteX11" fmla="*/ 228600 w 284502"/>
              <a:gd name="connsiteY11" fmla="*/ 56150 h 173889"/>
              <a:gd name="connsiteX12" fmla="*/ 41529 w 284502"/>
              <a:gd name="connsiteY12" fmla="*/ 56150 h 173889"/>
              <a:gd name="connsiteX13" fmla="*/ 41529 w 284502"/>
              <a:gd name="connsiteY13" fmla="*/ 63018 h 173889"/>
              <a:gd name="connsiteX14" fmla="*/ 228600 w 284502"/>
              <a:gd name="connsiteY14" fmla="*/ 63018 h 173889"/>
              <a:gd name="connsiteX15" fmla="*/ 6858 w 284502"/>
              <a:gd name="connsiteY15" fmla="*/ 170450 h 173889"/>
              <a:gd name="connsiteX16" fmla="*/ 228600 w 284502"/>
              <a:gd name="connsiteY16" fmla="*/ 56150 h 173889"/>
              <a:gd name="connsiteX17" fmla="*/ 172450 w 284502"/>
              <a:gd name="connsiteY17" fmla="*/ 4848 h 173889"/>
              <a:gd name="connsiteX18" fmla="*/ 177308 w 284502"/>
              <a:gd name="connsiteY18" fmla="*/ 0 h 173889"/>
              <a:gd name="connsiteX19" fmla="*/ 198777 w 284502"/>
              <a:gd name="connsiteY19" fmla="*/ 21479 h 173889"/>
              <a:gd name="connsiteX20" fmla="*/ 177308 w 284502"/>
              <a:gd name="connsiteY20" fmla="*/ 42958 h 173889"/>
              <a:gd name="connsiteX21" fmla="*/ 172450 w 284502"/>
              <a:gd name="connsiteY21" fmla="*/ 38110 h 173889"/>
              <a:gd name="connsiteX22" fmla="*/ 185652 w 284502"/>
              <a:gd name="connsiteY22" fmla="*/ 24908 h 173889"/>
              <a:gd name="connsiteX23" fmla="*/ 41529 w 284502"/>
              <a:gd name="connsiteY23" fmla="*/ 24908 h 173889"/>
              <a:gd name="connsiteX24" fmla="*/ 41529 w 284502"/>
              <a:gd name="connsiteY24" fmla="*/ 18050 h 173889"/>
              <a:gd name="connsiteX25" fmla="*/ 185652 w 284502"/>
              <a:gd name="connsiteY25" fmla="*/ 18050 h 173889"/>
              <a:gd name="connsiteX26" fmla="*/ 172450 w 284502"/>
              <a:gd name="connsiteY26" fmla="*/ 4848 h 173889"/>
              <a:gd name="connsiteX27" fmla="*/ 185652 w 284502"/>
              <a:gd name="connsiteY27" fmla="*/ 132350 h 173889"/>
              <a:gd name="connsiteX28" fmla="*/ 172450 w 284502"/>
              <a:gd name="connsiteY28" fmla="*/ 119158 h 173889"/>
              <a:gd name="connsiteX29" fmla="*/ 177308 w 284502"/>
              <a:gd name="connsiteY29" fmla="*/ 114300 h 173889"/>
              <a:gd name="connsiteX30" fmla="*/ 198777 w 284502"/>
              <a:gd name="connsiteY30" fmla="*/ 135779 h 173889"/>
              <a:gd name="connsiteX31" fmla="*/ 177308 w 284502"/>
              <a:gd name="connsiteY31" fmla="*/ 157258 h 173889"/>
              <a:gd name="connsiteX32" fmla="*/ 172450 w 284502"/>
              <a:gd name="connsiteY32" fmla="*/ 152400 h 173889"/>
              <a:gd name="connsiteX33" fmla="*/ 185652 w 284502"/>
              <a:gd name="connsiteY33" fmla="*/ 139208 h 173889"/>
              <a:gd name="connsiteX34" fmla="*/ 41529 w 284502"/>
              <a:gd name="connsiteY34" fmla="*/ 139208 h 173889"/>
              <a:gd name="connsiteX35" fmla="*/ 41529 w 284502"/>
              <a:gd name="connsiteY35" fmla="*/ 132350 h 173889"/>
              <a:gd name="connsiteX36" fmla="*/ 185652 w 284502"/>
              <a:gd name="connsiteY36" fmla="*/ 132350 h 173889"/>
              <a:gd name="connsiteX37" fmla="*/ 41529 w 284502"/>
              <a:gd name="connsiteY37" fmla="*/ 94250 h 173889"/>
              <a:gd name="connsiteX38" fmla="*/ 138017 w 284502"/>
              <a:gd name="connsiteY38" fmla="*/ 94250 h 173889"/>
              <a:gd name="connsiteX39" fmla="*/ 124825 w 284502"/>
              <a:gd name="connsiteY39" fmla="*/ 81058 h 173889"/>
              <a:gd name="connsiteX40" fmla="*/ 129673 w 284502"/>
              <a:gd name="connsiteY40" fmla="*/ 76200 h 173889"/>
              <a:gd name="connsiteX41" fmla="*/ 151152 w 284502"/>
              <a:gd name="connsiteY41" fmla="*/ 97679 h 173889"/>
              <a:gd name="connsiteX42" fmla="*/ 129673 w 284502"/>
              <a:gd name="connsiteY42" fmla="*/ 119158 h 173889"/>
              <a:gd name="connsiteX43" fmla="*/ 124825 w 284502"/>
              <a:gd name="connsiteY43" fmla="*/ 114300 h 173889"/>
              <a:gd name="connsiteX44" fmla="*/ 138017 w 284502"/>
              <a:gd name="connsiteY44" fmla="*/ 101108 h 173889"/>
              <a:gd name="connsiteX45" fmla="*/ 41529 w 284502"/>
              <a:gd name="connsiteY45" fmla="*/ 101108 h 173889"/>
              <a:gd name="connsiteX46" fmla="*/ 41529 w 284502"/>
              <a:gd name="connsiteY46" fmla="*/ 94250 h 173889"/>
              <a:gd name="connsiteX0" fmla="*/ 263033 w 284502"/>
              <a:gd name="connsiteY0" fmla="*/ 38110 h 173889"/>
              <a:gd name="connsiteX1" fmla="*/ 258175 w 284502"/>
              <a:gd name="connsiteY1" fmla="*/ 42958 h 173889"/>
              <a:gd name="connsiteX2" fmla="*/ 271377 w 284502"/>
              <a:gd name="connsiteY2" fmla="*/ 56150 h 173889"/>
              <a:gd name="connsiteX3" fmla="*/ 235468 w 284502"/>
              <a:gd name="connsiteY3" fmla="*/ 56150 h 173889"/>
              <a:gd name="connsiteX4" fmla="*/ 0 w 284502"/>
              <a:gd name="connsiteY4" fmla="*/ 173879 h 173889"/>
              <a:gd name="connsiteX5" fmla="*/ 235458 w 284502"/>
              <a:gd name="connsiteY5" fmla="*/ 63008 h 173889"/>
              <a:gd name="connsiteX6" fmla="*/ 271367 w 284502"/>
              <a:gd name="connsiteY6" fmla="*/ 63008 h 173889"/>
              <a:gd name="connsiteX7" fmla="*/ 258166 w 284502"/>
              <a:gd name="connsiteY7" fmla="*/ 76200 h 173889"/>
              <a:gd name="connsiteX8" fmla="*/ 263023 w 284502"/>
              <a:gd name="connsiteY8" fmla="*/ 81058 h 173889"/>
              <a:gd name="connsiteX9" fmla="*/ 284502 w 284502"/>
              <a:gd name="connsiteY9" fmla="*/ 59579 h 173889"/>
              <a:gd name="connsiteX10" fmla="*/ 263033 w 284502"/>
              <a:gd name="connsiteY10" fmla="*/ 38110 h 173889"/>
              <a:gd name="connsiteX11" fmla="*/ 228600 w 284502"/>
              <a:gd name="connsiteY11" fmla="*/ 56150 h 173889"/>
              <a:gd name="connsiteX12" fmla="*/ 41529 w 284502"/>
              <a:gd name="connsiteY12" fmla="*/ 56150 h 173889"/>
              <a:gd name="connsiteX13" fmla="*/ 41529 w 284502"/>
              <a:gd name="connsiteY13" fmla="*/ 63018 h 173889"/>
              <a:gd name="connsiteX14" fmla="*/ 228600 w 284502"/>
              <a:gd name="connsiteY14" fmla="*/ 63018 h 173889"/>
              <a:gd name="connsiteX15" fmla="*/ 228600 w 284502"/>
              <a:gd name="connsiteY15" fmla="*/ 56150 h 173889"/>
              <a:gd name="connsiteX16" fmla="*/ 172450 w 284502"/>
              <a:gd name="connsiteY16" fmla="*/ 4848 h 173889"/>
              <a:gd name="connsiteX17" fmla="*/ 177308 w 284502"/>
              <a:gd name="connsiteY17" fmla="*/ 0 h 173889"/>
              <a:gd name="connsiteX18" fmla="*/ 198777 w 284502"/>
              <a:gd name="connsiteY18" fmla="*/ 21479 h 173889"/>
              <a:gd name="connsiteX19" fmla="*/ 177308 w 284502"/>
              <a:gd name="connsiteY19" fmla="*/ 42958 h 173889"/>
              <a:gd name="connsiteX20" fmla="*/ 172450 w 284502"/>
              <a:gd name="connsiteY20" fmla="*/ 38110 h 173889"/>
              <a:gd name="connsiteX21" fmla="*/ 185652 w 284502"/>
              <a:gd name="connsiteY21" fmla="*/ 24908 h 173889"/>
              <a:gd name="connsiteX22" fmla="*/ 41529 w 284502"/>
              <a:gd name="connsiteY22" fmla="*/ 24908 h 173889"/>
              <a:gd name="connsiteX23" fmla="*/ 41529 w 284502"/>
              <a:gd name="connsiteY23" fmla="*/ 18050 h 173889"/>
              <a:gd name="connsiteX24" fmla="*/ 185652 w 284502"/>
              <a:gd name="connsiteY24" fmla="*/ 18050 h 173889"/>
              <a:gd name="connsiteX25" fmla="*/ 172450 w 284502"/>
              <a:gd name="connsiteY25" fmla="*/ 4848 h 173889"/>
              <a:gd name="connsiteX26" fmla="*/ 185652 w 284502"/>
              <a:gd name="connsiteY26" fmla="*/ 132350 h 173889"/>
              <a:gd name="connsiteX27" fmla="*/ 172450 w 284502"/>
              <a:gd name="connsiteY27" fmla="*/ 119158 h 173889"/>
              <a:gd name="connsiteX28" fmla="*/ 177308 w 284502"/>
              <a:gd name="connsiteY28" fmla="*/ 114300 h 173889"/>
              <a:gd name="connsiteX29" fmla="*/ 198777 w 284502"/>
              <a:gd name="connsiteY29" fmla="*/ 135779 h 173889"/>
              <a:gd name="connsiteX30" fmla="*/ 177308 w 284502"/>
              <a:gd name="connsiteY30" fmla="*/ 157258 h 173889"/>
              <a:gd name="connsiteX31" fmla="*/ 172450 w 284502"/>
              <a:gd name="connsiteY31" fmla="*/ 152400 h 173889"/>
              <a:gd name="connsiteX32" fmla="*/ 185652 w 284502"/>
              <a:gd name="connsiteY32" fmla="*/ 139208 h 173889"/>
              <a:gd name="connsiteX33" fmla="*/ 41529 w 284502"/>
              <a:gd name="connsiteY33" fmla="*/ 139208 h 173889"/>
              <a:gd name="connsiteX34" fmla="*/ 41529 w 284502"/>
              <a:gd name="connsiteY34" fmla="*/ 132350 h 173889"/>
              <a:gd name="connsiteX35" fmla="*/ 185652 w 284502"/>
              <a:gd name="connsiteY35" fmla="*/ 132350 h 173889"/>
              <a:gd name="connsiteX36" fmla="*/ 41529 w 284502"/>
              <a:gd name="connsiteY36" fmla="*/ 94250 h 173889"/>
              <a:gd name="connsiteX37" fmla="*/ 138017 w 284502"/>
              <a:gd name="connsiteY37" fmla="*/ 94250 h 173889"/>
              <a:gd name="connsiteX38" fmla="*/ 124825 w 284502"/>
              <a:gd name="connsiteY38" fmla="*/ 81058 h 173889"/>
              <a:gd name="connsiteX39" fmla="*/ 129673 w 284502"/>
              <a:gd name="connsiteY39" fmla="*/ 76200 h 173889"/>
              <a:gd name="connsiteX40" fmla="*/ 151152 w 284502"/>
              <a:gd name="connsiteY40" fmla="*/ 97679 h 173889"/>
              <a:gd name="connsiteX41" fmla="*/ 129673 w 284502"/>
              <a:gd name="connsiteY41" fmla="*/ 119158 h 173889"/>
              <a:gd name="connsiteX42" fmla="*/ 124825 w 284502"/>
              <a:gd name="connsiteY42" fmla="*/ 114300 h 173889"/>
              <a:gd name="connsiteX43" fmla="*/ 138017 w 284502"/>
              <a:gd name="connsiteY43" fmla="*/ 101108 h 173889"/>
              <a:gd name="connsiteX44" fmla="*/ 41529 w 284502"/>
              <a:gd name="connsiteY44" fmla="*/ 101108 h 173889"/>
              <a:gd name="connsiteX45" fmla="*/ 41529 w 284502"/>
              <a:gd name="connsiteY45" fmla="*/ 94250 h 173889"/>
              <a:gd name="connsiteX0" fmla="*/ 221504 w 242973"/>
              <a:gd name="connsiteY0" fmla="*/ 38110 h 157258"/>
              <a:gd name="connsiteX1" fmla="*/ 216646 w 242973"/>
              <a:gd name="connsiteY1" fmla="*/ 42958 h 157258"/>
              <a:gd name="connsiteX2" fmla="*/ 229848 w 242973"/>
              <a:gd name="connsiteY2" fmla="*/ 56150 h 157258"/>
              <a:gd name="connsiteX3" fmla="*/ 193939 w 242973"/>
              <a:gd name="connsiteY3" fmla="*/ 56150 h 157258"/>
              <a:gd name="connsiteX4" fmla="*/ 193929 w 242973"/>
              <a:gd name="connsiteY4" fmla="*/ 63008 h 157258"/>
              <a:gd name="connsiteX5" fmla="*/ 229838 w 242973"/>
              <a:gd name="connsiteY5" fmla="*/ 63008 h 157258"/>
              <a:gd name="connsiteX6" fmla="*/ 216637 w 242973"/>
              <a:gd name="connsiteY6" fmla="*/ 76200 h 157258"/>
              <a:gd name="connsiteX7" fmla="*/ 221494 w 242973"/>
              <a:gd name="connsiteY7" fmla="*/ 81058 h 157258"/>
              <a:gd name="connsiteX8" fmla="*/ 242973 w 242973"/>
              <a:gd name="connsiteY8" fmla="*/ 59579 h 157258"/>
              <a:gd name="connsiteX9" fmla="*/ 221504 w 242973"/>
              <a:gd name="connsiteY9" fmla="*/ 38110 h 157258"/>
              <a:gd name="connsiteX10" fmla="*/ 187071 w 242973"/>
              <a:gd name="connsiteY10" fmla="*/ 56150 h 157258"/>
              <a:gd name="connsiteX11" fmla="*/ 0 w 242973"/>
              <a:gd name="connsiteY11" fmla="*/ 56150 h 157258"/>
              <a:gd name="connsiteX12" fmla="*/ 0 w 242973"/>
              <a:gd name="connsiteY12" fmla="*/ 63018 h 157258"/>
              <a:gd name="connsiteX13" fmla="*/ 187071 w 242973"/>
              <a:gd name="connsiteY13" fmla="*/ 63018 h 157258"/>
              <a:gd name="connsiteX14" fmla="*/ 187071 w 242973"/>
              <a:gd name="connsiteY14" fmla="*/ 56150 h 157258"/>
              <a:gd name="connsiteX15" fmla="*/ 130921 w 242973"/>
              <a:gd name="connsiteY15" fmla="*/ 4848 h 157258"/>
              <a:gd name="connsiteX16" fmla="*/ 135779 w 242973"/>
              <a:gd name="connsiteY16" fmla="*/ 0 h 157258"/>
              <a:gd name="connsiteX17" fmla="*/ 157248 w 242973"/>
              <a:gd name="connsiteY17" fmla="*/ 21479 h 157258"/>
              <a:gd name="connsiteX18" fmla="*/ 135779 w 242973"/>
              <a:gd name="connsiteY18" fmla="*/ 42958 h 157258"/>
              <a:gd name="connsiteX19" fmla="*/ 130921 w 242973"/>
              <a:gd name="connsiteY19" fmla="*/ 38110 h 157258"/>
              <a:gd name="connsiteX20" fmla="*/ 144123 w 242973"/>
              <a:gd name="connsiteY20" fmla="*/ 24908 h 157258"/>
              <a:gd name="connsiteX21" fmla="*/ 0 w 242973"/>
              <a:gd name="connsiteY21" fmla="*/ 24908 h 157258"/>
              <a:gd name="connsiteX22" fmla="*/ 0 w 242973"/>
              <a:gd name="connsiteY22" fmla="*/ 18050 h 157258"/>
              <a:gd name="connsiteX23" fmla="*/ 144123 w 242973"/>
              <a:gd name="connsiteY23" fmla="*/ 18050 h 157258"/>
              <a:gd name="connsiteX24" fmla="*/ 130921 w 242973"/>
              <a:gd name="connsiteY24" fmla="*/ 4848 h 157258"/>
              <a:gd name="connsiteX25" fmla="*/ 144123 w 242973"/>
              <a:gd name="connsiteY25" fmla="*/ 132350 h 157258"/>
              <a:gd name="connsiteX26" fmla="*/ 130921 w 242973"/>
              <a:gd name="connsiteY26" fmla="*/ 119158 h 157258"/>
              <a:gd name="connsiteX27" fmla="*/ 135779 w 242973"/>
              <a:gd name="connsiteY27" fmla="*/ 114300 h 157258"/>
              <a:gd name="connsiteX28" fmla="*/ 157248 w 242973"/>
              <a:gd name="connsiteY28" fmla="*/ 135779 h 157258"/>
              <a:gd name="connsiteX29" fmla="*/ 135779 w 242973"/>
              <a:gd name="connsiteY29" fmla="*/ 157258 h 157258"/>
              <a:gd name="connsiteX30" fmla="*/ 130921 w 242973"/>
              <a:gd name="connsiteY30" fmla="*/ 152400 h 157258"/>
              <a:gd name="connsiteX31" fmla="*/ 144123 w 242973"/>
              <a:gd name="connsiteY31" fmla="*/ 139208 h 157258"/>
              <a:gd name="connsiteX32" fmla="*/ 0 w 242973"/>
              <a:gd name="connsiteY32" fmla="*/ 139208 h 157258"/>
              <a:gd name="connsiteX33" fmla="*/ 0 w 242973"/>
              <a:gd name="connsiteY33" fmla="*/ 132350 h 157258"/>
              <a:gd name="connsiteX34" fmla="*/ 144123 w 242973"/>
              <a:gd name="connsiteY34" fmla="*/ 132350 h 157258"/>
              <a:gd name="connsiteX35" fmla="*/ 0 w 242973"/>
              <a:gd name="connsiteY35" fmla="*/ 94250 h 157258"/>
              <a:gd name="connsiteX36" fmla="*/ 96488 w 242973"/>
              <a:gd name="connsiteY36" fmla="*/ 94250 h 157258"/>
              <a:gd name="connsiteX37" fmla="*/ 83296 w 242973"/>
              <a:gd name="connsiteY37" fmla="*/ 81058 h 157258"/>
              <a:gd name="connsiteX38" fmla="*/ 88144 w 242973"/>
              <a:gd name="connsiteY38" fmla="*/ 76200 h 157258"/>
              <a:gd name="connsiteX39" fmla="*/ 109623 w 242973"/>
              <a:gd name="connsiteY39" fmla="*/ 97679 h 157258"/>
              <a:gd name="connsiteX40" fmla="*/ 88144 w 242973"/>
              <a:gd name="connsiteY40" fmla="*/ 119158 h 157258"/>
              <a:gd name="connsiteX41" fmla="*/ 83296 w 242973"/>
              <a:gd name="connsiteY41" fmla="*/ 114300 h 157258"/>
              <a:gd name="connsiteX42" fmla="*/ 96488 w 242973"/>
              <a:gd name="connsiteY42" fmla="*/ 101108 h 157258"/>
              <a:gd name="connsiteX43" fmla="*/ 0 w 242973"/>
              <a:gd name="connsiteY43" fmla="*/ 101108 h 157258"/>
              <a:gd name="connsiteX44" fmla="*/ 0 w 242973"/>
              <a:gd name="connsiteY44"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194097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158 w 243131"/>
              <a:gd name="connsiteY11" fmla="*/ 56150 h 157258"/>
              <a:gd name="connsiteX12" fmla="*/ 158 w 243131"/>
              <a:gd name="connsiteY12" fmla="*/ 63018 h 157258"/>
              <a:gd name="connsiteX13" fmla="*/ 187229 w 243131"/>
              <a:gd name="connsiteY13" fmla="*/ 63018 h 157258"/>
              <a:gd name="connsiteX14" fmla="*/ 187229 w 243131"/>
              <a:gd name="connsiteY14" fmla="*/ 56150 h 157258"/>
              <a:gd name="connsiteX15" fmla="*/ 131079 w 243131"/>
              <a:gd name="connsiteY15" fmla="*/ 4848 h 157258"/>
              <a:gd name="connsiteX16" fmla="*/ 135937 w 243131"/>
              <a:gd name="connsiteY16" fmla="*/ 0 h 157258"/>
              <a:gd name="connsiteX17" fmla="*/ 157406 w 243131"/>
              <a:gd name="connsiteY17" fmla="*/ 21479 h 157258"/>
              <a:gd name="connsiteX18" fmla="*/ 135937 w 243131"/>
              <a:gd name="connsiteY18" fmla="*/ 42958 h 157258"/>
              <a:gd name="connsiteX19" fmla="*/ 131079 w 243131"/>
              <a:gd name="connsiteY19" fmla="*/ 38110 h 157258"/>
              <a:gd name="connsiteX20" fmla="*/ 144281 w 243131"/>
              <a:gd name="connsiteY20" fmla="*/ 24908 h 157258"/>
              <a:gd name="connsiteX21" fmla="*/ 158 w 243131"/>
              <a:gd name="connsiteY21" fmla="*/ 24908 h 157258"/>
              <a:gd name="connsiteX22" fmla="*/ 158 w 243131"/>
              <a:gd name="connsiteY22" fmla="*/ 18050 h 157258"/>
              <a:gd name="connsiteX23" fmla="*/ 144281 w 243131"/>
              <a:gd name="connsiteY23" fmla="*/ 18050 h 157258"/>
              <a:gd name="connsiteX24" fmla="*/ 131079 w 243131"/>
              <a:gd name="connsiteY24" fmla="*/ 4848 h 157258"/>
              <a:gd name="connsiteX25" fmla="*/ 144281 w 243131"/>
              <a:gd name="connsiteY25" fmla="*/ 132350 h 157258"/>
              <a:gd name="connsiteX26" fmla="*/ 131079 w 243131"/>
              <a:gd name="connsiteY26" fmla="*/ 119158 h 157258"/>
              <a:gd name="connsiteX27" fmla="*/ 135937 w 243131"/>
              <a:gd name="connsiteY27" fmla="*/ 114300 h 157258"/>
              <a:gd name="connsiteX28" fmla="*/ 157406 w 243131"/>
              <a:gd name="connsiteY28" fmla="*/ 135779 h 157258"/>
              <a:gd name="connsiteX29" fmla="*/ 135937 w 243131"/>
              <a:gd name="connsiteY29" fmla="*/ 157258 h 157258"/>
              <a:gd name="connsiteX30" fmla="*/ 131079 w 243131"/>
              <a:gd name="connsiteY30" fmla="*/ 152400 h 157258"/>
              <a:gd name="connsiteX31" fmla="*/ 144281 w 243131"/>
              <a:gd name="connsiteY31" fmla="*/ 139208 h 157258"/>
              <a:gd name="connsiteX32" fmla="*/ 158 w 243131"/>
              <a:gd name="connsiteY32" fmla="*/ 139208 h 157258"/>
              <a:gd name="connsiteX33" fmla="*/ 158 w 243131"/>
              <a:gd name="connsiteY33" fmla="*/ 132350 h 157258"/>
              <a:gd name="connsiteX34" fmla="*/ 144281 w 243131"/>
              <a:gd name="connsiteY34" fmla="*/ 132350 h 157258"/>
              <a:gd name="connsiteX35" fmla="*/ 158 w 243131"/>
              <a:gd name="connsiteY35" fmla="*/ 94250 h 157258"/>
              <a:gd name="connsiteX36" fmla="*/ 96646 w 243131"/>
              <a:gd name="connsiteY36" fmla="*/ 94250 h 157258"/>
              <a:gd name="connsiteX37" fmla="*/ 83454 w 243131"/>
              <a:gd name="connsiteY37" fmla="*/ 81058 h 157258"/>
              <a:gd name="connsiteX38" fmla="*/ 88302 w 243131"/>
              <a:gd name="connsiteY38" fmla="*/ 76200 h 157258"/>
              <a:gd name="connsiteX39" fmla="*/ 109781 w 243131"/>
              <a:gd name="connsiteY39" fmla="*/ 97679 h 157258"/>
              <a:gd name="connsiteX40" fmla="*/ 88302 w 243131"/>
              <a:gd name="connsiteY40" fmla="*/ 119158 h 157258"/>
              <a:gd name="connsiteX41" fmla="*/ 83454 w 243131"/>
              <a:gd name="connsiteY41" fmla="*/ 114300 h 157258"/>
              <a:gd name="connsiteX42" fmla="*/ 96646 w 243131"/>
              <a:gd name="connsiteY42" fmla="*/ 101108 h 157258"/>
              <a:gd name="connsiteX43" fmla="*/ 158 w 243131"/>
              <a:gd name="connsiteY43" fmla="*/ 101108 h 157258"/>
              <a:gd name="connsiteX44" fmla="*/ 158 w 243131"/>
              <a:gd name="connsiteY44"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554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158 w 243131"/>
              <a:gd name="connsiteY11" fmla="*/ 56150 h 157258"/>
              <a:gd name="connsiteX12" fmla="*/ 158 w 243131"/>
              <a:gd name="connsiteY12" fmla="*/ 63018 h 157258"/>
              <a:gd name="connsiteX13" fmla="*/ 187229 w 243131"/>
              <a:gd name="connsiteY13" fmla="*/ 63018 h 157258"/>
              <a:gd name="connsiteX14" fmla="*/ 187229 w 243131"/>
              <a:gd name="connsiteY14" fmla="*/ 56150 h 157258"/>
              <a:gd name="connsiteX15" fmla="*/ 131079 w 243131"/>
              <a:gd name="connsiteY15" fmla="*/ 4848 h 157258"/>
              <a:gd name="connsiteX16" fmla="*/ 135937 w 243131"/>
              <a:gd name="connsiteY16" fmla="*/ 0 h 157258"/>
              <a:gd name="connsiteX17" fmla="*/ 157406 w 243131"/>
              <a:gd name="connsiteY17" fmla="*/ 21479 h 157258"/>
              <a:gd name="connsiteX18" fmla="*/ 135937 w 243131"/>
              <a:gd name="connsiteY18" fmla="*/ 42958 h 157258"/>
              <a:gd name="connsiteX19" fmla="*/ 131079 w 243131"/>
              <a:gd name="connsiteY19" fmla="*/ 38110 h 157258"/>
              <a:gd name="connsiteX20" fmla="*/ 144281 w 243131"/>
              <a:gd name="connsiteY20" fmla="*/ 24908 h 157258"/>
              <a:gd name="connsiteX21" fmla="*/ 158 w 243131"/>
              <a:gd name="connsiteY21" fmla="*/ 24908 h 157258"/>
              <a:gd name="connsiteX22" fmla="*/ 158 w 243131"/>
              <a:gd name="connsiteY22" fmla="*/ 18050 h 157258"/>
              <a:gd name="connsiteX23" fmla="*/ 144281 w 243131"/>
              <a:gd name="connsiteY23" fmla="*/ 18050 h 157258"/>
              <a:gd name="connsiteX24" fmla="*/ 131079 w 243131"/>
              <a:gd name="connsiteY24" fmla="*/ 4848 h 157258"/>
              <a:gd name="connsiteX25" fmla="*/ 144281 w 243131"/>
              <a:gd name="connsiteY25" fmla="*/ 132350 h 157258"/>
              <a:gd name="connsiteX26" fmla="*/ 131079 w 243131"/>
              <a:gd name="connsiteY26" fmla="*/ 119158 h 157258"/>
              <a:gd name="connsiteX27" fmla="*/ 135937 w 243131"/>
              <a:gd name="connsiteY27" fmla="*/ 114300 h 157258"/>
              <a:gd name="connsiteX28" fmla="*/ 157406 w 243131"/>
              <a:gd name="connsiteY28" fmla="*/ 135779 h 157258"/>
              <a:gd name="connsiteX29" fmla="*/ 135937 w 243131"/>
              <a:gd name="connsiteY29" fmla="*/ 157258 h 157258"/>
              <a:gd name="connsiteX30" fmla="*/ 131079 w 243131"/>
              <a:gd name="connsiteY30" fmla="*/ 152400 h 157258"/>
              <a:gd name="connsiteX31" fmla="*/ 144281 w 243131"/>
              <a:gd name="connsiteY31" fmla="*/ 139208 h 157258"/>
              <a:gd name="connsiteX32" fmla="*/ 158 w 243131"/>
              <a:gd name="connsiteY32" fmla="*/ 139208 h 157258"/>
              <a:gd name="connsiteX33" fmla="*/ 158 w 243131"/>
              <a:gd name="connsiteY33" fmla="*/ 132350 h 157258"/>
              <a:gd name="connsiteX34" fmla="*/ 144281 w 243131"/>
              <a:gd name="connsiteY34" fmla="*/ 132350 h 157258"/>
              <a:gd name="connsiteX35" fmla="*/ 158 w 243131"/>
              <a:gd name="connsiteY35" fmla="*/ 94250 h 157258"/>
              <a:gd name="connsiteX36" fmla="*/ 96646 w 243131"/>
              <a:gd name="connsiteY36" fmla="*/ 94250 h 157258"/>
              <a:gd name="connsiteX37" fmla="*/ 83454 w 243131"/>
              <a:gd name="connsiteY37" fmla="*/ 81058 h 157258"/>
              <a:gd name="connsiteX38" fmla="*/ 88302 w 243131"/>
              <a:gd name="connsiteY38" fmla="*/ 76200 h 157258"/>
              <a:gd name="connsiteX39" fmla="*/ 109781 w 243131"/>
              <a:gd name="connsiteY39" fmla="*/ 97679 h 157258"/>
              <a:gd name="connsiteX40" fmla="*/ 88302 w 243131"/>
              <a:gd name="connsiteY40" fmla="*/ 119158 h 157258"/>
              <a:gd name="connsiteX41" fmla="*/ 83454 w 243131"/>
              <a:gd name="connsiteY41" fmla="*/ 114300 h 157258"/>
              <a:gd name="connsiteX42" fmla="*/ 96646 w 243131"/>
              <a:gd name="connsiteY42" fmla="*/ 101108 h 157258"/>
              <a:gd name="connsiteX43" fmla="*/ 158 w 243131"/>
              <a:gd name="connsiteY43" fmla="*/ 101108 h 157258"/>
              <a:gd name="connsiteX44" fmla="*/ 158 w 243131"/>
              <a:gd name="connsiteY44"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554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158 w 243131"/>
              <a:gd name="connsiteY11" fmla="*/ 63018 h 157258"/>
              <a:gd name="connsiteX12" fmla="*/ 187229 w 243131"/>
              <a:gd name="connsiteY12" fmla="*/ 63018 h 157258"/>
              <a:gd name="connsiteX13" fmla="*/ 187229 w 243131"/>
              <a:gd name="connsiteY13" fmla="*/ 56150 h 157258"/>
              <a:gd name="connsiteX14" fmla="*/ 131079 w 243131"/>
              <a:gd name="connsiteY14" fmla="*/ 4848 h 157258"/>
              <a:gd name="connsiteX15" fmla="*/ 135937 w 243131"/>
              <a:gd name="connsiteY15" fmla="*/ 0 h 157258"/>
              <a:gd name="connsiteX16" fmla="*/ 157406 w 243131"/>
              <a:gd name="connsiteY16" fmla="*/ 21479 h 157258"/>
              <a:gd name="connsiteX17" fmla="*/ 135937 w 243131"/>
              <a:gd name="connsiteY17" fmla="*/ 42958 h 157258"/>
              <a:gd name="connsiteX18" fmla="*/ 131079 w 243131"/>
              <a:gd name="connsiteY18" fmla="*/ 38110 h 157258"/>
              <a:gd name="connsiteX19" fmla="*/ 144281 w 243131"/>
              <a:gd name="connsiteY19" fmla="*/ 24908 h 157258"/>
              <a:gd name="connsiteX20" fmla="*/ 158 w 243131"/>
              <a:gd name="connsiteY20" fmla="*/ 24908 h 157258"/>
              <a:gd name="connsiteX21" fmla="*/ 158 w 243131"/>
              <a:gd name="connsiteY21" fmla="*/ 18050 h 157258"/>
              <a:gd name="connsiteX22" fmla="*/ 144281 w 243131"/>
              <a:gd name="connsiteY22" fmla="*/ 18050 h 157258"/>
              <a:gd name="connsiteX23" fmla="*/ 131079 w 243131"/>
              <a:gd name="connsiteY23" fmla="*/ 4848 h 157258"/>
              <a:gd name="connsiteX24" fmla="*/ 144281 w 243131"/>
              <a:gd name="connsiteY24" fmla="*/ 132350 h 157258"/>
              <a:gd name="connsiteX25" fmla="*/ 131079 w 243131"/>
              <a:gd name="connsiteY25" fmla="*/ 119158 h 157258"/>
              <a:gd name="connsiteX26" fmla="*/ 135937 w 243131"/>
              <a:gd name="connsiteY26" fmla="*/ 114300 h 157258"/>
              <a:gd name="connsiteX27" fmla="*/ 157406 w 243131"/>
              <a:gd name="connsiteY27" fmla="*/ 135779 h 157258"/>
              <a:gd name="connsiteX28" fmla="*/ 135937 w 243131"/>
              <a:gd name="connsiteY28" fmla="*/ 157258 h 157258"/>
              <a:gd name="connsiteX29" fmla="*/ 131079 w 243131"/>
              <a:gd name="connsiteY29" fmla="*/ 152400 h 157258"/>
              <a:gd name="connsiteX30" fmla="*/ 144281 w 243131"/>
              <a:gd name="connsiteY30" fmla="*/ 139208 h 157258"/>
              <a:gd name="connsiteX31" fmla="*/ 158 w 243131"/>
              <a:gd name="connsiteY31" fmla="*/ 139208 h 157258"/>
              <a:gd name="connsiteX32" fmla="*/ 158 w 243131"/>
              <a:gd name="connsiteY32" fmla="*/ 132350 h 157258"/>
              <a:gd name="connsiteX33" fmla="*/ 144281 w 243131"/>
              <a:gd name="connsiteY33" fmla="*/ 132350 h 157258"/>
              <a:gd name="connsiteX34" fmla="*/ 158 w 243131"/>
              <a:gd name="connsiteY34" fmla="*/ 94250 h 157258"/>
              <a:gd name="connsiteX35" fmla="*/ 96646 w 243131"/>
              <a:gd name="connsiteY35" fmla="*/ 94250 h 157258"/>
              <a:gd name="connsiteX36" fmla="*/ 83454 w 243131"/>
              <a:gd name="connsiteY36" fmla="*/ 81058 h 157258"/>
              <a:gd name="connsiteX37" fmla="*/ 88302 w 243131"/>
              <a:gd name="connsiteY37" fmla="*/ 76200 h 157258"/>
              <a:gd name="connsiteX38" fmla="*/ 109781 w 243131"/>
              <a:gd name="connsiteY38" fmla="*/ 97679 h 157258"/>
              <a:gd name="connsiteX39" fmla="*/ 88302 w 243131"/>
              <a:gd name="connsiteY39" fmla="*/ 119158 h 157258"/>
              <a:gd name="connsiteX40" fmla="*/ 83454 w 243131"/>
              <a:gd name="connsiteY40" fmla="*/ 114300 h 157258"/>
              <a:gd name="connsiteX41" fmla="*/ 96646 w 243131"/>
              <a:gd name="connsiteY41" fmla="*/ 101108 h 157258"/>
              <a:gd name="connsiteX42" fmla="*/ 158 w 243131"/>
              <a:gd name="connsiteY42" fmla="*/ 101108 h 157258"/>
              <a:gd name="connsiteX43" fmla="*/ 158 w 243131"/>
              <a:gd name="connsiteY43"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554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2832 w 243131"/>
              <a:gd name="connsiteY11" fmla="*/ 66676 h 157258"/>
              <a:gd name="connsiteX12" fmla="*/ 187229 w 243131"/>
              <a:gd name="connsiteY12" fmla="*/ 63018 h 157258"/>
              <a:gd name="connsiteX13" fmla="*/ 187229 w 243131"/>
              <a:gd name="connsiteY13" fmla="*/ 56150 h 157258"/>
              <a:gd name="connsiteX14" fmla="*/ 131079 w 243131"/>
              <a:gd name="connsiteY14" fmla="*/ 4848 h 157258"/>
              <a:gd name="connsiteX15" fmla="*/ 135937 w 243131"/>
              <a:gd name="connsiteY15" fmla="*/ 0 h 157258"/>
              <a:gd name="connsiteX16" fmla="*/ 157406 w 243131"/>
              <a:gd name="connsiteY16" fmla="*/ 21479 h 157258"/>
              <a:gd name="connsiteX17" fmla="*/ 135937 w 243131"/>
              <a:gd name="connsiteY17" fmla="*/ 42958 h 157258"/>
              <a:gd name="connsiteX18" fmla="*/ 131079 w 243131"/>
              <a:gd name="connsiteY18" fmla="*/ 38110 h 157258"/>
              <a:gd name="connsiteX19" fmla="*/ 144281 w 243131"/>
              <a:gd name="connsiteY19" fmla="*/ 24908 h 157258"/>
              <a:gd name="connsiteX20" fmla="*/ 158 w 243131"/>
              <a:gd name="connsiteY20" fmla="*/ 24908 h 157258"/>
              <a:gd name="connsiteX21" fmla="*/ 158 w 243131"/>
              <a:gd name="connsiteY21" fmla="*/ 18050 h 157258"/>
              <a:gd name="connsiteX22" fmla="*/ 144281 w 243131"/>
              <a:gd name="connsiteY22" fmla="*/ 18050 h 157258"/>
              <a:gd name="connsiteX23" fmla="*/ 131079 w 243131"/>
              <a:gd name="connsiteY23" fmla="*/ 4848 h 157258"/>
              <a:gd name="connsiteX24" fmla="*/ 144281 w 243131"/>
              <a:gd name="connsiteY24" fmla="*/ 132350 h 157258"/>
              <a:gd name="connsiteX25" fmla="*/ 131079 w 243131"/>
              <a:gd name="connsiteY25" fmla="*/ 119158 h 157258"/>
              <a:gd name="connsiteX26" fmla="*/ 135937 w 243131"/>
              <a:gd name="connsiteY26" fmla="*/ 114300 h 157258"/>
              <a:gd name="connsiteX27" fmla="*/ 157406 w 243131"/>
              <a:gd name="connsiteY27" fmla="*/ 135779 h 157258"/>
              <a:gd name="connsiteX28" fmla="*/ 135937 w 243131"/>
              <a:gd name="connsiteY28" fmla="*/ 157258 h 157258"/>
              <a:gd name="connsiteX29" fmla="*/ 131079 w 243131"/>
              <a:gd name="connsiteY29" fmla="*/ 152400 h 157258"/>
              <a:gd name="connsiteX30" fmla="*/ 144281 w 243131"/>
              <a:gd name="connsiteY30" fmla="*/ 139208 h 157258"/>
              <a:gd name="connsiteX31" fmla="*/ 158 w 243131"/>
              <a:gd name="connsiteY31" fmla="*/ 139208 h 157258"/>
              <a:gd name="connsiteX32" fmla="*/ 158 w 243131"/>
              <a:gd name="connsiteY32" fmla="*/ 132350 h 157258"/>
              <a:gd name="connsiteX33" fmla="*/ 144281 w 243131"/>
              <a:gd name="connsiteY33" fmla="*/ 132350 h 157258"/>
              <a:gd name="connsiteX34" fmla="*/ 158 w 243131"/>
              <a:gd name="connsiteY34" fmla="*/ 94250 h 157258"/>
              <a:gd name="connsiteX35" fmla="*/ 96646 w 243131"/>
              <a:gd name="connsiteY35" fmla="*/ 94250 h 157258"/>
              <a:gd name="connsiteX36" fmla="*/ 83454 w 243131"/>
              <a:gd name="connsiteY36" fmla="*/ 81058 h 157258"/>
              <a:gd name="connsiteX37" fmla="*/ 88302 w 243131"/>
              <a:gd name="connsiteY37" fmla="*/ 76200 h 157258"/>
              <a:gd name="connsiteX38" fmla="*/ 109781 w 243131"/>
              <a:gd name="connsiteY38" fmla="*/ 97679 h 157258"/>
              <a:gd name="connsiteX39" fmla="*/ 88302 w 243131"/>
              <a:gd name="connsiteY39" fmla="*/ 119158 h 157258"/>
              <a:gd name="connsiteX40" fmla="*/ 83454 w 243131"/>
              <a:gd name="connsiteY40" fmla="*/ 114300 h 157258"/>
              <a:gd name="connsiteX41" fmla="*/ 96646 w 243131"/>
              <a:gd name="connsiteY41" fmla="*/ 101108 h 157258"/>
              <a:gd name="connsiteX42" fmla="*/ 158 w 243131"/>
              <a:gd name="connsiteY42" fmla="*/ 101108 h 157258"/>
              <a:gd name="connsiteX43" fmla="*/ 158 w 243131"/>
              <a:gd name="connsiteY43" fmla="*/ 94250 h 157258"/>
              <a:gd name="connsiteX0" fmla="*/ 221662 w 243131"/>
              <a:gd name="connsiteY0" fmla="*/ 38110 h 157258"/>
              <a:gd name="connsiteX1" fmla="*/ 216804 w 243131"/>
              <a:gd name="connsiteY1" fmla="*/ 42958 h 157258"/>
              <a:gd name="connsiteX2" fmla="*/ 230006 w 243131"/>
              <a:gd name="connsiteY2" fmla="*/ 56150 h 157258"/>
              <a:gd name="connsiteX3" fmla="*/ 554 w 243131"/>
              <a:gd name="connsiteY3" fmla="*/ 56150 h 157258"/>
              <a:gd name="connsiteX4" fmla="*/ 0 w 243131"/>
              <a:gd name="connsiteY4" fmla="*/ 63008 h 157258"/>
              <a:gd name="connsiteX5" fmla="*/ 229996 w 243131"/>
              <a:gd name="connsiteY5" fmla="*/ 63008 h 157258"/>
              <a:gd name="connsiteX6" fmla="*/ 216795 w 243131"/>
              <a:gd name="connsiteY6" fmla="*/ 76200 h 157258"/>
              <a:gd name="connsiteX7" fmla="*/ 221652 w 243131"/>
              <a:gd name="connsiteY7" fmla="*/ 81058 h 157258"/>
              <a:gd name="connsiteX8" fmla="*/ 243131 w 243131"/>
              <a:gd name="connsiteY8" fmla="*/ 59579 h 157258"/>
              <a:gd name="connsiteX9" fmla="*/ 221662 w 243131"/>
              <a:gd name="connsiteY9" fmla="*/ 38110 h 157258"/>
              <a:gd name="connsiteX10" fmla="*/ 187229 w 243131"/>
              <a:gd name="connsiteY10" fmla="*/ 56150 h 157258"/>
              <a:gd name="connsiteX11" fmla="*/ 187229 w 243131"/>
              <a:gd name="connsiteY11" fmla="*/ 63018 h 157258"/>
              <a:gd name="connsiteX12" fmla="*/ 187229 w 243131"/>
              <a:gd name="connsiteY12" fmla="*/ 56150 h 157258"/>
              <a:gd name="connsiteX13" fmla="*/ 131079 w 243131"/>
              <a:gd name="connsiteY13" fmla="*/ 4848 h 157258"/>
              <a:gd name="connsiteX14" fmla="*/ 135937 w 243131"/>
              <a:gd name="connsiteY14" fmla="*/ 0 h 157258"/>
              <a:gd name="connsiteX15" fmla="*/ 157406 w 243131"/>
              <a:gd name="connsiteY15" fmla="*/ 21479 h 157258"/>
              <a:gd name="connsiteX16" fmla="*/ 135937 w 243131"/>
              <a:gd name="connsiteY16" fmla="*/ 42958 h 157258"/>
              <a:gd name="connsiteX17" fmla="*/ 131079 w 243131"/>
              <a:gd name="connsiteY17" fmla="*/ 38110 h 157258"/>
              <a:gd name="connsiteX18" fmla="*/ 144281 w 243131"/>
              <a:gd name="connsiteY18" fmla="*/ 24908 h 157258"/>
              <a:gd name="connsiteX19" fmla="*/ 158 w 243131"/>
              <a:gd name="connsiteY19" fmla="*/ 24908 h 157258"/>
              <a:gd name="connsiteX20" fmla="*/ 158 w 243131"/>
              <a:gd name="connsiteY20" fmla="*/ 18050 h 157258"/>
              <a:gd name="connsiteX21" fmla="*/ 144281 w 243131"/>
              <a:gd name="connsiteY21" fmla="*/ 18050 h 157258"/>
              <a:gd name="connsiteX22" fmla="*/ 131079 w 243131"/>
              <a:gd name="connsiteY22" fmla="*/ 4848 h 157258"/>
              <a:gd name="connsiteX23" fmla="*/ 144281 w 243131"/>
              <a:gd name="connsiteY23" fmla="*/ 132350 h 157258"/>
              <a:gd name="connsiteX24" fmla="*/ 131079 w 243131"/>
              <a:gd name="connsiteY24" fmla="*/ 119158 h 157258"/>
              <a:gd name="connsiteX25" fmla="*/ 135937 w 243131"/>
              <a:gd name="connsiteY25" fmla="*/ 114300 h 157258"/>
              <a:gd name="connsiteX26" fmla="*/ 157406 w 243131"/>
              <a:gd name="connsiteY26" fmla="*/ 135779 h 157258"/>
              <a:gd name="connsiteX27" fmla="*/ 135937 w 243131"/>
              <a:gd name="connsiteY27" fmla="*/ 157258 h 157258"/>
              <a:gd name="connsiteX28" fmla="*/ 131079 w 243131"/>
              <a:gd name="connsiteY28" fmla="*/ 152400 h 157258"/>
              <a:gd name="connsiteX29" fmla="*/ 144281 w 243131"/>
              <a:gd name="connsiteY29" fmla="*/ 139208 h 157258"/>
              <a:gd name="connsiteX30" fmla="*/ 158 w 243131"/>
              <a:gd name="connsiteY30" fmla="*/ 139208 h 157258"/>
              <a:gd name="connsiteX31" fmla="*/ 158 w 243131"/>
              <a:gd name="connsiteY31" fmla="*/ 132350 h 157258"/>
              <a:gd name="connsiteX32" fmla="*/ 144281 w 243131"/>
              <a:gd name="connsiteY32" fmla="*/ 132350 h 157258"/>
              <a:gd name="connsiteX33" fmla="*/ 158 w 243131"/>
              <a:gd name="connsiteY33" fmla="*/ 94250 h 157258"/>
              <a:gd name="connsiteX34" fmla="*/ 96646 w 243131"/>
              <a:gd name="connsiteY34" fmla="*/ 94250 h 157258"/>
              <a:gd name="connsiteX35" fmla="*/ 83454 w 243131"/>
              <a:gd name="connsiteY35" fmla="*/ 81058 h 157258"/>
              <a:gd name="connsiteX36" fmla="*/ 88302 w 243131"/>
              <a:gd name="connsiteY36" fmla="*/ 76200 h 157258"/>
              <a:gd name="connsiteX37" fmla="*/ 109781 w 243131"/>
              <a:gd name="connsiteY37" fmla="*/ 97679 h 157258"/>
              <a:gd name="connsiteX38" fmla="*/ 88302 w 243131"/>
              <a:gd name="connsiteY38" fmla="*/ 119158 h 157258"/>
              <a:gd name="connsiteX39" fmla="*/ 83454 w 243131"/>
              <a:gd name="connsiteY39" fmla="*/ 114300 h 157258"/>
              <a:gd name="connsiteX40" fmla="*/ 96646 w 243131"/>
              <a:gd name="connsiteY40" fmla="*/ 101108 h 157258"/>
              <a:gd name="connsiteX41" fmla="*/ 158 w 243131"/>
              <a:gd name="connsiteY41" fmla="*/ 101108 h 157258"/>
              <a:gd name="connsiteX42" fmla="*/ 158 w 243131"/>
              <a:gd name="connsiteY42" fmla="*/ 94250 h 157258"/>
              <a:gd name="connsiteX0" fmla="*/ 221812 w 243281"/>
              <a:gd name="connsiteY0" fmla="*/ 38110 h 157258"/>
              <a:gd name="connsiteX1" fmla="*/ 216954 w 243281"/>
              <a:gd name="connsiteY1" fmla="*/ 42958 h 157258"/>
              <a:gd name="connsiteX2" fmla="*/ 230156 w 243281"/>
              <a:gd name="connsiteY2" fmla="*/ 56150 h 157258"/>
              <a:gd name="connsiteX3" fmla="*/ 0 w 243281"/>
              <a:gd name="connsiteY3" fmla="*/ 56291 h 157258"/>
              <a:gd name="connsiteX4" fmla="*/ 150 w 243281"/>
              <a:gd name="connsiteY4" fmla="*/ 63008 h 157258"/>
              <a:gd name="connsiteX5" fmla="*/ 230146 w 243281"/>
              <a:gd name="connsiteY5" fmla="*/ 63008 h 157258"/>
              <a:gd name="connsiteX6" fmla="*/ 216945 w 243281"/>
              <a:gd name="connsiteY6" fmla="*/ 76200 h 157258"/>
              <a:gd name="connsiteX7" fmla="*/ 221802 w 243281"/>
              <a:gd name="connsiteY7" fmla="*/ 81058 h 157258"/>
              <a:gd name="connsiteX8" fmla="*/ 243281 w 243281"/>
              <a:gd name="connsiteY8" fmla="*/ 59579 h 157258"/>
              <a:gd name="connsiteX9" fmla="*/ 221812 w 243281"/>
              <a:gd name="connsiteY9" fmla="*/ 38110 h 157258"/>
              <a:gd name="connsiteX10" fmla="*/ 187379 w 243281"/>
              <a:gd name="connsiteY10" fmla="*/ 56150 h 157258"/>
              <a:gd name="connsiteX11" fmla="*/ 187379 w 243281"/>
              <a:gd name="connsiteY11" fmla="*/ 63018 h 157258"/>
              <a:gd name="connsiteX12" fmla="*/ 187379 w 243281"/>
              <a:gd name="connsiteY12" fmla="*/ 56150 h 157258"/>
              <a:gd name="connsiteX13" fmla="*/ 131229 w 243281"/>
              <a:gd name="connsiteY13" fmla="*/ 4848 h 157258"/>
              <a:gd name="connsiteX14" fmla="*/ 136087 w 243281"/>
              <a:gd name="connsiteY14" fmla="*/ 0 h 157258"/>
              <a:gd name="connsiteX15" fmla="*/ 157556 w 243281"/>
              <a:gd name="connsiteY15" fmla="*/ 21479 h 157258"/>
              <a:gd name="connsiteX16" fmla="*/ 136087 w 243281"/>
              <a:gd name="connsiteY16" fmla="*/ 42958 h 157258"/>
              <a:gd name="connsiteX17" fmla="*/ 131229 w 243281"/>
              <a:gd name="connsiteY17" fmla="*/ 38110 h 157258"/>
              <a:gd name="connsiteX18" fmla="*/ 144431 w 243281"/>
              <a:gd name="connsiteY18" fmla="*/ 24908 h 157258"/>
              <a:gd name="connsiteX19" fmla="*/ 308 w 243281"/>
              <a:gd name="connsiteY19" fmla="*/ 24908 h 157258"/>
              <a:gd name="connsiteX20" fmla="*/ 308 w 243281"/>
              <a:gd name="connsiteY20" fmla="*/ 18050 h 157258"/>
              <a:gd name="connsiteX21" fmla="*/ 144431 w 243281"/>
              <a:gd name="connsiteY21" fmla="*/ 18050 h 157258"/>
              <a:gd name="connsiteX22" fmla="*/ 131229 w 243281"/>
              <a:gd name="connsiteY22" fmla="*/ 4848 h 157258"/>
              <a:gd name="connsiteX23" fmla="*/ 144431 w 243281"/>
              <a:gd name="connsiteY23" fmla="*/ 132350 h 157258"/>
              <a:gd name="connsiteX24" fmla="*/ 131229 w 243281"/>
              <a:gd name="connsiteY24" fmla="*/ 119158 h 157258"/>
              <a:gd name="connsiteX25" fmla="*/ 136087 w 243281"/>
              <a:gd name="connsiteY25" fmla="*/ 114300 h 157258"/>
              <a:gd name="connsiteX26" fmla="*/ 157556 w 243281"/>
              <a:gd name="connsiteY26" fmla="*/ 135779 h 157258"/>
              <a:gd name="connsiteX27" fmla="*/ 136087 w 243281"/>
              <a:gd name="connsiteY27" fmla="*/ 157258 h 157258"/>
              <a:gd name="connsiteX28" fmla="*/ 131229 w 243281"/>
              <a:gd name="connsiteY28" fmla="*/ 152400 h 157258"/>
              <a:gd name="connsiteX29" fmla="*/ 144431 w 243281"/>
              <a:gd name="connsiteY29" fmla="*/ 139208 h 157258"/>
              <a:gd name="connsiteX30" fmla="*/ 308 w 243281"/>
              <a:gd name="connsiteY30" fmla="*/ 139208 h 157258"/>
              <a:gd name="connsiteX31" fmla="*/ 308 w 243281"/>
              <a:gd name="connsiteY31" fmla="*/ 132350 h 157258"/>
              <a:gd name="connsiteX32" fmla="*/ 144431 w 243281"/>
              <a:gd name="connsiteY32" fmla="*/ 132350 h 157258"/>
              <a:gd name="connsiteX33" fmla="*/ 308 w 243281"/>
              <a:gd name="connsiteY33" fmla="*/ 94250 h 157258"/>
              <a:gd name="connsiteX34" fmla="*/ 96796 w 243281"/>
              <a:gd name="connsiteY34" fmla="*/ 94250 h 157258"/>
              <a:gd name="connsiteX35" fmla="*/ 83604 w 243281"/>
              <a:gd name="connsiteY35" fmla="*/ 81058 h 157258"/>
              <a:gd name="connsiteX36" fmla="*/ 88452 w 243281"/>
              <a:gd name="connsiteY36" fmla="*/ 76200 h 157258"/>
              <a:gd name="connsiteX37" fmla="*/ 109931 w 243281"/>
              <a:gd name="connsiteY37" fmla="*/ 97679 h 157258"/>
              <a:gd name="connsiteX38" fmla="*/ 88452 w 243281"/>
              <a:gd name="connsiteY38" fmla="*/ 119158 h 157258"/>
              <a:gd name="connsiteX39" fmla="*/ 83604 w 243281"/>
              <a:gd name="connsiteY39" fmla="*/ 114300 h 157258"/>
              <a:gd name="connsiteX40" fmla="*/ 96796 w 243281"/>
              <a:gd name="connsiteY40" fmla="*/ 101108 h 157258"/>
              <a:gd name="connsiteX41" fmla="*/ 308 w 243281"/>
              <a:gd name="connsiteY41" fmla="*/ 101108 h 157258"/>
              <a:gd name="connsiteX42" fmla="*/ 308 w 243281"/>
              <a:gd name="connsiteY42" fmla="*/ 94250 h 157258"/>
              <a:gd name="connsiteX0" fmla="*/ 221812 w 243281"/>
              <a:gd name="connsiteY0" fmla="*/ 38110 h 157258"/>
              <a:gd name="connsiteX1" fmla="*/ 216954 w 243281"/>
              <a:gd name="connsiteY1" fmla="*/ 42958 h 157258"/>
              <a:gd name="connsiteX2" fmla="*/ 230156 w 243281"/>
              <a:gd name="connsiteY2" fmla="*/ 56150 h 157258"/>
              <a:gd name="connsiteX3" fmla="*/ 0 w 243281"/>
              <a:gd name="connsiteY3" fmla="*/ 56291 h 157258"/>
              <a:gd name="connsiteX4" fmla="*/ 150 w 243281"/>
              <a:gd name="connsiteY4" fmla="*/ 63008 h 157258"/>
              <a:gd name="connsiteX5" fmla="*/ 230146 w 243281"/>
              <a:gd name="connsiteY5" fmla="*/ 63008 h 157258"/>
              <a:gd name="connsiteX6" fmla="*/ 216945 w 243281"/>
              <a:gd name="connsiteY6" fmla="*/ 76200 h 157258"/>
              <a:gd name="connsiteX7" fmla="*/ 221802 w 243281"/>
              <a:gd name="connsiteY7" fmla="*/ 81058 h 157258"/>
              <a:gd name="connsiteX8" fmla="*/ 243281 w 243281"/>
              <a:gd name="connsiteY8" fmla="*/ 59579 h 157258"/>
              <a:gd name="connsiteX9" fmla="*/ 221812 w 243281"/>
              <a:gd name="connsiteY9" fmla="*/ 38110 h 157258"/>
              <a:gd name="connsiteX10" fmla="*/ 187379 w 243281"/>
              <a:gd name="connsiteY10" fmla="*/ 56150 h 157258"/>
              <a:gd name="connsiteX11" fmla="*/ 187379 w 243281"/>
              <a:gd name="connsiteY11" fmla="*/ 63018 h 157258"/>
              <a:gd name="connsiteX12" fmla="*/ 187379 w 243281"/>
              <a:gd name="connsiteY12" fmla="*/ 56150 h 157258"/>
              <a:gd name="connsiteX13" fmla="*/ 131229 w 243281"/>
              <a:gd name="connsiteY13" fmla="*/ 4848 h 157258"/>
              <a:gd name="connsiteX14" fmla="*/ 136087 w 243281"/>
              <a:gd name="connsiteY14" fmla="*/ 0 h 157258"/>
              <a:gd name="connsiteX15" fmla="*/ 157556 w 243281"/>
              <a:gd name="connsiteY15" fmla="*/ 21479 h 157258"/>
              <a:gd name="connsiteX16" fmla="*/ 136087 w 243281"/>
              <a:gd name="connsiteY16" fmla="*/ 42958 h 157258"/>
              <a:gd name="connsiteX17" fmla="*/ 131229 w 243281"/>
              <a:gd name="connsiteY17" fmla="*/ 38110 h 157258"/>
              <a:gd name="connsiteX18" fmla="*/ 144431 w 243281"/>
              <a:gd name="connsiteY18" fmla="*/ 24908 h 157258"/>
              <a:gd name="connsiteX19" fmla="*/ 308 w 243281"/>
              <a:gd name="connsiteY19" fmla="*/ 24908 h 157258"/>
              <a:gd name="connsiteX20" fmla="*/ 308 w 243281"/>
              <a:gd name="connsiteY20" fmla="*/ 18050 h 157258"/>
              <a:gd name="connsiteX21" fmla="*/ 144431 w 243281"/>
              <a:gd name="connsiteY21" fmla="*/ 18050 h 157258"/>
              <a:gd name="connsiteX22" fmla="*/ 131229 w 243281"/>
              <a:gd name="connsiteY22" fmla="*/ 4848 h 157258"/>
              <a:gd name="connsiteX23" fmla="*/ 144431 w 243281"/>
              <a:gd name="connsiteY23" fmla="*/ 132350 h 157258"/>
              <a:gd name="connsiteX24" fmla="*/ 131229 w 243281"/>
              <a:gd name="connsiteY24" fmla="*/ 119158 h 157258"/>
              <a:gd name="connsiteX25" fmla="*/ 136087 w 243281"/>
              <a:gd name="connsiteY25" fmla="*/ 114300 h 157258"/>
              <a:gd name="connsiteX26" fmla="*/ 157556 w 243281"/>
              <a:gd name="connsiteY26" fmla="*/ 135779 h 157258"/>
              <a:gd name="connsiteX27" fmla="*/ 136087 w 243281"/>
              <a:gd name="connsiteY27" fmla="*/ 157258 h 157258"/>
              <a:gd name="connsiteX28" fmla="*/ 131229 w 243281"/>
              <a:gd name="connsiteY28" fmla="*/ 152400 h 157258"/>
              <a:gd name="connsiteX29" fmla="*/ 144431 w 243281"/>
              <a:gd name="connsiteY29" fmla="*/ 139208 h 157258"/>
              <a:gd name="connsiteX30" fmla="*/ 308 w 243281"/>
              <a:gd name="connsiteY30" fmla="*/ 139208 h 157258"/>
              <a:gd name="connsiteX31" fmla="*/ 308 w 243281"/>
              <a:gd name="connsiteY31" fmla="*/ 132350 h 157258"/>
              <a:gd name="connsiteX32" fmla="*/ 144431 w 243281"/>
              <a:gd name="connsiteY32" fmla="*/ 132350 h 157258"/>
              <a:gd name="connsiteX33" fmla="*/ 308 w 243281"/>
              <a:gd name="connsiteY33" fmla="*/ 94250 h 157258"/>
              <a:gd name="connsiteX34" fmla="*/ 96796 w 243281"/>
              <a:gd name="connsiteY34" fmla="*/ 94250 h 157258"/>
              <a:gd name="connsiteX35" fmla="*/ 83604 w 243281"/>
              <a:gd name="connsiteY35" fmla="*/ 81058 h 157258"/>
              <a:gd name="connsiteX36" fmla="*/ 88452 w 243281"/>
              <a:gd name="connsiteY36" fmla="*/ 76200 h 157258"/>
              <a:gd name="connsiteX37" fmla="*/ 109931 w 243281"/>
              <a:gd name="connsiteY37" fmla="*/ 97679 h 157258"/>
              <a:gd name="connsiteX38" fmla="*/ 88452 w 243281"/>
              <a:gd name="connsiteY38" fmla="*/ 119158 h 157258"/>
              <a:gd name="connsiteX39" fmla="*/ 83604 w 243281"/>
              <a:gd name="connsiteY39" fmla="*/ 114300 h 157258"/>
              <a:gd name="connsiteX40" fmla="*/ 96796 w 243281"/>
              <a:gd name="connsiteY40" fmla="*/ 101108 h 157258"/>
              <a:gd name="connsiteX41" fmla="*/ 308 w 243281"/>
              <a:gd name="connsiteY41" fmla="*/ 101108 h 157258"/>
              <a:gd name="connsiteX42" fmla="*/ 308 w 243281"/>
              <a:gd name="connsiteY42" fmla="*/ 94250 h 157258"/>
              <a:gd name="connsiteX0" fmla="*/ 221672 w 243141"/>
              <a:gd name="connsiteY0" fmla="*/ 38110 h 157258"/>
              <a:gd name="connsiteX1" fmla="*/ 216814 w 243141"/>
              <a:gd name="connsiteY1" fmla="*/ 42958 h 157258"/>
              <a:gd name="connsiteX2" fmla="*/ 230016 w 243141"/>
              <a:gd name="connsiteY2" fmla="*/ 56150 h 157258"/>
              <a:gd name="connsiteX3" fmla="*/ 1 w 243141"/>
              <a:gd name="connsiteY3" fmla="*/ 56291 h 157258"/>
              <a:gd name="connsiteX4" fmla="*/ 10 w 243141"/>
              <a:gd name="connsiteY4" fmla="*/ 63008 h 157258"/>
              <a:gd name="connsiteX5" fmla="*/ 230006 w 243141"/>
              <a:gd name="connsiteY5" fmla="*/ 63008 h 157258"/>
              <a:gd name="connsiteX6" fmla="*/ 216805 w 243141"/>
              <a:gd name="connsiteY6" fmla="*/ 76200 h 157258"/>
              <a:gd name="connsiteX7" fmla="*/ 221662 w 243141"/>
              <a:gd name="connsiteY7" fmla="*/ 81058 h 157258"/>
              <a:gd name="connsiteX8" fmla="*/ 243141 w 243141"/>
              <a:gd name="connsiteY8" fmla="*/ 59579 h 157258"/>
              <a:gd name="connsiteX9" fmla="*/ 221672 w 243141"/>
              <a:gd name="connsiteY9" fmla="*/ 38110 h 157258"/>
              <a:gd name="connsiteX10" fmla="*/ 187239 w 243141"/>
              <a:gd name="connsiteY10" fmla="*/ 56150 h 157258"/>
              <a:gd name="connsiteX11" fmla="*/ 187239 w 243141"/>
              <a:gd name="connsiteY11" fmla="*/ 63018 h 157258"/>
              <a:gd name="connsiteX12" fmla="*/ 187239 w 243141"/>
              <a:gd name="connsiteY12" fmla="*/ 56150 h 157258"/>
              <a:gd name="connsiteX13" fmla="*/ 131089 w 243141"/>
              <a:gd name="connsiteY13" fmla="*/ 4848 h 157258"/>
              <a:gd name="connsiteX14" fmla="*/ 135947 w 243141"/>
              <a:gd name="connsiteY14" fmla="*/ 0 h 157258"/>
              <a:gd name="connsiteX15" fmla="*/ 157416 w 243141"/>
              <a:gd name="connsiteY15" fmla="*/ 21479 h 157258"/>
              <a:gd name="connsiteX16" fmla="*/ 135947 w 243141"/>
              <a:gd name="connsiteY16" fmla="*/ 42958 h 157258"/>
              <a:gd name="connsiteX17" fmla="*/ 131089 w 243141"/>
              <a:gd name="connsiteY17" fmla="*/ 38110 h 157258"/>
              <a:gd name="connsiteX18" fmla="*/ 144291 w 243141"/>
              <a:gd name="connsiteY18" fmla="*/ 24908 h 157258"/>
              <a:gd name="connsiteX19" fmla="*/ 168 w 243141"/>
              <a:gd name="connsiteY19" fmla="*/ 24908 h 157258"/>
              <a:gd name="connsiteX20" fmla="*/ 168 w 243141"/>
              <a:gd name="connsiteY20" fmla="*/ 18050 h 157258"/>
              <a:gd name="connsiteX21" fmla="*/ 144291 w 243141"/>
              <a:gd name="connsiteY21" fmla="*/ 18050 h 157258"/>
              <a:gd name="connsiteX22" fmla="*/ 131089 w 243141"/>
              <a:gd name="connsiteY22" fmla="*/ 4848 h 157258"/>
              <a:gd name="connsiteX23" fmla="*/ 144291 w 243141"/>
              <a:gd name="connsiteY23" fmla="*/ 132350 h 157258"/>
              <a:gd name="connsiteX24" fmla="*/ 131089 w 243141"/>
              <a:gd name="connsiteY24" fmla="*/ 119158 h 157258"/>
              <a:gd name="connsiteX25" fmla="*/ 135947 w 243141"/>
              <a:gd name="connsiteY25" fmla="*/ 114300 h 157258"/>
              <a:gd name="connsiteX26" fmla="*/ 157416 w 243141"/>
              <a:gd name="connsiteY26" fmla="*/ 135779 h 157258"/>
              <a:gd name="connsiteX27" fmla="*/ 135947 w 243141"/>
              <a:gd name="connsiteY27" fmla="*/ 157258 h 157258"/>
              <a:gd name="connsiteX28" fmla="*/ 131089 w 243141"/>
              <a:gd name="connsiteY28" fmla="*/ 152400 h 157258"/>
              <a:gd name="connsiteX29" fmla="*/ 144291 w 243141"/>
              <a:gd name="connsiteY29" fmla="*/ 139208 h 157258"/>
              <a:gd name="connsiteX30" fmla="*/ 168 w 243141"/>
              <a:gd name="connsiteY30" fmla="*/ 139208 h 157258"/>
              <a:gd name="connsiteX31" fmla="*/ 168 w 243141"/>
              <a:gd name="connsiteY31" fmla="*/ 132350 h 157258"/>
              <a:gd name="connsiteX32" fmla="*/ 144291 w 243141"/>
              <a:gd name="connsiteY32" fmla="*/ 132350 h 157258"/>
              <a:gd name="connsiteX33" fmla="*/ 168 w 243141"/>
              <a:gd name="connsiteY33" fmla="*/ 94250 h 157258"/>
              <a:gd name="connsiteX34" fmla="*/ 96656 w 243141"/>
              <a:gd name="connsiteY34" fmla="*/ 94250 h 157258"/>
              <a:gd name="connsiteX35" fmla="*/ 83464 w 243141"/>
              <a:gd name="connsiteY35" fmla="*/ 81058 h 157258"/>
              <a:gd name="connsiteX36" fmla="*/ 88312 w 243141"/>
              <a:gd name="connsiteY36" fmla="*/ 76200 h 157258"/>
              <a:gd name="connsiteX37" fmla="*/ 109791 w 243141"/>
              <a:gd name="connsiteY37" fmla="*/ 97679 h 157258"/>
              <a:gd name="connsiteX38" fmla="*/ 88312 w 243141"/>
              <a:gd name="connsiteY38" fmla="*/ 119158 h 157258"/>
              <a:gd name="connsiteX39" fmla="*/ 83464 w 243141"/>
              <a:gd name="connsiteY39" fmla="*/ 114300 h 157258"/>
              <a:gd name="connsiteX40" fmla="*/ 96656 w 243141"/>
              <a:gd name="connsiteY40" fmla="*/ 101108 h 157258"/>
              <a:gd name="connsiteX41" fmla="*/ 168 w 243141"/>
              <a:gd name="connsiteY41" fmla="*/ 101108 h 157258"/>
              <a:gd name="connsiteX42" fmla="*/ 168 w 243141"/>
              <a:gd name="connsiteY42" fmla="*/ 94250 h 15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43141" h="157258">
                <a:moveTo>
                  <a:pt x="221672" y="38110"/>
                </a:moveTo>
                <a:lnTo>
                  <a:pt x="216814" y="42958"/>
                </a:lnTo>
                <a:lnTo>
                  <a:pt x="230016" y="56150"/>
                </a:lnTo>
                <a:lnTo>
                  <a:pt x="1" y="56291"/>
                </a:lnTo>
                <a:cubicBezTo>
                  <a:pt x="-2" y="58577"/>
                  <a:pt x="13" y="60722"/>
                  <a:pt x="10" y="63008"/>
                </a:cubicBezTo>
                <a:lnTo>
                  <a:pt x="230006" y="63008"/>
                </a:lnTo>
                <a:lnTo>
                  <a:pt x="216805" y="76200"/>
                </a:lnTo>
                <a:lnTo>
                  <a:pt x="221662" y="81058"/>
                </a:lnTo>
                <a:lnTo>
                  <a:pt x="243141" y="59579"/>
                </a:lnTo>
                <a:lnTo>
                  <a:pt x="221672" y="38110"/>
                </a:lnTo>
                <a:close/>
                <a:moveTo>
                  <a:pt x="187239" y="56150"/>
                </a:moveTo>
                <a:lnTo>
                  <a:pt x="187239" y="63018"/>
                </a:lnTo>
                <a:lnTo>
                  <a:pt x="187239" y="56150"/>
                </a:lnTo>
                <a:close/>
                <a:moveTo>
                  <a:pt x="131089" y="4848"/>
                </a:moveTo>
                <a:lnTo>
                  <a:pt x="135947" y="0"/>
                </a:lnTo>
                <a:lnTo>
                  <a:pt x="157416" y="21479"/>
                </a:lnTo>
                <a:lnTo>
                  <a:pt x="135947" y="42958"/>
                </a:lnTo>
                <a:lnTo>
                  <a:pt x="131089" y="38110"/>
                </a:lnTo>
                <a:lnTo>
                  <a:pt x="144291" y="24908"/>
                </a:lnTo>
                <a:lnTo>
                  <a:pt x="168" y="24908"/>
                </a:lnTo>
                <a:lnTo>
                  <a:pt x="168" y="18050"/>
                </a:lnTo>
                <a:lnTo>
                  <a:pt x="144291" y="18050"/>
                </a:lnTo>
                <a:lnTo>
                  <a:pt x="131089" y="4848"/>
                </a:lnTo>
                <a:close/>
                <a:moveTo>
                  <a:pt x="144291" y="132350"/>
                </a:moveTo>
                <a:lnTo>
                  <a:pt x="131089" y="119158"/>
                </a:lnTo>
                <a:lnTo>
                  <a:pt x="135947" y="114300"/>
                </a:lnTo>
                <a:lnTo>
                  <a:pt x="157416" y="135779"/>
                </a:lnTo>
                <a:lnTo>
                  <a:pt x="135947" y="157258"/>
                </a:lnTo>
                <a:lnTo>
                  <a:pt x="131089" y="152400"/>
                </a:lnTo>
                <a:lnTo>
                  <a:pt x="144291" y="139208"/>
                </a:lnTo>
                <a:lnTo>
                  <a:pt x="168" y="139208"/>
                </a:lnTo>
                <a:lnTo>
                  <a:pt x="168" y="132350"/>
                </a:lnTo>
                <a:lnTo>
                  <a:pt x="144291" y="132350"/>
                </a:lnTo>
                <a:close/>
                <a:moveTo>
                  <a:pt x="168" y="94250"/>
                </a:moveTo>
                <a:lnTo>
                  <a:pt x="96656" y="94250"/>
                </a:lnTo>
                <a:lnTo>
                  <a:pt x="83464" y="81058"/>
                </a:lnTo>
                <a:lnTo>
                  <a:pt x="88312" y="76200"/>
                </a:lnTo>
                <a:lnTo>
                  <a:pt x="109791" y="97679"/>
                </a:lnTo>
                <a:lnTo>
                  <a:pt x="88312" y="119158"/>
                </a:lnTo>
                <a:lnTo>
                  <a:pt x="83464" y="114300"/>
                </a:lnTo>
                <a:lnTo>
                  <a:pt x="96656" y="101108"/>
                </a:lnTo>
                <a:lnTo>
                  <a:pt x="168" y="101108"/>
                </a:lnTo>
                <a:lnTo>
                  <a:pt x="168" y="94250"/>
                </a:lnTo>
                <a:close/>
              </a:path>
            </a:pathLst>
          </a:custGeom>
          <a:solidFill>
            <a:srgbClr val="0F62FE"/>
          </a:solidFill>
          <a:ln w="9525"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86F5C674-B694-4B88-6331-514DC15A5656}"/>
              </a:ext>
            </a:extLst>
          </p:cNvPr>
          <p:cNvSpPr>
            <a:spLocks noChangeAspect="1"/>
          </p:cNvSpPr>
          <p:nvPr/>
        </p:nvSpPr>
        <p:spPr>
          <a:xfrm>
            <a:off x="21515647" y="5187275"/>
            <a:ext cx="1007999" cy="1007999"/>
          </a:xfrm>
          <a:custGeom>
            <a:avLst/>
            <a:gdLst>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649263 w 1148927"/>
              <a:gd name="connsiteY10" fmla="*/ 924527 h 1148927"/>
              <a:gd name="connsiteX11" fmla="*/ 312664 w 1148927"/>
              <a:gd name="connsiteY11" fmla="*/ 924527 h 1148927"/>
              <a:gd name="connsiteX12" fmla="*/ 312664 w 1148927"/>
              <a:gd name="connsiteY12" fmla="*/ 897599 h 1148927"/>
              <a:gd name="connsiteX13" fmla="*/ 649263 w 1148927"/>
              <a:gd name="connsiteY13" fmla="*/ 897599 h 1148927"/>
              <a:gd name="connsiteX14" fmla="*/ 649263 w 1148927"/>
              <a:gd name="connsiteY14" fmla="*/ 924527 h 1148927"/>
              <a:gd name="connsiteX15" fmla="*/ 798863 w 1148927"/>
              <a:gd name="connsiteY15" fmla="*/ 812327 h 1148927"/>
              <a:gd name="connsiteX16" fmla="*/ 312664 w 1148927"/>
              <a:gd name="connsiteY16" fmla="*/ 812327 h 1148927"/>
              <a:gd name="connsiteX17" fmla="*/ 312664 w 1148927"/>
              <a:gd name="connsiteY17" fmla="*/ 785399 h 1148927"/>
              <a:gd name="connsiteX18" fmla="*/ 798863 w 1148927"/>
              <a:gd name="connsiteY18" fmla="*/ 785399 h 1148927"/>
              <a:gd name="connsiteX19" fmla="*/ 798863 w 1148927"/>
              <a:gd name="connsiteY19" fmla="*/ 812327 h 1148927"/>
              <a:gd name="connsiteX20" fmla="*/ 649263 w 1148927"/>
              <a:gd name="connsiteY20" fmla="*/ 700127 h 1148927"/>
              <a:gd name="connsiteX21" fmla="*/ 312664 w 1148927"/>
              <a:gd name="connsiteY21" fmla="*/ 700127 h 1148927"/>
              <a:gd name="connsiteX22" fmla="*/ 312664 w 1148927"/>
              <a:gd name="connsiteY22" fmla="*/ 673199 h 1148927"/>
              <a:gd name="connsiteX23" fmla="*/ 649263 w 1148927"/>
              <a:gd name="connsiteY23" fmla="*/ 673199 h 1148927"/>
              <a:gd name="connsiteX24" fmla="*/ 649263 w 1148927"/>
              <a:gd name="connsiteY24" fmla="*/ 700127 h 1148927"/>
              <a:gd name="connsiteX25" fmla="*/ 836263 w 1148927"/>
              <a:gd name="connsiteY25" fmla="*/ 587928 h 1148927"/>
              <a:gd name="connsiteX26" fmla="*/ 312664 w 1148927"/>
              <a:gd name="connsiteY26" fmla="*/ 587928 h 1148927"/>
              <a:gd name="connsiteX27" fmla="*/ 312664 w 1148927"/>
              <a:gd name="connsiteY27" fmla="*/ 561000 h 1148927"/>
              <a:gd name="connsiteX28" fmla="*/ 836263 w 1148927"/>
              <a:gd name="connsiteY28" fmla="*/ 561000 h 1148927"/>
              <a:gd name="connsiteX29" fmla="*/ 836263 w 1148927"/>
              <a:gd name="connsiteY29" fmla="*/ 587928 h 1148927"/>
              <a:gd name="connsiteX30" fmla="*/ 724063 w 1148927"/>
              <a:gd name="connsiteY30" fmla="*/ 475728 h 1148927"/>
              <a:gd name="connsiteX31" fmla="*/ 312664 w 1148927"/>
              <a:gd name="connsiteY31" fmla="*/ 475728 h 1148927"/>
              <a:gd name="connsiteX32" fmla="*/ 312664 w 1148927"/>
              <a:gd name="connsiteY32" fmla="*/ 448800 h 1148927"/>
              <a:gd name="connsiteX33" fmla="*/ 724063 w 1148927"/>
              <a:gd name="connsiteY33" fmla="*/ 448800 h 1148927"/>
              <a:gd name="connsiteX34" fmla="*/ 724063 w 1148927"/>
              <a:gd name="connsiteY34" fmla="*/ 475728 h 1148927"/>
              <a:gd name="connsiteX35" fmla="*/ 537064 w 1148927"/>
              <a:gd name="connsiteY35" fmla="*/ 363528 h 1148927"/>
              <a:gd name="connsiteX36" fmla="*/ 312664 w 1148927"/>
              <a:gd name="connsiteY36" fmla="*/ 363528 h 1148927"/>
              <a:gd name="connsiteX37" fmla="*/ 312664 w 1148927"/>
              <a:gd name="connsiteY37" fmla="*/ 336600 h 1148927"/>
              <a:gd name="connsiteX38" fmla="*/ 537064 w 1148927"/>
              <a:gd name="connsiteY38" fmla="*/ 336600 h 1148927"/>
              <a:gd name="connsiteX39" fmla="*/ 537064 w 1148927"/>
              <a:gd name="connsiteY39" fmla="*/ 363528 h 1148927"/>
              <a:gd name="connsiteX40" fmla="*/ 724063 w 1148927"/>
              <a:gd name="connsiteY40" fmla="*/ 251328 h 1148927"/>
              <a:gd name="connsiteX41" fmla="*/ 312664 w 1148927"/>
              <a:gd name="connsiteY41" fmla="*/ 251328 h 1148927"/>
              <a:gd name="connsiteX42" fmla="*/ 312664 w 1148927"/>
              <a:gd name="connsiteY42" fmla="*/ 224400 h 1148927"/>
              <a:gd name="connsiteX43" fmla="*/ 724063 w 1148927"/>
              <a:gd name="connsiteY43" fmla="*/ 224400 h 1148927"/>
              <a:gd name="connsiteX44" fmla="*/ 724063 w 1148927"/>
              <a:gd name="connsiteY44"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649263 w 1148927"/>
              <a:gd name="connsiteY10" fmla="*/ 924527 h 1148927"/>
              <a:gd name="connsiteX11" fmla="*/ 312664 w 1148927"/>
              <a:gd name="connsiteY11" fmla="*/ 924527 h 1148927"/>
              <a:gd name="connsiteX12" fmla="*/ 312664 w 1148927"/>
              <a:gd name="connsiteY12" fmla="*/ 897599 h 1148927"/>
              <a:gd name="connsiteX13" fmla="*/ 649263 w 1148927"/>
              <a:gd name="connsiteY13" fmla="*/ 924527 h 1148927"/>
              <a:gd name="connsiteX14" fmla="*/ 798863 w 1148927"/>
              <a:gd name="connsiteY14" fmla="*/ 812327 h 1148927"/>
              <a:gd name="connsiteX15" fmla="*/ 312664 w 1148927"/>
              <a:gd name="connsiteY15" fmla="*/ 812327 h 1148927"/>
              <a:gd name="connsiteX16" fmla="*/ 312664 w 1148927"/>
              <a:gd name="connsiteY16" fmla="*/ 785399 h 1148927"/>
              <a:gd name="connsiteX17" fmla="*/ 798863 w 1148927"/>
              <a:gd name="connsiteY17" fmla="*/ 785399 h 1148927"/>
              <a:gd name="connsiteX18" fmla="*/ 798863 w 1148927"/>
              <a:gd name="connsiteY18" fmla="*/ 812327 h 1148927"/>
              <a:gd name="connsiteX19" fmla="*/ 649263 w 1148927"/>
              <a:gd name="connsiteY19" fmla="*/ 700127 h 1148927"/>
              <a:gd name="connsiteX20" fmla="*/ 312664 w 1148927"/>
              <a:gd name="connsiteY20" fmla="*/ 700127 h 1148927"/>
              <a:gd name="connsiteX21" fmla="*/ 312664 w 1148927"/>
              <a:gd name="connsiteY21" fmla="*/ 673199 h 1148927"/>
              <a:gd name="connsiteX22" fmla="*/ 649263 w 1148927"/>
              <a:gd name="connsiteY22" fmla="*/ 673199 h 1148927"/>
              <a:gd name="connsiteX23" fmla="*/ 649263 w 1148927"/>
              <a:gd name="connsiteY23" fmla="*/ 700127 h 1148927"/>
              <a:gd name="connsiteX24" fmla="*/ 836263 w 1148927"/>
              <a:gd name="connsiteY24" fmla="*/ 587928 h 1148927"/>
              <a:gd name="connsiteX25" fmla="*/ 312664 w 1148927"/>
              <a:gd name="connsiteY25" fmla="*/ 587928 h 1148927"/>
              <a:gd name="connsiteX26" fmla="*/ 312664 w 1148927"/>
              <a:gd name="connsiteY26" fmla="*/ 561000 h 1148927"/>
              <a:gd name="connsiteX27" fmla="*/ 836263 w 1148927"/>
              <a:gd name="connsiteY27" fmla="*/ 561000 h 1148927"/>
              <a:gd name="connsiteX28" fmla="*/ 836263 w 1148927"/>
              <a:gd name="connsiteY28" fmla="*/ 587928 h 1148927"/>
              <a:gd name="connsiteX29" fmla="*/ 724063 w 1148927"/>
              <a:gd name="connsiteY29" fmla="*/ 475728 h 1148927"/>
              <a:gd name="connsiteX30" fmla="*/ 312664 w 1148927"/>
              <a:gd name="connsiteY30" fmla="*/ 475728 h 1148927"/>
              <a:gd name="connsiteX31" fmla="*/ 312664 w 1148927"/>
              <a:gd name="connsiteY31" fmla="*/ 448800 h 1148927"/>
              <a:gd name="connsiteX32" fmla="*/ 724063 w 1148927"/>
              <a:gd name="connsiteY32" fmla="*/ 448800 h 1148927"/>
              <a:gd name="connsiteX33" fmla="*/ 724063 w 1148927"/>
              <a:gd name="connsiteY33" fmla="*/ 475728 h 1148927"/>
              <a:gd name="connsiteX34" fmla="*/ 537064 w 1148927"/>
              <a:gd name="connsiteY34" fmla="*/ 363528 h 1148927"/>
              <a:gd name="connsiteX35" fmla="*/ 312664 w 1148927"/>
              <a:gd name="connsiteY35" fmla="*/ 363528 h 1148927"/>
              <a:gd name="connsiteX36" fmla="*/ 312664 w 1148927"/>
              <a:gd name="connsiteY36" fmla="*/ 336600 h 1148927"/>
              <a:gd name="connsiteX37" fmla="*/ 537064 w 1148927"/>
              <a:gd name="connsiteY37" fmla="*/ 336600 h 1148927"/>
              <a:gd name="connsiteX38" fmla="*/ 537064 w 1148927"/>
              <a:gd name="connsiteY38" fmla="*/ 363528 h 1148927"/>
              <a:gd name="connsiteX39" fmla="*/ 724063 w 1148927"/>
              <a:gd name="connsiteY39" fmla="*/ 251328 h 1148927"/>
              <a:gd name="connsiteX40" fmla="*/ 312664 w 1148927"/>
              <a:gd name="connsiteY40" fmla="*/ 251328 h 1148927"/>
              <a:gd name="connsiteX41" fmla="*/ 312664 w 1148927"/>
              <a:gd name="connsiteY41" fmla="*/ 224400 h 1148927"/>
              <a:gd name="connsiteX42" fmla="*/ 724063 w 1148927"/>
              <a:gd name="connsiteY42" fmla="*/ 224400 h 1148927"/>
              <a:gd name="connsiteX43" fmla="*/ 724063 w 1148927"/>
              <a:gd name="connsiteY43"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312664 w 1148927"/>
              <a:gd name="connsiteY10" fmla="*/ 897599 h 1148927"/>
              <a:gd name="connsiteX11" fmla="*/ 312664 w 1148927"/>
              <a:gd name="connsiteY11" fmla="*/ 924527 h 1148927"/>
              <a:gd name="connsiteX12" fmla="*/ 312664 w 1148927"/>
              <a:gd name="connsiteY12" fmla="*/ 897599 h 1148927"/>
              <a:gd name="connsiteX13" fmla="*/ 798863 w 1148927"/>
              <a:gd name="connsiteY13" fmla="*/ 812327 h 1148927"/>
              <a:gd name="connsiteX14" fmla="*/ 312664 w 1148927"/>
              <a:gd name="connsiteY14" fmla="*/ 812327 h 1148927"/>
              <a:gd name="connsiteX15" fmla="*/ 312664 w 1148927"/>
              <a:gd name="connsiteY15" fmla="*/ 785399 h 1148927"/>
              <a:gd name="connsiteX16" fmla="*/ 798863 w 1148927"/>
              <a:gd name="connsiteY16" fmla="*/ 785399 h 1148927"/>
              <a:gd name="connsiteX17" fmla="*/ 798863 w 1148927"/>
              <a:gd name="connsiteY17" fmla="*/ 812327 h 1148927"/>
              <a:gd name="connsiteX18" fmla="*/ 649263 w 1148927"/>
              <a:gd name="connsiteY18" fmla="*/ 700127 h 1148927"/>
              <a:gd name="connsiteX19" fmla="*/ 312664 w 1148927"/>
              <a:gd name="connsiteY19" fmla="*/ 700127 h 1148927"/>
              <a:gd name="connsiteX20" fmla="*/ 312664 w 1148927"/>
              <a:gd name="connsiteY20" fmla="*/ 673199 h 1148927"/>
              <a:gd name="connsiteX21" fmla="*/ 649263 w 1148927"/>
              <a:gd name="connsiteY21" fmla="*/ 673199 h 1148927"/>
              <a:gd name="connsiteX22" fmla="*/ 649263 w 1148927"/>
              <a:gd name="connsiteY22" fmla="*/ 700127 h 1148927"/>
              <a:gd name="connsiteX23" fmla="*/ 836263 w 1148927"/>
              <a:gd name="connsiteY23" fmla="*/ 587928 h 1148927"/>
              <a:gd name="connsiteX24" fmla="*/ 312664 w 1148927"/>
              <a:gd name="connsiteY24" fmla="*/ 587928 h 1148927"/>
              <a:gd name="connsiteX25" fmla="*/ 312664 w 1148927"/>
              <a:gd name="connsiteY25" fmla="*/ 561000 h 1148927"/>
              <a:gd name="connsiteX26" fmla="*/ 836263 w 1148927"/>
              <a:gd name="connsiteY26" fmla="*/ 561000 h 1148927"/>
              <a:gd name="connsiteX27" fmla="*/ 836263 w 1148927"/>
              <a:gd name="connsiteY27" fmla="*/ 587928 h 1148927"/>
              <a:gd name="connsiteX28" fmla="*/ 724063 w 1148927"/>
              <a:gd name="connsiteY28" fmla="*/ 475728 h 1148927"/>
              <a:gd name="connsiteX29" fmla="*/ 312664 w 1148927"/>
              <a:gd name="connsiteY29" fmla="*/ 475728 h 1148927"/>
              <a:gd name="connsiteX30" fmla="*/ 312664 w 1148927"/>
              <a:gd name="connsiteY30" fmla="*/ 448800 h 1148927"/>
              <a:gd name="connsiteX31" fmla="*/ 724063 w 1148927"/>
              <a:gd name="connsiteY31" fmla="*/ 448800 h 1148927"/>
              <a:gd name="connsiteX32" fmla="*/ 724063 w 1148927"/>
              <a:gd name="connsiteY32" fmla="*/ 475728 h 1148927"/>
              <a:gd name="connsiteX33" fmla="*/ 537064 w 1148927"/>
              <a:gd name="connsiteY33" fmla="*/ 363528 h 1148927"/>
              <a:gd name="connsiteX34" fmla="*/ 312664 w 1148927"/>
              <a:gd name="connsiteY34" fmla="*/ 363528 h 1148927"/>
              <a:gd name="connsiteX35" fmla="*/ 312664 w 1148927"/>
              <a:gd name="connsiteY35" fmla="*/ 336600 h 1148927"/>
              <a:gd name="connsiteX36" fmla="*/ 537064 w 1148927"/>
              <a:gd name="connsiteY36" fmla="*/ 336600 h 1148927"/>
              <a:gd name="connsiteX37" fmla="*/ 537064 w 1148927"/>
              <a:gd name="connsiteY37" fmla="*/ 363528 h 1148927"/>
              <a:gd name="connsiteX38" fmla="*/ 724063 w 1148927"/>
              <a:gd name="connsiteY38" fmla="*/ 251328 h 1148927"/>
              <a:gd name="connsiteX39" fmla="*/ 312664 w 1148927"/>
              <a:gd name="connsiteY39" fmla="*/ 251328 h 1148927"/>
              <a:gd name="connsiteX40" fmla="*/ 312664 w 1148927"/>
              <a:gd name="connsiteY40" fmla="*/ 224400 h 1148927"/>
              <a:gd name="connsiteX41" fmla="*/ 724063 w 1148927"/>
              <a:gd name="connsiteY41" fmla="*/ 224400 h 1148927"/>
              <a:gd name="connsiteX42" fmla="*/ 724063 w 1148927"/>
              <a:gd name="connsiteY42"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798863 w 1148927"/>
              <a:gd name="connsiteY10" fmla="*/ 812327 h 1148927"/>
              <a:gd name="connsiteX11" fmla="*/ 312664 w 1148927"/>
              <a:gd name="connsiteY11" fmla="*/ 812327 h 1148927"/>
              <a:gd name="connsiteX12" fmla="*/ 312664 w 1148927"/>
              <a:gd name="connsiteY12" fmla="*/ 785399 h 1148927"/>
              <a:gd name="connsiteX13" fmla="*/ 798863 w 1148927"/>
              <a:gd name="connsiteY13" fmla="*/ 785399 h 1148927"/>
              <a:gd name="connsiteX14" fmla="*/ 798863 w 1148927"/>
              <a:gd name="connsiteY14" fmla="*/ 812327 h 1148927"/>
              <a:gd name="connsiteX15" fmla="*/ 649263 w 1148927"/>
              <a:gd name="connsiteY15" fmla="*/ 700127 h 1148927"/>
              <a:gd name="connsiteX16" fmla="*/ 312664 w 1148927"/>
              <a:gd name="connsiteY16" fmla="*/ 700127 h 1148927"/>
              <a:gd name="connsiteX17" fmla="*/ 312664 w 1148927"/>
              <a:gd name="connsiteY17" fmla="*/ 673199 h 1148927"/>
              <a:gd name="connsiteX18" fmla="*/ 649263 w 1148927"/>
              <a:gd name="connsiteY18" fmla="*/ 673199 h 1148927"/>
              <a:gd name="connsiteX19" fmla="*/ 649263 w 1148927"/>
              <a:gd name="connsiteY19" fmla="*/ 700127 h 1148927"/>
              <a:gd name="connsiteX20" fmla="*/ 836263 w 1148927"/>
              <a:gd name="connsiteY20" fmla="*/ 587928 h 1148927"/>
              <a:gd name="connsiteX21" fmla="*/ 312664 w 1148927"/>
              <a:gd name="connsiteY21" fmla="*/ 587928 h 1148927"/>
              <a:gd name="connsiteX22" fmla="*/ 312664 w 1148927"/>
              <a:gd name="connsiteY22" fmla="*/ 561000 h 1148927"/>
              <a:gd name="connsiteX23" fmla="*/ 836263 w 1148927"/>
              <a:gd name="connsiteY23" fmla="*/ 561000 h 1148927"/>
              <a:gd name="connsiteX24" fmla="*/ 836263 w 1148927"/>
              <a:gd name="connsiteY24" fmla="*/ 587928 h 1148927"/>
              <a:gd name="connsiteX25" fmla="*/ 724063 w 1148927"/>
              <a:gd name="connsiteY25" fmla="*/ 475728 h 1148927"/>
              <a:gd name="connsiteX26" fmla="*/ 312664 w 1148927"/>
              <a:gd name="connsiteY26" fmla="*/ 475728 h 1148927"/>
              <a:gd name="connsiteX27" fmla="*/ 312664 w 1148927"/>
              <a:gd name="connsiteY27" fmla="*/ 448800 h 1148927"/>
              <a:gd name="connsiteX28" fmla="*/ 724063 w 1148927"/>
              <a:gd name="connsiteY28" fmla="*/ 448800 h 1148927"/>
              <a:gd name="connsiteX29" fmla="*/ 724063 w 1148927"/>
              <a:gd name="connsiteY29" fmla="*/ 475728 h 1148927"/>
              <a:gd name="connsiteX30" fmla="*/ 537064 w 1148927"/>
              <a:gd name="connsiteY30" fmla="*/ 363528 h 1148927"/>
              <a:gd name="connsiteX31" fmla="*/ 312664 w 1148927"/>
              <a:gd name="connsiteY31" fmla="*/ 363528 h 1148927"/>
              <a:gd name="connsiteX32" fmla="*/ 312664 w 1148927"/>
              <a:gd name="connsiteY32" fmla="*/ 336600 h 1148927"/>
              <a:gd name="connsiteX33" fmla="*/ 537064 w 1148927"/>
              <a:gd name="connsiteY33" fmla="*/ 336600 h 1148927"/>
              <a:gd name="connsiteX34" fmla="*/ 537064 w 1148927"/>
              <a:gd name="connsiteY34" fmla="*/ 363528 h 1148927"/>
              <a:gd name="connsiteX35" fmla="*/ 724063 w 1148927"/>
              <a:gd name="connsiteY35" fmla="*/ 251328 h 1148927"/>
              <a:gd name="connsiteX36" fmla="*/ 312664 w 1148927"/>
              <a:gd name="connsiteY36" fmla="*/ 251328 h 1148927"/>
              <a:gd name="connsiteX37" fmla="*/ 312664 w 1148927"/>
              <a:gd name="connsiteY37" fmla="*/ 224400 h 1148927"/>
              <a:gd name="connsiteX38" fmla="*/ 724063 w 1148927"/>
              <a:gd name="connsiteY38" fmla="*/ 224400 h 1148927"/>
              <a:gd name="connsiteX39" fmla="*/ 724063 w 1148927"/>
              <a:gd name="connsiteY39"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798863 w 1148927"/>
              <a:gd name="connsiteY10" fmla="*/ 812327 h 1148927"/>
              <a:gd name="connsiteX11" fmla="*/ 312664 w 1148927"/>
              <a:gd name="connsiteY11" fmla="*/ 785399 h 1148927"/>
              <a:gd name="connsiteX12" fmla="*/ 798863 w 1148927"/>
              <a:gd name="connsiteY12" fmla="*/ 785399 h 1148927"/>
              <a:gd name="connsiteX13" fmla="*/ 798863 w 1148927"/>
              <a:gd name="connsiteY13" fmla="*/ 812327 h 1148927"/>
              <a:gd name="connsiteX14" fmla="*/ 649263 w 1148927"/>
              <a:gd name="connsiteY14" fmla="*/ 700127 h 1148927"/>
              <a:gd name="connsiteX15" fmla="*/ 312664 w 1148927"/>
              <a:gd name="connsiteY15" fmla="*/ 700127 h 1148927"/>
              <a:gd name="connsiteX16" fmla="*/ 312664 w 1148927"/>
              <a:gd name="connsiteY16" fmla="*/ 673199 h 1148927"/>
              <a:gd name="connsiteX17" fmla="*/ 649263 w 1148927"/>
              <a:gd name="connsiteY17" fmla="*/ 673199 h 1148927"/>
              <a:gd name="connsiteX18" fmla="*/ 649263 w 1148927"/>
              <a:gd name="connsiteY18" fmla="*/ 700127 h 1148927"/>
              <a:gd name="connsiteX19" fmla="*/ 836263 w 1148927"/>
              <a:gd name="connsiteY19" fmla="*/ 587928 h 1148927"/>
              <a:gd name="connsiteX20" fmla="*/ 312664 w 1148927"/>
              <a:gd name="connsiteY20" fmla="*/ 587928 h 1148927"/>
              <a:gd name="connsiteX21" fmla="*/ 312664 w 1148927"/>
              <a:gd name="connsiteY21" fmla="*/ 561000 h 1148927"/>
              <a:gd name="connsiteX22" fmla="*/ 836263 w 1148927"/>
              <a:gd name="connsiteY22" fmla="*/ 561000 h 1148927"/>
              <a:gd name="connsiteX23" fmla="*/ 836263 w 1148927"/>
              <a:gd name="connsiteY23" fmla="*/ 587928 h 1148927"/>
              <a:gd name="connsiteX24" fmla="*/ 724063 w 1148927"/>
              <a:gd name="connsiteY24" fmla="*/ 475728 h 1148927"/>
              <a:gd name="connsiteX25" fmla="*/ 312664 w 1148927"/>
              <a:gd name="connsiteY25" fmla="*/ 475728 h 1148927"/>
              <a:gd name="connsiteX26" fmla="*/ 312664 w 1148927"/>
              <a:gd name="connsiteY26" fmla="*/ 448800 h 1148927"/>
              <a:gd name="connsiteX27" fmla="*/ 724063 w 1148927"/>
              <a:gd name="connsiteY27" fmla="*/ 448800 h 1148927"/>
              <a:gd name="connsiteX28" fmla="*/ 724063 w 1148927"/>
              <a:gd name="connsiteY28" fmla="*/ 475728 h 1148927"/>
              <a:gd name="connsiteX29" fmla="*/ 537064 w 1148927"/>
              <a:gd name="connsiteY29" fmla="*/ 363528 h 1148927"/>
              <a:gd name="connsiteX30" fmla="*/ 312664 w 1148927"/>
              <a:gd name="connsiteY30" fmla="*/ 363528 h 1148927"/>
              <a:gd name="connsiteX31" fmla="*/ 312664 w 1148927"/>
              <a:gd name="connsiteY31" fmla="*/ 336600 h 1148927"/>
              <a:gd name="connsiteX32" fmla="*/ 537064 w 1148927"/>
              <a:gd name="connsiteY32" fmla="*/ 336600 h 1148927"/>
              <a:gd name="connsiteX33" fmla="*/ 537064 w 1148927"/>
              <a:gd name="connsiteY33" fmla="*/ 363528 h 1148927"/>
              <a:gd name="connsiteX34" fmla="*/ 724063 w 1148927"/>
              <a:gd name="connsiteY34" fmla="*/ 251328 h 1148927"/>
              <a:gd name="connsiteX35" fmla="*/ 312664 w 1148927"/>
              <a:gd name="connsiteY35" fmla="*/ 251328 h 1148927"/>
              <a:gd name="connsiteX36" fmla="*/ 312664 w 1148927"/>
              <a:gd name="connsiteY36" fmla="*/ 224400 h 1148927"/>
              <a:gd name="connsiteX37" fmla="*/ 724063 w 1148927"/>
              <a:gd name="connsiteY37" fmla="*/ 224400 h 1148927"/>
              <a:gd name="connsiteX38" fmla="*/ 724063 w 1148927"/>
              <a:gd name="connsiteY38"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798863 w 1148927"/>
              <a:gd name="connsiteY10" fmla="*/ 812327 h 1148927"/>
              <a:gd name="connsiteX11" fmla="*/ 798863 w 1148927"/>
              <a:gd name="connsiteY11" fmla="*/ 785399 h 1148927"/>
              <a:gd name="connsiteX12" fmla="*/ 798863 w 1148927"/>
              <a:gd name="connsiteY12" fmla="*/ 812327 h 1148927"/>
              <a:gd name="connsiteX13" fmla="*/ 649263 w 1148927"/>
              <a:gd name="connsiteY13" fmla="*/ 700127 h 1148927"/>
              <a:gd name="connsiteX14" fmla="*/ 312664 w 1148927"/>
              <a:gd name="connsiteY14" fmla="*/ 700127 h 1148927"/>
              <a:gd name="connsiteX15" fmla="*/ 312664 w 1148927"/>
              <a:gd name="connsiteY15" fmla="*/ 673199 h 1148927"/>
              <a:gd name="connsiteX16" fmla="*/ 649263 w 1148927"/>
              <a:gd name="connsiteY16" fmla="*/ 673199 h 1148927"/>
              <a:gd name="connsiteX17" fmla="*/ 649263 w 1148927"/>
              <a:gd name="connsiteY17" fmla="*/ 700127 h 1148927"/>
              <a:gd name="connsiteX18" fmla="*/ 836263 w 1148927"/>
              <a:gd name="connsiteY18" fmla="*/ 587928 h 1148927"/>
              <a:gd name="connsiteX19" fmla="*/ 312664 w 1148927"/>
              <a:gd name="connsiteY19" fmla="*/ 587928 h 1148927"/>
              <a:gd name="connsiteX20" fmla="*/ 312664 w 1148927"/>
              <a:gd name="connsiteY20" fmla="*/ 561000 h 1148927"/>
              <a:gd name="connsiteX21" fmla="*/ 836263 w 1148927"/>
              <a:gd name="connsiteY21" fmla="*/ 561000 h 1148927"/>
              <a:gd name="connsiteX22" fmla="*/ 836263 w 1148927"/>
              <a:gd name="connsiteY22" fmla="*/ 587928 h 1148927"/>
              <a:gd name="connsiteX23" fmla="*/ 724063 w 1148927"/>
              <a:gd name="connsiteY23" fmla="*/ 475728 h 1148927"/>
              <a:gd name="connsiteX24" fmla="*/ 312664 w 1148927"/>
              <a:gd name="connsiteY24" fmla="*/ 475728 h 1148927"/>
              <a:gd name="connsiteX25" fmla="*/ 312664 w 1148927"/>
              <a:gd name="connsiteY25" fmla="*/ 448800 h 1148927"/>
              <a:gd name="connsiteX26" fmla="*/ 724063 w 1148927"/>
              <a:gd name="connsiteY26" fmla="*/ 448800 h 1148927"/>
              <a:gd name="connsiteX27" fmla="*/ 724063 w 1148927"/>
              <a:gd name="connsiteY27" fmla="*/ 475728 h 1148927"/>
              <a:gd name="connsiteX28" fmla="*/ 537064 w 1148927"/>
              <a:gd name="connsiteY28" fmla="*/ 363528 h 1148927"/>
              <a:gd name="connsiteX29" fmla="*/ 312664 w 1148927"/>
              <a:gd name="connsiteY29" fmla="*/ 363528 h 1148927"/>
              <a:gd name="connsiteX30" fmla="*/ 312664 w 1148927"/>
              <a:gd name="connsiteY30" fmla="*/ 336600 h 1148927"/>
              <a:gd name="connsiteX31" fmla="*/ 537064 w 1148927"/>
              <a:gd name="connsiteY31" fmla="*/ 336600 h 1148927"/>
              <a:gd name="connsiteX32" fmla="*/ 537064 w 1148927"/>
              <a:gd name="connsiteY32" fmla="*/ 363528 h 1148927"/>
              <a:gd name="connsiteX33" fmla="*/ 724063 w 1148927"/>
              <a:gd name="connsiteY33" fmla="*/ 251328 h 1148927"/>
              <a:gd name="connsiteX34" fmla="*/ 312664 w 1148927"/>
              <a:gd name="connsiteY34" fmla="*/ 251328 h 1148927"/>
              <a:gd name="connsiteX35" fmla="*/ 312664 w 1148927"/>
              <a:gd name="connsiteY35" fmla="*/ 224400 h 1148927"/>
              <a:gd name="connsiteX36" fmla="*/ 724063 w 1148927"/>
              <a:gd name="connsiteY36" fmla="*/ 224400 h 1148927"/>
              <a:gd name="connsiteX37" fmla="*/ 724063 w 1148927"/>
              <a:gd name="connsiteY37"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649263 w 1148927"/>
              <a:gd name="connsiteY10" fmla="*/ 700127 h 1148927"/>
              <a:gd name="connsiteX11" fmla="*/ 312664 w 1148927"/>
              <a:gd name="connsiteY11" fmla="*/ 700127 h 1148927"/>
              <a:gd name="connsiteX12" fmla="*/ 312664 w 1148927"/>
              <a:gd name="connsiteY12" fmla="*/ 673199 h 1148927"/>
              <a:gd name="connsiteX13" fmla="*/ 649263 w 1148927"/>
              <a:gd name="connsiteY13" fmla="*/ 673199 h 1148927"/>
              <a:gd name="connsiteX14" fmla="*/ 649263 w 1148927"/>
              <a:gd name="connsiteY14" fmla="*/ 700127 h 1148927"/>
              <a:gd name="connsiteX15" fmla="*/ 836263 w 1148927"/>
              <a:gd name="connsiteY15" fmla="*/ 587928 h 1148927"/>
              <a:gd name="connsiteX16" fmla="*/ 312664 w 1148927"/>
              <a:gd name="connsiteY16" fmla="*/ 587928 h 1148927"/>
              <a:gd name="connsiteX17" fmla="*/ 312664 w 1148927"/>
              <a:gd name="connsiteY17" fmla="*/ 561000 h 1148927"/>
              <a:gd name="connsiteX18" fmla="*/ 836263 w 1148927"/>
              <a:gd name="connsiteY18" fmla="*/ 561000 h 1148927"/>
              <a:gd name="connsiteX19" fmla="*/ 836263 w 1148927"/>
              <a:gd name="connsiteY19" fmla="*/ 587928 h 1148927"/>
              <a:gd name="connsiteX20" fmla="*/ 724063 w 1148927"/>
              <a:gd name="connsiteY20" fmla="*/ 475728 h 1148927"/>
              <a:gd name="connsiteX21" fmla="*/ 312664 w 1148927"/>
              <a:gd name="connsiteY21" fmla="*/ 475728 h 1148927"/>
              <a:gd name="connsiteX22" fmla="*/ 312664 w 1148927"/>
              <a:gd name="connsiteY22" fmla="*/ 448800 h 1148927"/>
              <a:gd name="connsiteX23" fmla="*/ 724063 w 1148927"/>
              <a:gd name="connsiteY23" fmla="*/ 448800 h 1148927"/>
              <a:gd name="connsiteX24" fmla="*/ 724063 w 1148927"/>
              <a:gd name="connsiteY24" fmla="*/ 475728 h 1148927"/>
              <a:gd name="connsiteX25" fmla="*/ 537064 w 1148927"/>
              <a:gd name="connsiteY25" fmla="*/ 363528 h 1148927"/>
              <a:gd name="connsiteX26" fmla="*/ 312664 w 1148927"/>
              <a:gd name="connsiteY26" fmla="*/ 363528 h 1148927"/>
              <a:gd name="connsiteX27" fmla="*/ 312664 w 1148927"/>
              <a:gd name="connsiteY27" fmla="*/ 336600 h 1148927"/>
              <a:gd name="connsiteX28" fmla="*/ 537064 w 1148927"/>
              <a:gd name="connsiteY28" fmla="*/ 336600 h 1148927"/>
              <a:gd name="connsiteX29" fmla="*/ 537064 w 1148927"/>
              <a:gd name="connsiteY29" fmla="*/ 363528 h 1148927"/>
              <a:gd name="connsiteX30" fmla="*/ 724063 w 1148927"/>
              <a:gd name="connsiteY30" fmla="*/ 251328 h 1148927"/>
              <a:gd name="connsiteX31" fmla="*/ 312664 w 1148927"/>
              <a:gd name="connsiteY31" fmla="*/ 251328 h 1148927"/>
              <a:gd name="connsiteX32" fmla="*/ 312664 w 1148927"/>
              <a:gd name="connsiteY32" fmla="*/ 224400 h 1148927"/>
              <a:gd name="connsiteX33" fmla="*/ 724063 w 1148927"/>
              <a:gd name="connsiteY33" fmla="*/ 224400 h 1148927"/>
              <a:gd name="connsiteX34" fmla="*/ 724063 w 1148927"/>
              <a:gd name="connsiteY34"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649263 w 1148927"/>
              <a:gd name="connsiteY10" fmla="*/ 700127 h 1148927"/>
              <a:gd name="connsiteX11" fmla="*/ 312664 w 1148927"/>
              <a:gd name="connsiteY11" fmla="*/ 700127 h 1148927"/>
              <a:gd name="connsiteX12" fmla="*/ 312664 w 1148927"/>
              <a:gd name="connsiteY12" fmla="*/ 673199 h 1148927"/>
              <a:gd name="connsiteX13" fmla="*/ 649263 w 1148927"/>
              <a:gd name="connsiteY13" fmla="*/ 700127 h 1148927"/>
              <a:gd name="connsiteX14" fmla="*/ 836263 w 1148927"/>
              <a:gd name="connsiteY14" fmla="*/ 587928 h 1148927"/>
              <a:gd name="connsiteX15" fmla="*/ 312664 w 1148927"/>
              <a:gd name="connsiteY15" fmla="*/ 587928 h 1148927"/>
              <a:gd name="connsiteX16" fmla="*/ 312664 w 1148927"/>
              <a:gd name="connsiteY16" fmla="*/ 561000 h 1148927"/>
              <a:gd name="connsiteX17" fmla="*/ 836263 w 1148927"/>
              <a:gd name="connsiteY17" fmla="*/ 561000 h 1148927"/>
              <a:gd name="connsiteX18" fmla="*/ 836263 w 1148927"/>
              <a:gd name="connsiteY18" fmla="*/ 587928 h 1148927"/>
              <a:gd name="connsiteX19" fmla="*/ 724063 w 1148927"/>
              <a:gd name="connsiteY19" fmla="*/ 475728 h 1148927"/>
              <a:gd name="connsiteX20" fmla="*/ 312664 w 1148927"/>
              <a:gd name="connsiteY20" fmla="*/ 475728 h 1148927"/>
              <a:gd name="connsiteX21" fmla="*/ 312664 w 1148927"/>
              <a:gd name="connsiteY21" fmla="*/ 448800 h 1148927"/>
              <a:gd name="connsiteX22" fmla="*/ 724063 w 1148927"/>
              <a:gd name="connsiteY22" fmla="*/ 448800 h 1148927"/>
              <a:gd name="connsiteX23" fmla="*/ 724063 w 1148927"/>
              <a:gd name="connsiteY23" fmla="*/ 475728 h 1148927"/>
              <a:gd name="connsiteX24" fmla="*/ 537064 w 1148927"/>
              <a:gd name="connsiteY24" fmla="*/ 363528 h 1148927"/>
              <a:gd name="connsiteX25" fmla="*/ 312664 w 1148927"/>
              <a:gd name="connsiteY25" fmla="*/ 363528 h 1148927"/>
              <a:gd name="connsiteX26" fmla="*/ 312664 w 1148927"/>
              <a:gd name="connsiteY26" fmla="*/ 336600 h 1148927"/>
              <a:gd name="connsiteX27" fmla="*/ 537064 w 1148927"/>
              <a:gd name="connsiteY27" fmla="*/ 336600 h 1148927"/>
              <a:gd name="connsiteX28" fmla="*/ 537064 w 1148927"/>
              <a:gd name="connsiteY28" fmla="*/ 363528 h 1148927"/>
              <a:gd name="connsiteX29" fmla="*/ 724063 w 1148927"/>
              <a:gd name="connsiteY29" fmla="*/ 251328 h 1148927"/>
              <a:gd name="connsiteX30" fmla="*/ 312664 w 1148927"/>
              <a:gd name="connsiteY30" fmla="*/ 251328 h 1148927"/>
              <a:gd name="connsiteX31" fmla="*/ 312664 w 1148927"/>
              <a:gd name="connsiteY31" fmla="*/ 224400 h 1148927"/>
              <a:gd name="connsiteX32" fmla="*/ 724063 w 1148927"/>
              <a:gd name="connsiteY32" fmla="*/ 224400 h 1148927"/>
              <a:gd name="connsiteX33" fmla="*/ 724063 w 1148927"/>
              <a:gd name="connsiteY33"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649263 w 1148927"/>
              <a:gd name="connsiteY10" fmla="*/ 700127 h 1148927"/>
              <a:gd name="connsiteX11" fmla="*/ 312664 w 1148927"/>
              <a:gd name="connsiteY11" fmla="*/ 700127 h 1148927"/>
              <a:gd name="connsiteX12" fmla="*/ 649263 w 1148927"/>
              <a:gd name="connsiteY12" fmla="*/ 700127 h 1148927"/>
              <a:gd name="connsiteX13" fmla="*/ 836263 w 1148927"/>
              <a:gd name="connsiteY13" fmla="*/ 587928 h 1148927"/>
              <a:gd name="connsiteX14" fmla="*/ 312664 w 1148927"/>
              <a:gd name="connsiteY14" fmla="*/ 587928 h 1148927"/>
              <a:gd name="connsiteX15" fmla="*/ 312664 w 1148927"/>
              <a:gd name="connsiteY15" fmla="*/ 561000 h 1148927"/>
              <a:gd name="connsiteX16" fmla="*/ 836263 w 1148927"/>
              <a:gd name="connsiteY16" fmla="*/ 561000 h 1148927"/>
              <a:gd name="connsiteX17" fmla="*/ 836263 w 1148927"/>
              <a:gd name="connsiteY17" fmla="*/ 587928 h 1148927"/>
              <a:gd name="connsiteX18" fmla="*/ 724063 w 1148927"/>
              <a:gd name="connsiteY18" fmla="*/ 475728 h 1148927"/>
              <a:gd name="connsiteX19" fmla="*/ 312664 w 1148927"/>
              <a:gd name="connsiteY19" fmla="*/ 475728 h 1148927"/>
              <a:gd name="connsiteX20" fmla="*/ 312664 w 1148927"/>
              <a:gd name="connsiteY20" fmla="*/ 448800 h 1148927"/>
              <a:gd name="connsiteX21" fmla="*/ 724063 w 1148927"/>
              <a:gd name="connsiteY21" fmla="*/ 448800 h 1148927"/>
              <a:gd name="connsiteX22" fmla="*/ 724063 w 1148927"/>
              <a:gd name="connsiteY22" fmla="*/ 475728 h 1148927"/>
              <a:gd name="connsiteX23" fmla="*/ 537064 w 1148927"/>
              <a:gd name="connsiteY23" fmla="*/ 363528 h 1148927"/>
              <a:gd name="connsiteX24" fmla="*/ 312664 w 1148927"/>
              <a:gd name="connsiteY24" fmla="*/ 363528 h 1148927"/>
              <a:gd name="connsiteX25" fmla="*/ 312664 w 1148927"/>
              <a:gd name="connsiteY25" fmla="*/ 336600 h 1148927"/>
              <a:gd name="connsiteX26" fmla="*/ 537064 w 1148927"/>
              <a:gd name="connsiteY26" fmla="*/ 336600 h 1148927"/>
              <a:gd name="connsiteX27" fmla="*/ 537064 w 1148927"/>
              <a:gd name="connsiteY27" fmla="*/ 363528 h 1148927"/>
              <a:gd name="connsiteX28" fmla="*/ 724063 w 1148927"/>
              <a:gd name="connsiteY28" fmla="*/ 251328 h 1148927"/>
              <a:gd name="connsiteX29" fmla="*/ 312664 w 1148927"/>
              <a:gd name="connsiteY29" fmla="*/ 251328 h 1148927"/>
              <a:gd name="connsiteX30" fmla="*/ 312664 w 1148927"/>
              <a:gd name="connsiteY30" fmla="*/ 224400 h 1148927"/>
              <a:gd name="connsiteX31" fmla="*/ 724063 w 1148927"/>
              <a:gd name="connsiteY31" fmla="*/ 224400 h 1148927"/>
              <a:gd name="connsiteX32" fmla="*/ 724063 w 1148927"/>
              <a:gd name="connsiteY32"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836263 w 1148927"/>
              <a:gd name="connsiteY10" fmla="*/ 587928 h 1148927"/>
              <a:gd name="connsiteX11" fmla="*/ 312664 w 1148927"/>
              <a:gd name="connsiteY11" fmla="*/ 587928 h 1148927"/>
              <a:gd name="connsiteX12" fmla="*/ 312664 w 1148927"/>
              <a:gd name="connsiteY12" fmla="*/ 561000 h 1148927"/>
              <a:gd name="connsiteX13" fmla="*/ 836263 w 1148927"/>
              <a:gd name="connsiteY13" fmla="*/ 561000 h 1148927"/>
              <a:gd name="connsiteX14" fmla="*/ 836263 w 1148927"/>
              <a:gd name="connsiteY14" fmla="*/ 587928 h 1148927"/>
              <a:gd name="connsiteX15" fmla="*/ 724063 w 1148927"/>
              <a:gd name="connsiteY15" fmla="*/ 475728 h 1148927"/>
              <a:gd name="connsiteX16" fmla="*/ 312664 w 1148927"/>
              <a:gd name="connsiteY16" fmla="*/ 475728 h 1148927"/>
              <a:gd name="connsiteX17" fmla="*/ 312664 w 1148927"/>
              <a:gd name="connsiteY17" fmla="*/ 448800 h 1148927"/>
              <a:gd name="connsiteX18" fmla="*/ 724063 w 1148927"/>
              <a:gd name="connsiteY18" fmla="*/ 448800 h 1148927"/>
              <a:gd name="connsiteX19" fmla="*/ 724063 w 1148927"/>
              <a:gd name="connsiteY19" fmla="*/ 475728 h 1148927"/>
              <a:gd name="connsiteX20" fmla="*/ 537064 w 1148927"/>
              <a:gd name="connsiteY20" fmla="*/ 363528 h 1148927"/>
              <a:gd name="connsiteX21" fmla="*/ 312664 w 1148927"/>
              <a:gd name="connsiteY21" fmla="*/ 363528 h 1148927"/>
              <a:gd name="connsiteX22" fmla="*/ 312664 w 1148927"/>
              <a:gd name="connsiteY22" fmla="*/ 336600 h 1148927"/>
              <a:gd name="connsiteX23" fmla="*/ 537064 w 1148927"/>
              <a:gd name="connsiteY23" fmla="*/ 336600 h 1148927"/>
              <a:gd name="connsiteX24" fmla="*/ 537064 w 1148927"/>
              <a:gd name="connsiteY24" fmla="*/ 363528 h 1148927"/>
              <a:gd name="connsiteX25" fmla="*/ 724063 w 1148927"/>
              <a:gd name="connsiteY25" fmla="*/ 251328 h 1148927"/>
              <a:gd name="connsiteX26" fmla="*/ 312664 w 1148927"/>
              <a:gd name="connsiteY26" fmla="*/ 251328 h 1148927"/>
              <a:gd name="connsiteX27" fmla="*/ 312664 w 1148927"/>
              <a:gd name="connsiteY27" fmla="*/ 224400 h 1148927"/>
              <a:gd name="connsiteX28" fmla="*/ 724063 w 1148927"/>
              <a:gd name="connsiteY28" fmla="*/ 224400 h 1148927"/>
              <a:gd name="connsiteX29" fmla="*/ 724063 w 1148927"/>
              <a:gd name="connsiteY29"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836263 w 1148927"/>
              <a:gd name="connsiteY10" fmla="*/ 587928 h 1148927"/>
              <a:gd name="connsiteX11" fmla="*/ 312664 w 1148927"/>
              <a:gd name="connsiteY11" fmla="*/ 587928 h 1148927"/>
              <a:gd name="connsiteX12" fmla="*/ 836263 w 1148927"/>
              <a:gd name="connsiteY12" fmla="*/ 561000 h 1148927"/>
              <a:gd name="connsiteX13" fmla="*/ 836263 w 1148927"/>
              <a:gd name="connsiteY13" fmla="*/ 587928 h 1148927"/>
              <a:gd name="connsiteX14" fmla="*/ 724063 w 1148927"/>
              <a:gd name="connsiteY14" fmla="*/ 475728 h 1148927"/>
              <a:gd name="connsiteX15" fmla="*/ 312664 w 1148927"/>
              <a:gd name="connsiteY15" fmla="*/ 475728 h 1148927"/>
              <a:gd name="connsiteX16" fmla="*/ 312664 w 1148927"/>
              <a:gd name="connsiteY16" fmla="*/ 448800 h 1148927"/>
              <a:gd name="connsiteX17" fmla="*/ 724063 w 1148927"/>
              <a:gd name="connsiteY17" fmla="*/ 448800 h 1148927"/>
              <a:gd name="connsiteX18" fmla="*/ 724063 w 1148927"/>
              <a:gd name="connsiteY18" fmla="*/ 475728 h 1148927"/>
              <a:gd name="connsiteX19" fmla="*/ 537064 w 1148927"/>
              <a:gd name="connsiteY19" fmla="*/ 363528 h 1148927"/>
              <a:gd name="connsiteX20" fmla="*/ 312664 w 1148927"/>
              <a:gd name="connsiteY20" fmla="*/ 363528 h 1148927"/>
              <a:gd name="connsiteX21" fmla="*/ 312664 w 1148927"/>
              <a:gd name="connsiteY21" fmla="*/ 336600 h 1148927"/>
              <a:gd name="connsiteX22" fmla="*/ 537064 w 1148927"/>
              <a:gd name="connsiteY22" fmla="*/ 336600 h 1148927"/>
              <a:gd name="connsiteX23" fmla="*/ 537064 w 1148927"/>
              <a:gd name="connsiteY23" fmla="*/ 363528 h 1148927"/>
              <a:gd name="connsiteX24" fmla="*/ 724063 w 1148927"/>
              <a:gd name="connsiteY24" fmla="*/ 251328 h 1148927"/>
              <a:gd name="connsiteX25" fmla="*/ 312664 w 1148927"/>
              <a:gd name="connsiteY25" fmla="*/ 251328 h 1148927"/>
              <a:gd name="connsiteX26" fmla="*/ 312664 w 1148927"/>
              <a:gd name="connsiteY26" fmla="*/ 224400 h 1148927"/>
              <a:gd name="connsiteX27" fmla="*/ 724063 w 1148927"/>
              <a:gd name="connsiteY27" fmla="*/ 224400 h 1148927"/>
              <a:gd name="connsiteX28" fmla="*/ 724063 w 1148927"/>
              <a:gd name="connsiteY28"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836263 w 1148927"/>
              <a:gd name="connsiteY10" fmla="*/ 587928 h 1148927"/>
              <a:gd name="connsiteX11" fmla="*/ 836263 w 1148927"/>
              <a:gd name="connsiteY11" fmla="*/ 561000 h 1148927"/>
              <a:gd name="connsiteX12" fmla="*/ 836263 w 1148927"/>
              <a:gd name="connsiteY12" fmla="*/ 587928 h 1148927"/>
              <a:gd name="connsiteX13" fmla="*/ 724063 w 1148927"/>
              <a:gd name="connsiteY13" fmla="*/ 475728 h 1148927"/>
              <a:gd name="connsiteX14" fmla="*/ 312664 w 1148927"/>
              <a:gd name="connsiteY14" fmla="*/ 475728 h 1148927"/>
              <a:gd name="connsiteX15" fmla="*/ 312664 w 1148927"/>
              <a:gd name="connsiteY15" fmla="*/ 448800 h 1148927"/>
              <a:gd name="connsiteX16" fmla="*/ 724063 w 1148927"/>
              <a:gd name="connsiteY16" fmla="*/ 448800 h 1148927"/>
              <a:gd name="connsiteX17" fmla="*/ 724063 w 1148927"/>
              <a:gd name="connsiteY17" fmla="*/ 475728 h 1148927"/>
              <a:gd name="connsiteX18" fmla="*/ 537064 w 1148927"/>
              <a:gd name="connsiteY18" fmla="*/ 363528 h 1148927"/>
              <a:gd name="connsiteX19" fmla="*/ 312664 w 1148927"/>
              <a:gd name="connsiteY19" fmla="*/ 363528 h 1148927"/>
              <a:gd name="connsiteX20" fmla="*/ 312664 w 1148927"/>
              <a:gd name="connsiteY20" fmla="*/ 336600 h 1148927"/>
              <a:gd name="connsiteX21" fmla="*/ 537064 w 1148927"/>
              <a:gd name="connsiteY21" fmla="*/ 336600 h 1148927"/>
              <a:gd name="connsiteX22" fmla="*/ 537064 w 1148927"/>
              <a:gd name="connsiteY22" fmla="*/ 363528 h 1148927"/>
              <a:gd name="connsiteX23" fmla="*/ 724063 w 1148927"/>
              <a:gd name="connsiteY23" fmla="*/ 251328 h 1148927"/>
              <a:gd name="connsiteX24" fmla="*/ 312664 w 1148927"/>
              <a:gd name="connsiteY24" fmla="*/ 251328 h 1148927"/>
              <a:gd name="connsiteX25" fmla="*/ 312664 w 1148927"/>
              <a:gd name="connsiteY25" fmla="*/ 224400 h 1148927"/>
              <a:gd name="connsiteX26" fmla="*/ 724063 w 1148927"/>
              <a:gd name="connsiteY26" fmla="*/ 224400 h 1148927"/>
              <a:gd name="connsiteX27" fmla="*/ 724063 w 1148927"/>
              <a:gd name="connsiteY27"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724063 w 1148927"/>
              <a:gd name="connsiteY10" fmla="*/ 475728 h 1148927"/>
              <a:gd name="connsiteX11" fmla="*/ 312664 w 1148927"/>
              <a:gd name="connsiteY11" fmla="*/ 475728 h 1148927"/>
              <a:gd name="connsiteX12" fmla="*/ 312664 w 1148927"/>
              <a:gd name="connsiteY12" fmla="*/ 448800 h 1148927"/>
              <a:gd name="connsiteX13" fmla="*/ 724063 w 1148927"/>
              <a:gd name="connsiteY13" fmla="*/ 448800 h 1148927"/>
              <a:gd name="connsiteX14" fmla="*/ 724063 w 1148927"/>
              <a:gd name="connsiteY14" fmla="*/ 475728 h 1148927"/>
              <a:gd name="connsiteX15" fmla="*/ 537064 w 1148927"/>
              <a:gd name="connsiteY15" fmla="*/ 363528 h 1148927"/>
              <a:gd name="connsiteX16" fmla="*/ 312664 w 1148927"/>
              <a:gd name="connsiteY16" fmla="*/ 363528 h 1148927"/>
              <a:gd name="connsiteX17" fmla="*/ 312664 w 1148927"/>
              <a:gd name="connsiteY17" fmla="*/ 336600 h 1148927"/>
              <a:gd name="connsiteX18" fmla="*/ 537064 w 1148927"/>
              <a:gd name="connsiteY18" fmla="*/ 336600 h 1148927"/>
              <a:gd name="connsiteX19" fmla="*/ 537064 w 1148927"/>
              <a:gd name="connsiteY19" fmla="*/ 363528 h 1148927"/>
              <a:gd name="connsiteX20" fmla="*/ 724063 w 1148927"/>
              <a:gd name="connsiteY20" fmla="*/ 251328 h 1148927"/>
              <a:gd name="connsiteX21" fmla="*/ 312664 w 1148927"/>
              <a:gd name="connsiteY21" fmla="*/ 251328 h 1148927"/>
              <a:gd name="connsiteX22" fmla="*/ 312664 w 1148927"/>
              <a:gd name="connsiteY22" fmla="*/ 224400 h 1148927"/>
              <a:gd name="connsiteX23" fmla="*/ 724063 w 1148927"/>
              <a:gd name="connsiteY23" fmla="*/ 224400 h 1148927"/>
              <a:gd name="connsiteX24" fmla="*/ 724063 w 1148927"/>
              <a:gd name="connsiteY24"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724063 w 1148927"/>
              <a:gd name="connsiteY10" fmla="*/ 475728 h 1148927"/>
              <a:gd name="connsiteX11" fmla="*/ 312664 w 1148927"/>
              <a:gd name="connsiteY11" fmla="*/ 475728 h 1148927"/>
              <a:gd name="connsiteX12" fmla="*/ 312664 w 1148927"/>
              <a:gd name="connsiteY12" fmla="*/ 448800 h 1148927"/>
              <a:gd name="connsiteX13" fmla="*/ 724063 w 1148927"/>
              <a:gd name="connsiteY13" fmla="*/ 448800 h 1148927"/>
              <a:gd name="connsiteX14" fmla="*/ 724063 w 1148927"/>
              <a:gd name="connsiteY14" fmla="*/ 475728 h 1148927"/>
              <a:gd name="connsiteX15" fmla="*/ 537064 w 1148927"/>
              <a:gd name="connsiteY15" fmla="*/ 363528 h 1148927"/>
              <a:gd name="connsiteX16" fmla="*/ 312664 w 1148927"/>
              <a:gd name="connsiteY16" fmla="*/ 363528 h 1148927"/>
              <a:gd name="connsiteX17" fmla="*/ 312664 w 1148927"/>
              <a:gd name="connsiteY17" fmla="*/ 336600 h 1148927"/>
              <a:gd name="connsiteX18" fmla="*/ 790271 w 1148927"/>
              <a:gd name="connsiteY18" fmla="*/ 340217 h 1148927"/>
              <a:gd name="connsiteX19" fmla="*/ 537064 w 1148927"/>
              <a:gd name="connsiteY19" fmla="*/ 363528 h 1148927"/>
              <a:gd name="connsiteX20" fmla="*/ 724063 w 1148927"/>
              <a:gd name="connsiteY20" fmla="*/ 251328 h 1148927"/>
              <a:gd name="connsiteX21" fmla="*/ 312664 w 1148927"/>
              <a:gd name="connsiteY21" fmla="*/ 251328 h 1148927"/>
              <a:gd name="connsiteX22" fmla="*/ 312664 w 1148927"/>
              <a:gd name="connsiteY22" fmla="*/ 224400 h 1148927"/>
              <a:gd name="connsiteX23" fmla="*/ 724063 w 1148927"/>
              <a:gd name="connsiteY23" fmla="*/ 224400 h 1148927"/>
              <a:gd name="connsiteX24" fmla="*/ 724063 w 1148927"/>
              <a:gd name="connsiteY24"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724063 w 1148927"/>
              <a:gd name="connsiteY10" fmla="*/ 475728 h 1148927"/>
              <a:gd name="connsiteX11" fmla="*/ 312664 w 1148927"/>
              <a:gd name="connsiteY11" fmla="*/ 475728 h 1148927"/>
              <a:gd name="connsiteX12" fmla="*/ 312664 w 1148927"/>
              <a:gd name="connsiteY12" fmla="*/ 448800 h 1148927"/>
              <a:gd name="connsiteX13" fmla="*/ 724063 w 1148927"/>
              <a:gd name="connsiteY13" fmla="*/ 448800 h 1148927"/>
              <a:gd name="connsiteX14" fmla="*/ 724063 w 1148927"/>
              <a:gd name="connsiteY14" fmla="*/ 475728 h 1148927"/>
              <a:gd name="connsiteX15" fmla="*/ 790271 w 1148927"/>
              <a:gd name="connsiteY15" fmla="*/ 363528 h 1148927"/>
              <a:gd name="connsiteX16" fmla="*/ 312664 w 1148927"/>
              <a:gd name="connsiteY16" fmla="*/ 363528 h 1148927"/>
              <a:gd name="connsiteX17" fmla="*/ 312664 w 1148927"/>
              <a:gd name="connsiteY17" fmla="*/ 336600 h 1148927"/>
              <a:gd name="connsiteX18" fmla="*/ 790271 w 1148927"/>
              <a:gd name="connsiteY18" fmla="*/ 340217 h 1148927"/>
              <a:gd name="connsiteX19" fmla="*/ 790271 w 1148927"/>
              <a:gd name="connsiteY19" fmla="*/ 363528 h 1148927"/>
              <a:gd name="connsiteX20" fmla="*/ 724063 w 1148927"/>
              <a:gd name="connsiteY20" fmla="*/ 251328 h 1148927"/>
              <a:gd name="connsiteX21" fmla="*/ 312664 w 1148927"/>
              <a:gd name="connsiteY21" fmla="*/ 251328 h 1148927"/>
              <a:gd name="connsiteX22" fmla="*/ 312664 w 1148927"/>
              <a:gd name="connsiteY22" fmla="*/ 224400 h 1148927"/>
              <a:gd name="connsiteX23" fmla="*/ 724063 w 1148927"/>
              <a:gd name="connsiteY23" fmla="*/ 224400 h 1148927"/>
              <a:gd name="connsiteX24" fmla="*/ 724063 w 1148927"/>
              <a:gd name="connsiteY24"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724063 w 1148927"/>
              <a:gd name="connsiteY10" fmla="*/ 475728 h 1148927"/>
              <a:gd name="connsiteX11" fmla="*/ 312664 w 1148927"/>
              <a:gd name="connsiteY11" fmla="*/ 475728 h 1148927"/>
              <a:gd name="connsiteX12" fmla="*/ 312664 w 1148927"/>
              <a:gd name="connsiteY12" fmla="*/ 448800 h 1148927"/>
              <a:gd name="connsiteX13" fmla="*/ 724063 w 1148927"/>
              <a:gd name="connsiteY13" fmla="*/ 448800 h 1148927"/>
              <a:gd name="connsiteX14" fmla="*/ 724063 w 1148927"/>
              <a:gd name="connsiteY14" fmla="*/ 475728 h 1148927"/>
              <a:gd name="connsiteX15" fmla="*/ 790271 w 1148927"/>
              <a:gd name="connsiteY15" fmla="*/ 363528 h 1148927"/>
              <a:gd name="connsiteX16" fmla="*/ 312664 w 1148927"/>
              <a:gd name="connsiteY16" fmla="*/ 363528 h 1148927"/>
              <a:gd name="connsiteX17" fmla="*/ 312664 w 1148927"/>
              <a:gd name="connsiteY17" fmla="*/ 336600 h 1148927"/>
              <a:gd name="connsiteX18" fmla="*/ 786654 w 1148927"/>
              <a:gd name="connsiteY18" fmla="*/ 336600 h 1148927"/>
              <a:gd name="connsiteX19" fmla="*/ 790271 w 1148927"/>
              <a:gd name="connsiteY19" fmla="*/ 363528 h 1148927"/>
              <a:gd name="connsiteX20" fmla="*/ 724063 w 1148927"/>
              <a:gd name="connsiteY20" fmla="*/ 251328 h 1148927"/>
              <a:gd name="connsiteX21" fmla="*/ 312664 w 1148927"/>
              <a:gd name="connsiteY21" fmla="*/ 251328 h 1148927"/>
              <a:gd name="connsiteX22" fmla="*/ 312664 w 1148927"/>
              <a:gd name="connsiteY22" fmla="*/ 224400 h 1148927"/>
              <a:gd name="connsiteX23" fmla="*/ 724063 w 1148927"/>
              <a:gd name="connsiteY23" fmla="*/ 224400 h 1148927"/>
              <a:gd name="connsiteX24" fmla="*/ 724063 w 1148927"/>
              <a:gd name="connsiteY24"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724063 w 1148927"/>
              <a:gd name="connsiteY10" fmla="*/ 475728 h 1148927"/>
              <a:gd name="connsiteX11" fmla="*/ 312664 w 1148927"/>
              <a:gd name="connsiteY11" fmla="*/ 475728 h 1148927"/>
              <a:gd name="connsiteX12" fmla="*/ 312664 w 1148927"/>
              <a:gd name="connsiteY12" fmla="*/ 448800 h 1148927"/>
              <a:gd name="connsiteX13" fmla="*/ 724063 w 1148927"/>
              <a:gd name="connsiteY13" fmla="*/ 448800 h 1148927"/>
              <a:gd name="connsiteX14" fmla="*/ 724063 w 1148927"/>
              <a:gd name="connsiteY14" fmla="*/ 475728 h 1148927"/>
              <a:gd name="connsiteX15" fmla="*/ 785559 w 1148927"/>
              <a:gd name="connsiteY15" fmla="*/ 363528 h 1148927"/>
              <a:gd name="connsiteX16" fmla="*/ 312664 w 1148927"/>
              <a:gd name="connsiteY16" fmla="*/ 363528 h 1148927"/>
              <a:gd name="connsiteX17" fmla="*/ 312664 w 1148927"/>
              <a:gd name="connsiteY17" fmla="*/ 336600 h 1148927"/>
              <a:gd name="connsiteX18" fmla="*/ 786654 w 1148927"/>
              <a:gd name="connsiteY18" fmla="*/ 336600 h 1148927"/>
              <a:gd name="connsiteX19" fmla="*/ 785559 w 1148927"/>
              <a:gd name="connsiteY19" fmla="*/ 363528 h 1148927"/>
              <a:gd name="connsiteX20" fmla="*/ 724063 w 1148927"/>
              <a:gd name="connsiteY20" fmla="*/ 251328 h 1148927"/>
              <a:gd name="connsiteX21" fmla="*/ 312664 w 1148927"/>
              <a:gd name="connsiteY21" fmla="*/ 251328 h 1148927"/>
              <a:gd name="connsiteX22" fmla="*/ 312664 w 1148927"/>
              <a:gd name="connsiteY22" fmla="*/ 224400 h 1148927"/>
              <a:gd name="connsiteX23" fmla="*/ 724063 w 1148927"/>
              <a:gd name="connsiteY23" fmla="*/ 224400 h 1148927"/>
              <a:gd name="connsiteX24" fmla="*/ 724063 w 1148927"/>
              <a:gd name="connsiteY24" fmla="*/ 251328 h 1148927"/>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724063 w 1148927"/>
              <a:gd name="connsiteY10" fmla="*/ 475728 h 1148927"/>
              <a:gd name="connsiteX11" fmla="*/ 312664 w 1148927"/>
              <a:gd name="connsiteY11" fmla="*/ 475728 h 1148927"/>
              <a:gd name="connsiteX12" fmla="*/ 312664 w 1148927"/>
              <a:gd name="connsiteY12" fmla="*/ 448800 h 1148927"/>
              <a:gd name="connsiteX13" fmla="*/ 724063 w 1148927"/>
              <a:gd name="connsiteY13" fmla="*/ 448800 h 1148927"/>
              <a:gd name="connsiteX14" fmla="*/ 724063 w 1148927"/>
              <a:gd name="connsiteY14" fmla="*/ 475728 h 1148927"/>
              <a:gd name="connsiteX15" fmla="*/ 785559 w 1148927"/>
              <a:gd name="connsiteY15" fmla="*/ 363528 h 1148927"/>
              <a:gd name="connsiteX16" fmla="*/ 312664 w 1148927"/>
              <a:gd name="connsiteY16" fmla="*/ 363528 h 1148927"/>
              <a:gd name="connsiteX17" fmla="*/ 312664 w 1148927"/>
              <a:gd name="connsiteY17" fmla="*/ 336600 h 1148927"/>
              <a:gd name="connsiteX18" fmla="*/ 786654 w 1148927"/>
              <a:gd name="connsiteY18" fmla="*/ 336600 h 1148927"/>
              <a:gd name="connsiteX19" fmla="*/ 785559 w 1148927"/>
              <a:gd name="connsiteY19" fmla="*/ 363528 h 1148927"/>
              <a:gd name="connsiteX20" fmla="*/ 724063 w 1148927"/>
              <a:gd name="connsiteY20" fmla="*/ 251328 h 1148927"/>
              <a:gd name="connsiteX21" fmla="*/ 312664 w 1148927"/>
              <a:gd name="connsiteY21" fmla="*/ 251328 h 1148927"/>
              <a:gd name="connsiteX22" fmla="*/ 312664 w 1148927"/>
              <a:gd name="connsiteY22" fmla="*/ 224400 h 1148927"/>
              <a:gd name="connsiteX23" fmla="*/ 724063 w 1148927"/>
              <a:gd name="connsiteY23" fmla="*/ 224400 h 1148927"/>
              <a:gd name="connsiteX24" fmla="*/ 724063 w 1148927"/>
              <a:gd name="connsiteY24" fmla="*/ 251328 h 114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48927" h="1148927">
                <a:moveTo>
                  <a:pt x="574464" y="1148927"/>
                </a:moveTo>
                <a:cubicBezTo>
                  <a:pt x="257686" y="1148927"/>
                  <a:pt x="0" y="891241"/>
                  <a:pt x="0" y="574464"/>
                </a:cubicBezTo>
                <a:cubicBezTo>
                  <a:pt x="0" y="257686"/>
                  <a:pt x="257686" y="0"/>
                  <a:pt x="574464" y="0"/>
                </a:cubicBezTo>
                <a:cubicBezTo>
                  <a:pt x="891241" y="0"/>
                  <a:pt x="1148927" y="257686"/>
                  <a:pt x="1148927" y="574464"/>
                </a:cubicBezTo>
                <a:cubicBezTo>
                  <a:pt x="1148927" y="891241"/>
                  <a:pt x="891241" y="1148927"/>
                  <a:pt x="574464" y="1148927"/>
                </a:cubicBezTo>
                <a:close/>
                <a:moveTo>
                  <a:pt x="574464" y="26928"/>
                </a:moveTo>
                <a:cubicBezTo>
                  <a:pt x="272534" y="26928"/>
                  <a:pt x="26928" y="272534"/>
                  <a:pt x="26928" y="574464"/>
                </a:cubicBezTo>
                <a:cubicBezTo>
                  <a:pt x="26928" y="876356"/>
                  <a:pt x="272534" y="1121999"/>
                  <a:pt x="574464" y="1121999"/>
                </a:cubicBezTo>
                <a:cubicBezTo>
                  <a:pt x="876356" y="1121999"/>
                  <a:pt x="1121999" y="876393"/>
                  <a:pt x="1121999" y="574464"/>
                </a:cubicBezTo>
                <a:cubicBezTo>
                  <a:pt x="1121999" y="272534"/>
                  <a:pt x="876356" y="26928"/>
                  <a:pt x="574464" y="26928"/>
                </a:cubicBezTo>
                <a:close/>
                <a:moveTo>
                  <a:pt x="724063" y="475728"/>
                </a:moveTo>
                <a:lnTo>
                  <a:pt x="312664" y="475728"/>
                </a:lnTo>
                <a:lnTo>
                  <a:pt x="312664" y="448800"/>
                </a:lnTo>
                <a:lnTo>
                  <a:pt x="724063" y="448800"/>
                </a:lnTo>
                <a:lnTo>
                  <a:pt x="724063" y="475728"/>
                </a:lnTo>
                <a:close/>
                <a:moveTo>
                  <a:pt x="785559" y="363528"/>
                </a:moveTo>
                <a:lnTo>
                  <a:pt x="312664" y="363528"/>
                </a:lnTo>
                <a:lnTo>
                  <a:pt x="312664" y="336600"/>
                </a:lnTo>
                <a:lnTo>
                  <a:pt x="786654" y="336600"/>
                </a:lnTo>
                <a:lnTo>
                  <a:pt x="785559" y="363528"/>
                </a:lnTo>
                <a:close/>
                <a:moveTo>
                  <a:pt x="724063" y="251328"/>
                </a:moveTo>
                <a:lnTo>
                  <a:pt x="312664" y="251328"/>
                </a:lnTo>
                <a:lnTo>
                  <a:pt x="312664" y="224400"/>
                </a:lnTo>
                <a:lnTo>
                  <a:pt x="724063" y="224400"/>
                </a:lnTo>
                <a:lnTo>
                  <a:pt x="724063" y="251328"/>
                </a:lnTo>
                <a:close/>
              </a:path>
            </a:pathLst>
          </a:custGeom>
          <a:solidFill>
            <a:srgbClr val="0F62FE"/>
          </a:solidFill>
          <a:ln w="37207" cap="flat">
            <a:noFill/>
            <a:prstDash val="solid"/>
            <a:miter/>
          </a:ln>
        </p:spPr>
        <p:txBody>
          <a:bodyPr rtlCol="0" anchor="ctr"/>
          <a:lstStyle/>
          <a:p>
            <a:endParaRPr lang="en-US"/>
          </a:p>
        </p:txBody>
      </p:sp>
    </p:spTree>
    <p:extLst>
      <p:ext uri="{BB962C8B-B14F-4D97-AF65-F5344CB8AC3E}">
        <p14:creationId xmlns:p14="http://schemas.microsoft.com/office/powerpoint/2010/main" val="2268575225"/>
      </p:ext>
    </p:extLst>
  </p:cSld>
  <p:clrMapOvr>
    <a:masterClrMapping/>
  </p:clrMapOvr>
  <p:transition spd="med"/>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F68F3286-8B96-86E0-A5CD-49B12E8B7390}"/>
              </a:ext>
            </a:extLst>
          </p:cNvPr>
          <p:cNvSpPr>
            <a:spLocks noChangeAspect="1"/>
          </p:cNvSpPr>
          <p:nvPr/>
        </p:nvSpPr>
        <p:spPr>
          <a:xfrm>
            <a:off x="12553021" y="5151354"/>
            <a:ext cx="1008458" cy="1008458"/>
          </a:xfrm>
          <a:custGeom>
            <a:avLst/>
            <a:gdLst>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649263 w 1148927"/>
              <a:gd name="connsiteY10" fmla="*/ 924527 h 1148927"/>
              <a:gd name="connsiteX11" fmla="*/ 312664 w 1148927"/>
              <a:gd name="connsiteY11" fmla="*/ 924527 h 1148927"/>
              <a:gd name="connsiteX12" fmla="*/ 312664 w 1148927"/>
              <a:gd name="connsiteY12" fmla="*/ 897599 h 1148927"/>
              <a:gd name="connsiteX13" fmla="*/ 649263 w 1148927"/>
              <a:gd name="connsiteY13" fmla="*/ 897599 h 1148927"/>
              <a:gd name="connsiteX14" fmla="*/ 649263 w 1148927"/>
              <a:gd name="connsiteY14" fmla="*/ 924527 h 1148927"/>
              <a:gd name="connsiteX15" fmla="*/ 798863 w 1148927"/>
              <a:gd name="connsiteY15" fmla="*/ 812327 h 1148927"/>
              <a:gd name="connsiteX16" fmla="*/ 312664 w 1148927"/>
              <a:gd name="connsiteY16" fmla="*/ 812327 h 1148927"/>
              <a:gd name="connsiteX17" fmla="*/ 312664 w 1148927"/>
              <a:gd name="connsiteY17" fmla="*/ 785399 h 1148927"/>
              <a:gd name="connsiteX18" fmla="*/ 798863 w 1148927"/>
              <a:gd name="connsiteY18" fmla="*/ 785399 h 1148927"/>
              <a:gd name="connsiteX19" fmla="*/ 798863 w 1148927"/>
              <a:gd name="connsiteY19" fmla="*/ 812327 h 1148927"/>
              <a:gd name="connsiteX20" fmla="*/ 649263 w 1148927"/>
              <a:gd name="connsiteY20" fmla="*/ 700127 h 1148927"/>
              <a:gd name="connsiteX21" fmla="*/ 312664 w 1148927"/>
              <a:gd name="connsiteY21" fmla="*/ 700127 h 1148927"/>
              <a:gd name="connsiteX22" fmla="*/ 312664 w 1148927"/>
              <a:gd name="connsiteY22" fmla="*/ 673199 h 1148927"/>
              <a:gd name="connsiteX23" fmla="*/ 649263 w 1148927"/>
              <a:gd name="connsiteY23" fmla="*/ 673199 h 1148927"/>
              <a:gd name="connsiteX24" fmla="*/ 649263 w 1148927"/>
              <a:gd name="connsiteY24" fmla="*/ 700127 h 1148927"/>
              <a:gd name="connsiteX25" fmla="*/ 836263 w 1148927"/>
              <a:gd name="connsiteY25" fmla="*/ 587928 h 1148927"/>
              <a:gd name="connsiteX26" fmla="*/ 312664 w 1148927"/>
              <a:gd name="connsiteY26" fmla="*/ 587928 h 1148927"/>
              <a:gd name="connsiteX27" fmla="*/ 312664 w 1148927"/>
              <a:gd name="connsiteY27" fmla="*/ 561000 h 1148927"/>
              <a:gd name="connsiteX28" fmla="*/ 836263 w 1148927"/>
              <a:gd name="connsiteY28" fmla="*/ 561000 h 1148927"/>
              <a:gd name="connsiteX29" fmla="*/ 836263 w 1148927"/>
              <a:gd name="connsiteY29" fmla="*/ 587928 h 1148927"/>
              <a:gd name="connsiteX30" fmla="*/ 724063 w 1148927"/>
              <a:gd name="connsiteY30" fmla="*/ 475728 h 1148927"/>
              <a:gd name="connsiteX31" fmla="*/ 312664 w 1148927"/>
              <a:gd name="connsiteY31" fmla="*/ 475728 h 1148927"/>
              <a:gd name="connsiteX32" fmla="*/ 312664 w 1148927"/>
              <a:gd name="connsiteY32" fmla="*/ 448800 h 1148927"/>
              <a:gd name="connsiteX33" fmla="*/ 724063 w 1148927"/>
              <a:gd name="connsiteY33" fmla="*/ 448800 h 1148927"/>
              <a:gd name="connsiteX34" fmla="*/ 724063 w 1148927"/>
              <a:gd name="connsiteY34" fmla="*/ 475728 h 1148927"/>
              <a:gd name="connsiteX35" fmla="*/ 537064 w 1148927"/>
              <a:gd name="connsiteY35" fmla="*/ 363528 h 1148927"/>
              <a:gd name="connsiteX36" fmla="*/ 312664 w 1148927"/>
              <a:gd name="connsiteY36" fmla="*/ 363528 h 1148927"/>
              <a:gd name="connsiteX37" fmla="*/ 312664 w 1148927"/>
              <a:gd name="connsiteY37" fmla="*/ 336600 h 1148927"/>
              <a:gd name="connsiteX38" fmla="*/ 537064 w 1148927"/>
              <a:gd name="connsiteY38" fmla="*/ 336600 h 1148927"/>
              <a:gd name="connsiteX39" fmla="*/ 537064 w 1148927"/>
              <a:gd name="connsiteY39" fmla="*/ 363528 h 1148927"/>
              <a:gd name="connsiteX40" fmla="*/ 724063 w 1148927"/>
              <a:gd name="connsiteY40" fmla="*/ 251328 h 1148927"/>
              <a:gd name="connsiteX41" fmla="*/ 312664 w 1148927"/>
              <a:gd name="connsiteY41" fmla="*/ 251328 h 1148927"/>
              <a:gd name="connsiteX42" fmla="*/ 312664 w 1148927"/>
              <a:gd name="connsiteY42" fmla="*/ 224400 h 1148927"/>
              <a:gd name="connsiteX43" fmla="*/ 724063 w 1148927"/>
              <a:gd name="connsiteY43" fmla="*/ 224400 h 1148927"/>
              <a:gd name="connsiteX44" fmla="*/ 724063 w 1148927"/>
              <a:gd name="connsiteY44" fmla="*/ 251328 h 114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48927" h="1148927">
                <a:moveTo>
                  <a:pt x="574464" y="1148927"/>
                </a:moveTo>
                <a:cubicBezTo>
                  <a:pt x="257686" y="1148927"/>
                  <a:pt x="0" y="891241"/>
                  <a:pt x="0" y="574464"/>
                </a:cubicBezTo>
                <a:cubicBezTo>
                  <a:pt x="0" y="257686"/>
                  <a:pt x="257686" y="0"/>
                  <a:pt x="574464" y="0"/>
                </a:cubicBezTo>
                <a:cubicBezTo>
                  <a:pt x="891241" y="0"/>
                  <a:pt x="1148927" y="257686"/>
                  <a:pt x="1148927" y="574464"/>
                </a:cubicBezTo>
                <a:cubicBezTo>
                  <a:pt x="1148927" y="891241"/>
                  <a:pt x="891241" y="1148927"/>
                  <a:pt x="574464" y="1148927"/>
                </a:cubicBezTo>
                <a:close/>
                <a:moveTo>
                  <a:pt x="574464" y="26928"/>
                </a:moveTo>
                <a:cubicBezTo>
                  <a:pt x="272534" y="26928"/>
                  <a:pt x="26928" y="272534"/>
                  <a:pt x="26928" y="574464"/>
                </a:cubicBezTo>
                <a:cubicBezTo>
                  <a:pt x="26928" y="876356"/>
                  <a:pt x="272534" y="1121999"/>
                  <a:pt x="574464" y="1121999"/>
                </a:cubicBezTo>
                <a:cubicBezTo>
                  <a:pt x="876356" y="1121999"/>
                  <a:pt x="1121999" y="876393"/>
                  <a:pt x="1121999" y="574464"/>
                </a:cubicBezTo>
                <a:cubicBezTo>
                  <a:pt x="1121999" y="272534"/>
                  <a:pt x="876356" y="26928"/>
                  <a:pt x="574464" y="26928"/>
                </a:cubicBezTo>
                <a:close/>
                <a:moveTo>
                  <a:pt x="649263" y="924527"/>
                </a:moveTo>
                <a:lnTo>
                  <a:pt x="312664" y="924527"/>
                </a:lnTo>
                <a:lnTo>
                  <a:pt x="312664" y="897599"/>
                </a:lnTo>
                <a:lnTo>
                  <a:pt x="649263" y="897599"/>
                </a:lnTo>
                <a:lnTo>
                  <a:pt x="649263" y="924527"/>
                </a:lnTo>
                <a:close/>
                <a:moveTo>
                  <a:pt x="798863" y="812327"/>
                </a:moveTo>
                <a:lnTo>
                  <a:pt x="312664" y="812327"/>
                </a:lnTo>
                <a:lnTo>
                  <a:pt x="312664" y="785399"/>
                </a:lnTo>
                <a:lnTo>
                  <a:pt x="798863" y="785399"/>
                </a:lnTo>
                <a:lnTo>
                  <a:pt x="798863" y="812327"/>
                </a:lnTo>
                <a:close/>
                <a:moveTo>
                  <a:pt x="649263" y="700127"/>
                </a:moveTo>
                <a:lnTo>
                  <a:pt x="312664" y="700127"/>
                </a:lnTo>
                <a:lnTo>
                  <a:pt x="312664" y="673199"/>
                </a:lnTo>
                <a:lnTo>
                  <a:pt x="649263" y="673199"/>
                </a:lnTo>
                <a:lnTo>
                  <a:pt x="649263" y="700127"/>
                </a:lnTo>
                <a:close/>
                <a:moveTo>
                  <a:pt x="836263" y="587928"/>
                </a:moveTo>
                <a:lnTo>
                  <a:pt x="312664" y="587928"/>
                </a:lnTo>
                <a:lnTo>
                  <a:pt x="312664" y="561000"/>
                </a:lnTo>
                <a:lnTo>
                  <a:pt x="836263" y="561000"/>
                </a:lnTo>
                <a:lnTo>
                  <a:pt x="836263" y="587928"/>
                </a:lnTo>
                <a:close/>
                <a:moveTo>
                  <a:pt x="724063" y="475728"/>
                </a:moveTo>
                <a:lnTo>
                  <a:pt x="312664" y="475728"/>
                </a:lnTo>
                <a:lnTo>
                  <a:pt x="312664" y="448800"/>
                </a:lnTo>
                <a:lnTo>
                  <a:pt x="724063" y="448800"/>
                </a:lnTo>
                <a:lnTo>
                  <a:pt x="724063" y="475728"/>
                </a:lnTo>
                <a:close/>
                <a:moveTo>
                  <a:pt x="537064" y="363528"/>
                </a:moveTo>
                <a:lnTo>
                  <a:pt x="312664" y="363528"/>
                </a:lnTo>
                <a:lnTo>
                  <a:pt x="312664" y="336600"/>
                </a:lnTo>
                <a:lnTo>
                  <a:pt x="537064" y="336600"/>
                </a:lnTo>
                <a:lnTo>
                  <a:pt x="537064" y="363528"/>
                </a:lnTo>
                <a:close/>
                <a:moveTo>
                  <a:pt x="724063" y="251328"/>
                </a:moveTo>
                <a:lnTo>
                  <a:pt x="312664" y="251328"/>
                </a:lnTo>
                <a:lnTo>
                  <a:pt x="312664" y="224400"/>
                </a:lnTo>
                <a:lnTo>
                  <a:pt x="724063" y="224400"/>
                </a:lnTo>
                <a:lnTo>
                  <a:pt x="724063" y="251328"/>
                </a:lnTo>
                <a:close/>
              </a:path>
            </a:pathLst>
          </a:custGeom>
          <a:solidFill>
            <a:srgbClr val="0F62FE"/>
          </a:solidFill>
          <a:ln w="37207" cap="flat">
            <a:noFill/>
            <a:prstDash val="solid"/>
            <a:miter/>
          </a:ln>
        </p:spPr>
        <p:txBody>
          <a:bodyPr rtlCol="0" anchor="ctr"/>
          <a:lstStyle/>
          <a:p>
            <a:endParaRPr lang="en-US"/>
          </a:p>
        </p:txBody>
      </p:sp>
      <p:sp>
        <p:nvSpPr>
          <p:cNvPr id="5" name="TextBox 4">
            <a:extLst>
              <a:ext uri="{FF2B5EF4-FFF2-40B4-BE49-F238E27FC236}">
                <a16:creationId xmlns:a16="http://schemas.microsoft.com/office/drawing/2014/main" id="{FCEC2028-4723-D7AA-ED6F-8907ABEE4704}"/>
              </a:ext>
            </a:extLst>
          </p:cNvPr>
          <p:cNvSpPr txBox="1"/>
          <p:nvPr/>
        </p:nvSpPr>
        <p:spPr>
          <a:xfrm>
            <a:off x="12318521" y="3380397"/>
            <a:ext cx="2762685"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Input</a:t>
            </a:r>
          </a:p>
          <a:p>
            <a:pPr algn="ctr"/>
            <a:r>
              <a:rPr lang="en-US" sz="2800" i="1" dirty="0">
                <a:solidFill>
                  <a:schemeClr val="bg2"/>
                </a:solidFill>
              </a:rPr>
              <a:t>product review</a:t>
            </a:r>
          </a:p>
        </p:txBody>
      </p:sp>
      <p:sp>
        <p:nvSpPr>
          <p:cNvPr id="265" name="Rectangle 264">
            <a:extLst>
              <a:ext uri="{FF2B5EF4-FFF2-40B4-BE49-F238E27FC236}">
                <a16:creationId xmlns:a16="http://schemas.microsoft.com/office/drawing/2014/main" id="{AF44527C-38C4-6BC5-8AD0-83B4D7AE8E42}"/>
              </a:ext>
            </a:extLst>
          </p:cNvPr>
          <p:cNvSpPr/>
          <p:nvPr/>
        </p:nvSpPr>
        <p:spPr bwMode="auto">
          <a:xfrm>
            <a:off x="0" y="19528"/>
            <a:ext cx="12193587" cy="13716000"/>
          </a:xfrm>
          <a:prstGeom prst="rect">
            <a:avLst/>
          </a:prstGeom>
          <a:solidFill>
            <a:srgbClr val="E5F6FF"/>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109E0E9A-490F-C13C-36E3-DCEF1CF7F75B}"/>
              </a:ext>
            </a:extLst>
          </p:cNvPr>
          <p:cNvSpPr>
            <a:spLocks noGrp="1"/>
          </p:cNvSpPr>
          <p:nvPr>
            <p:ph type="title"/>
          </p:nvPr>
        </p:nvSpPr>
        <p:spPr>
          <a:xfrm>
            <a:off x="576071" y="577850"/>
            <a:ext cx="10591281" cy="1334398"/>
          </a:xfrm>
        </p:spPr>
        <p:txBody>
          <a:bodyPr/>
          <a:lstStyle/>
          <a:p>
            <a:r>
              <a:rPr lang="en-US" dirty="0"/>
              <a:t>Foundation model USO</a:t>
            </a:r>
            <a:br>
              <a:rPr lang="en-US" dirty="0"/>
            </a:br>
            <a:r>
              <a:rPr lang="en-US" sz="4800" i="1" dirty="0"/>
              <a:t>Prompt tuning</a:t>
            </a:r>
            <a:endParaRPr lang="en-US" i="1" dirty="0"/>
          </a:p>
        </p:txBody>
      </p:sp>
      <p:sp>
        <p:nvSpPr>
          <p:cNvPr id="34" name="Rectangle 33">
            <a:extLst>
              <a:ext uri="{FF2B5EF4-FFF2-40B4-BE49-F238E27FC236}">
                <a16:creationId xmlns:a16="http://schemas.microsoft.com/office/drawing/2014/main" id="{118928A1-5B24-A21A-9EF7-A90BA60A1A07}"/>
              </a:ext>
            </a:extLst>
          </p:cNvPr>
          <p:cNvSpPr>
            <a:spLocks noChangeAspect="1"/>
          </p:cNvSpPr>
          <p:nvPr/>
        </p:nvSpPr>
        <p:spPr bwMode="auto">
          <a:xfrm>
            <a:off x="16789135" y="4874197"/>
            <a:ext cx="1712587" cy="1712587"/>
          </a:xfrm>
          <a:prstGeom prst="rect">
            <a:avLst/>
          </a:prstGeom>
          <a:solidFill>
            <a:srgbClr val="F4F4F4"/>
          </a:solidFill>
          <a:ln w="28575">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grpSp>
        <p:nvGrpSpPr>
          <p:cNvPr id="28" name="Group 27">
            <a:extLst>
              <a:ext uri="{FF2B5EF4-FFF2-40B4-BE49-F238E27FC236}">
                <a16:creationId xmlns:a16="http://schemas.microsoft.com/office/drawing/2014/main" id="{C1187C15-C180-1898-0CAB-1656AB4D8676}"/>
              </a:ext>
            </a:extLst>
          </p:cNvPr>
          <p:cNvGrpSpPr/>
          <p:nvPr/>
        </p:nvGrpSpPr>
        <p:grpSpPr>
          <a:xfrm>
            <a:off x="17031332" y="5241802"/>
            <a:ext cx="1228193" cy="977377"/>
            <a:chOff x="17031332" y="5241802"/>
            <a:chExt cx="1228193" cy="977377"/>
          </a:xfrm>
        </p:grpSpPr>
        <p:sp>
          <p:nvSpPr>
            <p:cNvPr id="30" name="Freeform 29">
              <a:extLst>
                <a:ext uri="{FF2B5EF4-FFF2-40B4-BE49-F238E27FC236}">
                  <a16:creationId xmlns:a16="http://schemas.microsoft.com/office/drawing/2014/main" id="{C6730262-4E05-B701-993A-14CFCA557EA3}"/>
                </a:ext>
              </a:extLst>
            </p:cNvPr>
            <p:cNvSpPr/>
            <p:nvPr/>
          </p:nvSpPr>
          <p:spPr>
            <a:xfrm rot="408157">
              <a:off x="17031332" y="5241802"/>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E66E0CF2-3906-9AB5-152A-69074BB6B749}"/>
                </a:ext>
              </a:extLst>
            </p:cNvPr>
            <p:cNvSpPr>
              <a:spLocks noChangeAspect="1"/>
            </p:cNvSpPr>
            <p:nvPr/>
          </p:nvSpPr>
          <p:spPr>
            <a:xfrm rot="1829499">
              <a:off x="17820096" y="5779750"/>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grpSp>
      <p:sp>
        <p:nvSpPr>
          <p:cNvPr id="38" name="TextBox 37">
            <a:extLst>
              <a:ext uri="{FF2B5EF4-FFF2-40B4-BE49-F238E27FC236}">
                <a16:creationId xmlns:a16="http://schemas.microsoft.com/office/drawing/2014/main" id="{ECCE9295-2C69-0EA6-359C-382165D1453D}"/>
              </a:ext>
            </a:extLst>
          </p:cNvPr>
          <p:cNvSpPr txBox="1"/>
          <p:nvPr/>
        </p:nvSpPr>
        <p:spPr>
          <a:xfrm>
            <a:off x="15680755" y="3380398"/>
            <a:ext cx="3959560" cy="107721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Deployed foundation model</a:t>
            </a:r>
          </a:p>
        </p:txBody>
      </p:sp>
      <p:sp>
        <p:nvSpPr>
          <p:cNvPr id="52" name="TextBox 51">
            <a:extLst>
              <a:ext uri="{FF2B5EF4-FFF2-40B4-BE49-F238E27FC236}">
                <a16:creationId xmlns:a16="http://schemas.microsoft.com/office/drawing/2014/main" id="{69A9B97B-C7C4-87DB-86D7-5D6D24EEC3A2}"/>
              </a:ext>
            </a:extLst>
          </p:cNvPr>
          <p:cNvSpPr txBox="1"/>
          <p:nvPr/>
        </p:nvSpPr>
        <p:spPr>
          <a:xfrm>
            <a:off x="20239864" y="3380398"/>
            <a:ext cx="3560027"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Output</a:t>
            </a:r>
          </a:p>
          <a:p>
            <a:pPr algn="ctr"/>
            <a:r>
              <a:rPr lang="en-US" sz="2800" i="1" dirty="0">
                <a:solidFill>
                  <a:schemeClr val="bg2"/>
                </a:solidFill>
              </a:rPr>
              <a:t>sentiment</a:t>
            </a:r>
          </a:p>
        </p:txBody>
      </p:sp>
      <p:sp>
        <p:nvSpPr>
          <p:cNvPr id="90" name="Rectangle 89">
            <a:extLst>
              <a:ext uri="{FF2B5EF4-FFF2-40B4-BE49-F238E27FC236}">
                <a16:creationId xmlns:a16="http://schemas.microsoft.com/office/drawing/2014/main" id="{3E3F50EF-64D9-E33F-0BF0-E8E86264260A}"/>
              </a:ext>
            </a:extLst>
          </p:cNvPr>
          <p:cNvSpPr>
            <a:spLocks noChangeAspect="1"/>
          </p:cNvSpPr>
          <p:nvPr/>
        </p:nvSpPr>
        <p:spPr bwMode="auto">
          <a:xfrm>
            <a:off x="12763502" y="8388325"/>
            <a:ext cx="11048211" cy="3732633"/>
          </a:xfrm>
          <a:prstGeom prst="rect">
            <a:avLst/>
          </a:prstGeom>
          <a:solidFill>
            <a:schemeClr val="bg1"/>
          </a:solidFill>
          <a:ln w="28575">
            <a:solidFill>
              <a:schemeClr val="tx1"/>
            </a:solidFill>
            <a:prstDash val="sysDot"/>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52" name="TextBox 251">
            <a:extLst>
              <a:ext uri="{FF2B5EF4-FFF2-40B4-BE49-F238E27FC236}">
                <a16:creationId xmlns:a16="http://schemas.microsoft.com/office/drawing/2014/main" id="{92913375-B2AD-EA19-40DE-EC35CFE75D36}"/>
              </a:ext>
            </a:extLst>
          </p:cNvPr>
          <p:cNvSpPr txBox="1"/>
          <p:nvPr/>
        </p:nvSpPr>
        <p:spPr>
          <a:xfrm>
            <a:off x="12763502" y="10701166"/>
            <a:ext cx="4219641" cy="954107"/>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Labeled training data</a:t>
            </a:r>
          </a:p>
          <a:p>
            <a:pPr algn="ctr"/>
            <a:r>
              <a:rPr lang="en-US" sz="2800" i="1" dirty="0"/>
              <a:t>10s to 1000s examples</a:t>
            </a:r>
          </a:p>
        </p:txBody>
      </p:sp>
      <p:sp>
        <p:nvSpPr>
          <p:cNvPr id="253" name="Right Brace 252">
            <a:extLst>
              <a:ext uri="{FF2B5EF4-FFF2-40B4-BE49-F238E27FC236}">
                <a16:creationId xmlns:a16="http://schemas.microsoft.com/office/drawing/2014/main" id="{3D5CB9BB-68D6-7CBC-C2E2-9A62AF8AD9DC}"/>
              </a:ext>
            </a:extLst>
          </p:cNvPr>
          <p:cNvSpPr/>
          <p:nvPr/>
        </p:nvSpPr>
        <p:spPr bwMode="auto">
          <a:xfrm>
            <a:off x="16869169" y="8767026"/>
            <a:ext cx="442513" cy="1846729"/>
          </a:xfrm>
          <a:prstGeom prst="rightBrace">
            <a:avLst/>
          </a:prstGeom>
          <a:ln w="254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cxnSp>
        <p:nvCxnSpPr>
          <p:cNvPr id="257" name="Straight Arrow Connector 256">
            <a:extLst>
              <a:ext uri="{FF2B5EF4-FFF2-40B4-BE49-F238E27FC236}">
                <a16:creationId xmlns:a16="http://schemas.microsoft.com/office/drawing/2014/main" id="{0D2A89A4-FBF8-0161-41BB-9384F0D5FF05}"/>
              </a:ext>
            </a:extLst>
          </p:cNvPr>
          <p:cNvCxnSpPr>
            <a:cxnSpLocks/>
          </p:cNvCxnSpPr>
          <p:nvPr/>
        </p:nvCxnSpPr>
        <p:spPr bwMode="auto">
          <a:xfrm>
            <a:off x="18036305" y="9690390"/>
            <a:ext cx="2039112"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263" name="TextBox 262">
            <a:extLst>
              <a:ext uri="{FF2B5EF4-FFF2-40B4-BE49-F238E27FC236}">
                <a16:creationId xmlns:a16="http://schemas.microsoft.com/office/drawing/2014/main" id="{FB3171BB-C307-B9A4-C4CF-3F6FB43587AB}"/>
              </a:ext>
            </a:extLst>
          </p:cNvPr>
          <p:cNvSpPr txBox="1"/>
          <p:nvPr/>
        </p:nvSpPr>
        <p:spPr>
          <a:xfrm>
            <a:off x="12763500" y="12273365"/>
            <a:ext cx="11036391" cy="144655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Prompt tuning</a:t>
            </a:r>
          </a:p>
          <a:p>
            <a:pPr algn="ctr"/>
            <a:r>
              <a:rPr lang="es-ES" sz="2800" i="1">
                <a:solidFill>
                  <a:schemeClr val="bg2"/>
                </a:solidFill>
              </a:rPr>
              <a:t>Utilice un conjunto de datos etiquetado para codificar 100 ejemplos de entrada/salida</a:t>
            </a:r>
            <a:endParaRPr lang="en-US" sz="2800" i="1" dirty="0">
              <a:solidFill>
                <a:schemeClr val="bg2"/>
              </a:solidFill>
            </a:endParaRPr>
          </a:p>
        </p:txBody>
      </p:sp>
      <p:sp>
        <p:nvSpPr>
          <p:cNvPr id="3" name="TextBox 2">
            <a:extLst>
              <a:ext uri="{FF2B5EF4-FFF2-40B4-BE49-F238E27FC236}">
                <a16:creationId xmlns:a16="http://schemas.microsoft.com/office/drawing/2014/main" id="{07A3DC8A-B782-47DE-FEE1-B67EA3B3F213}"/>
              </a:ext>
            </a:extLst>
          </p:cNvPr>
          <p:cNvSpPr txBox="1"/>
          <p:nvPr/>
        </p:nvSpPr>
        <p:spPr>
          <a:xfrm>
            <a:off x="587284" y="3380398"/>
            <a:ext cx="8504465" cy="4585871"/>
          </a:xfrm>
          <a:prstGeom prst="rect">
            <a:avLst/>
          </a:prstGeom>
          <a:no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spAutoFit/>
          </a:bodyPr>
          <a:lstStyle/>
          <a:p>
            <a:pPr>
              <a:spcAft>
                <a:spcPts val="2400"/>
              </a:spcAft>
            </a:pPr>
            <a:r>
              <a:rPr lang="es-ES" dirty="0"/>
              <a:t>Las solicitudes suaves ajustables son conjuntos codificados de datos de entrenamiento etiquetados</a:t>
            </a:r>
          </a:p>
          <a:p>
            <a:pPr>
              <a:spcAft>
                <a:spcPts val="2400"/>
              </a:spcAft>
            </a:pPr>
            <a:r>
              <a:rPr lang="es-ES" dirty="0"/>
              <a:t>El modelo subyacente no cambia</a:t>
            </a:r>
          </a:p>
          <a:p>
            <a:pPr>
              <a:spcAft>
                <a:spcPts val="2400"/>
              </a:spcAft>
            </a:pPr>
            <a:r>
              <a:rPr lang="es-ES" dirty="0"/>
              <a:t>Buen rendimiento del modelo para casos de uso específicos reflejados por los datos de entrenamiento</a:t>
            </a:r>
            <a:endParaRPr lang="en-US" dirty="0"/>
          </a:p>
        </p:txBody>
      </p:sp>
      <p:cxnSp>
        <p:nvCxnSpPr>
          <p:cNvPr id="15" name="Straight Arrow Connector 14">
            <a:extLst>
              <a:ext uri="{FF2B5EF4-FFF2-40B4-BE49-F238E27FC236}">
                <a16:creationId xmlns:a16="http://schemas.microsoft.com/office/drawing/2014/main" id="{3E19774D-5353-D780-D752-6B8C20D77BC5}"/>
              </a:ext>
            </a:extLst>
          </p:cNvPr>
          <p:cNvCxnSpPr>
            <a:cxnSpLocks/>
          </p:cNvCxnSpPr>
          <p:nvPr/>
        </p:nvCxnSpPr>
        <p:spPr bwMode="auto">
          <a:xfrm>
            <a:off x="18927665" y="5722209"/>
            <a:ext cx="2034540"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4" name="TextBox 3">
            <a:extLst>
              <a:ext uri="{FF2B5EF4-FFF2-40B4-BE49-F238E27FC236}">
                <a16:creationId xmlns:a16="http://schemas.microsoft.com/office/drawing/2014/main" id="{1C72F432-47A3-01F1-2781-93637B622A7A}"/>
              </a:ext>
            </a:extLst>
          </p:cNvPr>
          <p:cNvSpPr txBox="1"/>
          <p:nvPr/>
        </p:nvSpPr>
        <p:spPr>
          <a:xfrm>
            <a:off x="12763500" y="2250500"/>
            <a:ext cx="8283765" cy="55399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a:spAutoFit/>
          </a:bodyPr>
          <a:lstStyle/>
          <a:p>
            <a:r>
              <a:rPr lang="en-US" sz="3600" i="1" dirty="0">
                <a:solidFill>
                  <a:schemeClr val="bg2"/>
                </a:solidFill>
              </a:rPr>
              <a:t>Example: Sentiment classification</a:t>
            </a:r>
            <a:endParaRPr lang="en-US" dirty="0">
              <a:solidFill>
                <a:schemeClr val="bg2"/>
              </a:solidFill>
            </a:endParaRPr>
          </a:p>
        </p:txBody>
      </p:sp>
      <p:sp>
        <p:nvSpPr>
          <p:cNvPr id="10" name="TextBox 9">
            <a:extLst>
              <a:ext uri="{FF2B5EF4-FFF2-40B4-BE49-F238E27FC236}">
                <a16:creationId xmlns:a16="http://schemas.microsoft.com/office/drawing/2014/main" id="{9442CD1F-B9FB-7AF7-9AD2-425BA5FDBC18}"/>
              </a:ext>
            </a:extLst>
          </p:cNvPr>
          <p:cNvSpPr txBox="1"/>
          <p:nvPr/>
        </p:nvSpPr>
        <p:spPr>
          <a:xfrm>
            <a:off x="19188455" y="10722694"/>
            <a:ext cx="4469212" cy="52322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Soft prompt</a:t>
            </a:r>
          </a:p>
        </p:txBody>
      </p:sp>
      <p:cxnSp>
        <p:nvCxnSpPr>
          <p:cNvPr id="13" name="Straight Arrow Connector 12">
            <a:extLst>
              <a:ext uri="{FF2B5EF4-FFF2-40B4-BE49-F238E27FC236}">
                <a16:creationId xmlns:a16="http://schemas.microsoft.com/office/drawing/2014/main" id="{DAF7BEA3-4EFB-B74A-7677-F3FDE7E0A233}"/>
              </a:ext>
            </a:extLst>
          </p:cNvPr>
          <p:cNvCxnSpPr>
            <a:cxnSpLocks/>
          </p:cNvCxnSpPr>
          <p:nvPr/>
        </p:nvCxnSpPr>
        <p:spPr bwMode="auto">
          <a:xfrm flipV="1">
            <a:off x="15379485" y="5722209"/>
            <a:ext cx="983706" cy="8067"/>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17" name="Freeform 16">
            <a:extLst>
              <a:ext uri="{FF2B5EF4-FFF2-40B4-BE49-F238E27FC236}">
                <a16:creationId xmlns:a16="http://schemas.microsoft.com/office/drawing/2014/main" id="{D9103399-7F9F-356C-CF7F-8CFB75EA9DCF}"/>
              </a:ext>
            </a:extLst>
          </p:cNvPr>
          <p:cNvSpPr/>
          <p:nvPr/>
        </p:nvSpPr>
        <p:spPr bwMode="auto">
          <a:xfrm>
            <a:off x="14610945" y="6448340"/>
            <a:ext cx="6845435" cy="2673774"/>
          </a:xfrm>
          <a:custGeom>
            <a:avLst/>
            <a:gdLst>
              <a:gd name="connsiteX0" fmla="*/ 3772138 w 3897436"/>
              <a:gd name="connsiteY0" fmla="*/ 2120630 h 2120630"/>
              <a:gd name="connsiteX1" fmla="*/ 3480308 w 3897436"/>
              <a:gd name="connsiteY1" fmla="*/ 894945 h 2120630"/>
              <a:gd name="connsiteX2" fmla="*/ 328546 w 3897436"/>
              <a:gd name="connsiteY2" fmla="*/ 1011677 h 2120630"/>
              <a:gd name="connsiteX3" fmla="*/ 75627 w 3897436"/>
              <a:gd name="connsiteY3" fmla="*/ 0 h 2120630"/>
              <a:gd name="connsiteX0" fmla="*/ 3702652 w 3819561"/>
              <a:gd name="connsiteY0" fmla="*/ 2120630 h 2120630"/>
              <a:gd name="connsiteX1" fmla="*/ 3410822 w 3819561"/>
              <a:gd name="connsiteY1" fmla="*/ 894945 h 2120630"/>
              <a:gd name="connsiteX2" fmla="*/ 414703 w 3819561"/>
              <a:gd name="connsiteY2" fmla="*/ 953311 h 2120630"/>
              <a:gd name="connsiteX3" fmla="*/ 6141 w 3819561"/>
              <a:gd name="connsiteY3" fmla="*/ 0 h 2120630"/>
              <a:gd name="connsiteX0" fmla="*/ 3702652 w 3733857"/>
              <a:gd name="connsiteY0" fmla="*/ 2120630 h 2120630"/>
              <a:gd name="connsiteX1" fmla="*/ 2943895 w 3733857"/>
              <a:gd name="connsiteY1" fmla="*/ 972766 h 2120630"/>
              <a:gd name="connsiteX2" fmla="*/ 414703 w 3733857"/>
              <a:gd name="connsiteY2" fmla="*/ 953311 h 2120630"/>
              <a:gd name="connsiteX3" fmla="*/ 6141 w 3733857"/>
              <a:gd name="connsiteY3" fmla="*/ 0 h 2120630"/>
              <a:gd name="connsiteX0" fmla="*/ 3702652 w 3707471"/>
              <a:gd name="connsiteY0" fmla="*/ 2120630 h 2120630"/>
              <a:gd name="connsiteX1" fmla="*/ 2943895 w 3707471"/>
              <a:gd name="connsiteY1" fmla="*/ 972766 h 2120630"/>
              <a:gd name="connsiteX2" fmla="*/ 414703 w 3707471"/>
              <a:gd name="connsiteY2" fmla="*/ 953311 h 2120630"/>
              <a:gd name="connsiteX3" fmla="*/ 6141 w 3707471"/>
              <a:gd name="connsiteY3" fmla="*/ 0 h 2120630"/>
              <a:gd name="connsiteX0" fmla="*/ 3702652 w 3711480"/>
              <a:gd name="connsiteY0" fmla="*/ 2120630 h 2120630"/>
              <a:gd name="connsiteX1" fmla="*/ 2943895 w 3711480"/>
              <a:gd name="connsiteY1" fmla="*/ 972766 h 2120630"/>
              <a:gd name="connsiteX2" fmla="*/ 414703 w 3711480"/>
              <a:gd name="connsiteY2" fmla="*/ 953311 h 2120630"/>
              <a:gd name="connsiteX3" fmla="*/ 6141 w 3711480"/>
              <a:gd name="connsiteY3" fmla="*/ 0 h 2120630"/>
              <a:gd name="connsiteX0" fmla="*/ 3702652 w 3707780"/>
              <a:gd name="connsiteY0" fmla="*/ 2120630 h 2120630"/>
              <a:gd name="connsiteX1" fmla="*/ 2943895 w 3707780"/>
              <a:gd name="connsiteY1" fmla="*/ 972766 h 2120630"/>
              <a:gd name="connsiteX2" fmla="*/ 414703 w 3707780"/>
              <a:gd name="connsiteY2" fmla="*/ 953311 h 2120630"/>
              <a:gd name="connsiteX3" fmla="*/ 6141 w 3707780"/>
              <a:gd name="connsiteY3" fmla="*/ 0 h 2120630"/>
              <a:gd name="connsiteX0" fmla="*/ 3702652 w 3705537"/>
              <a:gd name="connsiteY0" fmla="*/ 2120630 h 2120630"/>
              <a:gd name="connsiteX1" fmla="*/ 2943895 w 3705537"/>
              <a:gd name="connsiteY1" fmla="*/ 972766 h 2120630"/>
              <a:gd name="connsiteX2" fmla="*/ 414703 w 3705537"/>
              <a:gd name="connsiteY2" fmla="*/ 953311 h 2120630"/>
              <a:gd name="connsiteX3" fmla="*/ 6141 w 3705537"/>
              <a:gd name="connsiteY3" fmla="*/ 0 h 2120630"/>
              <a:gd name="connsiteX0" fmla="*/ 3702652 w 3707007"/>
              <a:gd name="connsiteY0" fmla="*/ 2120630 h 2120630"/>
              <a:gd name="connsiteX1" fmla="*/ 2943895 w 3707007"/>
              <a:gd name="connsiteY1" fmla="*/ 972766 h 2120630"/>
              <a:gd name="connsiteX2" fmla="*/ 414703 w 3707007"/>
              <a:gd name="connsiteY2" fmla="*/ 953311 h 2120630"/>
              <a:gd name="connsiteX3" fmla="*/ 6141 w 3707007"/>
              <a:gd name="connsiteY3" fmla="*/ 0 h 2120630"/>
              <a:gd name="connsiteX0" fmla="*/ 3702652 w 3706126"/>
              <a:gd name="connsiteY0" fmla="*/ 2120630 h 2120630"/>
              <a:gd name="connsiteX1" fmla="*/ 2811159 w 3706126"/>
              <a:gd name="connsiteY1" fmla="*/ 961705 h 2120630"/>
              <a:gd name="connsiteX2" fmla="*/ 414703 w 3706126"/>
              <a:gd name="connsiteY2" fmla="*/ 953311 h 2120630"/>
              <a:gd name="connsiteX3" fmla="*/ 6141 w 3706126"/>
              <a:gd name="connsiteY3" fmla="*/ 0 h 2120630"/>
              <a:gd name="connsiteX0" fmla="*/ 3702652 w 3706287"/>
              <a:gd name="connsiteY0" fmla="*/ 2120630 h 2120630"/>
              <a:gd name="connsiteX1" fmla="*/ 2811159 w 3706287"/>
              <a:gd name="connsiteY1" fmla="*/ 961705 h 2120630"/>
              <a:gd name="connsiteX2" fmla="*/ 414703 w 3706287"/>
              <a:gd name="connsiteY2" fmla="*/ 953311 h 2120630"/>
              <a:gd name="connsiteX3" fmla="*/ 6141 w 3706287"/>
              <a:gd name="connsiteY3" fmla="*/ 0 h 2120630"/>
              <a:gd name="connsiteX0" fmla="*/ 3836002 w 3840058"/>
              <a:gd name="connsiteY0" fmla="*/ 2234930 h 2234930"/>
              <a:gd name="connsiteX1" fmla="*/ 2811159 w 3840058"/>
              <a:gd name="connsiteY1" fmla="*/ 961705 h 2234930"/>
              <a:gd name="connsiteX2" fmla="*/ 414703 w 3840058"/>
              <a:gd name="connsiteY2" fmla="*/ 953311 h 2234930"/>
              <a:gd name="connsiteX3" fmla="*/ 6141 w 3840058"/>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4302 w 3834302"/>
              <a:gd name="connsiteY0" fmla="*/ 2234930 h 2234930"/>
              <a:gd name="connsiteX1" fmla="*/ 2809459 w 3834302"/>
              <a:gd name="connsiteY1" fmla="*/ 961705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3027995 w 3834302"/>
              <a:gd name="connsiteY1" fmla="*/ 1036467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8563"/>
              <a:gd name="connsiteY0" fmla="*/ 2234930 h 2234930"/>
              <a:gd name="connsiteX1" fmla="*/ 3430561 w 3838563"/>
              <a:gd name="connsiteY1" fmla="*/ 1065222 h 2234930"/>
              <a:gd name="connsiteX2" fmla="*/ 418753 w 3838563"/>
              <a:gd name="connsiteY2" fmla="*/ 930307 h 2234930"/>
              <a:gd name="connsiteX3" fmla="*/ 4441 w 3838563"/>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4668"/>
              <a:gd name="connsiteY0" fmla="*/ 2234930 h 2234930"/>
              <a:gd name="connsiteX1" fmla="*/ 3493821 w 3834668"/>
              <a:gd name="connsiteY1" fmla="*/ 1065222 h 2234930"/>
              <a:gd name="connsiteX2" fmla="*/ 418753 w 3834668"/>
              <a:gd name="connsiteY2" fmla="*/ 930307 h 2234930"/>
              <a:gd name="connsiteX3" fmla="*/ 4441 w 3834668"/>
              <a:gd name="connsiteY3" fmla="*/ 0 h 2234930"/>
              <a:gd name="connsiteX0" fmla="*/ 3834302 w 3834302"/>
              <a:gd name="connsiteY0" fmla="*/ 2234930 h 2234930"/>
              <a:gd name="connsiteX1" fmla="*/ 3493821 w 3834302"/>
              <a:gd name="connsiteY1" fmla="*/ 1065222 h 2234930"/>
              <a:gd name="connsiteX2" fmla="*/ 418753 w 3834302"/>
              <a:gd name="connsiteY2" fmla="*/ 930307 h 2234930"/>
              <a:gd name="connsiteX3" fmla="*/ 4441 w 3834302"/>
              <a:gd name="connsiteY3" fmla="*/ 0 h 2234930"/>
            </a:gdLst>
            <a:ahLst/>
            <a:cxnLst>
              <a:cxn ang="0">
                <a:pos x="connsiteX0" y="connsiteY0"/>
              </a:cxn>
              <a:cxn ang="0">
                <a:pos x="connsiteX1" y="connsiteY1"/>
              </a:cxn>
              <a:cxn ang="0">
                <a:pos x="connsiteX2" y="connsiteY2"/>
              </a:cxn>
              <a:cxn ang="0">
                <a:pos x="connsiteX3" y="connsiteY3"/>
              </a:cxn>
            </a:cxnLst>
            <a:rect l="l" t="t" r="r" b="b"/>
            <a:pathLst>
              <a:path w="3834302" h="2234930">
                <a:moveTo>
                  <a:pt x="3834302" y="2234930"/>
                </a:moveTo>
                <a:cubicBezTo>
                  <a:pt x="3833965" y="1242142"/>
                  <a:pt x="3798534" y="1219398"/>
                  <a:pt x="3493821" y="1065222"/>
                </a:cubicBezTo>
                <a:cubicBezTo>
                  <a:pt x="3189108" y="911046"/>
                  <a:pt x="986200" y="1079464"/>
                  <a:pt x="418753" y="930307"/>
                </a:cubicBezTo>
                <a:cubicBezTo>
                  <a:pt x="-148694" y="781150"/>
                  <a:pt x="36866" y="136187"/>
                  <a:pt x="4441" y="0"/>
                </a:cubicBezTo>
              </a:path>
            </a:pathLst>
          </a:custGeom>
          <a:ln w="25400">
            <a:solidFill>
              <a:schemeClr val="tx1"/>
            </a:solidFill>
            <a:prstDash val="sysDash"/>
            <a:headEnd type="none" w="med" len="med"/>
            <a:tailEnd type="triangle" w="lg" len="lg"/>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9" name="TextBox 8">
            <a:extLst>
              <a:ext uri="{FF2B5EF4-FFF2-40B4-BE49-F238E27FC236}">
                <a16:creationId xmlns:a16="http://schemas.microsoft.com/office/drawing/2014/main" id="{778EC3ED-98B5-FCD3-FD37-7CC0ADE935D7}"/>
              </a:ext>
            </a:extLst>
          </p:cNvPr>
          <p:cNvSpPr txBox="1"/>
          <p:nvPr/>
        </p:nvSpPr>
        <p:spPr>
          <a:xfrm>
            <a:off x="13680916" y="5270863"/>
            <a:ext cx="354010" cy="769441"/>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4400" dirty="0">
                <a:latin typeface="IBM Plex Sans Light" panose="020B0403050203000203" pitchFamily="34" charset="0"/>
              </a:rPr>
              <a:t>+</a:t>
            </a:r>
          </a:p>
        </p:txBody>
      </p:sp>
      <p:sp>
        <p:nvSpPr>
          <p:cNvPr id="18" name="Freeform 17">
            <a:extLst>
              <a:ext uri="{FF2B5EF4-FFF2-40B4-BE49-F238E27FC236}">
                <a16:creationId xmlns:a16="http://schemas.microsoft.com/office/drawing/2014/main" id="{DCAED63F-5F36-8625-918B-AF239C4F08B4}"/>
              </a:ext>
            </a:extLst>
          </p:cNvPr>
          <p:cNvSpPr>
            <a:spLocks noChangeAspect="1"/>
          </p:cNvSpPr>
          <p:nvPr/>
        </p:nvSpPr>
        <p:spPr>
          <a:xfrm>
            <a:off x="21082516" y="9537298"/>
            <a:ext cx="612022" cy="612000"/>
          </a:xfrm>
          <a:custGeom>
            <a:avLst/>
            <a:gdLst>
              <a:gd name="connsiteX0" fmla="*/ 212979 w 254517"/>
              <a:gd name="connsiteY0" fmla="*/ 254508 h 254508"/>
              <a:gd name="connsiteX1" fmla="*/ 200025 w 254517"/>
              <a:gd name="connsiteY1" fmla="*/ 241554 h 254508"/>
              <a:gd name="connsiteX2" fmla="*/ 212979 w 254517"/>
              <a:gd name="connsiteY2" fmla="*/ 228600 h 254508"/>
              <a:gd name="connsiteX3" fmla="*/ 225933 w 254517"/>
              <a:gd name="connsiteY3" fmla="*/ 241554 h 254508"/>
              <a:gd name="connsiteX4" fmla="*/ 212979 w 254517"/>
              <a:gd name="connsiteY4" fmla="*/ 254508 h 254508"/>
              <a:gd name="connsiteX5" fmla="*/ 212979 w 254517"/>
              <a:gd name="connsiteY5" fmla="*/ 235458 h 254508"/>
              <a:gd name="connsiteX6" fmla="*/ 206883 w 254517"/>
              <a:gd name="connsiteY6" fmla="*/ 241554 h 254508"/>
              <a:gd name="connsiteX7" fmla="*/ 212979 w 254517"/>
              <a:gd name="connsiteY7" fmla="*/ 247650 h 254508"/>
              <a:gd name="connsiteX8" fmla="*/ 219075 w 254517"/>
              <a:gd name="connsiteY8" fmla="*/ 241554 h 254508"/>
              <a:gd name="connsiteX9" fmla="*/ 212979 w 254517"/>
              <a:gd name="connsiteY9" fmla="*/ 235458 h 254508"/>
              <a:gd name="connsiteX10" fmla="*/ 117729 w 254517"/>
              <a:gd name="connsiteY10" fmla="*/ 254508 h 254508"/>
              <a:gd name="connsiteX11" fmla="*/ 104775 w 254517"/>
              <a:gd name="connsiteY11" fmla="*/ 241554 h 254508"/>
              <a:gd name="connsiteX12" fmla="*/ 117729 w 254517"/>
              <a:gd name="connsiteY12" fmla="*/ 228600 h 254508"/>
              <a:gd name="connsiteX13" fmla="*/ 130683 w 254517"/>
              <a:gd name="connsiteY13" fmla="*/ 241554 h 254508"/>
              <a:gd name="connsiteX14" fmla="*/ 117729 w 254517"/>
              <a:gd name="connsiteY14" fmla="*/ 254508 h 254508"/>
              <a:gd name="connsiteX15" fmla="*/ 117729 w 254517"/>
              <a:gd name="connsiteY15" fmla="*/ 235458 h 254508"/>
              <a:gd name="connsiteX16" fmla="*/ 111633 w 254517"/>
              <a:gd name="connsiteY16" fmla="*/ 241554 h 254508"/>
              <a:gd name="connsiteX17" fmla="*/ 117729 w 254517"/>
              <a:gd name="connsiteY17" fmla="*/ 247650 h 254508"/>
              <a:gd name="connsiteX18" fmla="*/ 123825 w 254517"/>
              <a:gd name="connsiteY18" fmla="*/ 241554 h 254508"/>
              <a:gd name="connsiteX19" fmla="*/ 117729 w 254517"/>
              <a:gd name="connsiteY19" fmla="*/ 235458 h 254508"/>
              <a:gd name="connsiteX20" fmla="*/ 70104 w 254517"/>
              <a:gd name="connsiteY20" fmla="*/ 254508 h 254508"/>
              <a:gd name="connsiteX21" fmla="*/ 57150 w 254517"/>
              <a:gd name="connsiteY21" fmla="*/ 241554 h 254508"/>
              <a:gd name="connsiteX22" fmla="*/ 70104 w 254517"/>
              <a:gd name="connsiteY22" fmla="*/ 228600 h 254508"/>
              <a:gd name="connsiteX23" fmla="*/ 83058 w 254517"/>
              <a:gd name="connsiteY23" fmla="*/ 241554 h 254508"/>
              <a:gd name="connsiteX24" fmla="*/ 70104 w 254517"/>
              <a:gd name="connsiteY24" fmla="*/ 254508 h 254508"/>
              <a:gd name="connsiteX25" fmla="*/ 70104 w 254517"/>
              <a:gd name="connsiteY25" fmla="*/ 235458 h 254508"/>
              <a:gd name="connsiteX26" fmla="*/ 64008 w 254517"/>
              <a:gd name="connsiteY26" fmla="*/ 241554 h 254508"/>
              <a:gd name="connsiteX27" fmla="*/ 70104 w 254517"/>
              <a:gd name="connsiteY27" fmla="*/ 247650 h 254508"/>
              <a:gd name="connsiteX28" fmla="*/ 76200 w 254517"/>
              <a:gd name="connsiteY28" fmla="*/ 241554 h 254508"/>
              <a:gd name="connsiteX29" fmla="*/ 70104 w 254517"/>
              <a:gd name="connsiteY29" fmla="*/ 235458 h 254508"/>
              <a:gd name="connsiteX30" fmla="*/ 254508 w 254517"/>
              <a:gd name="connsiteY30" fmla="*/ 251079 h 254508"/>
              <a:gd name="connsiteX31" fmla="*/ 247650 w 254517"/>
              <a:gd name="connsiteY31" fmla="*/ 251079 h 254508"/>
              <a:gd name="connsiteX32" fmla="*/ 247650 w 254517"/>
              <a:gd name="connsiteY32" fmla="*/ 232029 h 254508"/>
              <a:gd name="connsiteX33" fmla="*/ 254518 w 254517"/>
              <a:gd name="connsiteY33" fmla="*/ 232029 h 254508"/>
              <a:gd name="connsiteX34" fmla="*/ 254508 w 254517"/>
              <a:gd name="connsiteY34" fmla="*/ 251079 h 254508"/>
              <a:gd name="connsiteX35" fmla="*/ 254508 w 254517"/>
              <a:gd name="connsiteY35" fmla="*/ 251079 h 254508"/>
              <a:gd name="connsiteX36" fmla="*/ 35433 w 254517"/>
              <a:gd name="connsiteY36" fmla="*/ 251079 h 254508"/>
              <a:gd name="connsiteX37" fmla="*/ 28575 w 254517"/>
              <a:gd name="connsiteY37" fmla="*/ 251079 h 254508"/>
              <a:gd name="connsiteX38" fmla="*/ 28575 w 254517"/>
              <a:gd name="connsiteY38" fmla="*/ 232029 h 254508"/>
              <a:gd name="connsiteX39" fmla="*/ 35433 w 254517"/>
              <a:gd name="connsiteY39" fmla="*/ 232029 h 254508"/>
              <a:gd name="connsiteX40" fmla="*/ 35433 w 254517"/>
              <a:gd name="connsiteY40" fmla="*/ 251079 h 254508"/>
              <a:gd name="connsiteX41" fmla="*/ 6858 w 254517"/>
              <a:gd name="connsiteY41" fmla="*/ 251079 h 254508"/>
              <a:gd name="connsiteX42" fmla="*/ 0 w 254517"/>
              <a:gd name="connsiteY42" fmla="*/ 251079 h 254508"/>
              <a:gd name="connsiteX43" fmla="*/ 0 w 254517"/>
              <a:gd name="connsiteY43" fmla="*/ 232029 h 254508"/>
              <a:gd name="connsiteX44" fmla="*/ 6858 w 254517"/>
              <a:gd name="connsiteY44" fmla="*/ 232029 h 254508"/>
              <a:gd name="connsiteX45" fmla="*/ 6858 w 254517"/>
              <a:gd name="connsiteY45" fmla="*/ 251079 h 254508"/>
              <a:gd name="connsiteX46" fmla="*/ 174879 w 254517"/>
              <a:gd name="connsiteY46" fmla="*/ 244983 h 254508"/>
              <a:gd name="connsiteX47" fmla="*/ 155829 w 254517"/>
              <a:gd name="connsiteY47" fmla="*/ 244983 h 254508"/>
              <a:gd name="connsiteX48" fmla="*/ 155829 w 254517"/>
              <a:gd name="connsiteY48" fmla="*/ 238125 h 254508"/>
              <a:gd name="connsiteX49" fmla="*/ 174879 w 254517"/>
              <a:gd name="connsiteY49" fmla="*/ 238125 h 254508"/>
              <a:gd name="connsiteX50" fmla="*/ 174879 w 254517"/>
              <a:gd name="connsiteY50" fmla="*/ 244983 h 254508"/>
              <a:gd name="connsiteX51" fmla="*/ 241554 w 254517"/>
              <a:gd name="connsiteY51" fmla="*/ 178308 h 254508"/>
              <a:gd name="connsiteX52" fmla="*/ 228600 w 254517"/>
              <a:gd name="connsiteY52" fmla="*/ 165354 h 254508"/>
              <a:gd name="connsiteX53" fmla="*/ 241554 w 254517"/>
              <a:gd name="connsiteY53" fmla="*/ 152400 h 254508"/>
              <a:gd name="connsiteX54" fmla="*/ 254508 w 254517"/>
              <a:gd name="connsiteY54" fmla="*/ 165354 h 254508"/>
              <a:gd name="connsiteX55" fmla="*/ 241554 w 254517"/>
              <a:gd name="connsiteY55" fmla="*/ 178308 h 254508"/>
              <a:gd name="connsiteX56" fmla="*/ 241554 w 254517"/>
              <a:gd name="connsiteY56" fmla="*/ 159258 h 254508"/>
              <a:gd name="connsiteX57" fmla="*/ 235458 w 254517"/>
              <a:gd name="connsiteY57" fmla="*/ 165354 h 254508"/>
              <a:gd name="connsiteX58" fmla="*/ 241554 w 254517"/>
              <a:gd name="connsiteY58" fmla="*/ 171450 h 254508"/>
              <a:gd name="connsiteX59" fmla="*/ 247650 w 254517"/>
              <a:gd name="connsiteY59" fmla="*/ 165354 h 254508"/>
              <a:gd name="connsiteX60" fmla="*/ 241554 w 254517"/>
              <a:gd name="connsiteY60" fmla="*/ 159258 h 254508"/>
              <a:gd name="connsiteX61" fmla="*/ 127254 w 254517"/>
              <a:gd name="connsiteY61" fmla="*/ 178308 h 254508"/>
              <a:gd name="connsiteX62" fmla="*/ 114300 w 254517"/>
              <a:gd name="connsiteY62" fmla="*/ 165354 h 254508"/>
              <a:gd name="connsiteX63" fmla="*/ 127254 w 254517"/>
              <a:gd name="connsiteY63" fmla="*/ 152400 h 254508"/>
              <a:gd name="connsiteX64" fmla="*/ 140208 w 254517"/>
              <a:gd name="connsiteY64" fmla="*/ 165354 h 254508"/>
              <a:gd name="connsiteX65" fmla="*/ 127254 w 254517"/>
              <a:gd name="connsiteY65" fmla="*/ 178308 h 254508"/>
              <a:gd name="connsiteX66" fmla="*/ 127254 w 254517"/>
              <a:gd name="connsiteY66" fmla="*/ 159258 h 254508"/>
              <a:gd name="connsiteX67" fmla="*/ 121158 w 254517"/>
              <a:gd name="connsiteY67" fmla="*/ 165354 h 254508"/>
              <a:gd name="connsiteX68" fmla="*/ 127254 w 254517"/>
              <a:gd name="connsiteY68" fmla="*/ 171450 h 254508"/>
              <a:gd name="connsiteX69" fmla="*/ 133350 w 254517"/>
              <a:gd name="connsiteY69" fmla="*/ 165354 h 254508"/>
              <a:gd name="connsiteX70" fmla="*/ 127254 w 254517"/>
              <a:gd name="connsiteY70" fmla="*/ 159258 h 254508"/>
              <a:gd name="connsiteX71" fmla="*/ 12954 w 254517"/>
              <a:gd name="connsiteY71" fmla="*/ 178308 h 254508"/>
              <a:gd name="connsiteX72" fmla="*/ 0 w 254517"/>
              <a:gd name="connsiteY72" fmla="*/ 165354 h 254508"/>
              <a:gd name="connsiteX73" fmla="*/ 12954 w 254517"/>
              <a:gd name="connsiteY73" fmla="*/ 152400 h 254508"/>
              <a:gd name="connsiteX74" fmla="*/ 25908 w 254517"/>
              <a:gd name="connsiteY74" fmla="*/ 165354 h 254508"/>
              <a:gd name="connsiteX75" fmla="*/ 12954 w 254517"/>
              <a:gd name="connsiteY75" fmla="*/ 178308 h 254508"/>
              <a:gd name="connsiteX76" fmla="*/ 12954 w 254517"/>
              <a:gd name="connsiteY76" fmla="*/ 159258 h 254508"/>
              <a:gd name="connsiteX77" fmla="*/ 6858 w 254517"/>
              <a:gd name="connsiteY77" fmla="*/ 165354 h 254508"/>
              <a:gd name="connsiteX78" fmla="*/ 12954 w 254517"/>
              <a:gd name="connsiteY78" fmla="*/ 171450 h 254508"/>
              <a:gd name="connsiteX79" fmla="*/ 19050 w 254517"/>
              <a:gd name="connsiteY79" fmla="*/ 165354 h 254508"/>
              <a:gd name="connsiteX80" fmla="*/ 12954 w 254517"/>
              <a:gd name="connsiteY80" fmla="*/ 159258 h 254508"/>
              <a:gd name="connsiteX81" fmla="*/ 203454 w 254517"/>
              <a:gd name="connsiteY81" fmla="*/ 168783 h 254508"/>
              <a:gd name="connsiteX82" fmla="*/ 165354 w 254517"/>
              <a:gd name="connsiteY82" fmla="*/ 168783 h 254508"/>
              <a:gd name="connsiteX83" fmla="*/ 165354 w 254517"/>
              <a:gd name="connsiteY83" fmla="*/ 161925 h 254508"/>
              <a:gd name="connsiteX84" fmla="*/ 203454 w 254517"/>
              <a:gd name="connsiteY84" fmla="*/ 161925 h 254508"/>
              <a:gd name="connsiteX85" fmla="*/ 203454 w 254517"/>
              <a:gd name="connsiteY85" fmla="*/ 168783 h 254508"/>
              <a:gd name="connsiteX86" fmla="*/ 89154 w 254517"/>
              <a:gd name="connsiteY86" fmla="*/ 168783 h 254508"/>
              <a:gd name="connsiteX87" fmla="*/ 51054 w 254517"/>
              <a:gd name="connsiteY87" fmla="*/ 168783 h 254508"/>
              <a:gd name="connsiteX88" fmla="*/ 51054 w 254517"/>
              <a:gd name="connsiteY88" fmla="*/ 161925 h 254508"/>
              <a:gd name="connsiteX89" fmla="*/ 89154 w 254517"/>
              <a:gd name="connsiteY89" fmla="*/ 161925 h 254508"/>
              <a:gd name="connsiteX90" fmla="*/ 89154 w 254517"/>
              <a:gd name="connsiteY90" fmla="*/ 168783 h 254508"/>
              <a:gd name="connsiteX91" fmla="*/ 117729 w 254517"/>
              <a:gd name="connsiteY91" fmla="*/ 102108 h 254508"/>
              <a:gd name="connsiteX92" fmla="*/ 104775 w 254517"/>
              <a:gd name="connsiteY92" fmla="*/ 89154 h 254508"/>
              <a:gd name="connsiteX93" fmla="*/ 117729 w 254517"/>
              <a:gd name="connsiteY93" fmla="*/ 76200 h 254508"/>
              <a:gd name="connsiteX94" fmla="*/ 130683 w 254517"/>
              <a:gd name="connsiteY94" fmla="*/ 89154 h 254508"/>
              <a:gd name="connsiteX95" fmla="*/ 117729 w 254517"/>
              <a:gd name="connsiteY95" fmla="*/ 102108 h 254508"/>
              <a:gd name="connsiteX96" fmla="*/ 117729 w 254517"/>
              <a:gd name="connsiteY96" fmla="*/ 83058 h 254508"/>
              <a:gd name="connsiteX97" fmla="*/ 111633 w 254517"/>
              <a:gd name="connsiteY97" fmla="*/ 89154 h 254508"/>
              <a:gd name="connsiteX98" fmla="*/ 117729 w 254517"/>
              <a:gd name="connsiteY98" fmla="*/ 95250 h 254508"/>
              <a:gd name="connsiteX99" fmla="*/ 123825 w 254517"/>
              <a:gd name="connsiteY99" fmla="*/ 89154 h 254508"/>
              <a:gd name="connsiteX100" fmla="*/ 117729 w 254517"/>
              <a:gd name="connsiteY100" fmla="*/ 83058 h 254508"/>
              <a:gd name="connsiteX101" fmla="*/ 70104 w 254517"/>
              <a:gd name="connsiteY101" fmla="*/ 102108 h 254508"/>
              <a:gd name="connsiteX102" fmla="*/ 57150 w 254517"/>
              <a:gd name="connsiteY102" fmla="*/ 89154 h 254508"/>
              <a:gd name="connsiteX103" fmla="*/ 70104 w 254517"/>
              <a:gd name="connsiteY103" fmla="*/ 76200 h 254508"/>
              <a:gd name="connsiteX104" fmla="*/ 83058 w 254517"/>
              <a:gd name="connsiteY104" fmla="*/ 89154 h 254508"/>
              <a:gd name="connsiteX105" fmla="*/ 70104 w 254517"/>
              <a:gd name="connsiteY105" fmla="*/ 102108 h 254508"/>
              <a:gd name="connsiteX106" fmla="*/ 70104 w 254517"/>
              <a:gd name="connsiteY106" fmla="*/ 83058 h 254508"/>
              <a:gd name="connsiteX107" fmla="*/ 64008 w 254517"/>
              <a:gd name="connsiteY107" fmla="*/ 89154 h 254508"/>
              <a:gd name="connsiteX108" fmla="*/ 70104 w 254517"/>
              <a:gd name="connsiteY108" fmla="*/ 95250 h 254508"/>
              <a:gd name="connsiteX109" fmla="*/ 76200 w 254517"/>
              <a:gd name="connsiteY109" fmla="*/ 89154 h 254508"/>
              <a:gd name="connsiteX110" fmla="*/ 70104 w 254517"/>
              <a:gd name="connsiteY110" fmla="*/ 83058 h 254508"/>
              <a:gd name="connsiteX111" fmla="*/ 254508 w 254517"/>
              <a:gd name="connsiteY111" fmla="*/ 98679 h 254508"/>
              <a:gd name="connsiteX112" fmla="*/ 247650 w 254517"/>
              <a:gd name="connsiteY112" fmla="*/ 98679 h 254508"/>
              <a:gd name="connsiteX113" fmla="*/ 247650 w 254517"/>
              <a:gd name="connsiteY113" fmla="*/ 79629 h 254508"/>
              <a:gd name="connsiteX114" fmla="*/ 254518 w 254517"/>
              <a:gd name="connsiteY114" fmla="*/ 79629 h 254508"/>
              <a:gd name="connsiteX115" fmla="*/ 254508 w 254517"/>
              <a:gd name="connsiteY115" fmla="*/ 98679 h 254508"/>
              <a:gd name="connsiteX116" fmla="*/ 254508 w 254517"/>
              <a:gd name="connsiteY116" fmla="*/ 98679 h 254508"/>
              <a:gd name="connsiteX117" fmla="*/ 159258 w 254517"/>
              <a:gd name="connsiteY117" fmla="*/ 98679 h 254508"/>
              <a:gd name="connsiteX118" fmla="*/ 152400 w 254517"/>
              <a:gd name="connsiteY118" fmla="*/ 98679 h 254508"/>
              <a:gd name="connsiteX119" fmla="*/ 152400 w 254517"/>
              <a:gd name="connsiteY119" fmla="*/ 79629 h 254508"/>
              <a:gd name="connsiteX120" fmla="*/ 159268 w 254517"/>
              <a:gd name="connsiteY120" fmla="*/ 79629 h 254508"/>
              <a:gd name="connsiteX121" fmla="*/ 159258 w 254517"/>
              <a:gd name="connsiteY121" fmla="*/ 98679 h 254508"/>
              <a:gd name="connsiteX122" fmla="*/ 159258 w 254517"/>
              <a:gd name="connsiteY122" fmla="*/ 98679 h 254508"/>
              <a:gd name="connsiteX123" fmla="*/ 35433 w 254517"/>
              <a:gd name="connsiteY123" fmla="*/ 98679 h 254508"/>
              <a:gd name="connsiteX124" fmla="*/ 28575 w 254517"/>
              <a:gd name="connsiteY124" fmla="*/ 98679 h 254508"/>
              <a:gd name="connsiteX125" fmla="*/ 28575 w 254517"/>
              <a:gd name="connsiteY125" fmla="*/ 79629 h 254508"/>
              <a:gd name="connsiteX126" fmla="*/ 35433 w 254517"/>
              <a:gd name="connsiteY126" fmla="*/ 79629 h 254508"/>
              <a:gd name="connsiteX127" fmla="*/ 35433 w 254517"/>
              <a:gd name="connsiteY127" fmla="*/ 98679 h 254508"/>
              <a:gd name="connsiteX128" fmla="*/ 6858 w 254517"/>
              <a:gd name="connsiteY128" fmla="*/ 98679 h 254508"/>
              <a:gd name="connsiteX129" fmla="*/ 0 w 254517"/>
              <a:gd name="connsiteY129" fmla="*/ 98679 h 254508"/>
              <a:gd name="connsiteX130" fmla="*/ 0 w 254517"/>
              <a:gd name="connsiteY130" fmla="*/ 79629 h 254508"/>
              <a:gd name="connsiteX131" fmla="*/ 6858 w 254517"/>
              <a:gd name="connsiteY131" fmla="*/ 79629 h 254508"/>
              <a:gd name="connsiteX132" fmla="*/ 6858 w 254517"/>
              <a:gd name="connsiteY132" fmla="*/ 98679 h 254508"/>
              <a:gd name="connsiteX133" fmla="*/ 222504 w 254517"/>
              <a:gd name="connsiteY133" fmla="*/ 92583 h 254508"/>
              <a:gd name="connsiteX134" fmla="*/ 184404 w 254517"/>
              <a:gd name="connsiteY134" fmla="*/ 92583 h 254508"/>
              <a:gd name="connsiteX135" fmla="*/ 184404 w 254517"/>
              <a:gd name="connsiteY135" fmla="*/ 85725 h 254508"/>
              <a:gd name="connsiteX136" fmla="*/ 222504 w 254517"/>
              <a:gd name="connsiteY136" fmla="*/ 85725 h 254508"/>
              <a:gd name="connsiteX137" fmla="*/ 222504 w 254517"/>
              <a:gd name="connsiteY137" fmla="*/ 92583 h 254508"/>
              <a:gd name="connsiteX138" fmla="*/ 241554 w 254517"/>
              <a:gd name="connsiteY138" fmla="*/ 25908 h 254508"/>
              <a:gd name="connsiteX139" fmla="*/ 228600 w 254517"/>
              <a:gd name="connsiteY139" fmla="*/ 12954 h 254508"/>
              <a:gd name="connsiteX140" fmla="*/ 241554 w 254517"/>
              <a:gd name="connsiteY140" fmla="*/ 0 h 254508"/>
              <a:gd name="connsiteX141" fmla="*/ 254508 w 254517"/>
              <a:gd name="connsiteY141" fmla="*/ 12954 h 254508"/>
              <a:gd name="connsiteX142" fmla="*/ 241554 w 254517"/>
              <a:gd name="connsiteY142" fmla="*/ 25908 h 254508"/>
              <a:gd name="connsiteX143" fmla="*/ 241554 w 254517"/>
              <a:gd name="connsiteY143" fmla="*/ 6858 h 254508"/>
              <a:gd name="connsiteX144" fmla="*/ 235458 w 254517"/>
              <a:gd name="connsiteY144" fmla="*/ 12954 h 254508"/>
              <a:gd name="connsiteX145" fmla="*/ 241554 w 254517"/>
              <a:gd name="connsiteY145" fmla="*/ 19050 h 254508"/>
              <a:gd name="connsiteX146" fmla="*/ 247650 w 254517"/>
              <a:gd name="connsiteY146" fmla="*/ 12954 h 254508"/>
              <a:gd name="connsiteX147" fmla="*/ 241554 w 254517"/>
              <a:gd name="connsiteY147" fmla="*/ 6858 h 254508"/>
              <a:gd name="connsiteX148" fmla="*/ 193929 w 254517"/>
              <a:gd name="connsiteY148" fmla="*/ 25908 h 254508"/>
              <a:gd name="connsiteX149" fmla="*/ 180975 w 254517"/>
              <a:gd name="connsiteY149" fmla="*/ 12954 h 254508"/>
              <a:gd name="connsiteX150" fmla="*/ 193929 w 254517"/>
              <a:gd name="connsiteY150" fmla="*/ 0 h 254508"/>
              <a:gd name="connsiteX151" fmla="*/ 206883 w 254517"/>
              <a:gd name="connsiteY151" fmla="*/ 12954 h 254508"/>
              <a:gd name="connsiteX152" fmla="*/ 193929 w 254517"/>
              <a:gd name="connsiteY152" fmla="*/ 25908 h 254508"/>
              <a:gd name="connsiteX153" fmla="*/ 193929 w 254517"/>
              <a:gd name="connsiteY153" fmla="*/ 6858 h 254508"/>
              <a:gd name="connsiteX154" fmla="*/ 187833 w 254517"/>
              <a:gd name="connsiteY154" fmla="*/ 12954 h 254508"/>
              <a:gd name="connsiteX155" fmla="*/ 193929 w 254517"/>
              <a:gd name="connsiteY155" fmla="*/ 19050 h 254508"/>
              <a:gd name="connsiteX156" fmla="*/ 200025 w 254517"/>
              <a:gd name="connsiteY156" fmla="*/ 12954 h 254508"/>
              <a:gd name="connsiteX157" fmla="*/ 193929 w 254517"/>
              <a:gd name="connsiteY157" fmla="*/ 6858 h 254508"/>
              <a:gd name="connsiteX158" fmla="*/ 117729 w 254517"/>
              <a:gd name="connsiteY158" fmla="*/ 25908 h 254508"/>
              <a:gd name="connsiteX159" fmla="*/ 104775 w 254517"/>
              <a:gd name="connsiteY159" fmla="*/ 12954 h 254508"/>
              <a:gd name="connsiteX160" fmla="*/ 117729 w 254517"/>
              <a:gd name="connsiteY160" fmla="*/ 0 h 254508"/>
              <a:gd name="connsiteX161" fmla="*/ 130683 w 254517"/>
              <a:gd name="connsiteY161" fmla="*/ 12954 h 254508"/>
              <a:gd name="connsiteX162" fmla="*/ 117729 w 254517"/>
              <a:gd name="connsiteY162" fmla="*/ 25908 h 254508"/>
              <a:gd name="connsiteX163" fmla="*/ 117729 w 254517"/>
              <a:gd name="connsiteY163" fmla="*/ 6858 h 254508"/>
              <a:gd name="connsiteX164" fmla="*/ 111633 w 254517"/>
              <a:gd name="connsiteY164" fmla="*/ 12954 h 254508"/>
              <a:gd name="connsiteX165" fmla="*/ 117729 w 254517"/>
              <a:gd name="connsiteY165" fmla="*/ 19050 h 254508"/>
              <a:gd name="connsiteX166" fmla="*/ 123825 w 254517"/>
              <a:gd name="connsiteY166" fmla="*/ 12954 h 254508"/>
              <a:gd name="connsiteX167" fmla="*/ 117729 w 254517"/>
              <a:gd name="connsiteY167" fmla="*/ 6858 h 254508"/>
              <a:gd name="connsiteX168" fmla="*/ 159258 w 254517"/>
              <a:gd name="connsiteY168" fmla="*/ 22479 h 254508"/>
              <a:gd name="connsiteX169" fmla="*/ 152400 w 254517"/>
              <a:gd name="connsiteY169" fmla="*/ 22479 h 254508"/>
              <a:gd name="connsiteX170" fmla="*/ 152400 w 254517"/>
              <a:gd name="connsiteY170" fmla="*/ 3429 h 254508"/>
              <a:gd name="connsiteX171" fmla="*/ 159268 w 254517"/>
              <a:gd name="connsiteY171" fmla="*/ 3429 h 254508"/>
              <a:gd name="connsiteX172" fmla="*/ 159258 w 254517"/>
              <a:gd name="connsiteY172" fmla="*/ 22479 h 254508"/>
              <a:gd name="connsiteX173" fmla="*/ 159258 w 254517"/>
              <a:gd name="connsiteY173" fmla="*/ 22479 h 254508"/>
              <a:gd name="connsiteX174" fmla="*/ 35433 w 254517"/>
              <a:gd name="connsiteY174" fmla="*/ 22479 h 254508"/>
              <a:gd name="connsiteX175" fmla="*/ 28575 w 254517"/>
              <a:gd name="connsiteY175" fmla="*/ 22479 h 254508"/>
              <a:gd name="connsiteX176" fmla="*/ 28575 w 254517"/>
              <a:gd name="connsiteY176" fmla="*/ 3429 h 254508"/>
              <a:gd name="connsiteX177" fmla="*/ 35433 w 254517"/>
              <a:gd name="connsiteY177" fmla="*/ 3429 h 254508"/>
              <a:gd name="connsiteX178" fmla="*/ 35433 w 254517"/>
              <a:gd name="connsiteY178" fmla="*/ 22479 h 254508"/>
              <a:gd name="connsiteX179" fmla="*/ 6858 w 254517"/>
              <a:gd name="connsiteY179" fmla="*/ 22479 h 254508"/>
              <a:gd name="connsiteX180" fmla="*/ 0 w 254517"/>
              <a:gd name="connsiteY180" fmla="*/ 22479 h 254508"/>
              <a:gd name="connsiteX181" fmla="*/ 0 w 254517"/>
              <a:gd name="connsiteY181" fmla="*/ 3429 h 254508"/>
              <a:gd name="connsiteX182" fmla="*/ 6858 w 254517"/>
              <a:gd name="connsiteY182" fmla="*/ 3429 h 254508"/>
              <a:gd name="connsiteX183" fmla="*/ 6858 w 254517"/>
              <a:gd name="connsiteY183" fmla="*/ 22479 h 254508"/>
              <a:gd name="connsiteX184" fmla="*/ 79629 w 254517"/>
              <a:gd name="connsiteY184" fmla="*/ 16383 h 254508"/>
              <a:gd name="connsiteX185" fmla="*/ 60579 w 254517"/>
              <a:gd name="connsiteY185" fmla="*/ 16383 h 254508"/>
              <a:gd name="connsiteX186" fmla="*/ 60579 w 254517"/>
              <a:gd name="connsiteY186" fmla="*/ 9525 h 254508"/>
              <a:gd name="connsiteX187" fmla="*/ 79629 w 254517"/>
              <a:gd name="connsiteY187" fmla="*/ 9525 h 254508"/>
              <a:gd name="connsiteX188" fmla="*/ 79629 w 254517"/>
              <a:gd name="connsiteY188" fmla="*/ 16383 h 25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254517" h="254508">
                <a:moveTo>
                  <a:pt x="212979" y="254508"/>
                </a:moveTo>
                <a:cubicBezTo>
                  <a:pt x="205835" y="254508"/>
                  <a:pt x="200025" y="248698"/>
                  <a:pt x="200025" y="241554"/>
                </a:cubicBezTo>
                <a:cubicBezTo>
                  <a:pt x="200025" y="234410"/>
                  <a:pt x="205835" y="228600"/>
                  <a:pt x="212979" y="228600"/>
                </a:cubicBezTo>
                <a:cubicBezTo>
                  <a:pt x="220123" y="228600"/>
                  <a:pt x="225933" y="234410"/>
                  <a:pt x="225933" y="241554"/>
                </a:cubicBezTo>
                <a:cubicBezTo>
                  <a:pt x="225933" y="248698"/>
                  <a:pt x="220123" y="254508"/>
                  <a:pt x="212979" y="254508"/>
                </a:cubicBezTo>
                <a:close/>
                <a:moveTo>
                  <a:pt x="212979" y="235458"/>
                </a:moveTo>
                <a:cubicBezTo>
                  <a:pt x="209617" y="235458"/>
                  <a:pt x="206883" y="238192"/>
                  <a:pt x="206883" y="241554"/>
                </a:cubicBezTo>
                <a:cubicBezTo>
                  <a:pt x="206883" y="244916"/>
                  <a:pt x="209617" y="247650"/>
                  <a:pt x="212979" y="247650"/>
                </a:cubicBezTo>
                <a:cubicBezTo>
                  <a:pt x="216341" y="247650"/>
                  <a:pt x="219075" y="244916"/>
                  <a:pt x="219075" y="241554"/>
                </a:cubicBezTo>
                <a:cubicBezTo>
                  <a:pt x="219075" y="238192"/>
                  <a:pt x="216341" y="235458"/>
                  <a:pt x="212979" y="235458"/>
                </a:cubicBezTo>
                <a:close/>
                <a:moveTo>
                  <a:pt x="117729" y="254508"/>
                </a:moveTo>
                <a:cubicBezTo>
                  <a:pt x="110585" y="254508"/>
                  <a:pt x="104775" y="248698"/>
                  <a:pt x="104775" y="241554"/>
                </a:cubicBezTo>
                <a:cubicBezTo>
                  <a:pt x="104775" y="234410"/>
                  <a:pt x="110585" y="228600"/>
                  <a:pt x="117729" y="228600"/>
                </a:cubicBezTo>
                <a:cubicBezTo>
                  <a:pt x="124873" y="228600"/>
                  <a:pt x="130683" y="234410"/>
                  <a:pt x="130683" y="241554"/>
                </a:cubicBezTo>
                <a:cubicBezTo>
                  <a:pt x="130683" y="248698"/>
                  <a:pt x="124873" y="254508"/>
                  <a:pt x="117729" y="254508"/>
                </a:cubicBezTo>
                <a:close/>
                <a:moveTo>
                  <a:pt x="117729" y="235458"/>
                </a:moveTo>
                <a:cubicBezTo>
                  <a:pt x="114367" y="235458"/>
                  <a:pt x="111633" y="238192"/>
                  <a:pt x="111633" y="241554"/>
                </a:cubicBezTo>
                <a:cubicBezTo>
                  <a:pt x="111633" y="244916"/>
                  <a:pt x="114367" y="247650"/>
                  <a:pt x="117729" y="247650"/>
                </a:cubicBezTo>
                <a:cubicBezTo>
                  <a:pt x="121091" y="247650"/>
                  <a:pt x="123825" y="244916"/>
                  <a:pt x="123825" y="241554"/>
                </a:cubicBezTo>
                <a:cubicBezTo>
                  <a:pt x="123825" y="238192"/>
                  <a:pt x="121091" y="235458"/>
                  <a:pt x="117729" y="235458"/>
                </a:cubicBezTo>
                <a:close/>
                <a:moveTo>
                  <a:pt x="70104" y="254508"/>
                </a:moveTo>
                <a:cubicBezTo>
                  <a:pt x="62960" y="254508"/>
                  <a:pt x="57150" y="248698"/>
                  <a:pt x="57150" y="241554"/>
                </a:cubicBezTo>
                <a:cubicBezTo>
                  <a:pt x="57150" y="234410"/>
                  <a:pt x="62960" y="228600"/>
                  <a:pt x="70104" y="228600"/>
                </a:cubicBezTo>
                <a:cubicBezTo>
                  <a:pt x="77248" y="228600"/>
                  <a:pt x="83058" y="234410"/>
                  <a:pt x="83058" y="241554"/>
                </a:cubicBezTo>
                <a:cubicBezTo>
                  <a:pt x="83058" y="248698"/>
                  <a:pt x="77248" y="254508"/>
                  <a:pt x="70104" y="254508"/>
                </a:cubicBezTo>
                <a:close/>
                <a:moveTo>
                  <a:pt x="70104" y="235458"/>
                </a:moveTo>
                <a:cubicBezTo>
                  <a:pt x="66742" y="235458"/>
                  <a:pt x="64008" y="238192"/>
                  <a:pt x="64008" y="241554"/>
                </a:cubicBezTo>
                <a:cubicBezTo>
                  <a:pt x="64008" y="244916"/>
                  <a:pt x="66742" y="247650"/>
                  <a:pt x="70104" y="247650"/>
                </a:cubicBezTo>
                <a:cubicBezTo>
                  <a:pt x="73466" y="247650"/>
                  <a:pt x="76200" y="244916"/>
                  <a:pt x="76200" y="241554"/>
                </a:cubicBezTo>
                <a:cubicBezTo>
                  <a:pt x="76200" y="238192"/>
                  <a:pt x="73466" y="235458"/>
                  <a:pt x="70104" y="235458"/>
                </a:cubicBezTo>
                <a:close/>
                <a:moveTo>
                  <a:pt x="254508" y="251079"/>
                </a:moveTo>
                <a:lnTo>
                  <a:pt x="247650" y="251079"/>
                </a:lnTo>
                <a:lnTo>
                  <a:pt x="247650" y="232029"/>
                </a:lnTo>
                <a:lnTo>
                  <a:pt x="254518" y="232029"/>
                </a:lnTo>
                <a:lnTo>
                  <a:pt x="254508" y="251079"/>
                </a:lnTo>
                <a:lnTo>
                  <a:pt x="254508" y="251079"/>
                </a:lnTo>
                <a:close/>
                <a:moveTo>
                  <a:pt x="35433" y="251079"/>
                </a:moveTo>
                <a:lnTo>
                  <a:pt x="28575" y="251079"/>
                </a:lnTo>
                <a:lnTo>
                  <a:pt x="28575" y="232029"/>
                </a:lnTo>
                <a:lnTo>
                  <a:pt x="35433" y="232029"/>
                </a:lnTo>
                <a:cubicBezTo>
                  <a:pt x="35433" y="232029"/>
                  <a:pt x="35433" y="251079"/>
                  <a:pt x="35433" y="251079"/>
                </a:cubicBezTo>
                <a:close/>
                <a:moveTo>
                  <a:pt x="6858" y="251079"/>
                </a:moveTo>
                <a:lnTo>
                  <a:pt x="0" y="251079"/>
                </a:lnTo>
                <a:lnTo>
                  <a:pt x="0" y="232029"/>
                </a:lnTo>
                <a:lnTo>
                  <a:pt x="6858" y="232029"/>
                </a:lnTo>
                <a:cubicBezTo>
                  <a:pt x="6858" y="232029"/>
                  <a:pt x="6858" y="251079"/>
                  <a:pt x="6858" y="251079"/>
                </a:cubicBezTo>
                <a:close/>
                <a:moveTo>
                  <a:pt x="174879" y="244983"/>
                </a:moveTo>
                <a:lnTo>
                  <a:pt x="155829" y="244983"/>
                </a:lnTo>
                <a:lnTo>
                  <a:pt x="155829" y="238125"/>
                </a:lnTo>
                <a:lnTo>
                  <a:pt x="174879" y="238125"/>
                </a:lnTo>
                <a:lnTo>
                  <a:pt x="174879" y="244983"/>
                </a:lnTo>
                <a:close/>
                <a:moveTo>
                  <a:pt x="241554" y="178308"/>
                </a:moveTo>
                <a:cubicBezTo>
                  <a:pt x="234410" y="178308"/>
                  <a:pt x="228600" y="172498"/>
                  <a:pt x="228600" y="165354"/>
                </a:cubicBezTo>
                <a:cubicBezTo>
                  <a:pt x="228600" y="158210"/>
                  <a:pt x="234410" y="152400"/>
                  <a:pt x="241554" y="152400"/>
                </a:cubicBezTo>
                <a:cubicBezTo>
                  <a:pt x="248698" y="152400"/>
                  <a:pt x="254508" y="158210"/>
                  <a:pt x="254508" y="165354"/>
                </a:cubicBezTo>
                <a:cubicBezTo>
                  <a:pt x="254508" y="172498"/>
                  <a:pt x="248698" y="178308"/>
                  <a:pt x="241554" y="178308"/>
                </a:cubicBezTo>
                <a:close/>
                <a:moveTo>
                  <a:pt x="241554" y="159258"/>
                </a:moveTo>
                <a:cubicBezTo>
                  <a:pt x="238192" y="159258"/>
                  <a:pt x="235458" y="161992"/>
                  <a:pt x="235458" y="165354"/>
                </a:cubicBezTo>
                <a:cubicBezTo>
                  <a:pt x="235458" y="168716"/>
                  <a:pt x="238192" y="171450"/>
                  <a:pt x="241554" y="171450"/>
                </a:cubicBezTo>
                <a:cubicBezTo>
                  <a:pt x="244916" y="171450"/>
                  <a:pt x="247650" y="168716"/>
                  <a:pt x="247650" y="165354"/>
                </a:cubicBezTo>
                <a:cubicBezTo>
                  <a:pt x="247650" y="161992"/>
                  <a:pt x="244916" y="159258"/>
                  <a:pt x="241554" y="159258"/>
                </a:cubicBezTo>
                <a:close/>
                <a:moveTo>
                  <a:pt x="127254" y="178308"/>
                </a:moveTo>
                <a:cubicBezTo>
                  <a:pt x="120110" y="178308"/>
                  <a:pt x="114300" y="172498"/>
                  <a:pt x="114300" y="165354"/>
                </a:cubicBezTo>
                <a:cubicBezTo>
                  <a:pt x="114300" y="158210"/>
                  <a:pt x="120110" y="152400"/>
                  <a:pt x="127254" y="152400"/>
                </a:cubicBezTo>
                <a:cubicBezTo>
                  <a:pt x="134398" y="152400"/>
                  <a:pt x="140208" y="158210"/>
                  <a:pt x="140208" y="165354"/>
                </a:cubicBezTo>
                <a:cubicBezTo>
                  <a:pt x="140208" y="172498"/>
                  <a:pt x="134398" y="178308"/>
                  <a:pt x="127254" y="178308"/>
                </a:cubicBezTo>
                <a:close/>
                <a:moveTo>
                  <a:pt x="127254" y="159258"/>
                </a:moveTo>
                <a:cubicBezTo>
                  <a:pt x="123892" y="159258"/>
                  <a:pt x="121158" y="161992"/>
                  <a:pt x="121158" y="165354"/>
                </a:cubicBezTo>
                <a:cubicBezTo>
                  <a:pt x="121158" y="168716"/>
                  <a:pt x="123892" y="171450"/>
                  <a:pt x="127254" y="171450"/>
                </a:cubicBezTo>
                <a:cubicBezTo>
                  <a:pt x="130616" y="171450"/>
                  <a:pt x="133350" y="168716"/>
                  <a:pt x="133350" y="165354"/>
                </a:cubicBezTo>
                <a:cubicBezTo>
                  <a:pt x="133350" y="161992"/>
                  <a:pt x="130616" y="159258"/>
                  <a:pt x="127254" y="159258"/>
                </a:cubicBezTo>
                <a:close/>
                <a:moveTo>
                  <a:pt x="12954" y="178308"/>
                </a:moveTo>
                <a:cubicBezTo>
                  <a:pt x="5810" y="178308"/>
                  <a:pt x="0" y="172498"/>
                  <a:pt x="0" y="165354"/>
                </a:cubicBezTo>
                <a:cubicBezTo>
                  <a:pt x="0" y="158210"/>
                  <a:pt x="5810" y="152400"/>
                  <a:pt x="12954" y="152400"/>
                </a:cubicBezTo>
                <a:cubicBezTo>
                  <a:pt x="20098" y="152400"/>
                  <a:pt x="25908" y="158210"/>
                  <a:pt x="25908" y="165354"/>
                </a:cubicBezTo>
                <a:cubicBezTo>
                  <a:pt x="25908" y="172498"/>
                  <a:pt x="20098" y="178308"/>
                  <a:pt x="12954" y="178308"/>
                </a:cubicBezTo>
                <a:close/>
                <a:moveTo>
                  <a:pt x="12954" y="159258"/>
                </a:moveTo>
                <a:cubicBezTo>
                  <a:pt x="9592" y="159258"/>
                  <a:pt x="6858" y="161992"/>
                  <a:pt x="6858" y="165354"/>
                </a:cubicBezTo>
                <a:cubicBezTo>
                  <a:pt x="6858" y="168716"/>
                  <a:pt x="9592" y="171450"/>
                  <a:pt x="12954" y="171450"/>
                </a:cubicBezTo>
                <a:cubicBezTo>
                  <a:pt x="16316" y="171450"/>
                  <a:pt x="19050" y="168716"/>
                  <a:pt x="19050" y="165354"/>
                </a:cubicBezTo>
                <a:cubicBezTo>
                  <a:pt x="19050" y="161992"/>
                  <a:pt x="16316" y="159258"/>
                  <a:pt x="12954" y="159258"/>
                </a:cubicBezTo>
                <a:close/>
                <a:moveTo>
                  <a:pt x="203454" y="168783"/>
                </a:moveTo>
                <a:lnTo>
                  <a:pt x="165354" y="168783"/>
                </a:lnTo>
                <a:lnTo>
                  <a:pt x="165354" y="161925"/>
                </a:lnTo>
                <a:lnTo>
                  <a:pt x="203454" y="161925"/>
                </a:lnTo>
                <a:lnTo>
                  <a:pt x="203454" y="168783"/>
                </a:lnTo>
                <a:close/>
                <a:moveTo>
                  <a:pt x="89154" y="168783"/>
                </a:moveTo>
                <a:lnTo>
                  <a:pt x="51054" y="168783"/>
                </a:lnTo>
                <a:lnTo>
                  <a:pt x="51054" y="161925"/>
                </a:lnTo>
                <a:lnTo>
                  <a:pt x="89154" y="161925"/>
                </a:lnTo>
                <a:lnTo>
                  <a:pt x="89154" y="168783"/>
                </a:lnTo>
                <a:close/>
                <a:moveTo>
                  <a:pt x="117729" y="102108"/>
                </a:moveTo>
                <a:cubicBezTo>
                  <a:pt x="110585" y="102108"/>
                  <a:pt x="104775" y="96298"/>
                  <a:pt x="104775" y="89154"/>
                </a:cubicBezTo>
                <a:cubicBezTo>
                  <a:pt x="104775" y="82010"/>
                  <a:pt x="110585" y="76200"/>
                  <a:pt x="117729" y="76200"/>
                </a:cubicBezTo>
                <a:cubicBezTo>
                  <a:pt x="124873" y="76200"/>
                  <a:pt x="130683" y="82010"/>
                  <a:pt x="130683" y="89154"/>
                </a:cubicBezTo>
                <a:cubicBezTo>
                  <a:pt x="130683" y="96298"/>
                  <a:pt x="124873" y="102108"/>
                  <a:pt x="117729" y="102108"/>
                </a:cubicBezTo>
                <a:close/>
                <a:moveTo>
                  <a:pt x="117729" y="83058"/>
                </a:moveTo>
                <a:cubicBezTo>
                  <a:pt x="114367" y="83058"/>
                  <a:pt x="111633" y="85792"/>
                  <a:pt x="111633" y="89154"/>
                </a:cubicBezTo>
                <a:cubicBezTo>
                  <a:pt x="111633" y="92516"/>
                  <a:pt x="114367" y="95250"/>
                  <a:pt x="117729" y="95250"/>
                </a:cubicBezTo>
                <a:cubicBezTo>
                  <a:pt x="121091" y="95250"/>
                  <a:pt x="123825" y="92516"/>
                  <a:pt x="123825" y="89154"/>
                </a:cubicBezTo>
                <a:cubicBezTo>
                  <a:pt x="123825" y="85792"/>
                  <a:pt x="121091" y="83058"/>
                  <a:pt x="117729" y="83058"/>
                </a:cubicBezTo>
                <a:close/>
                <a:moveTo>
                  <a:pt x="70104" y="102108"/>
                </a:moveTo>
                <a:cubicBezTo>
                  <a:pt x="62960" y="102108"/>
                  <a:pt x="57150" y="96298"/>
                  <a:pt x="57150" y="89154"/>
                </a:cubicBezTo>
                <a:cubicBezTo>
                  <a:pt x="57150" y="82010"/>
                  <a:pt x="62960" y="76200"/>
                  <a:pt x="70104" y="76200"/>
                </a:cubicBezTo>
                <a:cubicBezTo>
                  <a:pt x="77248" y="76200"/>
                  <a:pt x="83058" y="82010"/>
                  <a:pt x="83058" y="89154"/>
                </a:cubicBezTo>
                <a:cubicBezTo>
                  <a:pt x="83058" y="96298"/>
                  <a:pt x="77248" y="102108"/>
                  <a:pt x="70104" y="102108"/>
                </a:cubicBezTo>
                <a:close/>
                <a:moveTo>
                  <a:pt x="70104" y="83058"/>
                </a:moveTo>
                <a:cubicBezTo>
                  <a:pt x="66742" y="83058"/>
                  <a:pt x="64008" y="85792"/>
                  <a:pt x="64008" y="89154"/>
                </a:cubicBezTo>
                <a:cubicBezTo>
                  <a:pt x="64008" y="92516"/>
                  <a:pt x="66742" y="95250"/>
                  <a:pt x="70104" y="95250"/>
                </a:cubicBezTo>
                <a:cubicBezTo>
                  <a:pt x="73466" y="95250"/>
                  <a:pt x="76200" y="92516"/>
                  <a:pt x="76200" y="89154"/>
                </a:cubicBezTo>
                <a:cubicBezTo>
                  <a:pt x="76200" y="85792"/>
                  <a:pt x="73466" y="83058"/>
                  <a:pt x="70104" y="83058"/>
                </a:cubicBezTo>
                <a:close/>
                <a:moveTo>
                  <a:pt x="254508" y="98679"/>
                </a:moveTo>
                <a:lnTo>
                  <a:pt x="247650" y="98679"/>
                </a:lnTo>
                <a:lnTo>
                  <a:pt x="247650" y="79629"/>
                </a:lnTo>
                <a:lnTo>
                  <a:pt x="254518" y="79629"/>
                </a:lnTo>
                <a:lnTo>
                  <a:pt x="254508" y="98679"/>
                </a:lnTo>
                <a:lnTo>
                  <a:pt x="254508" y="98679"/>
                </a:lnTo>
                <a:close/>
                <a:moveTo>
                  <a:pt x="159258" y="98679"/>
                </a:moveTo>
                <a:lnTo>
                  <a:pt x="152400" y="98679"/>
                </a:lnTo>
                <a:lnTo>
                  <a:pt x="152400" y="79629"/>
                </a:lnTo>
                <a:lnTo>
                  <a:pt x="159268" y="79629"/>
                </a:lnTo>
                <a:lnTo>
                  <a:pt x="159258" y="98679"/>
                </a:lnTo>
                <a:lnTo>
                  <a:pt x="159258" y="98679"/>
                </a:lnTo>
                <a:close/>
                <a:moveTo>
                  <a:pt x="35433" y="98679"/>
                </a:moveTo>
                <a:lnTo>
                  <a:pt x="28575" y="98679"/>
                </a:lnTo>
                <a:lnTo>
                  <a:pt x="28575" y="79629"/>
                </a:lnTo>
                <a:lnTo>
                  <a:pt x="35433" y="79629"/>
                </a:lnTo>
                <a:cubicBezTo>
                  <a:pt x="35433" y="79629"/>
                  <a:pt x="35433" y="98679"/>
                  <a:pt x="35433" y="98679"/>
                </a:cubicBezTo>
                <a:close/>
                <a:moveTo>
                  <a:pt x="6858" y="98679"/>
                </a:moveTo>
                <a:lnTo>
                  <a:pt x="0" y="98679"/>
                </a:lnTo>
                <a:lnTo>
                  <a:pt x="0" y="79629"/>
                </a:lnTo>
                <a:lnTo>
                  <a:pt x="6858" y="79629"/>
                </a:lnTo>
                <a:cubicBezTo>
                  <a:pt x="6858" y="79629"/>
                  <a:pt x="6858" y="98679"/>
                  <a:pt x="6858" y="98679"/>
                </a:cubicBezTo>
                <a:close/>
                <a:moveTo>
                  <a:pt x="222504" y="92583"/>
                </a:moveTo>
                <a:lnTo>
                  <a:pt x="184404" y="92583"/>
                </a:lnTo>
                <a:lnTo>
                  <a:pt x="184404" y="85725"/>
                </a:lnTo>
                <a:lnTo>
                  <a:pt x="222504" y="85725"/>
                </a:lnTo>
                <a:lnTo>
                  <a:pt x="222504" y="92583"/>
                </a:lnTo>
                <a:close/>
                <a:moveTo>
                  <a:pt x="241554" y="25908"/>
                </a:moveTo>
                <a:cubicBezTo>
                  <a:pt x="234410" y="25908"/>
                  <a:pt x="228600" y="20098"/>
                  <a:pt x="228600" y="12954"/>
                </a:cubicBezTo>
                <a:cubicBezTo>
                  <a:pt x="228600" y="5810"/>
                  <a:pt x="234410" y="0"/>
                  <a:pt x="241554" y="0"/>
                </a:cubicBezTo>
                <a:cubicBezTo>
                  <a:pt x="248698" y="0"/>
                  <a:pt x="254508" y="5810"/>
                  <a:pt x="254508" y="12954"/>
                </a:cubicBezTo>
                <a:cubicBezTo>
                  <a:pt x="254508" y="20098"/>
                  <a:pt x="248698" y="25908"/>
                  <a:pt x="241554" y="25908"/>
                </a:cubicBezTo>
                <a:close/>
                <a:moveTo>
                  <a:pt x="241554" y="6858"/>
                </a:moveTo>
                <a:cubicBezTo>
                  <a:pt x="238192" y="6858"/>
                  <a:pt x="235458" y="9592"/>
                  <a:pt x="235458" y="12954"/>
                </a:cubicBezTo>
                <a:cubicBezTo>
                  <a:pt x="235458" y="16316"/>
                  <a:pt x="238192" y="19050"/>
                  <a:pt x="241554" y="19050"/>
                </a:cubicBezTo>
                <a:cubicBezTo>
                  <a:pt x="244916" y="19050"/>
                  <a:pt x="247650" y="16316"/>
                  <a:pt x="247650" y="12954"/>
                </a:cubicBezTo>
                <a:cubicBezTo>
                  <a:pt x="247650" y="9592"/>
                  <a:pt x="244916" y="6858"/>
                  <a:pt x="241554" y="6858"/>
                </a:cubicBezTo>
                <a:close/>
                <a:moveTo>
                  <a:pt x="193929" y="25908"/>
                </a:moveTo>
                <a:cubicBezTo>
                  <a:pt x="186785" y="25908"/>
                  <a:pt x="180975" y="20098"/>
                  <a:pt x="180975" y="12954"/>
                </a:cubicBezTo>
                <a:cubicBezTo>
                  <a:pt x="180975" y="5810"/>
                  <a:pt x="186785" y="0"/>
                  <a:pt x="193929" y="0"/>
                </a:cubicBezTo>
                <a:cubicBezTo>
                  <a:pt x="201073" y="0"/>
                  <a:pt x="206883" y="5810"/>
                  <a:pt x="206883" y="12954"/>
                </a:cubicBezTo>
                <a:cubicBezTo>
                  <a:pt x="206883" y="20098"/>
                  <a:pt x="201073" y="25908"/>
                  <a:pt x="193929" y="25908"/>
                </a:cubicBezTo>
                <a:close/>
                <a:moveTo>
                  <a:pt x="193929" y="6858"/>
                </a:moveTo>
                <a:cubicBezTo>
                  <a:pt x="190567" y="6858"/>
                  <a:pt x="187833" y="9592"/>
                  <a:pt x="187833" y="12954"/>
                </a:cubicBezTo>
                <a:cubicBezTo>
                  <a:pt x="187833" y="16316"/>
                  <a:pt x="190567" y="19050"/>
                  <a:pt x="193929" y="19050"/>
                </a:cubicBezTo>
                <a:cubicBezTo>
                  <a:pt x="197291" y="19050"/>
                  <a:pt x="200025" y="16316"/>
                  <a:pt x="200025" y="12954"/>
                </a:cubicBezTo>
                <a:cubicBezTo>
                  <a:pt x="200025" y="9592"/>
                  <a:pt x="197291" y="6858"/>
                  <a:pt x="193929" y="6858"/>
                </a:cubicBezTo>
                <a:close/>
                <a:moveTo>
                  <a:pt x="117729" y="25908"/>
                </a:moveTo>
                <a:cubicBezTo>
                  <a:pt x="110585" y="25908"/>
                  <a:pt x="104775" y="20098"/>
                  <a:pt x="104775" y="12954"/>
                </a:cubicBezTo>
                <a:cubicBezTo>
                  <a:pt x="104775" y="5810"/>
                  <a:pt x="110585" y="0"/>
                  <a:pt x="117729" y="0"/>
                </a:cubicBezTo>
                <a:cubicBezTo>
                  <a:pt x="124873" y="0"/>
                  <a:pt x="130683" y="5810"/>
                  <a:pt x="130683" y="12954"/>
                </a:cubicBezTo>
                <a:cubicBezTo>
                  <a:pt x="130683" y="20098"/>
                  <a:pt x="124873" y="25908"/>
                  <a:pt x="117729" y="25908"/>
                </a:cubicBezTo>
                <a:close/>
                <a:moveTo>
                  <a:pt x="117729" y="6858"/>
                </a:moveTo>
                <a:cubicBezTo>
                  <a:pt x="114367" y="6858"/>
                  <a:pt x="111633" y="9592"/>
                  <a:pt x="111633" y="12954"/>
                </a:cubicBezTo>
                <a:cubicBezTo>
                  <a:pt x="111633" y="16316"/>
                  <a:pt x="114367" y="19050"/>
                  <a:pt x="117729" y="19050"/>
                </a:cubicBezTo>
                <a:cubicBezTo>
                  <a:pt x="121091" y="19050"/>
                  <a:pt x="123825" y="16316"/>
                  <a:pt x="123825" y="12954"/>
                </a:cubicBezTo>
                <a:cubicBezTo>
                  <a:pt x="123825" y="9592"/>
                  <a:pt x="121091" y="6858"/>
                  <a:pt x="117729" y="6858"/>
                </a:cubicBezTo>
                <a:close/>
                <a:moveTo>
                  <a:pt x="159258" y="22479"/>
                </a:moveTo>
                <a:lnTo>
                  <a:pt x="152400" y="22479"/>
                </a:lnTo>
                <a:lnTo>
                  <a:pt x="152400" y="3429"/>
                </a:lnTo>
                <a:lnTo>
                  <a:pt x="159268" y="3429"/>
                </a:lnTo>
                <a:lnTo>
                  <a:pt x="159258" y="22479"/>
                </a:lnTo>
                <a:lnTo>
                  <a:pt x="159258" y="22479"/>
                </a:lnTo>
                <a:close/>
                <a:moveTo>
                  <a:pt x="35433" y="22479"/>
                </a:moveTo>
                <a:lnTo>
                  <a:pt x="28575" y="22479"/>
                </a:lnTo>
                <a:lnTo>
                  <a:pt x="28575" y="3429"/>
                </a:lnTo>
                <a:lnTo>
                  <a:pt x="35433" y="3429"/>
                </a:lnTo>
                <a:cubicBezTo>
                  <a:pt x="35433" y="3429"/>
                  <a:pt x="35433" y="22479"/>
                  <a:pt x="35433" y="22479"/>
                </a:cubicBezTo>
                <a:close/>
                <a:moveTo>
                  <a:pt x="6858" y="22479"/>
                </a:moveTo>
                <a:lnTo>
                  <a:pt x="0" y="22479"/>
                </a:lnTo>
                <a:lnTo>
                  <a:pt x="0" y="3429"/>
                </a:lnTo>
                <a:lnTo>
                  <a:pt x="6858" y="3429"/>
                </a:lnTo>
                <a:cubicBezTo>
                  <a:pt x="6858" y="3429"/>
                  <a:pt x="6858" y="22479"/>
                  <a:pt x="6858" y="22479"/>
                </a:cubicBezTo>
                <a:close/>
                <a:moveTo>
                  <a:pt x="79629" y="16383"/>
                </a:moveTo>
                <a:lnTo>
                  <a:pt x="60579" y="16383"/>
                </a:lnTo>
                <a:lnTo>
                  <a:pt x="60579" y="9525"/>
                </a:lnTo>
                <a:lnTo>
                  <a:pt x="79629" y="9525"/>
                </a:lnTo>
                <a:lnTo>
                  <a:pt x="79629" y="16383"/>
                </a:lnTo>
                <a:close/>
              </a:path>
            </a:pathLst>
          </a:custGeom>
          <a:solidFill>
            <a:srgbClr val="0F62FE"/>
          </a:solidFill>
          <a:ln w="9525"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2997D590-B6E1-BFD2-8B57-DD5BF0A65BF3}"/>
              </a:ext>
            </a:extLst>
          </p:cNvPr>
          <p:cNvSpPr>
            <a:spLocks noChangeAspect="1"/>
          </p:cNvSpPr>
          <p:nvPr/>
        </p:nvSpPr>
        <p:spPr>
          <a:xfrm>
            <a:off x="21488471" y="5151355"/>
            <a:ext cx="1135462" cy="1148926"/>
          </a:xfrm>
          <a:custGeom>
            <a:avLst/>
            <a:gdLst>
              <a:gd name="connsiteX0" fmla="*/ 128871 w 1164439"/>
              <a:gd name="connsiteY0" fmla="*/ 1178247 h 1178247"/>
              <a:gd name="connsiteX1" fmla="*/ 0 w 1164439"/>
              <a:gd name="connsiteY1" fmla="*/ 1049377 h 1178247"/>
              <a:gd name="connsiteX2" fmla="*/ 128871 w 1164439"/>
              <a:gd name="connsiteY2" fmla="*/ 920506 h 1178247"/>
              <a:gd name="connsiteX3" fmla="*/ 257742 w 1164439"/>
              <a:gd name="connsiteY3" fmla="*/ 1049377 h 1178247"/>
              <a:gd name="connsiteX4" fmla="*/ 128871 w 1164439"/>
              <a:gd name="connsiteY4" fmla="*/ 1178247 h 1178247"/>
              <a:gd name="connsiteX5" fmla="*/ 128871 w 1164439"/>
              <a:gd name="connsiteY5" fmla="*/ 948121 h 1178247"/>
              <a:gd name="connsiteX6" fmla="*/ 27615 w 1164439"/>
              <a:gd name="connsiteY6" fmla="*/ 1049377 h 1178247"/>
              <a:gd name="connsiteX7" fmla="*/ 128871 w 1164439"/>
              <a:gd name="connsiteY7" fmla="*/ 1150632 h 1178247"/>
              <a:gd name="connsiteX8" fmla="*/ 230126 w 1164439"/>
              <a:gd name="connsiteY8" fmla="*/ 1049377 h 1178247"/>
              <a:gd name="connsiteX9" fmla="*/ 128871 w 1164439"/>
              <a:gd name="connsiteY9" fmla="*/ 948121 h 1178247"/>
              <a:gd name="connsiteX10" fmla="*/ 1164440 w 1164439"/>
              <a:gd name="connsiteY10" fmla="*/ 1063184 h 1178247"/>
              <a:gd name="connsiteX11" fmla="*/ 397352 w 1164439"/>
              <a:gd name="connsiteY11" fmla="*/ 1063184 h 1178247"/>
              <a:gd name="connsiteX12" fmla="*/ 397352 w 1164439"/>
              <a:gd name="connsiteY12" fmla="*/ 1035569 h 1178247"/>
              <a:gd name="connsiteX13" fmla="*/ 1164440 w 1164439"/>
              <a:gd name="connsiteY13" fmla="*/ 1035569 h 1178247"/>
              <a:gd name="connsiteX14" fmla="*/ 1164440 w 1164439"/>
              <a:gd name="connsiteY14" fmla="*/ 1063184 h 1178247"/>
              <a:gd name="connsiteX15" fmla="*/ 128871 w 1164439"/>
              <a:gd name="connsiteY15" fmla="*/ 717995 h 1178247"/>
              <a:gd name="connsiteX16" fmla="*/ 0 w 1164439"/>
              <a:gd name="connsiteY16" fmla="*/ 589124 h 1178247"/>
              <a:gd name="connsiteX17" fmla="*/ 128871 w 1164439"/>
              <a:gd name="connsiteY17" fmla="*/ 460253 h 1178247"/>
              <a:gd name="connsiteX18" fmla="*/ 257742 w 1164439"/>
              <a:gd name="connsiteY18" fmla="*/ 589124 h 1178247"/>
              <a:gd name="connsiteX19" fmla="*/ 128871 w 1164439"/>
              <a:gd name="connsiteY19" fmla="*/ 717995 h 1178247"/>
              <a:gd name="connsiteX20" fmla="*/ 128871 w 1164439"/>
              <a:gd name="connsiteY20" fmla="*/ 487868 h 1178247"/>
              <a:gd name="connsiteX21" fmla="*/ 27615 w 1164439"/>
              <a:gd name="connsiteY21" fmla="*/ 589124 h 1178247"/>
              <a:gd name="connsiteX22" fmla="*/ 128871 w 1164439"/>
              <a:gd name="connsiteY22" fmla="*/ 690379 h 1178247"/>
              <a:gd name="connsiteX23" fmla="*/ 230126 w 1164439"/>
              <a:gd name="connsiteY23" fmla="*/ 589124 h 1178247"/>
              <a:gd name="connsiteX24" fmla="*/ 128871 w 1164439"/>
              <a:gd name="connsiteY24" fmla="*/ 487868 h 1178247"/>
              <a:gd name="connsiteX25" fmla="*/ 1164440 w 1164439"/>
              <a:gd name="connsiteY25" fmla="*/ 602931 h 1178247"/>
              <a:gd name="connsiteX26" fmla="*/ 397352 w 1164439"/>
              <a:gd name="connsiteY26" fmla="*/ 602931 h 1178247"/>
              <a:gd name="connsiteX27" fmla="*/ 397352 w 1164439"/>
              <a:gd name="connsiteY27" fmla="*/ 575316 h 1178247"/>
              <a:gd name="connsiteX28" fmla="*/ 1164440 w 1164439"/>
              <a:gd name="connsiteY28" fmla="*/ 575316 h 1178247"/>
              <a:gd name="connsiteX29" fmla="*/ 1164440 w 1164439"/>
              <a:gd name="connsiteY29" fmla="*/ 602931 h 1178247"/>
              <a:gd name="connsiteX30" fmla="*/ 128871 w 1164439"/>
              <a:gd name="connsiteY30" fmla="*/ 257742 h 1178247"/>
              <a:gd name="connsiteX31" fmla="*/ 0 w 1164439"/>
              <a:gd name="connsiteY31" fmla="*/ 128871 h 1178247"/>
              <a:gd name="connsiteX32" fmla="*/ 128871 w 1164439"/>
              <a:gd name="connsiteY32" fmla="*/ 0 h 1178247"/>
              <a:gd name="connsiteX33" fmla="*/ 257742 w 1164439"/>
              <a:gd name="connsiteY33" fmla="*/ 128871 h 1178247"/>
              <a:gd name="connsiteX34" fmla="*/ 128871 w 1164439"/>
              <a:gd name="connsiteY34" fmla="*/ 257742 h 1178247"/>
              <a:gd name="connsiteX35" fmla="*/ 128871 w 1164439"/>
              <a:gd name="connsiteY35" fmla="*/ 27615 h 1178247"/>
              <a:gd name="connsiteX36" fmla="*/ 27615 w 1164439"/>
              <a:gd name="connsiteY36" fmla="*/ 128871 h 1178247"/>
              <a:gd name="connsiteX37" fmla="*/ 128871 w 1164439"/>
              <a:gd name="connsiteY37" fmla="*/ 230126 h 1178247"/>
              <a:gd name="connsiteX38" fmla="*/ 230126 w 1164439"/>
              <a:gd name="connsiteY38" fmla="*/ 128871 h 1178247"/>
              <a:gd name="connsiteX39" fmla="*/ 128871 w 1164439"/>
              <a:gd name="connsiteY39" fmla="*/ 27615 h 1178247"/>
              <a:gd name="connsiteX40" fmla="*/ 1164440 w 1164439"/>
              <a:gd name="connsiteY40" fmla="*/ 142678 h 1178247"/>
              <a:gd name="connsiteX41" fmla="*/ 397352 w 1164439"/>
              <a:gd name="connsiteY41" fmla="*/ 142678 h 1178247"/>
              <a:gd name="connsiteX42" fmla="*/ 397352 w 1164439"/>
              <a:gd name="connsiteY42" fmla="*/ 115063 h 1178247"/>
              <a:gd name="connsiteX43" fmla="*/ 1164440 w 1164439"/>
              <a:gd name="connsiteY43" fmla="*/ 115063 h 1178247"/>
              <a:gd name="connsiteX44" fmla="*/ 1164440 w 1164439"/>
              <a:gd name="connsiteY44" fmla="*/ 142678 h 1178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64439" h="1178247">
                <a:moveTo>
                  <a:pt x="128871" y="1178247"/>
                </a:moveTo>
                <a:cubicBezTo>
                  <a:pt x="57800" y="1178247"/>
                  <a:pt x="0" y="1120409"/>
                  <a:pt x="0" y="1049377"/>
                </a:cubicBezTo>
                <a:cubicBezTo>
                  <a:pt x="0" y="978344"/>
                  <a:pt x="57800" y="920506"/>
                  <a:pt x="128871" y="920506"/>
                </a:cubicBezTo>
                <a:cubicBezTo>
                  <a:pt x="199942" y="920506"/>
                  <a:pt x="257742" y="978306"/>
                  <a:pt x="257742" y="1049377"/>
                </a:cubicBezTo>
                <a:cubicBezTo>
                  <a:pt x="257742" y="1120447"/>
                  <a:pt x="199942" y="1178247"/>
                  <a:pt x="128871" y="1178247"/>
                </a:cubicBezTo>
                <a:close/>
                <a:moveTo>
                  <a:pt x="128871" y="948121"/>
                </a:moveTo>
                <a:cubicBezTo>
                  <a:pt x="73027" y="948121"/>
                  <a:pt x="27615" y="993533"/>
                  <a:pt x="27615" y="1049377"/>
                </a:cubicBezTo>
                <a:cubicBezTo>
                  <a:pt x="27615" y="1105221"/>
                  <a:pt x="73027" y="1150632"/>
                  <a:pt x="128871" y="1150632"/>
                </a:cubicBezTo>
                <a:cubicBezTo>
                  <a:pt x="184715" y="1150632"/>
                  <a:pt x="230126" y="1105221"/>
                  <a:pt x="230126" y="1049377"/>
                </a:cubicBezTo>
                <a:cubicBezTo>
                  <a:pt x="230126" y="993533"/>
                  <a:pt x="184715" y="948121"/>
                  <a:pt x="128871" y="948121"/>
                </a:cubicBezTo>
                <a:close/>
                <a:moveTo>
                  <a:pt x="1164440" y="1063184"/>
                </a:moveTo>
                <a:lnTo>
                  <a:pt x="397352" y="1063184"/>
                </a:lnTo>
                <a:lnTo>
                  <a:pt x="397352" y="1035569"/>
                </a:lnTo>
                <a:lnTo>
                  <a:pt x="1164440" y="1035569"/>
                </a:lnTo>
                <a:lnTo>
                  <a:pt x="1164440" y="1063184"/>
                </a:lnTo>
                <a:close/>
                <a:moveTo>
                  <a:pt x="128871" y="717995"/>
                </a:moveTo>
                <a:cubicBezTo>
                  <a:pt x="57800" y="717995"/>
                  <a:pt x="0" y="660156"/>
                  <a:pt x="0" y="589124"/>
                </a:cubicBezTo>
                <a:cubicBezTo>
                  <a:pt x="0" y="518091"/>
                  <a:pt x="57800" y="460253"/>
                  <a:pt x="128871" y="460253"/>
                </a:cubicBezTo>
                <a:cubicBezTo>
                  <a:pt x="199942" y="460253"/>
                  <a:pt x="257742" y="518053"/>
                  <a:pt x="257742" y="589124"/>
                </a:cubicBezTo>
                <a:cubicBezTo>
                  <a:pt x="257742" y="660194"/>
                  <a:pt x="199942" y="717995"/>
                  <a:pt x="128871" y="717995"/>
                </a:cubicBezTo>
                <a:close/>
                <a:moveTo>
                  <a:pt x="128871" y="487868"/>
                </a:moveTo>
                <a:cubicBezTo>
                  <a:pt x="73027" y="487868"/>
                  <a:pt x="27615" y="533318"/>
                  <a:pt x="27615" y="589124"/>
                </a:cubicBezTo>
                <a:cubicBezTo>
                  <a:pt x="27615" y="644968"/>
                  <a:pt x="73065" y="690379"/>
                  <a:pt x="128871" y="690379"/>
                </a:cubicBezTo>
                <a:cubicBezTo>
                  <a:pt x="184676" y="690379"/>
                  <a:pt x="230126" y="644968"/>
                  <a:pt x="230126" y="589124"/>
                </a:cubicBezTo>
                <a:cubicBezTo>
                  <a:pt x="230126" y="533280"/>
                  <a:pt x="184715" y="487868"/>
                  <a:pt x="128871" y="487868"/>
                </a:cubicBezTo>
                <a:close/>
                <a:moveTo>
                  <a:pt x="1164440" y="602931"/>
                </a:moveTo>
                <a:lnTo>
                  <a:pt x="397352" y="602931"/>
                </a:lnTo>
                <a:lnTo>
                  <a:pt x="397352" y="575316"/>
                </a:lnTo>
                <a:lnTo>
                  <a:pt x="1164440" y="575316"/>
                </a:lnTo>
                <a:lnTo>
                  <a:pt x="1164440" y="602931"/>
                </a:lnTo>
                <a:close/>
                <a:moveTo>
                  <a:pt x="128871" y="257742"/>
                </a:moveTo>
                <a:cubicBezTo>
                  <a:pt x="57800" y="257742"/>
                  <a:pt x="0" y="199942"/>
                  <a:pt x="0" y="128871"/>
                </a:cubicBezTo>
                <a:cubicBezTo>
                  <a:pt x="0" y="57800"/>
                  <a:pt x="57800" y="0"/>
                  <a:pt x="128871" y="0"/>
                </a:cubicBezTo>
                <a:cubicBezTo>
                  <a:pt x="199942" y="0"/>
                  <a:pt x="257742" y="57800"/>
                  <a:pt x="257742" y="128871"/>
                </a:cubicBezTo>
                <a:cubicBezTo>
                  <a:pt x="257742" y="199942"/>
                  <a:pt x="199942" y="257742"/>
                  <a:pt x="128871" y="257742"/>
                </a:cubicBezTo>
                <a:close/>
                <a:moveTo>
                  <a:pt x="128871" y="27615"/>
                </a:moveTo>
                <a:cubicBezTo>
                  <a:pt x="73027" y="27615"/>
                  <a:pt x="27615" y="73027"/>
                  <a:pt x="27615" y="128871"/>
                </a:cubicBezTo>
                <a:cubicBezTo>
                  <a:pt x="27615" y="184715"/>
                  <a:pt x="73027" y="230126"/>
                  <a:pt x="128871" y="230126"/>
                </a:cubicBezTo>
                <a:cubicBezTo>
                  <a:pt x="184715" y="230126"/>
                  <a:pt x="230126" y="184715"/>
                  <a:pt x="230126" y="128871"/>
                </a:cubicBezTo>
                <a:cubicBezTo>
                  <a:pt x="230126" y="73027"/>
                  <a:pt x="184715" y="27615"/>
                  <a:pt x="128871" y="27615"/>
                </a:cubicBezTo>
                <a:close/>
                <a:moveTo>
                  <a:pt x="1164440" y="142678"/>
                </a:moveTo>
                <a:lnTo>
                  <a:pt x="397352" y="142678"/>
                </a:lnTo>
                <a:lnTo>
                  <a:pt x="397352" y="115063"/>
                </a:lnTo>
                <a:lnTo>
                  <a:pt x="1164440" y="115063"/>
                </a:lnTo>
                <a:lnTo>
                  <a:pt x="1164440" y="142678"/>
                </a:lnTo>
                <a:close/>
              </a:path>
            </a:pathLst>
          </a:custGeom>
          <a:solidFill>
            <a:srgbClr val="0F62FE"/>
          </a:solidFill>
          <a:ln w="38100"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03A31665-F14F-7E56-3C78-AC1DE52AFCF9}"/>
              </a:ext>
            </a:extLst>
          </p:cNvPr>
          <p:cNvSpPr>
            <a:spLocks noChangeAspect="1"/>
          </p:cNvSpPr>
          <p:nvPr/>
        </p:nvSpPr>
        <p:spPr>
          <a:xfrm rot="2735293">
            <a:off x="21492279" y="5607366"/>
            <a:ext cx="244807" cy="244800"/>
          </a:xfrm>
          <a:custGeom>
            <a:avLst/>
            <a:gdLst>
              <a:gd name="connsiteX0" fmla="*/ 3136937 w 3174133"/>
              <a:gd name="connsiteY0" fmla="*/ 3174134 h 3174133"/>
              <a:gd name="connsiteX1" fmla="*/ 657145 w 3174133"/>
              <a:gd name="connsiteY1" fmla="*/ 3174134 h 3174133"/>
              <a:gd name="connsiteX2" fmla="*/ 619948 w 3174133"/>
              <a:gd name="connsiteY2" fmla="*/ 3136937 h 3174133"/>
              <a:gd name="connsiteX3" fmla="*/ 619948 w 3174133"/>
              <a:gd name="connsiteY3" fmla="*/ 2415834 h 3174133"/>
              <a:gd name="connsiteX4" fmla="*/ 0 w 3174133"/>
              <a:gd name="connsiteY4" fmla="*/ 1587067 h 3174133"/>
              <a:gd name="connsiteX5" fmla="*/ 619948 w 3174133"/>
              <a:gd name="connsiteY5" fmla="*/ 758300 h 3174133"/>
              <a:gd name="connsiteX6" fmla="*/ 619948 w 3174133"/>
              <a:gd name="connsiteY6" fmla="*/ 37197 h 3174133"/>
              <a:gd name="connsiteX7" fmla="*/ 657145 w 3174133"/>
              <a:gd name="connsiteY7" fmla="*/ 0 h 3174133"/>
              <a:gd name="connsiteX8" fmla="*/ 2516989 w 3174133"/>
              <a:gd name="connsiteY8" fmla="*/ 0 h 3174133"/>
              <a:gd name="connsiteX9" fmla="*/ 2543336 w 3174133"/>
              <a:gd name="connsiteY9" fmla="*/ 10849 h 3174133"/>
              <a:gd name="connsiteX10" fmla="*/ 3163284 w 3174133"/>
              <a:gd name="connsiteY10" fmla="*/ 630797 h 3174133"/>
              <a:gd name="connsiteX11" fmla="*/ 3174134 w 3174133"/>
              <a:gd name="connsiteY11" fmla="*/ 657145 h 3174133"/>
              <a:gd name="connsiteX12" fmla="*/ 3174134 w 3174133"/>
              <a:gd name="connsiteY12" fmla="*/ 3136937 h 3174133"/>
              <a:gd name="connsiteX13" fmla="*/ 3136937 w 3174133"/>
              <a:gd name="connsiteY13" fmla="*/ 3174134 h 3174133"/>
              <a:gd name="connsiteX14" fmla="*/ 694342 w 3174133"/>
              <a:gd name="connsiteY14" fmla="*/ 3099740 h 3174133"/>
              <a:gd name="connsiteX15" fmla="*/ 3099740 w 3174133"/>
              <a:gd name="connsiteY15" fmla="*/ 3099740 h 3174133"/>
              <a:gd name="connsiteX16" fmla="*/ 3099740 w 3174133"/>
              <a:gd name="connsiteY16" fmla="*/ 694342 h 3174133"/>
              <a:gd name="connsiteX17" fmla="*/ 2516989 w 3174133"/>
              <a:gd name="connsiteY17" fmla="*/ 694342 h 3174133"/>
              <a:gd name="connsiteX18" fmla="*/ 2479792 w 3174133"/>
              <a:gd name="connsiteY18" fmla="*/ 657145 h 3174133"/>
              <a:gd name="connsiteX19" fmla="*/ 2479792 w 3174133"/>
              <a:gd name="connsiteY19" fmla="*/ 74394 h 3174133"/>
              <a:gd name="connsiteX20" fmla="*/ 694342 w 3174133"/>
              <a:gd name="connsiteY20" fmla="*/ 74394 h 3174133"/>
              <a:gd name="connsiteX21" fmla="*/ 694342 w 3174133"/>
              <a:gd name="connsiteY21" fmla="*/ 739908 h 3174133"/>
              <a:gd name="connsiteX22" fmla="*/ 863794 w 3174133"/>
              <a:gd name="connsiteY22" fmla="*/ 723273 h 3174133"/>
              <a:gd name="connsiteX23" fmla="*/ 1727588 w 3174133"/>
              <a:gd name="connsiteY23" fmla="*/ 1587067 h 3174133"/>
              <a:gd name="connsiteX24" fmla="*/ 863794 w 3174133"/>
              <a:gd name="connsiteY24" fmla="*/ 2450861 h 3174133"/>
              <a:gd name="connsiteX25" fmla="*/ 694342 w 3174133"/>
              <a:gd name="connsiteY25" fmla="*/ 2434122 h 3174133"/>
              <a:gd name="connsiteX26" fmla="*/ 694342 w 3174133"/>
              <a:gd name="connsiteY26" fmla="*/ 3099740 h 3174133"/>
              <a:gd name="connsiteX27" fmla="*/ 863794 w 3174133"/>
              <a:gd name="connsiteY27" fmla="*/ 797666 h 3174133"/>
              <a:gd name="connsiteX28" fmla="*/ 74394 w 3174133"/>
              <a:gd name="connsiteY28" fmla="*/ 1587067 h 3174133"/>
              <a:gd name="connsiteX29" fmla="*/ 863794 w 3174133"/>
              <a:gd name="connsiteY29" fmla="*/ 2376467 h 3174133"/>
              <a:gd name="connsiteX30" fmla="*/ 1653195 w 3174133"/>
              <a:gd name="connsiteY30" fmla="*/ 1587067 h 3174133"/>
              <a:gd name="connsiteX31" fmla="*/ 863794 w 3174133"/>
              <a:gd name="connsiteY31" fmla="*/ 797666 h 3174133"/>
              <a:gd name="connsiteX32" fmla="*/ 2554186 w 3174133"/>
              <a:gd name="connsiteY32" fmla="*/ 619948 h 3174133"/>
              <a:gd name="connsiteX33" fmla="*/ 3047148 w 3174133"/>
              <a:gd name="connsiteY33" fmla="*/ 619948 h 3174133"/>
              <a:gd name="connsiteX34" fmla="*/ 2554186 w 3174133"/>
              <a:gd name="connsiteY34" fmla="*/ 126986 h 3174133"/>
              <a:gd name="connsiteX35" fmla="*/ 2554186 w 3174133"/>
              <a:gd name="connsiteY35" fmla="*/ 619948 h 3174133"/>
              <a:gd name="connsiteX36" fmla="*/ 900991 w 3174133"/>
              <a:gd name="connsiteY36" fmla="*/ 2000365 h 3174133"/>
              <a:gd name="connsiteX37" fmla="*/ 826597 w 3174133"/>
              <a:gd name="connsiteY37" fmla="*/ 2000365 h 3174133"/>
              <a:gd name="connsiteX38" fmla="*/ 826597 w 3174133"/>
              <a:gd name="connsiteY38" fmla="*/ 1624264 h 3174133"/>
              <a:gd name="connsiteX39" fmla="*/ 450496 w 3174133"/>
              <a:gd name="connsiteY39" fmla="*/ 1624264 h 3174133"/>
              <a:gd name="connsiteX40" fmla="*/ 450496 w 3174133"/>
              <a:gd name="connsiteY40" fmla="*/ 1549870 h 3174133"/>
              <a:gd name="connsiteX41" fmla="*/ 826597 w 3174133"/>
              <a:gd name="connsiteY41" fmla="*/ 1549870 h 3174133"/>
              <a:gd name="connsiteX42" fmla="*/ 826597 w 3174133"/>
              <a:gd name="connsiteY42" fmla="*/ 1173768 h 3174133"/>
              <a:gd name="connsiteX43" fmla="*/ 900991 w 3174133"/>
              <a:gd name="connsiteY43" fmla="*/ 1173768 h 3174133"/>
              <a:gd name="connsiteX44" fmla="*/ 900991 w 3174133"/>
              <a:gd name="connsiteY44" fmla="*/ 1549870 h 3174133"/>
              <a:gd name="connsiteX45" fmla="*/ 1277093 w 3174133"/>
              <a:gd name="connsiteY45" fmla="*/ 1549870 h 3174133"/>
              <a:gd name="connsiteX46" fmla="*/ 1277093 w 3174133"/>
              <a:gd name="connsiteY46" fmla="*/ 1624264 h 3174133"/>
              <a:gd name="connsiteX47" fmla="*/ 900991 w 3174133"/>
              <a:gd name="connsiteY47" fmla="*/ 1624264 h 3174133"/>
              <a:gd name="connsiteX48" fmla="*/ 900991 w 3174133"/>
              <a:gd name="connsiteY48" fmla="*/ 2000365 h 3174133"/>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619948 h 3174134"/>
              <a:gd name="connsiteX32" fmla="*/ 3047148 w 3174134"/>
              <a:gd name="connsiteY32" fmla="*/ 619948 h 3174134"/>
              <a:gd name="connsiteX33" fmla="*/ 2554186 w 3174134"/>
              <a:gd name="connsiteY33" fmla="*/ 126986 h 3174134"/>
              <a:gd name="connsiteX34" fmla="*/ 2554186 w 3174134"/>
              <a:gd name="connsiteY34" fmla="*/ 619948 h 3174134"/>
              <a:gd name="connsiteX35" fmla="*/ 900991 w 3174134"/>
              <a:gd name="connsiteY35" fmla="*/ 2000365 h 3174134"/>
              <a:gd name="connsiteX36" fmla="*/ 826597 w 3174134"/>
              <a:gd name="connsiteY36" fmla="*/ 2000365 h 3174134"/>
              <a:gd name="connsiteX37" fmla="*/ 826597 w 3174134"/>
              <a:gd name="connsiteY37" fmla="*/ 1624264 h 3174134"/>
              <a:gd name="connsiteX38" fmla="*/ 450496 w 3174134"/>
              <a:gd name="connsiteY38" fmla="*/ 1624264 h 3174134"/>
              <a:gd name="connsiteX39" fmla="*/ 450496 w 3174134"/>
              <a:gd name="connsiteY39" fmla="*/ 1549870 h 3174134"/>
              <a:gd name="connsiteX40" fmla="*/ 826597 w 3174134"/>
              <a:gd name="connsiteY40" fmla="*/ 1549870 h 3174134"/>
              <a:gd name="connsiteX41" fmla="*/ 826597 w 3174134"/>
              <a:gd name="connsiteY41" fmla="*/ 1173768 h 3174134"/>
              <a:gd name="connsiteX42" fmla="*/ 900991 w 3174134"/>
              <a:gd name="connsiteY42" fmla="*/ 1173768 h 3174134"/>
              <a:gd name="connsiteX43" fmla="*/ 900991 w 3174134"/>
              <a:gd name="connsiteY43" fmla="*/ 1549870 h 3174134"/>
              <a:gd name="connsiteX44" fmla="*/ 1277093 w 3174134"/>
              <a:gd name="connsiteY44" fmla="*/ 1549870 h 3174134"/>
              <a:gd name="connsiteX45" fmla="*/ 1277093 w 3174134"/>
              <a:gd name="connsiteY45" fmla="*/ 1624264 h 3174134"/>
              <a:gd name="connsiteX46" fmla="*/ 900991 w 3174134"/>
              <a:gd name="connsiteY46" fmla="*/ 1624264 h 3174134"/>
              <a:gd name="connsiteX47" fmla="*/ 900991 w 3174134"/>
              <a:gd name="connsiteY47"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657145 h 3174134"/>
              <a:gd name="connsiteX18" fmla="*/ 2479792 w 3174134"/>
              <a:gd name="connsiteY18" fmla="*/ 74394 h 3174134"/>
              <a:gd name="connsiteX19" fmla="*/ 694342 w 3174134"/>
              <a:gd name="connsiteY19" fmla="*/ 74394 h 3174134"/>
              <a:gd name="connsiteX20" fmla="*/ 694342 w 3174134"/>
              <a:gd name="connsiteY20" fmla="*/ 739908 h 3174134"/>
              <a:gd name="connsiteX21" fmla="*/ 863794 w 3174134"/>
              <a:gd name="connsiteY21" fmla="*/ 723273 h 3174134"/>
              <a:gd name="connsiteX22" fmla="*/ 1727588 w 3174134"/>
              <a:gd name="connsiteY22" fmla="*/ 1587067 h 3174134"/>
              <a:gd name="connsiteX23" fmla="*/ 863794 w 3174134"/>
              <a:gd name="connsiteY23" fmla="*/ 2450861 h 3174134"/>
              <a:gd name="connsiteX24" fmla="*/ 694342 w 3174134"/>
              <a:gd name="connsiteY24" fmla="*/ 2434122 h 3174134"/>
              <a:gd name="connsiteX25" fmla="*/ 694342 w 3174134"/>
              <a:gd name="connsiteY25" fmla="*/ 3099740 h 3174134"/>
              <a:gd name="connsiteX26" fmla="*/ 863794 w 3174134"/>
              <a:gd name="connsiteY26" fmla="*/ 797666 h 3174134"/>
              <a:gd name="connsiteX27" fmla="*/ 74394 w 3174134"/>
              <a:gd name="connsiteY27" fmla="*/ 1587067 h 3174134"/>
              <a:gd name="connsiteX28" fmla="*/ 863794 w 3174134"/>
              <a:gd name="connsiteY28" fmla="*/ 2376467 h 3174134"/>
              <a:gd name="connsiteX29" fmla="*/ 1653195 w 3174134"/>
              <a:gd name="connsiteY29" fmla="*/ 1587067 h 3174134"/>
              <a:gd name="connsiteX30" fmla="*/ 863794 w 3174134"/>
              <a:gd name="connsiteY30" fmla="*/ 797666 h 3174134"/>
              <a:gd name="connsiteX31" fmla="*/ 2554186 w 3174134"/>
              <a:gd name="connsiteY31" fmla="*/ 126986 h 3174134"/>
              <a:gd name="connsiteX32" fmla="*/ 3047148 w 3174134"/>
              <a:gd name="connsiteY32" fmla="*/ 619948 h 3174134"/>
              <a:gd name="connsiteX33" fmla="*/ 2554186 w 3174134"/>
              <a:gd name="connsiteY33" fmla="*/ 126986 h 3174134"/>
              <a:gd name="connsiteX34" fmla="*/ 900991 w 3174134"/>
              <a:gd name="connsiteY34" fmla="*/ 2000365 h 3174134"/>
              <a:gd name="connsiteX35" fmla="*/ 826597 w 3174134"/>
              <a:gd name="connsiteY35" fmla="*/ 2000365 h 3174134"/>
              <a:gd name="connsiteX36" fmla="*/ 826597 w 3174134"/>
              <a:gd name="connsiteY36" fmla="*/ 1624264 h 3174134"/>
              <a:gd name="connsiteX37" fmla="*/ 450496 w 3174134"/>
              <a:gd name="connsiteY37" fmla="*/ 1624264 h 3174134"/>
              <a:gd name="connsiteX38" fmla="*/ 450496 w 3174134"/>
              <a:gd name="connsiteY38" fmla="*/ 1549870 h 3174134"/>
              <a:gd name="connsiteX39" fmla="*/ 826597 w 3174134"/>
              <a:gd name="connsiteY39" fmla="*/ 1549870 h 3174134"/>
              <a:gd name="connsiteX40" fmla="*/ 826597 w 3174134"/>
              <a:gd name="connsiteY40" fmla="*/ 1173768 h 3174134"/>
              <a:gd name="connsiteX41" fmla="*/ 900991 w 3174134"/>
              <a:gd name="connsiteY41" fmla="*/ 1173768 h 3174134"/>
              <a:gd name="connsiteX42" fmla="*/ 900991 w 3174134"/>
              <a:gd name="connsiteY42" fmla="*/ 1549870 h 3174134"/>
              <a:gd name="connsiteX43" fmla="*/ 1277093 w 3174134"/>
              <a:gd name="connsiteY43" fmla="*/ 1549870 h 3174134"/>
              <a:gd name="connsiteX44" fmla="*/ 1277093 w 3174134"/>
              <a:gd name="connsiteY44" fmla="*/ 1624264 h 3174134"/>
              <a:gd name="connsiteX45" fmla="*/ 900991 w 3174134"/>
              <a:gd name="connsiteY45" fmla="*/ 1624264 h 3174134"/>
              <a:gd name="connsiteX46" fmla="*/ 900991 w 3174134"/>
              <a:gd name="connsiteY46"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2479792 w 3174134"/>
              <a:gd name="connsiteY17" fmla="*/ 74394 h 3174134"/>
              <a:gd name="connsiteX18" fmla="*/ 694342 w 3174134"/>
              <a:gd name="connsiteY18" fmla="*/ 74394 h 3174134"/>
              <a:gd name="connsiteX19" fmla="*/ 694342 w 3174134"/>
              <a:gd name="connsiteY19" fmla="*/ 739908 h 3174134"/>
              <a:gd name="connsiteX20" fmla="*/ 863794 w 3174134"/>
              <a:gd name="connsiteY20" fmla="*/ 723273 h 3174134"/>
              <a:gd name="connsiteX21" fmla="*/ 1727588 w 3174134"/>
              <a:gd name="connsiteY21" fmla="*/ 1587067 h 3174134"/>
              <a:gd name="connsiteX22" fmla="*/ 863794 w 3174134"/>
              <a:gd name="connsiteY22" fmla="*/ 2450861 h 3174134"/>
              <a:gd name="connsiteX23" fmla="*/ 694342 w 3174134"/>
              <a:gd name="connsiteY23" fmla="*/ 2434122 h 3174134"/>
              <a:gd name="connsiteX24" fmla="*/ 694342 w 3174134"/>
              <a:gd name="connsiteY24" fmla="*/ 3099740 h 3174134"/>
              <a:gd name="connsiteX25" fmla="*/ 863794 w 3174134"/>
              <a:gd name="connsiteY25" fmla="*/ 797666 h 3174134"/>
              <a:gd name="connsiteX26" fmla="*/ 74394 w 3174134"/>
              <a:gd name="connsiteY26" fmla="*/ 1587067 h 3174134"/>
              <a:gd name="connsiteX27" fmla="*/ 863794 w 3174134"/>
              <a:gd name="connsiteY27" fmla="*/ 2376467 h 3174134"/>
              <a:gd name="connsiteX28" fmla="*/ 1653195 w 3174134"/>
              <a:gd name="connsiteY28" fmla="*/ 1587067 h 3174134"/>
              <a:gd name="connsiteX29" fmla="*/ 863794 w 3174134"/>
              <a:gd name="connsiteY29" fmla="*/ 797666 h 3174134"/>
              <a:gd name="connsiteX30" fmla="*/ 2554186 w 3174134"/>
              <a:gd name="connsiteY30" fmla="*/ 126986 h 3174134"/>
              <a:gd name="connsiteX31" fmla="*/ 3047148 w 3174134"/>
              <a:gd name="connsiteY31" fmla="*/ 619948 h 3174134"/>
              <a:gd name="connsiteX32" fmla="*/ 2554186 w 3174134"/>
              <a:gd name="connsiteY32" fmla="*/ 126986 h 3174134"/>
              <a:gd name="connsiteX33" fmla="*/ 900991 w 3174134"/>
              <a:gd name="connsiteY33" fmla="*/ 2000365 h 3174134"/>
              <a:gd name="connsiteX34" fmla="*/ 826597 w 3174134"/>
              <a:gd name="connsiteY34" fmla="*/ 2000365 h 3174134"/>
              <a:gd name="connsiteX35" fmla="*/ 826597 w 3174134"/>
              <a:gd name="connsiteY35" fmla="*/ 1624264 h 3174134"/>
              <a:gd name="connsiteX36" fmla="*/ 450496 w 3174134"/>
              <a:gd name="connsiteY36" fmla="*/ 1624264 h 3174134"/>
              <a:gd name="connsiteX37" fmla="*/ 450496 w 3174134"/>
              <a:gd name="connsiteY37" fmla="*/ 1549870 h 3174134"/>
              <a:gd name="connsiteX38" fmla="*/ 826597 w 3174134"/>
              <a:gd name="connsiteY38" fmla="*/ 1549870 h 3174134"/>
              <a:gd name="connsiteX39" fmla="*/ 826597 w 3174134"/>
              <a:gd name="connsiteY39" fmla="*/ 1173768 h 3174134"/>
              <a:gd name="connsiteX40" fmla="*/ 900991 w 3174134"/>
              <a:gd name="connsiteY40" fmla="*/ 1173768 h 3174134"/>
              <a:gd name="connsiteX41" fmla="*/ 900991 w 3174134"/>
              <a:gd name="connsiteY41" fmla="*/ 1549870 h 3174134"/>
              <a:gd name="connsiteX42" fmla="*/ 1277093 w 3174134"/>
              <a:gd name="connsiteY42" fmla="*/ 1549870 h 3174134"/>
              <a:gd name="connsiteX43" fmla="*/ 1277093 w 3174134"/>
              <a:gd name="connsiteY43" fmla="*/ 1624264 h 3174134"/>
              <a:gd name="connsiteX44" fmla="*/ 900991 w 3174134"/>
              <a:gd name="connsiteY44" fmla="*/ 1624264 h 3174134"/>
              <a:gd name="connsiteX45" fmla="*/ 900991 w 3174134"/>
              <a:gd name="connsiteY45"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2554186 w 3174134"/>
              <a:gd name="connsiteY29" fmla="*/ 126986 h 3174134"/>
              <a:gd name="connsiteX30" fmla="*/ 3047148 w 3174134"/>
              <a:gd name="connsiteY30" fmla="*/ 619948 h 3174134"/>
              <a:gd name="connsiteX31" fmla="*/ 2554186 w 3174134"/>
              <a:gd name="connsiteY31" fmla="*/ 126986 h 3174134"/>
              <a:gd name="connsiteX32" fmla="*/ 900991 w 3174134"/>
              <a:gd name="connsiteY32" fmla="*/ 2000365 h 3174134"/>
              <a:gd name="connsiteX33" fmla="*/ 826597 w 3174134"/>
              <a:gd name="connsiteY33" fmla="*/ 2000365 h 3174134"/>
              <a:gd name="connsiteX34" fmla="*/ 826597 w 3174134"/>
              <a:gd name="connsiteY34" fmla="*/ 1624264 h 3174134"/>
              <a:gd name="connsiteX35" fmla="*/ 450496 w 3174134"/>
              <a:gd name="connsiteY35" fmla="*/ 1624264 h 3174134"/>
              <a:gd name="connsiteX36" fmla="*/ 450496 w 3174134"/>
              <a:gd name="connsiteY36" fmla="*/ 1549870 h 3174134"/>
              <a:gd name="connsiteX37" fmla="*/ 826597 w 3174134"/>
              <a:gd name="connsiteY37" fmla="*/ 1549870 h 3174134"/>
              <a:gd name="connsiteX38" fmla="*/ 826597 w 3174134"/>
              <a:gd name="connsiteY38" fmla="*/ 1173768 h 3174134"/>
              <a:gd name="connsiteX39" fmla="*/ 900991 w 3174134"/>
              <a:gd name="connsiteY39" fmla="*/ 1173768 h 3174134"/>
              <a:gd name="connsiteX40" fmla="*/ 900991 w 3174134"/>
              <a:gd name="connsiteY40" fmla="*/ 1549870 h 3174134"/>
              <a:gd name="connsiteX41" fmla="*/ 1277093 w 3174134"/>
              <a:gd name="connsiteY41" fmla="*/ 1549870 h 3174134"/>
              <a:gd name="connsiteX42" fmla="*/ 1277093 w 3174134"/>
              <a:gd name="connsiteY42" fmla="*/ 1624264 h 3174134"/>
              <a:gd name="connsiteX43" fmla="*/ 900991 w 3174134"/>
              <a:gd name="connsiteY43" fmla="*/ 1624264 h 3174134"/>
              <a:gd name="connsiteX44" fmla="*/ 900991 w 3174134"/>
              <a:gd name="connsiteY44"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3099740 w 3174134"/>
              <a:gd name="connsiteY15" fmla="*/ 30997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36937 w 3174134"/>
              <a:gd name="connsiteY0" fmla="*/ 3174134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3174134 w 3174134"/>
              <a:gd name="connsiteY12" fmla="*/ 3136937 h 3174134"/>
              <a:gd name="connsiteX13" fmla="*/ 3136937 w 3174134"/>
              <a:gd name="connsiteY13" fmla="*/ 3174134 h 3174134"/>
              <a:gd name="connsiteX14" fmla="*/ 694342 w 3174134"/>
              <a:gd name="connsiteY14" fmla="*/ 3099740 h 3174134"/>
              <a:gd name="connsiteX15" fmla="*/ 2041407 w 3174134"/>
              <a:gd name="connsiteY15" fmla="*/ 2439340 h 3174134"/>
              <a:gd name="connsiteX16" fmla="*/ 3099740 w 3174134"/>
              <a:gd name="connsiteY16" fmla="*/ 694342 h 3174134"/>
              <a:gd name="connsiteX17" fmla="*/ 694342 w 3174134"/>
              <a:gd name="connsiteY17" fmla="*/ 74394 h 3174134"/>
              <a:gd name="connsiteX18" fmla="*/ 694342 w 3174134"/>
              <a:gd name="connsiteY18" fmla="*/ 739908 h 3174134"/>
              <a:gd name="connsiteX19" fmla="*/ 863794 w 3174134"/>
              <a:gd name="connsiteY19" fmla="*/ 723273 h 3174134"/>
              <a:gd name="connsiteX20" fmla="*/ 1727588 w 3174134"/>
              <a:gd name="connsiteY20" fmla="*/ 1587067 h 3174134"/>
              <a:gd name="connsiteX21" fmla="*/ 863794 w 3174134"/>
              <a:gd name="connsiteY21" fmla="*/ 2450861 h 3174134"/>
              <a:gd name="connsiteX22" fmla="*/ 694342 w 3174134"/>
              <a:gd name="connsiteY22" fmla="*/ 2434122 h 3174134"/>
              <a:gd name="connsiteX23" fmla="*/ 694342 w 3174134"/>
              <a:gd name="connsiteY23" fmla="*/ 3099740 h 3174134"/>
              <a:gd name="connsiteX24" fmla="*/ 863794 w 3174134"/>
              <a:gd name="connsiteY24" fmla="*/ 797666 h 3174134"/>
              <a:gd name="connsiteX25" fmla="*/ 74394 w 3174134"/>
              <a:gd name="connsiteY25" fmla="*/ 1587067 h 3174134"/>
              <a:gd name="connsiteX26" fmla="*/ 863794 w 3174134"/>
              <a:gd name="connsiteY26" fmla="*/ 2376467 h 3174134"/>
              <a:gd name="connsiteX27" fmla="*/ 1653195 w 3174134"/>
              <a:gd name="connsiteY27" fmla="*/ 1587067 h 3174134"/>
              <a:gd name="connsiteX28" fmla="*/ 863794 w 3174134"/>
              <a:gd name="connsiteY28" fmla="*/ 797666 h 3174134"/>
              <a:gd name="connsiteX29" fmla="*/ 900991 w 3174134"/>
              <a:gd name="connsiteY29" fmla="*/ 2000365 h 3174134"/>
              <a:gd name="connsiteX30" fmla="*/ 826597 w 3174134"/>
              <a:gd name="connsiteY30" fmla="*/ 2000365 h 3174134"/>
              <a:gd name="connsiteX31" fmla="*/ 826597 w 3174134"/>
              <a:gd name="connsiteY31" fmla="*/ 1624264 h 3174134"/>
              <a:gd name="connsiteX32" fmla="*/ 450496 w 3174134"/>
              <a:gd name="connsiteY32" fmla="*/ 1624264 h 3174134"/>
              <a:gd name="connsiteX33" fmla="*/ 450496 w 3174134"/>
              <a:gd name="connsiteY33" fmla="*/ 1549870 h 3174134"/>
              <a:gd name="connsiteX34" fmla="*/ 826597 w 3174134"/>
              <a:gd name="connsiteY34" fmla="*/ 1549870 h 3174134"/>
              <a:gd name="connsiteX35" fmla="*/ 826597 w 3174134"/>
              <a:gd name="connsiteY35" fmla="*/ 1173768 h 3174134"/>
              <a:gd name="connsiteX36" fmla="*/ 900991 w 3174134"/>
              <a:gd name="connsiteY36" fmla="*/ 1173768 h 3174134"/>
              <a:gd name="connsiteX37" fmla="*/ 900991 w 3174134"/>
              <a:gd name="connsiteY37" fmla="*/ 1549870 h 3174134"/>
              <a:gd name="connsiteX38" fmla="*/ 1277093 w 3174134"/>
              <a:gd name="connsiteY38" fmla="*/ 1549870 h 3174134"/>
              <a:gd name="connsiteX39" fmla="*/ 1277093 w 3174134"/>
              <a:gd name="connsiteY39" fmla="*/ 1624264 h 3174134"/>
              <a:gd name="connsiteX40" fmla="*/ 900991 w 3174134"/>
              <a:gd name="connsiteY40" fmla="*/ 1624264 h 3174134"/>
              <a:gd name="connsiteX41" fmla="*/ 900991 w 3174134"/>
              <a:gd name="connsiteY41" fmla="*/ 2000365 h 3174134"/>
              <a:gd name="connsiteX0" fmla="*/ 3174134 w 3174134"/>
              <a:gd name="connsiteY0" fmla="*/ 3136937 h 3333538"/>
              <a:gd name="connsiteX1" fmla="*/ 657145 w 3174134"/>
              <a:gd name="connsiteY1" fmla="*/ 3174134 h 3333538"/>
              <a:gd name="connsiteX2" fmla="*/ 619948 w 3174134"/>
              <a:gd name="connsiteY2" fmla="*/ 3136937 h 3333538"/>
              <a:gd name="connsiteX3" fmla="*/ 619948 w 3174134"/>
              <a:gd name="connsiteY3" fmla="*/ 2415834 h 3333538"/>
              <a:gd name="connsiteX4" fmla="*/ 0 w 3174134"/>
              <a:gd name="connsiteY4" fmla="*/ 1587067 h 3333538"/>
              <a:gd name="connsiteX5" fmla="*/ 619948 w 3174134"/>
              <a:gd name="connsiteY5" fmla="*/ 758300 h 3333538"/>
              <a:gd name="connsiteX6" fmla="*/ 619948 w 3174134"/>
              <a:gd name="connsiteY6" fmla="*/ 37197 h 3333538"/>
              <a:gd name="connsiteX7" fmla="*/ 657145 w 3174134"/>
              <a:gd name="connsiteY7" fmla="*/ 0 h 3333538"/>
              <a:gd name="connsiteX8" fmla="*/ 2516989 w 3174134"/>
              <a:gd name="connsiteY8" fmla="*/ 0 h 3333538"/>
              <a:gd name="connsiteX9" fmla="*/ 2543336 w 3174134"/>
              <a:gd name="connsiteY9" fmla="*/ 10849 h 3333538"/>
              <a:gd name="connsiteX10" fmla="*/ 3163284 w 3174134"/>
              <a:gd name="connsiteY10" fmla="*/ 630797 h 3333538"/>
              <a:gd name="connsiteX11" fmla="*/ 3174134 w 3174134"/>
              <a:gd name="connsiteY11" fmla="*/ 657145 h 3333538"/>
              <a:gd name="connsiteX12" fmla="*/ 3174134 w 3174134"/>
              <a:gd name="connsiteY12" fmla="*/ 3136937 h 3333538"/>
              <a:gd name="connsiteX13" fmla="*/ 694342 w 3174134"/>
              <a:gd name="connsiteY13" fmla="*/ 3099740 h 3333538"/>
              <a:gd name="connsiteX14" fmla="*/ 2041407 w 3174134"/>
              <a:gd name="connsiteY14" fmla="*/ 2439340 h 3333538"/>
              <a:gd name="connsiteX15" fmla="*/ 3099740 w 3174134"/>
              <a:gd name="connsiteY15" fmla="*/ 694342 h 3333538"/>
              <a:gd name="connsiteX16" fmla="*/ 694342 w 3174134"/>
              <a:gd name="connsiteY16" fmla="*/ 74394 h 3333538"/>
              <a:gd name="connsiteX17" fmla="*/ 694342 w 3174134"/>
              <a:gd name="connsiteY17" fmla="*/ 739908 h 3333538"/>
              <a:gd name="connsiteX18" fmla="*/ 863794 w 3174134"/>
              <a:gd name="connsiteY18" fmla="*/ 723273 h 3333538"/>
              <a:gd name="connsiteX19" fmla="*/ 1727588 w 3174134"/>
              <a:gd name="connsiteY19" fmla="*/ 1587067 h 3333538"/>
              <a:gd name="connsiteX20" fmla="*/ 863794 w 3174134"/>
              <a:gd name="connsiteY20" fmla="*/ 2450861 h 3333538"/>
              <a:gd name="connsiteX21" fmla="*/ 694342 w 3174134"/>
              <a:gd name="connsiteY21" fmla="*/ 2434122 h 3333538"/>
              <a:gd name="connsiteX22" fmla="*/ 694342 w 3174134"/>
              <a:gd name="connsiteY22" fmla="*/ 3099740 h 3333538"/>
              <a:gd name="connsiteX23" fmla="*/ 863794 w 3174134"/>
              <a:gd name="connsiteY23" fmla="*/ 797666 h 3333538"/>
              <a:gd name="connsiteX24" fmla="*/ 74394 w 3174134"/>
              <a:gd name="connsiteY24" fmla="*/ 1587067 h 3333538"/>
              <a:gd name="connsiteX25" fmla="*/ 863794 w 3174134"/>
              <a:gd name="connsiteY25" fmla="*/ 2376467 h 3333538"/>
              <a:gd name="connsiteX26" fmla="*/ 1653195 w 3174134"/>
              <a:gd name="connsiteY26" fmla="*/ 1587067 h 3333538"/>
              <a:gd name="connsiteX27" fmla="*/ 863794 w 3174134"/>
              <a:gd name="connsiteY27" fmla="*/ 797666 h 3333538"/>
              <a:gd name="connsiteX28" fmla="*/ 900991 w 3174134"/>
              <a:gd name="connsiteY28" fmla="*/ 2000365 h 3333538"/>
              <a:gd name="connsiteX29" fmla="*/ 826597 w 3174134"/>
              <a:gd name="connsiteY29" fmla="*/ 2000365 h 3333538"/>
              <a:gd name="connsiteX30" fmla="*/ 826597 w 3174134"/>
              <a:gd name="connsiteY30" fmla="*/ 1624264 h 3333538"/>
              <a:gd name="connsiteX31" fmla="*/ 450496 w 3174134"/>
              <a:gd name="connsiteY31" fmla="*/ 1624264 h 3333538"/>
              <a:gd name="connsiteX32" fmla="*/ 450496 w 3174134"/>
              <a:gd name="connsiteY32" fmla="*/ 1549870 h 3333538"/>
              <a:gd name="connsiteX33" fmla="*/ 826597 w 3174134"/>
              <a:gd name="connsiteY33" fmla="*/ 1549870 h 3333538"/>
              <a:gd name="connsiteX34" fmla="*/ 826597 w 3174134"/>
              <a:gd name="connsiteY34" fmla="*/ 1173768 h 3333538"/>
              <a:gd name="connsiteX35" fmla="*/ 900991 w 3174134"/>
              <a:gd name="connsiteY35" fmla="*/ 1173768 h 3333538"/>
              <a:gd name="connsiteX36" fmla="*/ 900991 w 3174134"/>
              <a:gd name="connsiteY36" fmla="*/ 1549870 h 3333538"/>
              <a:gd name="connsiteX37" fmla="*/ 1277093 w 3174134"/>
              <a:gd name="connsiteY37" fmla="*/ 1549870 h 3333538"/>
              <a:gd name="connsiteX38" fmla="*/ 1277093 w 3174134"/>
              <a:gd name="connsiteY38" fmla="*/ 1624264 h 3333538"/>
              <a:gd name="connsiteX39" fmla="*/ 900991 w 3174134"/>
              <a:gd name="connsiteY39" fmla="*/ 1624264 h 3333538"/>
              <a:gd name="connsiteX40" fmla="*/ 900991 w 3174134"/>
              <a:gd name="connsiteY40" fmla="*/ 2000365 h 3333538"/>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2041407 w 3174134"/>
              <a:gd name="connsiteY13" fmla="*/ 2439340 h 3174134"/>
              <a:gd name="connsiteX14" fmla="*/ 3099740 w 3174134"/>
              <a:gd name="connsiteY14" fmla="*/ 694342 h 3174134"/>
              <a:gd name="connsiteX15" fmla="*/ 694342 w 3174134"/>
              <a:gd name="connsiteY15" fmla="*/ 74394 h 3174134"/>
              <a:gd name="connsiteX16" fmla="*/ 694342 w 3174134"/>
              <a:gd name="connsiteY16" fmla="*/ 739908 h 3174134"/>
              <a:gd name="connsiteX17" fmla="*/ 863794 w 3174134"/>
              <a:gd name="connsiteY17" fmla="*/ 723273 h 3174134"/>
              <a:gd name="connsiteX18" fmla="*/ 1727588 w 3174134"/>
              <a:gd name="connsiteY18" fmla="*/ 1587067 h 3174134"/>
              <a:gd name="connsiteX19" fmla="*/ 863794 w 3174134"/>
              <a:gd name="connsiteY19" fmla="*/ 2450861 h 3174134"/>
              <a:gd name="connsiteX20" fmla="*/ 694342 w 3174134"/>
              <a:gd name="connsiteY20" fmla="*/ 2434122 h 3174134"/>
              <a:gd name="connsiteX21" fmla="*/ 694342 w 3174134"/>
              <a:gd name="connsiteY21" fmla="*/ 3099740 h 3174134"/>
              <a:gd name="connsiteX22" fmla="*/ 863794 w 3174134"/>
              <a:gd name="connsiteY22" fmla="*/ 797666 h 3174134"/>
              <a:gd name="connsiteX23" fmla="*/ 74394 w 3174134"/>
              <a:gd name="connsiteY23" fmla="*/ 1587067 h 3174134"/>
              <a:gd name="connsiteX24" fmla="*/ 863794 w 3174134"/>
              <a:gd name="connsiteY24" fmla="*/ 2376467 h 3174134"/>
              <a:gd name="connsiteX25" fmla="*/ 1653195 w 3174134"/>
              <a:gd name="connsiteY25" fmla="*/ 1587067 h 3174134"/>
              <a:gd name="connsiteX26" fmla="*/ 863794 w 3174134"/>
              <a:gd name="connsiteY26" fmla="*/ 797666 h 3174134"/>
              <a:gd name="connsiteX27" fmla="*/ 900991 w 3174134"/>
              <a:gd name="connsiteY27" fmla="*/ 2000365 h 3174134"/>
              <a:gd name="connsiteX28" fmla="*/ 826597 w 3174134"/>
              <a:gd name="connsiteY28" fmla="*/ 2000365 h 3174134"/>
              <a:gd name="connsiteX29" fmla="*/ 826597 w 3174134"/>
              <a:gd name="connsiteY29" fmla="*/ 1624264 h 3174134"/>
              <a:gd name="connsiteX30" fmla="*/ 450496 w 3174134"/>
              <a:gd name="connsiteY30" fmla="*/ 1624264 h 3174134"/>
              <a:gd name="connsiteX31" fmla="*/ 450496 w 3174134"/>
              <a:gd name="connsiteY31" fmla="*/ 1549870 h 3174134"/>
              <a:gd name="connsiteX32" fmla="*/ 826597 w 3174134"/>
              <a:gd name="connsiteY32" fmla="*/ 1549870 h 3174134"/>
              <a:gd name="connsiteX33" fmla="*/ 826597 w 3174134"/>
              <a:gd name="connsiteY33" fmla="*/ 1173768 h 3174134"/>
              <a:gd name="connsiteX34" fmla="*/ 900991 w 3174134"/>
              <a:gd name="connsiteY34" fmla="*/ 1173768 h 3174134"/>
              <a:gd name="connsiteX35" fmla="*/ 900991 w 3174134"/>
              <a:gd name="connsiteY35" fmla="*/ 1549870 h 3174134"/>
              <a:gd name="connsiteX36" fmla="*/ 1277093 w 3174134"/>
              <a:gd name="connsiteY36" fmla="*/ 1549870 h 3174134"/>
              <a:gd name="connsiteX37" fmla="*/ 1277093 w 3174134"/>
              <a:gd name="connsiteY37" fmla="*/ 1624264 h 3174134"/>
              <a:gd name="connsiteX38" fmla="*/ 900991 w 3174134"/>
              <a:gd name="connsiteY38" fmla="*/ 1624264 h 3174134"/>
              <a:gd name="connsiteX39" fmla="*/ 900991 w 3174134"/>
              <a:gd name="connsiteY39"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694342 w 3174134"/>
              <a:gd name="connsiteY14" fmla="*/ 743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57145 h 3174134"/>
              <a:gd name="connsiteX1" fmla="*/ 657145 w 3174134"/>
              <a:gd name="connsiteY1" fmla="*/ 3174134 h 3174134"/>
              <a:gd name="connsiteX2" fmla="*/ 619948 w 3174134"/>
              <a:gd name="connsiteY2" fmla="*/ 3136937 h 3174134"/>
              <a:gd name="connsiteX3" fmla="*/ 619948 w 3174134"/>
              <a:gd name="connsiteY3" fmla="*/ 2415834 h 3174134"/>
              <a:gd name="connsiteX4" fmla="*/ 0 w 3174134"/>
              <a:gd name="connsiteY4" fmla="*/ 1587067 h 3174134"/>
              <a:gd name="connsiteX5" fmla="*/ 619948 w 3174134"/>
              <a:gd name="connsiteY5" fmla="*/ 758300 h 3174134"/>
              <a:gd name="connsiteX6" fmla="*/ 619948 w 3174134"/>
              <a:gd name="connsiteY6" fmla="*/ 37197 h 3174134"/>
              <a:gd name="connsiteX7" fmla="*/ 657145 w 3174134"/>
              <a:gd name="connsiteY7" fmla="*/ 0 h 3174134"/>
              <a:gd name="connsiteX8" fmla="*/ 2516989 w 3174134"/>
              <a:gd name="connsiteY8" fmla="*/ 0 h 3174134"/>
              <a:gd name="connsiteX9" fmla="*/ 2543336 w 3174134"/>
              <a:gd name="connsiteY9" fmla="*/ 10849 h 3174134"/>
              <a:gd name="connsiteX10" fmla="*/ 3163284 w 3174134"/>
              <a:gd name="connsiteY10" fmla="*/ 630797 h 3174134"/>
              <a:gd name="connsiteX11" fmla="*/ 3174134 w 3174134"/>
              <a:gd name="connsiteY11" fmla="*/ 657145 h 3174134"/>
              <a:gd name="connsiteX12" fmla="*/ 694342 w 3174134"/>
              <a:gd name="connsiteY12" fmla="*/ 3099740 h 3174134"/>
              <a:gd name="connsiteX13" fmla="*/ 3099740 w 3174134"/>
              <a:gd name="connsiteY13" fmla="*/ 694342 h 3174134"/>
              <a:gd name="connsiteX14" fmla="*/ 935642 w 3174134"/>
              <a:gd name="connsiteY14" fmla="*/ 315694 h 3174134"/>
              <a:gd name="connsiteX15" fmla="*/ 694342 w 3174134"/>
              <a:gd name="connsiteY15" fmla="*/ 739908 h 3174134"/>
              <a:gd name="connsiteX16" fmla="*/ 863794 w 3174134"/>
              <a:gd name="connsiteY16" fmla="*/ 723273 h 3174134"/>
              <a:gd name="connsiteX17" fmla="*/ 1727588 w 3174134"/>
              <a:gd name="connsiteY17" fmla="*/ 1587067 h 3174134"/>
              <a:gd name="connsiteX18" fmla="*/ 863794 w 3174134"/>
              <a:gd name="connsiteY18" fmla="*/ 2450861 h 3174134"/>
              <a:gd name="connsiteX19" fmla="*/ 694342 w 3174134"/>
              <a:gd name="connsiteY19" fmla="*/ 2434122 h 3174134"/>
              <a:gd name="connsiteX20" fmla="*/ 694342 w 3174134"/>
              <a:gd name="connsiteY20" fmla="*/ 3099740 h 3174134"/>
              <a:gd name="connsiteX21" fmla="*/ 863794 w 3174134"/>
              <a:gd name="connsiteY21" fmla="*/ 797666 h 3174134"/>
              <a:gd name="connsiteX22" fmla="*/ 74394 w 3174134"/>
              <a:gd name="connsiteY22" fmla="*/ 1587067 h 3174134"/>
              <a:gd name="connsiteX23" fmla="*/ 863794 w 3174134"/>
              <a:gd name="connsiteY23" fmla="*/ 2376467 h 3174134"/>
              <a:gd name="connsiteX24" fmla="*/ 1653195 w 3174134"/>
              <a:gd name="connsiteY24" fmla="*/ 1587067 h 3174134"/>
              <a:gd name="connsiteX25" fmla="*/ 863794 w 3174134"/>
              <a:gd name="connsiteY25" fmla="*/ 797666 h 3174134"/>
              <a:gd name="connsiteX26" fmla="*/ 900991 w 3174134"/>
              <a:gd name="connsiteY26" fmla="*/ 2000365 h 3174134"/>
              <a:gd name="connsiteX27" fmla="*/ 826597 w 3174134"/>
              <a:gd name="connsiteY27" fmla="*/ 2000365 h 3174134"/>
              <a:gd name="connsiteX28" fmla="*/ 826597 w 3174134"/>
              <a:gd name="connsiteY28" fmla="*/ 1624264 h 3174134"/>
              <a:gd name="connsiteX29" fmla="*/ 450496 w 3174134"/>
              <a:gd name="connsiteY29" fmla="*/ 1624264 h 3174134"/>
              <a:gd name="connsiteX30" fmla="*/ 450496 w 3174134"/>
              <a:gd name="connsiteY30" fmla="*/ 1549870 h 3174134"/>
              <a:gd name="connsiteX31" fmla="*/ 826597 w 3174134"/>
              <a:gd name="connsiteY31" fmla="*/ 1549870 h 3174134"/>
              <a:gd name="connsiteX32" fmla="*/ 826597 w 3174134"/>
              <a:gd name="connsiteY32" fmla="*/ 1173768 h 3174134"/>
              <a:gd name="connsiteX33" fmla="*/ 900991 w 3174134"/>
              <a:gd name="connsiteY33" fmla="*/ 1173768 h 3174134"/>
              <a:gd name="connsiteX34" fmla="*/ 900991 w 3174134"/>
              <a:gd name="connsiteY34" fmla="*/ 1549870 h 3174134"/>
              <a:gd name="connsiteX35" fmla="*/ 1277093 w 3174134"/>
              <a:gd name="connsiteY35" fmla="*/ 1549870 h 3174134"/>
              <a:gd name="connsiteX36" fmla="*/ 1277093 w 3174134"/>
              <a:gd name="connsiteY36" fmla="*/ 1624264 h 3174134"/>
              <a:gd name="connsiteX37" fmla="*/ 900991 w 3174134"/>
              <a:gd name="connsiteY37" fmla="*/ 1624264 h 3174134"/>
              <a:gd name="connsiteX38" fmla="*/ 900991 w 3174134"/>
              <a:gd name="connsiteY38" fmla="*/ 2000365 h 3174134"/>
              <a:gd name="connsiteX0" fmla="*/ 3174134 w 3174134"/>
              <a:gd name="connsiteY0" fmla="*/ 686387 h 3203376"/>
              <a:gd name="connsiteX1" fmla="*/ 657145 w 3174134"/>
              <a:gd name="connsiteY1" fmla="*/ 3203376 h 3203376"/>
              <a:gd name="connsiteX2" fmla="*/ 619948 w 3174134"/>
              <a:gd name="connsiteY2" fmla="*/ 3166179 h 3203376"/>
              <a:gd name="connsiteX3" fmla="*/ 619948 w 3174134"/>
              <a:gd name="connsiteY3" fmla="*/ 2445076 h 3203376"/>
              <a:gd name="connsiteX4" fmla="*/ 0 w 3174134"/>
              <a:gd name="connsiteY4" fmla="*/ 1616309 h 3203376"/>
              <a:gd name="connsiteX5" fmla="*/ 619948 w 3174134"/>
              <a:gd name="connsiteY5" fmla="*/ 787542 h 3203376"/>
              <a:gd name="connsiteX6" fmla="*/ 619948 w 3174134"/>
              <a:gd name="connsiteY6" fmla="*/ 66439 h 3203376"/>
              <a:gd name="connsiteX7" fmla="*/ 2516989 w 3174134"/>
              <a:gd name="connsiteY7" fmla="*/ 29242 h 3203376"/>
              <a:gd name="connsiteX8" fmla="*/ 2543336 w 3174134"/>
              <a:gd name="connsiteY8" fmla="*/ 40091 h 3203376"/>
              <a:gd name="connsiteX9" fmla="*/ 3163284 w 3174134"/>
              <a:gd name="connsiteY9" fmla="*/ 660039 h 3203376"/>
              <a:gd name="connsiteX10" fmla="*/ 3174134 w 3174134"/>
              <a:gd name="connsiteY10" fmla="*/ 686387 h 3203376"/>
              <a:gd name="connsiteX11" fmla="*/ 694342 w 3174134"/>
              <a:gd name="connsiteY11" fmla="*/ 3128982 h 3203376"/>
              <a:gd name="connsiteX12" fmla="*/ 3099740 w 3174134"/>
              <a:gd name="connsiteY12" fmla="*/ 723584 h 3203376"/>
              <a:gd name="connsiteX13" fmla="*/ 935642 w 3174134"/>
              <a:gd name="connsiteY13" fmla="*/ 344936 h 3203376"/>
              <a:gd name="connsiteX14" fmla="*/ 694342 w 3174134"/>
              <a:gd name="connsiteY14" fmla="*/ 769150 h 3203376"/>
              <a:gd name="connsiteX15" fmla="*/ 863794 w 3174134"/>
              <a:gd name="connsiteY15" fmla="*/ 752515 h 3203376"/>
              <a:gd name="connsiteX16" fmla="*/ 1727588 w 3174134"/>
              <a:gd name="connsiteY16" fmla="*/ 1616309 h 3203376"/>
              <a:gd name="connsiteX17" fmla="*/ 863794 w 3174134"/>
              <a:gd name="connsiteY17" fmla="*/ 2480103 h 3203376"/>
              <a:gd name="connsiteX18" fmla="*/ 694342 w 3174134"/>
              <a:gd name="connsiteY18" fmla="*/ 2463364 h 3203376"/>
              <a:gd name="connsiteX19" fmla="*/ 694342 w 3174134"/>
              <a:gd name="connsiteY19" fmla="*/ 3128982 h 3203376"/>
              <a:gd name="connsiteX20" fmla="*/ 863794 w 3174134"/>
              <a:gd name="connsiteY20" fmla="*/ 826908 h 3203376"/>
              <a:gd name="connsiteX21" fmla="*/ 74394 w 3174134"/>
              <a:gd name="connsiteY21" fmla="*/ 1616309 h 3203376"/>
              <a:gd name="connsiteX22" fmla="*/ 863794 w 3174134"/>
              <a:gd name="connsiteY22" fmla="*/ 2405709 h 3203376"/>
              <a:gd name="connsiteX23" fmla="*/ 1653195 w 3174134"/>
              <a:gd name="connsiteY23" fmla="*/ 1616309 h 3203376"/>
              <a:gd name="connsiteX24" fmla="*/ 863794 w 3174134"/>
              <a:gd name="connsiteY24" fmla="*/ 826908 h 3203376"/>
              <a:gd name="connsiteX25" fmla="*/ 900991 w 3174134"/>
              <a:gd name="connsiteY25" fmla="*/ 2029607 h 3203376"/>
              <a:gd name="connsiteX26" fmla="*/ 826597 w 3174134"/>
              <a:gd name="connsiteY26" fmla="*/ 2029607 h 3203376"/>
              <a:gd name="connsiteX27" fmla="*/ 826597 w 3174134"/>
              <a:gd name="connsiteY27" fmla="*/ 1653506 h 3203376"/>
              <a:gd name="connsiteX28" fmla="*/ 450496 w 3174134"/>
              <a:gd name="connsiteY28" fmla="*/ 1653506 h 3203376"/>
              <a:gd name="connsiteX29" fmla="*/ 450496 w 3174134"/>
              <a:gd name="connsiteY29" fmla="*/ 1579112 h 3203376"/>
              <a:gd name="connsiteX30" fmla="*/ 826597 w 3174134"/>
              <a:gd name="connsiteY30" fmla="*/ 1579112 h 3203376"/>
              <a:gd name="connsiteX31" fmla="*/ 826597 w 3174134"/>
              <a:gd name="connsiteY31" fmla="*/ 1203010 h 3203376"/>
              <a:gd name="connsiteX32" fmla="*/ 900991 w 3174134"/>
              <a:gd name="connsiteY32" fmla="*/ 1203010 h 3203376"/>
              <a:gd name="connsiteX33" fmla="*/ 900991 w 3174134"/>
              <a:gd name="connsiteY33" fmla="*/ 1579112 h 3203376"/>
              <a:gd name="connsiteX34" fmla="*/ 1277093 w 3174134"/>
              <a:gd name="connsiteY34" fmla="*/ 1579112 h 3203376"/>
              <a:gd name="connsiteX35" fmla="*/ 1277093 w 3174134"/>
              <a:gd name="connsiteY35" fmla="*/ 1653506 h 3203376"/>
              <a:gd name="connsiteX36" fmla="*/ 900991 w 3174134"/>
              <a:gd name="connsiteY36" fmla="*/ 1653506 h 3203376"/>
              <a:gd name="connsiteX37" fmla="*/ 900991 w 3174134"/>
              <a:gd name="connsiteY37" fmla="*/ 2029607 h 3203376"/>
              <a:gd name="connsiteX0" fmla="*/ 3174134 w 3174134"/>
              <a:gd name="connsiteY0" fmla="*/ 717245 h 3234234"/>
              <a:gd name="connsiteX1" fmla="*/ 657145 w 3174134"/>
              <a:gd name="connsiteY1" fmla="*/ 3234234 h 3234234"/>
              <a:gd name="connsiteX2" fmla="*/ 619948 w 3174134"/>
              <a:gd name="connsiteY2" fmla="*/ 3197037 h 3234234"/>
              <a:gd name="connsiteX3" fmla="*/ 619948 w 3174134"/>
              <a:gd name="connsiteY3" fmla="*/ 2475934 h 3234234"/>
              <a:gd name="connsiteX4" fmla="*/ 0 w 3174134"/>
              <a:gd name="connsiteY4" fmla="*/ 1647167 h 3234234"/>
              <a:gd name="connsiteX5" fmla="*/ 619948 w 3174134"/>
              <a:gd name="connsiteY5" fmla="*/ 818400 h 3234234"/>
              <a:gd name="connsiteX6" fmla="*/ 619948 w 3174134"/>
              <a:gd name="connsiteY6" fmla="*/ 97297 h 3234234"/>
              <a:gd name="connsiteX7" fmla="*/ 2543336 w 3174134"/>
              <a:gd name="connsiteY7" fmla="*/ 70949 h 3234234"/>
              <a:gd name="connsiteX8" fmla="*/ 3163284 w 3174134"/>
              <a:gd name="connsiteY8" fmla="*/ 690897 h 3234234"/>
              <a:gd name="connsiteX9" fmla="*/ 3174134 w 3174134"/>
              <a:gd name="connsiteY9" fmla="*/ 717245 h 3234234"/>
              <a:gd name="connsiteX10" fmla="*/ 694342 w 3174134"/>
              <a:gd name="connsiteY10" fmla="*/ 3159840 h 3234234"/>
              <a:gd name="connsiteX11" fmla="*/ 3099740 w 3174134"/>
              <a:gd name="connsiteY11" fmla="*/ 754442 h 3234234"/>
              <a:gd name="connsiteX12" fmla="*/ 935642 w 3174134"/>
              <a:gd name="connsiteY12" fmla="*/ 375794 h 3234234"/>
              <a:gd name="connsiteX13" fmla="*/ 694342 w 3174134"/>
              <a:gd name="connsiteY13" fmla="*/ 800008 h 3234234"/>
              <a:gd name="connsiteX14" fmla="*/ 863794 w 3174134"/>
              <a:gd name="connsiteY14" fmla="*/ 783373 h 3234234"/>
              <a:gd name="connsiteX15" fmla="*/ 1727588 w 3174134"/>
              <a:gd name="connsiteY15" fmla="*/ 1647167 h 3234234"/>
              <a:gd name="connsiteX16" fmla="*/ 863794 w 3174134"/>
              <a:gd name="connsiteY16" fmla="*/ 2510961 h 3234234"/>
              <a:gd name="connsiteX17" fmla="*/ 694342 w 3174134"/>
              <a:gd name="connsiteY17" fmla="*/ 2494222 h 3234234"/>
              <a:gd name="connsiteX18" fmla="*/ 694342 w 3174134"/>
              <a:gd name="connsiteY18" fmla="*/ 3159840 h 3234234"/>
              <a:gd name="connsiteX19" fmla="*/ 863794 w 3174134"/>
              <a:gd name="connsiteY19" fmla="*/ 857766 h 3234234"/>
              <a:gd name="connsiteX20" fmla="*/ 74394 w 3174134"/>
              <a:gd name="connsiteY20" fmla="*/ 1647167 h 3234234"/>
              <a:gd name="connsiteX21" fmla="*/ 863794 w 3174134"/>
              <a:gd name="connsiteY21" fmla="*/ 2436567 h 3234234"/>
              <a:gd name="connsiteX22" fmla="*/ 1653195 w 3174134"/>
              <a:gd name="connsiteY22" fmla="*/ 1647167 h 3234234"/>
              <a:gd name="connsiteX23" fmla="*/ 863794 w 3174134"/>
              <a:gd name="connsiteY23" fmla="*/ 857766 h 3234234"/>
              <a:gd name="connsiteX24" fmla="*/ 900991 w 3174134"/>
              <a:gd name="connsiteY24" fmla="*/ 2060465 h 3234234"/>
              <a:gd name="connsiteX25" fmla="*/ 826597 w 3174134"/>
              <a:gd name="connsiteY25" fmla="*/ 2060465 h 3234234"/>
              <a:gd name="connsiteX26" fmla="*/ 826597 w 3174134"/>
              <a:gd name="connsiteY26" fmla="*/ 1684364 h 3234234"/>
              <a:gd name="connsiteX27" fmla="*/ 450496 w 3174134"/>
              <a:gd name="connsiteY27" fmla="*/ 1684364 h 3234234"/>
              <a:gd name="connsiteX28" fmla="*/ 450496 w 3174134"/>
              <a:gd name="connsiteY28" fmla="*/ 1609970 h 3234234"/>
              <a:gd name="connsiteX29" fmla="*/ 826597 w 3174134"/>
              <a:gd name="connsiteY29" fmla="*/ 1609970 h 3234234"/>
              <a:gd name="connsiteX30" fmla="*/ 826597 w 3174134"/>
              <a:gd name="connsiteY30" fmla="*/ 1233868 h 3234234"/>
              <a:gd name="connsiteX31" fmla="*/ 900991 w 3174134"/>
              <a:gd name="connsiteY31" fmla="*/ 1233868 h 3234234"/>
              <a:gd name="connsiteX32" fmla="*/ 900991 w 3174134"/>
              <a:gd name="connsiteY32" fmla="*/ 1609970 h 3234234"/>
              <a:gd name="connsiteX33" fmla="*/ 1277093 w 3174134"/>
              <a:gd name="connsiteY33" fmla="*/ 1609970 h 3234234"/>
              <a:gd name="connsiteX34" fmla="*/ 1277093 w 3174134"/>
              <a:gd name="connsiteY34" fmla="*/ 1684364 h 3234234"/>
              <a:gd name="connsiteX35" fmla="*/ 900991 w 3174134"/>
              <a:gd name="connsiteY35" fmla="*/ 1684364 h 3234234"/>
              <a:gd name="connsiteX36" fmla="*/ 900991 w 3174134"/>
              <a:gd name="connsiteY36" fmla="*/ 2060465 h 3234234"/>
              <a:gd name="connsiteX0" fmla="*/ 3174134 w 3174134"/>
              <a:gd name="connsiteY0" fmla="*/ 620592 h 3137581"/>
              <a:gd name="connsiteX1" fmla="*/ 657145 w 3174134"/>
              <a:gd name="connsiteY1" fmla="*/ 3137581 h 3137581"/>
              <a:gd name="connsiteX2" fmla="*/ 619948 w 3174134"/>
              <a:gd name="connsiteY2" fmla="*/ 3100384 h 3137581"/>
              <a:gd name="connsiteX3" fmla="*/ 619948 w 3174134"/>
              <a:gd name="connsiteY3" fmla="*/ 2379281 h 3137581"/>
              <a:gd name="connsiteX4" fmla="*/ 0 w 3174134"/>
              <a:gd name="connsiteY4" fmla="*/ 1550514 h 3137581"/>
              <a:gd name="connsiteX5" fmla="*/ 619948 w 3174134"/>
              <a:gd name="connsiteY5" fmla="*/ 721747 h 3137581"/>
              <a:gd name="connsiteX6" fmla="*/ 619948 w 3174134"/>
              <a:gd name="connsiteY6" fmla="*/ 644 h 3137581"/>
              <a:gd name="connsiteX7" fmla="*/ 3163284 w 3174134"/>
              <a:gd name="connsiteY7" fmla="*/ 594244 h 3137581"/>
              <a:gd name="connsiteX8" fmla="*/ 3174134 w 3174134"/>
              <a:gd name="connsiteY8" fmla="*/ 620592 h 3137581"/>
              <a:gd name="connsiteX9" fmla="*/ 694342 w 3174134"/>
              <a:gd name="connsiteY9" fmla="*/ 3063187 h 3137581"/>
              <a:gd name="connsiteX10" fmla="*/ 3099740 w 3174134"/>
              <a:gd name="connsiteY10" fmla="*/ 657789 h 3137581"/>
              <a:gd name="connsiteX11" fmla="*/ 935642 w 3174134"/>
              <a:gd name="connsiteY11" fmla="*/ 279141 h 3137581"/>
              <a:gd name="connsiteX12" fmla="*/ 694342 w 3174134"/>
              <a:gd name="connsiteY12" fmla="*/ 703355 h 3137581"/>
              <a:gd name="connsiteX13" fmla="*/ 863794 w 3174134"/>
              <a:gd name="connsiteY13" fmla="*/ 686720 h 3137581"/>
              <a:gd name="connsiteX14" fmla="*/ 1727588 w 3174134"/>
              <a:gd name="connsiteY14" fmla="*/ 1550514 h 3137581"/>
              <a:gd name="connsiteX15" fmla="*/ 863794 w 3174134"/>
              <a:gd name="connsiteY15" fmla="*/ 2414308 h 3137581"/>
              <a:gd name="connsiteX16" fmla="*/ 694342 w 3174134"/>
              <a:gd name="connsiteY16" fmla="*/ 2397569 h 3137581"/>
              <a:gd name="connsiteX17" fmla="*/ 694342 w 3174134"/>
              <a:gd name="connsiteY17" fmla="*/ 3063187 h 3137581"/>
              <a:gd name="connsiteX18" fmla="*/ 863794 w 3174134"/>
              <a:gd name="connsiteY18" fmla="*/ 761113 h 3137581"/>
              <a:gd name="connsiteX19" fmla="*/ 74394 w 3174134"/>
              <a:gd name="connsiteY19" fmla="*/ 1550514 h 3137581"/>
              <a:gd name="connsiteX20" fmla="*/ 863794 w 3174134"/>
              <a:gd name="connsiteY20" fmla="*/ 2339914 h 3137581"/>
              <a:gd name="connsiteX21" fmla="*/ 1653195 w 3174134"/>
              <a:gd name="connsiteY21" fmla="*/ 1550514 h 3137581"/>
              <a:gd name="connsiteX22" fmla="*/ 863794 w 3174134"/>
              <a:gd name="connsiteY22" fmla="*/ 761113 h 3137581"/>
              <a:gd name="connsiteX23" fmla="*/ 900991 w 3174134"/>
              <a:gd name="connsiteY23" fmla="*/ 1963812 h 3137581"/>
              <a:gd name="connsiteX24" fmla="*/ 826597 w 3174134"/>
              <a:gd name="connsiteY24" fmla="*/ 1963812 h 3137581"/>
              <a:gd name="connsiteX25" fmla="*/ 826597 w 3174134"/>
              <a:gd name="connsiteY25" fmla="*/ 1587711 h 3137581"/>
              <a:gd name="connsiteX26" fmla="*/ 450496 w 3174134"/>
              <a:gd name="connsiteY26" fmla="*/ 1587711 h 3137581"/>
              <a:gd name="connsiteX27" fmla="*/ 450496 w 3174134"/>
              <a:gd name="connsiteY27" fmla="*/ 1513317 h 3137581"/>
              <a:gd name="connsiteX28" fmla="*/ 826597 w 3174134"/>
              <a:gd name="connsiteY28" fmla="*/ 1513317 h 3137581"/>
              <a:gd name="connsiteX29" fmla="*/ 826597 w 3174134"/>
              <a:gd name="connsiteY29" fmla="*/ 1137215 h 3137581"/>
              <a:gd name="connsiteX30" fmla="*/ 900991 w 3174134"/>
              <a:gd name="connsiteY30" fmla="*/ 1137215 h 3137581"/>
              <a:gd name="connsiteX31" fmla="*/ 900991 w 3174134"/>
              <a:gd name="connsiteY31" fmla="*/ 1513317 h 3137581"/>
              <a:gd name="connsiteX32" fmla="*/ 1277093 w 3174134"/>
              <a:gd name="connsiteY32" fmla="*/ 1513317 h 3137581"/>
              <a:gd name="connsiteX33" fmla="*/ 1277093 w 3174134"/>
              <a:gd name="connsiteY33" fmla="*/ 1587711 h 3137581"/>
              <a:gd name="connsiteX34" fmla="*/ 900991 w 3174134"/>
              <a:gd name="connsiteY34" fmla="*/ 1587711 h 3137581"/>
              <a:gd name="connsiteX35" fmla="*/ 900991 w 3174134"/>
              <a:gd name="connsiteY35" fmla="*/ 1963812 h 3137581"/>
              <a:gd name="connsiteX0" fmla="*/ 3174134 w 3174134"/>
              <a:gd name="connsiteY0" fmla="*/ 620795 h 3137784"/>
              <a:gd name="connsiteX1" fmla="*/ 657145 w 3174134"/>
              <a:gd name="connsiteY1" fmla="*/ 3137784 h 3137784"/>
              <a:gd name="connsiteX2" fmla="*/ 619948 w 3174134"/>
              <a:gd name="connsiteY2" fmla="*/ 3100587 h 3137784"/>
              <a:gd name="connsiteX3" fmla="*/ 619948 w 3174134"/>
              <a:gd name="connsiteY3" fmla="*/ 2379484 h 3137784"/>
              <a:gd name="connsiteX4" fmla="*/ 0 w 3174134"/>
              <a:gd name="connsiteY4" fmla="*/ 1550717 h 3137784"/>
              <a:gd name="connsiteX5" fmla="*/ 619948 w 3174134"/>
              <a:gd name="connsiteY5" fmla="*/ 721950 h 3137784"/>
              <a:gd name="connsiteX6" fmla="*/ 619948 w 3174134"/>
              <a:gd name="connsiteY6" fmla="*/ 847 h 3137784"/>
              <a:gd name="connsiteX7" fmla="*/ 2532518 w 3174134"/>
              <a:gd name="connsiteY7" fmla="*/ 467447 h 3137784"/>
              <a:gd name="connsiteX8" fmla="*/ 3174134 w 3174134"/>
              <a:gd name="connsiteY8" fmla="*/ 620795 h 3137784"/>
              <a:gd name="connsiteX9" fmla="*/ 694342 w 3174134"/>
              <a:gd name="connsiteY9" fmla="*/ 3063390 h 3137784"/>
              <a:gd name="connsiteX10" fmla="*/ 3099740 w 3174134"/>
              <a:gd name="connsiteY10" fmla="*/ 657992 h 3137784"/>
              <a:gd name="connsiteX11" fmla="*/ 935642 w 3174134"/>
              <a:gd name="connsiteY11" fmla="*/ 279344 h 3137784"/>
              <a:gd name="connsiteX12" fmla="*/ 694342 w 3174134"/>
              <a:gd name="connsiteY12" fmla="*/ 703558 h 3137784"/>
              <a:gd name="connsiteX13" fmla="*/ 863794 w 3174134"/>
              <a:gd name="connsiteY13" fmla="*/ 686923 h 3137784"/>
              <a:gd name="connsiteX14" fmla="*/ 1727588 w 3174134"/>
              <a:gd name="connsiteY14" fmla="*/ 1550717 h 3137784"/>
              <a:gd name="connsiteX15" fmla="*/ 863794 w 3174134"/>
              <a:gd name="connsiteY15" fmla="*/ 2414511 h 3137784"/>
              <a:gd name="connsiteX16" fmla="*/ 694342 w 3174134"/>
              <a:gd name="connsiteY16" fmla="*/ 2397772 h 3137784"/>
              <a:gd name="connsiteX17" fmla="*/ 694342 w 3174134"/>
              <a:gd name="connsiteY17" fmla="*/ 3063390 h 3137784"/>
              <a:gd name="connsiteX18" fmla="*/ 863794 w 3174134"/>
              <a:gd name="connsiteY18" fmla="*/ 761316 h 3137784"/>
              <a:gd name="connsiteX19" fmla="*/ 74394 w 3174134"/>
              <a:gd name="connsiteY19" fmla="*/ 1550717 h 3137784"/>
              <a:gd name="connsiteX20" fmla="*/ 863794 w 3174134"/>
              <a:gd name="connsiteY20" fmla="*/ 2340117 h 3137784"/>
              <a:gd name="connsiteX21" fmla="*/ 1653195 w 3174134"/>
              <a:gd name="connsiteY21" fmla="*/ 1550717 h 3137784"/>
              <a:gd name="connsiteX22" fmla="*/ 863794 w 3174134"/>
              <a:gd name="connsiteY22" fmla="*/ 761316 h 3137784"/>
              <a:gd name="connsiteX23" fmla="*/ 900991 w 3174134"/>
              <a:gd name="connsiteY23" fmla="*/ 1964015 h 3137784"/>
              <a:gd name="connsiteX24" fmla="*/ 826597 w 3174134"/>
              <a:gd name="connsiteY24" fmla="*/ 1964015 h 3137784"/>
              <a:gd name="connsiteX25" fmla="*/ 826597 w 3174134"/>
              <a:gd name="connsiteY25" fmla="*/ 1587914 h 3137784"/>
              <a:gd name="connsiteX26" fmla="*/ 450496 w 3174134"/>
              <a:gd name="connsiteY26" fmla="*/ 1587914 h 3137784"/>
              <a:gd name="connsiteX27" fmla="*/ 450496 w 3174134"/>
              <a:gd name="connsiteY27" fmla="*/ 1513520 h 3137784"/>
              <a:gd name="connsiteX28" fmla="*/ 826597 w 3174134"/>
              <a:gd name="connsiteY28" fmla="*/ 1513520 h 3137784"/>
              <a:gd name="connsiteX29" fmla="*/ 826597 w 3174134"/>
              <a:gd name="connsiteY29" fmla="*/ 1137418 h 3137784"/>
              <a:gd name="connsiteX30" fmla="*/ 900991 w 3174134"/>
              <a:gd name="connsiteY30" fmla="*/ 1137418 h 3137784"/>
              <a:gd name="connsiteX31" fmla="*/ 900991 w 3174134"/>
              <a:gd name="connsiteY31" fmla="*/ 1513520 h 3137784"/>
              <a:gd name="connsiteX32" fmla="*/ 1277093 w 3174134"/>
              <a:gd name="connsiteY32" fmla="*/ 1513520 h 3137784"/>
              <a:gd name="connsiteX33" fmla="*/ 1277093 w 3174134"/>
              <a:gd name="connsiteY33" fmla="*/ 1587914 h 3137784"/>
              <a:gd name="connsiteX34" fmla="*/ 900991 w 3174134"/>
              <a:gd name="connsiteY34" fmla="*/ 1587914 h 3137784"/>
              <a:gd name="connsiteX35" fmla="*/ 900991 w 3174134"/>
              <a:gd name="connsiteY35" fmla="*/ 1964015 h 3137784"/>
              <a:gd name="connsiteX0" fmla="*/ 2898967 w 3099740"/>
              <a:gd name="connsiteY0" fmla="*/ 366795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898967 w 3099740"/>
              <a:gd name="connsiteY8" fmla="*/ 366795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3099740"/>
              <a:gd name="connsiteY0" fmla="*/ 1226162 h 3137784"/>
              <a:gd name="connsiteX1" fmla="*/ 657145 w 3099740"/>
              <a:gd name="connsiteY1" fmla="*/ 3137784 h 3137784"/>
              <a:gd name="connsiteX2" fmla="*/ 619948 w 3099740"/>
              <a:gd name="connsiteY2" fmla="*/ 3100587 h 3137784"/>
              <a:gd name="connsiteX3" fmla="*/ 619948 w 3099740"/>
              <a:gd name="connsiteY3" fmla="*/ 2379484 h 3137784"/>
              <a:gd name="connsiteX4" fmla="*/ 0 w 3099740"/>
              <a:gd name="connsiteY4" fmla="*/ 1550717 h 3137784"/>
              <a:gd name="connsiteX5" fmla="*/ 619948 w 3099740"/>
              <a:gd name="connsiteY5" fmla="*/ 721950 h 3137784"/>
              <a:gd name="connsiteX6" fmla="*/ 619948 w 3099740"/>
              <a:gd name="connsiteY6" fmla="*/ 847 h 3137784"/>
              <a:gd name="connsiteX7" fmla="*/ 2532518 w 3099740"/>
              <a:gd name="connsiteY7" fmla="*/ 467447 h 3137784"/>
              <a:gd name="connsiteX8" fmla="*/ 2987867 w 3099740"/>
              <a:gd name="connsiteY8" fmla="*/ 1226162 h 3137784"/>
              <a:gd name="connsiteX9" fmla="*/ 694342 w 3099740"/>
              <a:gd name="connsiteY9" fmla="*/ 3063390 h 3137784"/>
              <a:gd name="connsiteX10" fmla="*/ 3099740 w 3099740"/>
              <a:gd name="connsiteY10" fmla="*/ 657992 h 3137784"/>
              <a:gd name="connsiteX11" fmla="*/ 935642 w 3099740"/>
              <a:gd name="connsiteY11" fmla="*/ 279344 h 3137784"/>
              <a:gd name="connsiteX12" fmla="*/ 694342 w 3099740"/>
              <a:gd name="connsiteY12" fmla="*/ 703558 h 3137784"/>
              <a:gd name="connsiteX13" fmla="*/ 863794 w 3099740"/>
              <a:gd name="connsiteY13" fmla="*/ 686923 h 3137784"/>
              <a:gd name="connsiteX14" fmla="*/ 1727588 w 3099740"/>
              <a:gd name="connsiteY14" fmla="*/ 1550717 h 3137784"/>
              <a:gd name="connsiteX15" fmla="*/ 863794 w 3099740"/>
              <a:gd name="connsiteY15" fmla="*/ 2414511 h 3137784"/>
              <a:gd name="connsiteX16" fmla="*/ 694342 w 3099740"/>
              <a:gd name="connsiteY16" fmla="*/ 2397772 h 3137784"/>
              <a:gd name="connsiteX17" fmla="*/ 694342 w 3099740"/>
              <a:gd name="connsiteY17" fmla="*/ 3063390 h 3137784"/>
              <a:gd name="connsiteX18" fmla="*/ 863794 w 3099740"/>
              <a:gd name="connsiteY18" fmla="*/ 761316 h 3137784"/>
              <a:gd name="connsiteX19" fmla="*/ 74394 w 3099740"/>
              <a:gd name="connsiteY19" fmla="*/ 1550717 h 3137784"/>
              <a:gd name="connsiteX20" fmla="*/ 863794 w 3099740"/>
              <a:gd name="connsiteY20" fmla="*/ 2340117 h 3137784"/>
              <a:gd name="connsiteX21" fmla="*/ 1653195 w 3099740"/>
              <a:gd name="connsiteY21" fmla="*/ 1550717 h 3137784"/>
              <a:gd name="connsiteX22" fmla="*/ 863794 w 3099740"/>
              <a:gd name="connsiteY22" fmla="*/ 761316 h 3137784"/>
              <a:gd name="connsiteX23" fmla="*/ 900991 w 3099740"/>
              <a:gd name="connsiteY23" fmla="*/ 1964015 h 3137784"/>
              <a:gd name="connsiteX24" fmla="*/ 826597 w 3099740"/>
              <a:gd name="connsiteY24" fmla="*/ 1964015 h 3137784"/>
              <a:gd name="connsiteX25" fmla="*/ 826597 w 3099740"/>
              <a:gd name="connsiteY25" fmla="*/ 1587914 h 3137784"/>
              <a:gd name="connsiteX26" fmla="*/ 450496 w 3099740"/>
              <a:gd name="connsiteY26" fmla="*/ 1587914 h 3137784"/>
              <a:gd name="connsiteX27" fmla="*/ 450496 w 3099740"/>
              <a:gd name="connsiteY27" fmla="*/ 1513520 h 3137784"/>
              <a:gd name="connsiteX28" fmla="*/ 826597 w 3099740"/>
              <a:gd name="connsiteY28" fmla="*/ 1513520 h 3137784"/>
              <a:gd name="connsiteX29" fmla="*/ 826597 w 3099740"/>
              <a:gd name="connsiteY29" fmla="*/ 1137418 h 3137784"/>
              <a:gd name="connsiteX30" fmla="*/ 900991 w 3099740"/>
              <a:gd name="connsiteY30" fmla="*/ 1137418 h 3137784"/>
              <a:gd name="connsiteX31" fmla="*/ 900991 w 3099740"/>
              <a:gd name="connsiteY31" fmla="*/ 1513520 h 3137784"/>
              <a:gd name="connsiteX32" fmla="*/ 1277093 w 3099740"/>
              <a:gd name="connsiteY32" fmla="*/ 1513520 h 3137784"/>
              <a:gd name="connsiteX33" fmla="*/ 1277093 w 3099740"/>
              <a:gd name="connsiteY33" fmla="*/ 1587914 h 3137784"/>
              <a:gd name="connsiteX34" fmla="*/ 900991 w 3099740"/>
              <a:gd name="connsiteY34" fmla="*/ 1587914 h 3137784"/>
              <a:gd name="connsiteX35" fmla="*/ 900991 w 3099740"/>
              <a:gd name="connsiteY35"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935642 w 2987867"/>
              <a:gd name="connsiteY10" fmla="*/ 279344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137784"/>
              <a:gd name="connsiteX1" fmla="*/ 657145 w 2987867"/>
              <a:gd name="connsiteY1" fmla="*/ 3137784 h 3137784"/>
              <a:gd name="connsiteX2" fmla="*/ 619948 w 2987867"/>
              <a:gd name="connsiteY2" fmla="*/ 3100587 h 3137784"/>
              <a:gd name="connsiteX3" fmla="*/ 619948 w 2987867"/>
              <a:gd name="connsiteY3" fmla="*/ 2379484 h 3137784"/>
              <a:gd name="connsiteX4" fmla="*/ 0 w 2987867"/>
              <a:gd name="connsiteY4" fmla="*/ 1550717 h 3137784"/>
              <a:gd name="connsiteX5" fmla="*/ 619948 w 2987867"/>
              <a:gd name="connsiteY5" fmla="*/ 721950 h 3137784"/>
              <a:gd name="connsiteX6" fmla="*/ 619948 w 2987867"/>
              <a:gd name="connsiteY6" fmla="*/ 847 h 3137784"/>
              <a:gd name="connsiteX7" fmla="*/ 2532518 w 2987867"/>
              <a:gd name="connsiteY7" fmla="*/ 467447 h 3137784"/>
              <a:gd name="connsiteX8" fmla="*/ 2987867 w 2987867"/>
              <a:gd name="connsiteY8" fmla="*/ 1226162 h 3137784"/>
              <a:gd name="connsiteX9" fmla="*/ 694342 w 2987867"/>
              <a:gd name="connsiteY9" fmla="*/ 3063390 h 3137784"/>
              <a:gd name="connsiteX10" fmla="*/ 2874509 w 2987867"/>
              <a:gd name="connsiteY10" fmla="*/ 160810 h 3137784"/>
              <a:gd name="connsiteX11" fmla="*/ 694342 w 2987867"/>
              <a:gd name="connsiteY11" fmla="*/ 703558 h 3137784"/>
              <a:gd name="connsiteX12" fmla="*/ 863794 w 2987867"/>
              <a:gd name="connsiteY12" fmla="*/ 686923 h 3137784"/>
              <a:gd name="connsiteX13" fmla="*/ 1727588 w 2987867"/>
              <a:gd name="connsiteY13" fmla="*/ 1550717 h 3137784"/>
              <a:gd name="connsiteX14" fmla="*/ 863794 w 2987867"/>
              <a:gd name="connsiteY14" fmla="*/ 2414511 h 3137784"/>
              <a:gd name="connsiteX15" fmla="*/ 694342 w 2987867"/>
              <a:gd name="connsiteY15" fmla="*/ 2397772 h 3137784"/>
              <a:gd name="connsiteX16" fmla="*/ 694342 w 2987867"/>
              <a:gd name="connsiteY16" fmla="*/ 3063390 h 3137784"/>
              <a:gd name="connsiteX17" fmla="*/ 863794 w 2987867"/>
              <a:gd name="connsiteY17" fmla="*/ 761316 h 3137784"/>
              <a:gd name="connsiteX18" fmla="*/ 74394 w 2987867"/>
              <a:gd name="connsiteY18" fmla="*/ 1550717 h 3137784"/>
              <a:gd name="connsiteX19" fmla="*/ 863794 w 2987867"/>
              <a:gd name="connsiteY19" fmla="*/ 2340117 h 3137784"/>
              <a:gd name="connsiteX20" fmla="*/ 1653195 w 2987867"/>
              <a:gd name="connsiteY20" fmla="*/ 1550717 h 3137784"/>
              <a:gd name="connsiteX21" fmla="*/ 863794 w 2987867"/>
              <a:gd name="connsiteY21" fmla="*/ 761316 h 3137784"/>
              <a:gd name="connsiteX22" fmla="*/ 900991 w 2987867"/>
              <a:gd name="connsiteY22" fmla="*/ 1964015 h 3137784"/>
              <a:gd name="connsiteX23" fmla="*/ 826597 w 2987867"/>
              <a:gd name="connsiteY23" fmla="*/ 1964015 h 3137784"/>
              <a:gd name="connsiteX24" fmla="*/ 826597 w 2987867"/>
              <a:gd name="connsiteY24" fmla="*/ 1587914 h 3137784"/>
              <a:gd name="connsiteX25" fmla="*/ 450496 w 2987867"/>
              <a:gd name="connsiteY25" fmla="*/ 1587914 h 3137784"/>
              <a:gd name="connsiteX26" fmla="*/ 450496 w 2987867"/>
              <a:gd name="connsiteY26" fmla="*/ 1513520 h 3137784"/>
              <a:gd name="connsiteX27" fmla="*/ 826597 w 2987867"/>
              <a:gd name="connsiteY27" fmla="*/ 1513520 h 3137784"/>
              <a:gd name="connsiteX28" fmla="*/ 826597 w 2987867"/>
              <a:gd name="connsiteY28" fmla="*/ 1137418 h 3137784"/>
              <a:gd name="connsiteX29" fmla="*/ 900991 w 2987867"/>
              <a:gd name="connsiteY29" fmla="*/ 1137418 h 3137784"/>
              <a:gd name="connsiteX30" fmla="*/ 900991 w 2987867"/>
              <a:gd name="connsiteY30" fmla="*/ 1513520 h 3137784"/>
              <a:gd name="connsiteX31" fmla="*/ 1277093 w 2987867"/>
              <a:gd name="connsiteY31" fmla="*/ 1513520 h 3137784"/>
              <a:gd name="connsiteX32" fmla="*/ 1277093 w 2987867"/>
              <a:gd name="connsiteY32" fmla="*/ 1587914 h 3137784"/>
              <a:gd name="connsiteX33" fmla="*/ 900991 w 2987867"/>
              <a:gd name="connsiteY33" fmla="*/ 1587914 h 3137784"/>
              <a:gd name="connsiteX34" fmla="*/ 900991 w 2987867"/>
              <a:gd name="connsiteY34" fmla="*/ 1964015 h 3137784"/>
              <a:gd name="connsiteX0" fmla="*/ 2987867 w 2987867"/>
              <a:gd name="connsiteY0" fmla="*/ 1226162 h 3256317"/>
              <a:gd name="connsiteX1" fmla="*/ 1444545 w 2987867"/>
              <a:gd name="connsiteY1" fmla="*/ 3256317 h 3256317"/>
              <a:gd name="connsiteX2" fmla="*/ 619948 w 2987867"/>
              <a:gd name="connsiteY2" fmla="*/ 3100587 h 3256317"/>
              <a:gd name="connsiteX3" fmla="*/ 619948 w 2987867"/>
              <a:gd name="connsiteY3" fmla="*/ 2379484 h 3256317"/>
              <a:gd name="connsiteX4" fmla="*/ 0 w 2987867"/>
              <a:gd name="connsiteY4" fmla="*/ 1550717 h 3256317"/>
              <a:gd name="connsiteX5" fmla="*/ 619948 w 2987867"/>
              <a:gd name="connsiteY5" fmla="*/ 721950 h 3256317"/>
              <a:gd name="connsiteX6" fmla="*/ 619948 w 2987867"/>
              <a:gd name="connsiteY6" fmla="*/ 847 h 3256317"/>
              <a:gd name="connsiteX7" fmla="*/ 2532518 w 2987867"/>
              <a:gd name="connsiteY7" fmla="*/ 467447 h 3256317"/>
              <a:gd name="connsiteX8" fmla="*/ 2987867 w 2987867"/>
              <a:gd name="connsiteY8" fmla="*/ 1226162 h 3256317"/>
              <a:gd name="connsiteX9" fmla="*/ 694342 w 2987867"/>
              <a:gd name="connsiteY9" fmla="*/ 3063390 h 3256317"/>
              <a:gd name="connsiteX10" fmla="*/ 2874509 w 2987867"/>
              <a:gd name="connsiteY10" fmla="*/ 160810 h 3256317"/>
              <a:gd name="connsiteX11" fmla="*/ 694342 w 2987867"/>
              <a:gd name="connsiteY11" fmla="*/ 703558 h 3256317"/>
              <a:gd name="connsiteX12" fmla="*/ 863794 w 2987867"/>
              <a:gd name="connsiteY12" fmla="*/ 686923 h 3256317"/>
              <a:gd name="connsiteX13" fmla="*/ 1727588 w 2987867"/>
              <a:gd name="connsiteY13" fmla="*/ 1550717 h 3256317"/>
              <a:gd name="connsiteX14" fmla="*/ 863794 w 2987867"/>
              <a:gd name="connsiteY14" fmla="*/ 2414511 h 3256317"/>
              <a:gd name="connsiteX15" fmla="*/ 694342 w 2987867"/>
              <a:gd name="connsiteY15" fmla="*/ 2397772 h 3256317"/>
              <a:gd name="connsiteX16" fmla="*/ 694342 w 2987867"/>
              <a:gd name="connsiteY16" fmla="*/ 3063390 h 3256317"/>
              <a:gd name="connsiteX17" fmla="*/ 863794 w 2987867"/>
              <a:gd name="connsiteY17" fmla="*/ 761316 h 3256317"/>
              <a:gd name="connsiteX18" fmla="*/ 74394 w 2987867"/>
              <a:gd name="connsiteY18" fmla="*/ 1550717 h 3256317"/>
              <a:gd name="connsiteX19" fmla="*/ 863794 w 2987867"/>
              <a:gd name="connsiteY19" fmla="*/ 2340117 h 3256317"/>
              <a:gd name="connsiteX20" fmla="*/ 1653195 w 2987867"/>
              <a:gd name="connsiteY20" fmla="*/ 1550717 h 3256317"/>
              <a:gd name="connsiteX21" fmla="*/ 863794 w 2987867"/>
              <a:gd name="connsiteY21" fmla="*/ 761316 h 3256317"/>
              <a:gd name="connsiteX22" fmla="*/ 900991 w 2987867"/>
              <a:gd name="connsiteY22" fmla="*/ 1964015 h 3256317"/>
              <a:gd name="connsiteX23" fmla="*/ 826597 w 2987867"/>
              <a:gd name="connsiteY23" fmla="*/ 1964015 h 3256317"/>
              <a:gd name="connsiteX24" fmla="*/ 826597 w 2987867"/>
              <a:gd name="connsiteY24" fmla="*/ 1587914 h 3256317"/>
              <a:gd name="connsiteX25" fmla="*/ 450496 w 2987867"/>
              <a:gd name="connsiteY25" fmla="*/ 1587914 h 3256317"/>
              <a:gd name="connsiteX26" fmla="*/ 450496 w 2987867"/>
              <a:gd name="connsiteY26" fmla="*/ 1513520 h 3256317"/>
              <a:gd name="connsiteX27" fmla="*/ 826597 w 2987867"/>
              <a:gd name="connsiteY27" fmla="*/ 1513520 h 3256317"/>
              <a:gd name="connsiteX28" fmla="*/ 826597 w 2987867"/>
              <a:gd name="connsiteY28" fmla="*/ 1137418 h 3256317"/>
              <a:gd name="connsiteX29" fmla="*/ 900991 w 2987867"/>
              <a:gd name="connsiteY29" fmla="*/ 1137418 h 3256317"/>
              <a:gd name="connsiteX30" fmla="*/ 900991 w 2987867"/>
              <a:gd name="connsiteY30" fmla="*/ 1513520 h 3256317"/>
              <a:gd name="connsiteX31" fmla="*/ 1277093 w 2987867"/>
              <a:gd name="connsiteY31" fmla="*/ 1513520 h 3256317"/>
              <a:gd name="connsiteX32" fmla="*/ 1277093 w 2987867"/>
              <a:gd name="connsiteY32" fmla="*/ 1587914 h 3256317"/>
              <a:gd name="connsiteX33" fmla="*/ 900991 w 2987867"/>
              <a:gd name="connsiteY33" fmla="*/ 1587914 h 3256317"/>
              <a:gd name="connsiteX34" fmla="*/ 900991 w 2987867"/>
              <a:gd name="connsiteY34" fmla="*/ 1964015 h 3256317"/>
              <a:gd name="connsiteX0" fmla="*/ 2987867 w 3416375"/>
              <a:gd name="connsiteY0" fmla="*/ 1226162 h 3256317"/>
              <a:gd name="connsiteX1" fmla="*/ 1444545 w 3416375"/>
              <a:gd name="connsiteY1" fmla="*/ 3256317 h 3256317"/>
              <a:gd name="connsiteX2" fmla="*/ 619948 w 3416375"/>
              <a:gd name="connsiteY2" fmla="*/ 3100587 h 3256317"/>
              <a:gd name="connsiteX3" fmla="*/ 619948 w 3416375"/>
              <a:gd name="connsiteY3" fmla="*/ 2379484 h 3256317"/>
              <a:gd name="connsiteX4" fmla="*/ 0 w 3416375"/>
              <a:gd name="connsiteY4" fmla="*/ 1550717 h 3256317"/>
              <a:gd name="connsiteX5" fmla="*/ 619948 w 3416375"/>
              <a:gd name="connsiteY5" fmla="*/ 721950 h 3256317"/>
              <a:gd name="connsiteX6" fmla="*/ 619948 w 3416375"/>
              <a:gd name="connsiteY6" fmla="*/ 847 h 3256317"/>
              <a:gd name="connsiteX7" fmla="*/ 2532518 w 3416375"/>
              <a:gd name="connsiteY7" fmla="*/ 467447 h 3256317"/>
              <a:gd name="connsiteX8" fmla="*/ 2987867 w 3416375"/>
              <a:gd name="connsiteY8" fmla="*/ 1226162 h 3256317"/>
              <a:gd name="connsiteX9" fmla="*/ 694342 w 3416375"/>
              <a:gd name="connsiteY9" fmla="*/ 3063390 h 3256317"/>
              <a:gd name="connsiteX10" fmla="*/ 3416375 w 3416375"/>
              <a:gd name="connsiteY10" fmla="*/ 46510 h 3256317"/>
              <a:gd name="connsiteX11" fmla="*/ 694342 w 3416375"/>
              <a:gd name="connsiteY11" fmla="*/ 703558 h 3256317"/>
              <a:gd name="connsiteX12" fmla="*/ 863794 w 3416375"/>
              <a:gd name="connsiteY12" fmla="*/ 686923 h 3256317"/>
              <a:gd name="connsiteX13" fmla="*/ 1727588 w 3416375"/>
              <a:gd name="connsiteY13" fmla="*/ 1550717 h 3256317"/>
              <a:gd name="connsiteX14" fmla="*/ 863794 w 3416375"/>
              <a:gd name="connsiteY14" fmla="*/ 2414511 h 3256317"/>
              <a:gd name="connsiteX15" fmla="*/ 694342 w 3416375"/>
              <a:gd name="connsiteY15" fmla="*/ 2397772 h 3256317"/>
              <a:gd name="connsiteX16" fmla="*/ 694342 w 3416375"/>
              <a:gd name="connsiteY16" fmla="*/ 3063390 h 3256317"/>
              <a:gd name="connsiteX17" fmla="*/ 863794 w 3416375"/>
              <a:gd name="connsiteY17" fmla="*/ 761316 h 3256317"/>
              <a:gd name="connsiteX18" fmla="*/ 74394 w 3416375"/>
              <a:gd name="connsiteY18" fmla="*/ 1550717 h 3256317"/>
              <a:gd name="connsiteX19" fmla="*/ 863794 w 3416375"/>
              <a:gd name="connsiteY19" fmla="*/ 2340117 h 3256317"/>
              <a:gd name="connsiteX20" fmla="*/ 1653195 w 3416375"/>
              <a:gd name="connsiteY20" fmla="*/ 1550717 h 3256317"/>
              <a:gd name="connsiteX21" fmla="*/ 863794 w 3416375"/>
              <a:gd name="connsiteY21" fmla="*/ 761316 h 3256317"/>
              <a:gd name="connsiteX22" fmla="*/ 900991 w 3416375"/>
              <a:gd name="connsiteY22" fmla="*/ 1964015 h 3256317"/>
              <a:gd name="connsiteX23" fmla="*/ 826597 w 3416375"/>
              <a:gd name="connsiteY23" fmla="*/ 1964015 h 3256317"/>
              <a:gd name="connsiteX24" fmla="*/ 826597 w 3416375"/>
              <a:gd name="connsiteY24" fmla="*/ 1587914 h 3256317"/>
              <a:gd name="connsiteX25" fmla="*/ 450496 w 3416375"/>
              <a:gd name="connsiteY25" fmla="*/ 1587914 h 3256317"/>
              <a:gd name="connsiteX26" fmla="*/ 450496 w 3416375"/>
              <a:gd name="connsiteY26" fmla="*/ 1513520 h 3256317"/>
              <a:gd name="connsiteX27" fmla="*/ 826597 w 3416375"/>
              <a:gd name="connsiteY27" fmla="*/ 1513520 h 3256317"/>
              <a:gd name="connsiteX28" fmla="*/ 826597 w 3416375"/>
              <a:gd name="connsiteY28" fmla="*/ 1137418 h 3256317"/>
              <a:gd name="connsiteX29" fmla="*/ 900991 w 3416375"/>
              <a:gd name="connsiteY29" fmla="*/ 1137418 h 3256317"/>
              <a:gd name="connsiteX30" fmla="*/ 900991 w 3416375"/>
              <a:gd name="connsiteY30" fmla="*/ 1513520 h 3256317"/>
              <a:gd name="connsiteX31" fmla="*/ 1277093 w 3416375"/>
              <a:gd name="connsiteY31" fmla="*/ 1513520 h 3256317"/>
              <a:gd name="connsiteX32" fmla="*/ 1277093 w 3416375"/>
              <a:gd name="connsiteY32" fmla="*/ 1587914 h 3256317"/>
              <a:gd name="connsiteX33" fmla="*/ 900991 w 3416375"/>
              <a:gd name="connsiteY33" fmla="*/ 1587914 h 3256317"/>
              <a:gd name="connsiteX34" fmla="*/ 900991 w 3416375"/>
              <a:gd name="connsiteY34" fmla="*/ 1964015 h 3256317"/>
              <a:gd name="connsiteX0" fmla="*/ 2987867 w 3416375"/>
              <a:gd name="connsiteY0" fmla="*/ 1179652 h 3209807"/>
              <a:gd name="connsiteX1" fmla="*/ 1444545 w 3416375"/>
              <a:gd name="connsiteY1" fmla="*/ 3209807 h 3209807"/>
              <a:gd name="connsiteX2" fmla="*/ 619948 w 3416375"/>
              <a:gd name="connsiteY2" fmla="*/ 3054077 h 3209807"/>
              <a:gd name="connsiteX3" fmla="*/ 619948 w 3416375"/>
              <a:gd name="connsiteY3" fmla="*/ 2332974 h 3209807"/>
              <a:gd name="connsiteX4" fmla="*/ 0 w 3416375"/>
              <a:gd name="connsiteY4" fmla="*/ 1504207 h 3209807"/>
              <a:gd name="connsiteX5" fmla="*/ 619948 w 3416375"/>
              <a:gd name="connsiteY5" fmla="*/ 675440 h 3209807"/>
              <a:gd name="connsiteX6" fmla="*/ 2532518 w 3416375"/>
              <a:gd name="connsiteY6" fmla="*/ 420937 h 3209807"/>
              <a:gd name="connsiteX7" fmla="*/ 2987867 w 3416375"/>
              <a:gd name="connsiteY7" fmla="*/ 1179652 h 3209807"/>
              <a:gd name="connsiteX8" fmla="*/ 694342 w 3416375"/>
              <a:gd name="connsiteY8" fmla="*/ 3016880 h 3209807"/>
              <a:gd name="connsiteX9" fmla="*/ 3416375 w 3416375"/>
              <a:gd name="connsiteY9" fmla="*/ 0 h 3209807"/>
              <a:gd name="connsiteX10" fmla="*/ 694342 w 3416375"/>
              <a:gd name="connsiteY10" fmla="*/ 657048 h 3209807"/>
              <a:gd name="connsiteX11" fmla="*/ 863794 w 3416375"/>
              <a:gd name="connsiteY11" fmla="*/ 640413 h 3209807"/>
              <a:gd name="connsiteX12" fmla="*/ 1727588 w 3416375"/>
              <a:gd name="connsiteY12" fmla="*/ 1504207 h 3209807"/>
              <a:gd name="connsiteX13" fmla="*/ 863794 w 3416375"/>
              <a:gd name="connsiteY13" fmla="*/ 2368001 h 3209807"/>
              <a:gd name="connsiteX14" fmla="*/ 694342 w 3416375"/>
              <a:gd name="connsiteY14" fmla="*/ 2351262 h 3209807"/>
              <a:gd name="connsiteX15" fmla="*/ 694342 w 3416375"/>
              <a:gd name="connsiteY15" fmla="*/ 3016880 h 3209807"/>
              <a:gd name="connsiteX16" fmla="*/ 863794 w 3416375"/>
              <a:gd name="connsiteY16" fmla="*/ 714806 h 3209807"/>
              <a:gd name="connsiteX17" fmla="*/ 74394 w 3416375"/>
              <a:gd name="connsiteY17" fmla="*/ 1504207 h 3209807"/>
              <a:gd name="connsiteX18" fmla="*/ 863794 w 3416375"/>
              <a:gd name="connsiteY18" fmla="*/ 2293607 h 3209807"/>
              <a:gd name="connsiteX19" fmla="*/ 1653195 w 3416375"/>
              <a:gd name="connsiteY19" fmla="*/ 1504207 h 3209807"/>
              <a:gd name="connsiteX20" fmla="*/ 863794 w 3416375"/>
              <a:gd name="connsiteY20" fmla="*/ 714806 h 3209807"/>
              <a:gd name="connsiteX21" fmla="*/ 900991 w 3416375"/>
              <a:gd name="connsiteY21" fmla="*/ 1917505 h 3209807"/>
              <a:gd name="connsiteX22" fmla="*/ 826597 w 3416375"/>
              <a:gd name="connsiteY22" fmla="*/ 1917505 h 3209807"/>
              <a:gd name="connsiteX23" fmla="*/ 826597 w 3416375"/>
              <a:gd name="connsiteY23" fmla="*/ 1541404 h 3209807"/>
              <a:gd name="connsiteX24" fmla="*/ 450496 w 3416375"/>
              <a:gd name="connsiteY24" fmla="*/ 1541404 h 3209807"/>
              <a:gd name="connsiteX25" fmla="*/ 450496 w 3416375"/>
              <a:gd name="connsiteY25" fmla="*/ 1467010 h 3209807"/>
              <a:gd name="connsiteX26" fmla="*/ 826597 w 3416375"/>
              <a:gd name="connsiteY26" fmla="*/ 1467010 h 3209807"/>
              <a:gd name="connsiteX27" fmla="*/ 826597 w 3416375"/>
              <a:gd name="connsiteY27" fmla="*/ 1090908 h 3209807"/>
              <a:gd name="connsiteX28" fmla="*/ 900991 w 3416375"/>
              <a:gd name="connsiteY28" fmla="*/ 1090908 h 3209807"/>
              <a:gd name="connsiteX29" fmla="*/ 900991 w 3416375"/>
              <a:gd name="connsiteY29" fmla="*/ 1467010 h 3209807"/>
              <a:gd name="connsiteX30" fmla="*/ 1277093 w 3416375"/>
              <a:gd name="connsiteY30" fmla="*/ 1467010 h 3209807"/>
              <a:gd name="connsiteX31" fmla="*/ 1277093 w 3416375"/>
              <a:gd name="connsiteY31" fmla="*/ 1541404 h 3209807"/>
              <a:gd name="connsiteX32" fmla="*/ 900991 w 3416375"/>
              <a:gd name="connsiteY32" fmla="*/ 1541404 h 3209807"/>
              <a:gd name="connsiteX33" fmla="*/ 900991 w 3416375"/>
              <a:gd name="connsiteY33" fmla="*/ 1917505 h 3209807"/>
              <a:gd name="connsiteX0" fmla="*/ 2987867 w 3416375"/>
              <a:gd name="connsiteY0" fmla="*/ 1194748 h 3224903"/>
              <a:gd name="connsiteX1" fmla="*/ 1444545 w 3416375"/>
              <a:gd name="connsiteY1" fmla="*/ 3224903 h 3224903"/>
              <a:gd name="connsiteX2" fmla="*/ 619948 w 3416375"/>
              <a:gd name="connsiteY2" fmla="*/ 3069173 h 3224903"/>
              <a:gd name="connsiteX3" fmla="*/ 619948 w 3416375"/>
              <a:gd name="connsiteY3" fmla="*/ 2348070 h 3224903"/>
              <a:gd name="connsiteX4" fmla="*/ 0 w 3416375"/>
              <a:gd name="connsiteY4" fmla="*/ 1519303 h 3224903"/>
              <a:gd name="connsiteX5" fmla="*/ 619948 w 3416375"/>
              <a:gd name="connsiteY5" fmla="*/ 690536 h 3224903"/>
              <a:gd name="connsiteX6" fmla="*/ 1503818 w 3416375"/>
              <a:gd name="connsiteY6" fmla="*/ 0 h 3224903"/>
              <a:gd name="connsiteX7" fmla="*/ 2987867 w 3416375"/>
              <a:gd name="connsiteY7" fmla="*/ 1194748 h 3224903"/>
              <a:gd name="connsiteX8" fmla="*/ 694342 w 3416375"/>
              <a:gd name="connsiteY8" fmla="*/ 3031976 h 3224903"/>
              <a:gd name="connsiteX9" fmla="*/ 3416375 w 3416375"/>
              <a:gd name="connsiteY9" fmla="*/ 15096 h 3224903"/>
              <a:gd name="connsiteX10" fmla="*/ 694342 w 3416375"/>
              <a:gd name="connsiteY10" fmla="*/ 672144 h 3224903"/>
              <a:gd name="connsiteX11" fmla="*/ 863794 w 3416375"/>
              <a:gd name="connsiteY11" fmla="*/ 655509 h 3224903"/>
              <a:gd name="connsiteX12" fmla="*/ 1727588 w 3416375"/>
              <a:gd name="connsiteY12" fmla="*/ 1519303 h 3224903"/>
              <a:gd name="connsiteX13" fmla="*/ 863794 w 3416375"/>
              <a:gd name="connsiteY13" fmla="*/ 2383097 h 3224903"/>
              <a:gd name="connsiteX14" fmla="*/ 694342 w 3416375"/>
              <a:gd name="connsiteY14" fmla="*/ 2366358 h 3224903"/>
              <a:gd name="connsiteX15" fmla="*/ 694342 w 3416375"/>
              <a:gd name="connsiteY15" fmla="*/ 3031976 h 3224903"/>
              <a:gd name="connsiteX16" fmla="*/ 863794 w 3416375"/>
              <a:gd name="connsiteY16" fmla="*/ 729902 h 3224903"/>
              <a:gd name="connsiteX17" fmla="*/ 74394 w 3416375"/>
              <a:gd name="connsiteY17" fmla="*/ 1519303 h 3224903"/>
              <a:gd name="connsiteX18" fmla="*/ 863794 w 3416375"/>
              <a:gd name="connsiteY18" fmla="*/ 2308703 h 3224903"/>
              <a:gd name="connsiteX19" fmla="*/ 1653195 w 3416375"/>
              <a:gd name="connsiteY19" fmla="*/ 1519303 h 3224903"/>
              <a:gd name="connsiteX20" fmla="*/ 863794 w 3416375"/>
              <a:gd name="connsiteY20" fmla="*/ 729902 h 3224903"/>
              <a:gd name="connsiteX21" fmla="*/ 900991 w 3416375"/>
              <a:gd name="connsiteY21" fmla="*/ 1932601 h 3224903"/>
              <a:gd name="connsiteX22" fmla="*/ 826597 w 3416375"/>
              <a:gd name="connsiteY22" fmla="*/ 1932601 h 3224903"/>
              <a:gd name="connsiteX23" fmla="*/ 826597 w 3416375"/>
              <a:gd name="connsiteY23" fmla="*/ 1556500 h 3224903"/>
              <a:gd name="connsiteX24" fmla="*/ 450496 w 3416375"/>
              <a:gd name="connsiteY24" fmla="*/ 1556500 h 3224903"/>
              <a:gd name="connsiteX25" fmla="*/ 450496 w 3416375"/>
              <a:gd name="connsiteY25" fmla="*/ 1482106 h 3224903"/>
              <a:gd name="connsiteX26" fmla="*/ 826597 w 3416375"/>
              <a:gd name="connsiteY26" fmla="*/ 1482106 h 3224903"/>
              <a:gd name="connsiteX27" fmla="*/ 826597 w 3416375"/>
              <a:gd name="connsiteY27" fmla="*/ 1106004 h 3224903"/>
              <a:gd name="connsiteX28" fmla="*/ 900991 w 3416375"/>
              <a:gd name="connsiteY28" fmla="*/ 1106004 h 3224903"/>
              <a:gd name="connsiteX29" fmla="*/ 900991 w 3416375"/>
              <a:gd name="connsiteY29" fmla="*/ 1482106 h 3224903"/>
              <a:gd name="connsiteX30" fmla="*/ 1277093 w 3416375"/>
              <a:gd name="connsiteY30" fmla="*/ 1482106 h 3224903"/>
              <a:gd name="connsiteX31" fmla="*/ 1277093 w 3416375"/>
              <a:gd name="connsiteY31" fmla="*/ 1556500 h 3224903"/>
              <a:gd name="connsiteX32" fmla="*/ 900991 w 3416375"/>
              <a:gd name="connsiteY32" fmla="*/ 1556500 h 3224903"/>
              <a:gd name="connsiteX33" fmla="*/ 900991 w 3416375"/>
              <a:gd name="connsiteY33" fmla="*/ 1932601 h 3224903"/>
              <a:gd name="connsiteX0" fmla="*/ 2987867 w 3416375"/>
              <a:gd name="connsiteY0" fmla="*/ 1410648 h 3440803"/>
              <a:gd name="connsiteX1" fmla="*/ 1444545 w 3416375"/>
              <a:gd name="connsiteY1" fmla="*/ 3440803 h 3440803"/>
              <a:gd name="connsiteX2" fmla="*/ 619948 w 3416375"/>
              <a:gd name="connsiteY2" fmla="*/ 3285073 h 3440803"/>
              <a:gd name="connsiteX3" fmla="*/ 619948 w 3416375"/>
              <a:gd name="connsiteY3" fmla="*/ 2563970 h 3440803"/>
              <a:gd name="connsiteX4" fmla="*/ 0 w 3416375"/>
              <a:gd name="connsiteY4" fmla="*/ 1735203 h 3440803"/>
              <a:gd name="connsiteX5" fmla="*/ 619948 w 3416375"/>
              <a:gd name="connsiteY5" fmla="*/ 906436 h 3440803"/>
              <a:gd name="connsiteX6" fmla="*/ 995818 w 3416375"/>
              <a:gd name="connsiteY6" fmla="*/ 0 h 3440803"/>
              <a:gd name="connsiteX7" fmla="*/ 2987867 w 3416375"/>
              <a:gd name="connsiteY7" fmla="*/ 1410648 h 3440803"/>
              <a:gd name="connsiteX8" fmla="*/ 694342 w 3416375"/>
              <a:gd name="connsiteY8" fmla="*/ 3247876 h 3440803"/>
              <a:gd name="connsiteX9" fmla="*/ 3416375 w 3416375"/>
              <a:gd name="connsiteY9" fmla="*/ 230996 h 3440803"/>
              <a:gd name="connsiteX10" fmla="*/ 694342 w 3416375"/>
              <a:gd name="connsiteY10" fmla="*/ 888044 h 3440803"/>
              <a:gd name="connsiteX11" fmla="*/ 863794 w 3416375"/>
              <a:gd name="connsiteY11" fmla="*/ 871409 h 3440803"/>
              <a:gd name="connsiteX12" fmla="*/ 1727588 w 3416375"/>
              <a:gd name="connsiteY12" fmla="*/ 1735203 h 3440803"/>
              <a:gd name="connsiteX13" fmla="*/ 863794 w 3416375"/>
              <a:gd name="connsiteY13" fmla="*/ 2598997 h 3440803"/>
              <a:gd name="connsiteX14" fmla="*/ 694342 w 3416375"/>
              <a:gd name="connsiteY14" fmla="*/ 2582258 h 3440803"/>
              <a:gd name="connsiteX15" fmla="*/ 694342 w 3416375"/>
              <a:gd name="connsiteY15" fmla="*/ 3247876 h 3440803"/>
              <a:gd name="connsiteX16" fmla="*/ 863794 w 3416375"/>
              <a:gd name="connsiteY16" fmla="*/ 945802 h 3440803"/>
              <a:gd name="connsiteX17" fmla="*/ 74394 w 3416375"/>
              <a:gd name="connsiteY17" fmla="*/ 1735203 h 3440803"/>
              <a:gd name="connsiteX18" fmla="*/ 863794 w 3416375"/>
              <a:gd name="connsiteY18" fmla="*/ 2524603 h 3440803"/>
              <a:gd name="connsiteX19" fmla="*/ 1653195 w 3416375"/>
              <a:gd name="connsiteY19" fmla="*/ 1735203 h 3440803"/>
              <a:gd name="connsiteX20" fmla="*/ 863794 w 3416375"/>
              <a:gd name="connsiteY20" fmla="*/ 945802 h 3440803"/>
              <a:gd name="connsiteX21" fmla="*/ 900991 w 3416375"/>
              <a:gd name="connsiteY21" fmla="*/ 2148501 h 3440803"/>
              <a:gd name="connsiteX22" fmla="*/ 826597 w 3416375"/>
              <a:gd name="connsiteY22" fmla="*/ 2148501 h 3440803"/>
              <a:gd name="connsiteX23" fmla="*/ 826597 w 3416375"/>
              <a:gd name="connsiteY23" fmla="*/ 1772400 h 3440803"/>
              <a:gd name="connsiteX24" fmla="*/ 450496 w 3416375"/>
              <a:gd name="connsiteY24" fmla="*/ 1772400 h 3440803"/>
              <a:gd name="connsiteX25" fmla="*/ 450496 w 3416375"/>
              <a:gd name="connsiteY25" fmla="*/ 1698006 h 3440803"/>
              <a:gd name="connsiteX26" fmla="*/ 826597 w 3416375"/>
              <a:gd name="connsiteY26" fmla="*/ 1698006 h 3440803"/>
              <a:gd name="connsiteX27" fmla="*/ 826597 w 3416375"/>
              <a:gd name="connsiteY27" fmla="*/ 1321904 h 3440803"/>
              <a:gd name="connsiteX28" fmla="*/ 900991 w 3416375"/>
              <a:gd name="connsiteY28" fmla="*/ 1321904 h 3440803"/>
              <a:gd name="connsiteX29" fmla="*/ 900991 w 3416375"/>
              <a:gd name="connsiteY29" fmla="*/ 1698006 h 3440803"/>
              <a:gd name="connsiteX30" fmla="*/ 1277093 w 3416375"/>
              <a:gd name="connsiteY30" fmla="*/ 1698006 h 3440803"/>
              <a:gd name="connsiteX31" fmla="*/ 1277093 w 3416375"/>
              <a:gd name="connsiteY31" fmla="*/ 1772400 h 3440803"/>
              <a:gd name="connsiteX32" fmla="*/ 900991 w 3416375"/>
              <a:gd name="connsiteY32" fmla="*/ 1772400 h 3440803"/>
              <a:gd name="connsiteX33" fmla="*/ 900991 w 3416375"/>
              <a:gd name="connsiteY33" fmla="*/ 2148501 h 3440803"/>
              <a:gd name="connsiteX0" fmla="*/ 2987867 w 2987867"/>
              <a:gd name="connsiteY0" fmla="*/ 1410648 h 3440803"/>
              <a:gd name="connsiteX1" fmla="*/ 1444545 w 2987867"/>
              <a:gd name="connsiteY1" fmla="*/ 3440803 h 3440803"/>
              <a:gd name="connsiteX2" fmla="*/ 619948 w 2987867"/>
              <a:gd name="connsiteY2" fmla="*/ 3285073 h 3440803"/>
              <a:gd name="connsiteX3" fmla="*/ 619948 w 2987867"/>
              <a:gd name="connsiteY3" fmla="*/ 2563970 h 3440803"/>
              <a:gd name="connsiteX4" fmla="*/ 0 w 2987867"/>
              <a:gd name="connsiteY4" fmla="*/ 1735203 h 3440803"/>
              <a:gd name="connsiteX5" fmla="*/ 619948 w 2987867"/>
              <a:gd name="connsiteY5" fmla="*/ 906436 h 3440803"/>
              <a:gd name="connsiteX6" fmla="*/ 995818 w 2987867"/>
              <a:gd name="connsiteY6" fmla="*/ 0 h 3440803"/>
              <a:gd name="connsiteX7" fmla="*/ 2987867 w 2987867"/>
              <a:gd name="connsiteY7" fmla="*/ 1410648 h 3440803"/>
              <a:gd name="connsiteX8" fmla="*/ 694342 w 2987867"/>
              <a:gd name="connsiteY8" fmla="*/ 3247876 h 3440803"/>
              <a:gd name="connsiteX9" fmla="*/ 1570641 w 2987867"/>
              <a:gd name="connsiteY9" fmla="*/ 116696 h 3440803"/>
              <a:gd name="connsiteX10" fmla="*/ 694342 w 2987867"/>
              <a:gd name="connsiteY10" fmla="*/ 888044 h 3440803"/>
              <a:gd name="connsiteX11" fmla="*/ 863794 w 2987867"/>
              <a:gd name="connsiteY11" fmla="*/ 871409 h 3440803"/>
              <a:gd name="connsiteX12" fmla="*/ 1727588 w 2987867"/>
              <a:gd name="connsiteY12" fmla="*/ 1735203 h 3440803"/>
              <a:gd name="connsiteX13" fmla="*/ 863794 w 2987867"/>
              <a:gd name="connsiteY13" fmla="*/ 2598997 h 3440803"/>
              <a:gd name="connsiteX14" fmla="*/ 694342 w 2987867"/>
              <a:gd name="connsiteY14" fmla="*/ 2582258 h 3440803"/>
              <a:gd name="connsiteX15" fmla="*/ 694342 w 2987867"/>
              <a:gd name="connsiteY15" fmla="*/ 3247876 h 3440803"/>
              <a:gd name="connsiteX16" fmla="*/ 863794 w 2987867"/>
              <a:gd name="connsiteY16" fmla="*/ 945802 h 3440803"/>
              <a:gd name="connsiteX17" fmla="*/ 74394 w 2987867"/>
              <a:gd name="connsiteY17" fmla="*/ 1735203 h 3440803"/>
              <a:gd name="connsiteX18" fmla="*/ 863794 w 2987867"/>
              <a:gd name="connsiteY18" fmla="*/ 2524603 h 3440803"/>
              <a:gd name="connsiteX19" fmla="*/ 1653195 w 2987867"/>
              <a:gd name="connsiteY19" fmla="*/ 1735203 h 3440803"/>
              <a:gd name="connsiteX20" fmla="*/ 863794 w 2987867"/>
              <a:gd name="connsiteY20" fmla="*/ 945802 h 3440803"/>
              <a:gd name="connsiteX21" fmla="*/ 900991 w 2987867"/>
              <a:gd name="connsiteY21" fmla="*/ 2148501 h 3440803"/>
              <a:gd name="connsiteX22" fmla="*/ 826597 w 2987867"/>
              <a:gd name="connsiteY22" fmla="*/ 2148501 h 3440803"/>
              <a:gd name="connsiteX23" fmla="*/ 826597 w 2987867"/>
              <a:gd name="connsiteY23" fmla="*/ 1772400 h 3440803"/>
              <a:gd name="connsiteX24" fmla="*/ 450496 w 2987867"/>
              <a:gd name="connsiteY24" fmla="*/ 1772400 h 3440803"/>
              <a:gd name="connsiteX25" fmla="*/ 450496 w 2987867"/>
              <a:gd name="connsiteY25" fmla="*/ 1698006 h 3440803"/>
              <a:gd name="connsiteX26" fmla="*/ 826597 w 2987867"/>
              <a:gd name="connsiteY26" fmla="*/ 1698006 h 3440803"/>
              <a:gd name="connsiteX27" fmla="*/ 826597 w 2987867"/>
              <a:gd name="connsiteY27" fmla="*/ 1321904 h 3440803"/>
              <a:gd name="connsiteX28" fmla="*/ 900991 w 2987867"/>
              <a:gd name="connsiteY28" fmla="*/ 1321904 h 3440803"/>
              <a:gd name="connsiteX29" fmla="*/ 900991 w 2987867"/>
              <a:gd name="connsiteY29" fmla="*/ 1698006 h 3440803"/>
              <a:gd name="connsiteX30" fmla="*/ 1277093 w 2987867"/>
              <a:gd name="connsiteY30" fmla="*/ 1698006 h 3440803"/>
              <a:gd name="connsiteX31" fmla="*/ 1277093 w 2987867"/>
              <a:gd name="connsiteY31" fmla="*/ 1772400 h 3440803"/>
              <a:gd name="connsiteX32" fmla="*/ 900991 w 2987867"/>
              <a:gd name="connsiteY32" fmla="*/ 1772400 h 3440803"/>
              <a:gd name="connsiteX33" fmla="*/ 900991 w 2987867"/>
              <a:gd name="connsiteY33" fmla="*/ 2148501 h 3440803"/>
              <a:gd name="connsiteX0" fmla="*/ 2450234 w 2450234"/>
              <a:gd name="connsiteY0" fmla="*/ 1516481 h 3440803"/>
              <a:gd name="connsiteX1" fmla="*/ 1444545 w 2450234"/>
              <a:gd name="connsiteY1" fmla="*/ 3440803 h 3440803"/>
              <a:gd name="connsiteX2" fmla="*/ 619948 w 2450234"/>
              <a:gd name="connsiteY2" fmla="*/ 3285073 h 3440803"/>
              <a:gd name="connsiteX3" fmla="*/ 619948 w 2450234"/>
              <a:gd name="connsiteY3" fmla="*/ 2563970 h 3440803"/>
              <a:gd name="connsiteX4" fmla="*/ 0 w 2450234"/>
              <a:gd name="connsiteY4" fmla="*/ 1735203 h 3440803"/>
              <a:gd name="connsiteX5" fmla="*/ 619948 w 2450234"/>
              <a:gd name="connsiteY5" fmla="*/ 906436 h 3440803"/>
              <a:gd name="connsiteX6" fmla="*/ 995818 w 2450234"/>
              <a:gd name="connsiteY6" fmla="*/ 0 h 3440803"/>
              <a:gd name="connsiteX7" fmla="*/ 2450234 w 2450234"/>
              <a:gd name="connsiteY7" fmla="*/ 1516481 h 3440803"/>
              <a:gd name="connsiteX8" fmla="*/ 694342 w 2450234"/>
              <a:gd name="connsiteY8" fmla="*/ 3247876 h 3440803"/>
              <a:gd name="connsiteX9" fmla="*/ 1570641 w 2450234"/>
              <a:gd name="connsiteY9" fmla="*/ 116696 h 3440803"/>
              <a:gd name="connsiteX10" fmla="*/ 694342 w 2450234"/>
              <a:gd name="connsiteY10" fmla="*/ 888044 h 3440803"/>
              <a:gd name="connsiteX11" fmla="*/ 863794 w 2450234"/>
              <a:gd name="connsiteY11" fmla="*/ 871409 h 3440803"/>
              <a:gd name="connsiteX12" fmla="*/ 1727588 w 2450234"/>
              <a:gd name="connsiteY12" fmla="*/ 1735203 h 3440803"/>
              <a:gd name="connsiteX13" fmla="*/ 863794 w 2450234"/>
              <a:gd name="connsiteY13" fmla="*/ 2598997 h 3440803"/>
              <a:gd name="connsiteX14" fmla="*/ 694342 w 2450234"/>
              <a:gd name="connsiteY14" fmla="*/ 2582258 h 3440803"/>
              <a:gd name="connsiteX15" fmla="*/ 694342 w 2450234"/>
              <a:gd name="connsiteY15" fmla="*/ 3247876 h 3440803"/>
              <a:gd name="connsiteX16" fmla="*/ 863794 w 2450234"/>
              <a:gd name="connsiteY16" fmla="*/ 945802 h 3440803"/>
              <a:gd name="connsiteX17" fmla="*/ 74394 w 2450234"/>
              <a:gd name="connsiteY17" fmla="*/ 1735203 h 3440803"/>
              <a:gd name="connsiteX18" fmla="*/ 863794 w 2450234"/>
              <a:gd name="connsiteY18" fmla="*/ 2524603 h 3440803"/>
              <a:gd name="connsiteX19" fmla="*/ 1653195 w 2450234"/>
              <a:gd name="connsiteY19" fmla="*/ 1735203 h 3440803"/>
              <a:gd name="connsiteX20" fmla="*/ 863794 w 2450234"/>
              <a:gd name="connsiteY20" fmla="*/ 945802 h 3440803"/>
              <a:gd name="connsiteX21" fmla="*/ 900991 w 2450234"/>
              <a:gd name="connsiteY21" fmla="*/ 2148501 h 3440803"/>
              <a:gd name="connsiteX22" fmla="*/ 826597 w 2450234"/>
              <a:gd name="connsiteY22" fmla="*/ 2148501 h 3440803"/>
              <a:gd name="connsiteX23" fmla="*/ 826597 w 2450234"/>
              <a:gd name="connsiteY23" fmla="*/ 1772400 h 3440803"/>
              <a:gd name="connsiteX24" fmla="*/ 450496 w 2450234"/>
              <a:gd name="connsiteY24" fmla="*/ 1772400 h 3440803"/>
              <a:gd name="connsiteX25" fmla="*/ 450496 w 2450234"/>
              <a:gd name="connsiteY25" fmla="*/ 1698006 h 3440803"/>
              <a:gd name="connsiteX26" fmla="*/ 826597 w 2450234"/>
              <a:gd name="connsiteY26" fmla="*/ 1698006 h 3440803"/>
              <a:gd name="connsiteX27" fmla="*/ 826597 w 2450234"/>
              <a:gd name="connsiteY27" fmla="*/ 1321904 h 3440803"/>
              <a:gd name="connsiteX28" fmla="*/ 900991 w 2450234"/>
              <a:gd name="connsiteY28" fmla="*/ 1321904 h 3440803"/>
              <a:gd name="connsiteX29" fmla="*/ 900991 w 2450234"/>
              <a:gd name="connsiteY29" fmla="*/ 1698006 h 3440803"/>
              <a:gd name="connsiteX30" fmla="*/ 1277093 w 2450234"/>
              <a:gd name="connsiteY30" fmla="*/ 1698006 h 3440803"/>
              <a:gd name="connsiteX31" fmla="*/ 1277093 w 2450234"/>
              <a:gd name="connsiteY31" fmla="*/ 1772400 h 3440803"/>
              <a:gd name="connsiteX32" fmla="*/ 900991 w 2450234"/>
              <a:gd name="connsiteY32" fmla="*/ 1772400 h 3440803"/>
              <a:gd name="connsiteX33" fmla="*/ 900991 w 2450234"/>
              <a:gd name="connsiteY33" fmla="*/ 2148501 h 3440803"/>
              <a:gd name="connsiteX0" fmla="*/ 995818 w 1727588"/>
              <a:gd name="connsiteY0" fmla="*/ 0 h 3440803"/>
              <a:gd name="connsiteX1" fmla="*/ 1444545 w 1727588"/>
              <a:gd name="connsiteY1" fmla="*/ 3440803 h 3440803"/>
              <a:gd name="connsiteX2" fmla="*/ 619948 w 1727588"/>
              <a:gd name="connsiteY2" fmla="*/ 3285073 h 3440803"/>
              <a:gd name="connsiteX3" fmla="*/ 619948 w 1727588"/>
              <a:gd name="connsiteY3" fmla="*/ 2563970 h 3440803"/>
              <a:gd name="connsiteX4" fmla="*/ 0 w 1727588"/>
              <a:gd name="connsiteY4" fmla="*/ 1735203 h 3440803"/>
              <a:gd name="connsiteX5" fmla="*/ 619948 w 1727588"/>
              <a:gd name="connsiteY5" fmla="*/ 906436 h 3440803"/>
              <a:gd name="connsiteX6" fmla="*/ 995818 w 1727588"/>
              <a:gd name="connsiteY6" fmla="*/ 0 h 3440803"/>
              <a:gd name="connsiteX7" fmla="*/ 694342 w 1727588"/>
              <a:gd name="connsiteY7" fmla="*/ 3247876 h 3440803"/>
              <a:gd name="connsiteX8" fmla="*/ 1570641 w 1727588"/>
              <a:gd name="connsiteY8" fmla="*/ 116696 h 3440803"/>
              <a:gd name="connsiteX9" fmla="*/ 694342 w 1727588"/>
              <a:gd name="connsiteY9" fmla="*/ 888044 h 3440803"/>
              <a:gd name="connsiteX10" fmla="*/ 863794 w 1727588"/>
              <a:gd name="connsiteY10" fmla="*/ 871409 h 3440803"/>
              <a:gd name="connsiteX11" fmla="*/ 1727588 w 1727588"/>
              <a:gd name="connsiteY11" fmla="*/ 1735203 h 3440803"/>
              <a:gd name="connsiteX12" fmla="*/ 863794 w 1727588"/>
              <a:gd name="connsiteY12" fmla="*/ 2598997 h 3440803"/>
              <a:gd name="connsiteX13" fmla="*/ 694342 w 1727588"/>
              <a:gd name="connsiteY13" fmla="*/ 2582258 h 3440803"/>
              <a:gd name="connsiteX14" fmla="*/ 694342 w 1727588"/>
              <a:gd name="connsiteY14" fmla="*/ 3247876 h 3440803"/>
              <a:gd name="connsiteX15" fmla="*/ 863794 w 1727588"/>
              <a:gd name="connsiteY15" fmla="*/ 945802 h 3440803"/>
              <a:gd name="connsiteX16" fmla="*/ 74394 w 1727588"/>
              <a:gd name="connsiteY16" fmla="*/ 1735203 h 3440803"/>
              <a:gd name="connsiteX17" fmla="*/ 863794 w 1727588"/>
              <a:gd name="connsiteY17" fmla="*/ 2524603 h 3440803"/>
              <a:gd name="connsiteX18" fmla="*/ 1653195 w 1727588"/>
              <a:gd name="connsiteY18" fmla="*/ 1735203 h 3440803"/>
              <a:gd name="connsiteX19" fmla="*/ 863794 w 1727588"/>
              <a:gd name="connsiteY19" fmla="*/ 945802 h 3440803"/>
              <a:gd name="connsiteX20" fmla="*/ 900991 w 1727588"/>
              <a:gd name="connsiteY20" fmla="*/ 2148501 h 3440803"/>
              <a:gd name="connsiteX21" fmla="*/ 826597 w 1727588"/>
              <a:gd name="connsiteY21" fmla="*/ 2148501 h 3440803"/>
              <a:gd name="connsiteX22" fmla="*/ 826597 w 1727588"/>
              <a:gd name="connsiteY22" fmla="*/ 1772400 h 3440803"/>
              <a:gd name="connsiteX23" fmla="*/ 450496 w 1727588"/>
              <a:gd name="connsiteY23" fmla="*/ 1772400 h 3440803"/>
              <a:gd name="connsiteX24" fmla="*/ 450496 w 1727588"/>
              <a:gd name="connsiteY24" fmla="*/ 1698006 h 3440803"/>
              <a:gd name="connsiteX25" fmla="*/ 826597 w 1727588"/>
              <a:gd name="connsiteY25" fmla="*/ 1698006 h 3440803"/>
              <a:gd name="connsiteX26" fmla="*/ 826597 w 1727588"/>
              <a:gd name="connsiteY26" fmla="*/ 1321904 h 3440803"/>
              <a:gd name="connsiteX27" fmla="*/ 900991 w 1727588"/>
              <a:gd name="connsiteY27" fmla="*/ 1321904 h 3440803"/>
              <a:gd name="connsiteX28" fmla="*/ 900991 w 1727588"/>
              <a:gd name="connsiteY28" fmla="*/ 1698006 h 3440803"/>
              <a:gd name="connsiteX29" fmla="*/ 1277093 w 1727588"/>
              <a:gd name="connsiteY29" fmla="*/ 1698006 h 3440803"/>
              <a:gd name="connsiteX30" fmla="*/ 1277093 w 1727588"/>
              <a:gd name="connsiteY30" fmla="*/ 1772400 h 3440803"/>
              <a:gd name="connsiteX31" fmla="*/ 900991 w 1727588"/>
              <a:gd name="connsiteY31" fmla="*/ 1772400 h 3440803"/>
              <a:gd name="connsiteX32" fmla="*/ 900991 w 1727588"/>
              <a:gd name="connsiteY32" fmla="*/ 2148501 h 3440803"/>
              <a:gd name="connsiteX0" fmla="*/ 995818 w 3088507"/>
              <a:gd name="connsiteY0" fmla="*/ 0 h 3285647"/>
              <a:gd name="connsiteX1" fmla="*/ 3087078 w 3088507"/>
              <a:gd name="connsiteY1" fmla="*/ 2767703 h 3285647"/>
              <a:gd name="connsiteX2" fmla="*/ 619948 w 3088507"/>
              <a:gd name="connsiteY2" fmla="*/ 3285073 h 3285647"/>
              <a:gd name="connsiteX3" fmla="*/ 619948 w 3088507"/>
              <a:gd name="connsiteY3" fmla="*/ 2563970 h 3285647"/>
              <a:gd name="connsiteX4" fmla="*/ 0 w 3088507"/>
              <a:gd name="connsiteY4" fmla="*/ 1735203 h 3285647"/>
              <a:gd name="connsiteX5" fmla="*/ 619948 w 3088507"/>
              <a:gd name="connsiteY5" fmla="*/ 906436 h 3285647"/>
              <a:gd name="connsiteX6" fmla="*/ 995818 w 3088507"/>
              <a:gd name="connsiteY6" fmla="*/ 0 h 3285647"/>
              <a:gd name="connsiteX7" fmla="*/ 694342 w 3088507"/>
              <a:gd name="connsiteY7" fmla="*/ 3247876 h 3285647"/>
              <a:gd name="connsiteX8" fmla="*/ 1570641 w 3088507"/>
              <a:gd name="connsiteY8" fmla="*/ 116696 h 3285647"/>
              <a:gd name="connsiteX9" fmla="*/ 694342 w 3088507"/>
              <a:gd name="connsiteY9" fmla="*/ 888044 h 3285647"/>
              <a:gd name="connsiteX10" fmla="*/ 863794 w 3088507"/>
              <a:gd name="connsiteY10" fmla="*/ 871409 h 3285647"/>
              <a:gd name="connsiteX11" fmla="*/ 1727588 w 3088507"/>
              <a:gd name="connsiteY11" fmla="*/ 1735203 h 3285647"/>
              <a:gd name="connsiteX12" fmla="*/ 863794 w 3088507"/>
              <a:gd name="connsiteY12" fmla="*/ 2598997 h 3285647"/>
              <a:gd name="connsiteX13" fmla="*/ 694342 w 3088507"/>
              <a:gd name="connsiteY13" fmla="*/ 2582258 h 3285647"/>
              <a:gd name="connsiteX14" fmla="*/ 694342 w 3088507"/>
              <a:gd name="connsiteY14" fmla="*/ 3247876 h 3285647"/>
              <a:gd name="connsiteX15" fmla="*/ 863794 w 3088507"/>
              <a:gd name="connsiteY15" fmla="*/ 945802 h 3285647"/>
              <a:gd name="connsiteX16" fmla="*/ 74394 w 3088507"/>
              <a:gd name="connsiteY16" fmla="*/ 1735203 h 3285647"/>
              <a:gd name="connsiteX17" fmla="*/ 863794 w 3088507"/>
              <a:gd name="connsiteY17" fmla="*/ 2524603 h 3285647"/>
              <a:gd name="connsiteX18" fmla="*/ 1653195 w 3088507"/>
              <a:gd name="connsiteY18" fmla="*/ 1735203 h 3285647"/>
              <a:gd name="connsiteX19" fmla="*/ 863794 w 3088507"/>
              <a:gd name="connsiteY19" fmla="*/ 945802 h 3285647"/>
              <a:gd name="connsiteX20" fmla="*/ 900991 w 3088507"/>
              <a:gd name="connsiteY20" fmla="*/ 2148501 h 3285647"/>
              <a:gd name="connsiteX21" fmla="*/ 826597 w 3088507"/>
              <a:gd name="connsiteY21" fmla="*/ 2148501 h 3285647"/>
              <a:gd name="connsiteX22" fmla="*/ 826597 w 3088507"/>
              <a:gd name="connsiteY22" fmla="*/ 1772400 h 3285647"/>
              <a:gd name="connsiteX23" fmla="*/ 450496 w 3088507"/>
              <a:gd name="connsiteY23" fmla="*/ 1772400 h 3285647"/>
              <a:gd name="connsiteX24" fmla="*/ 450496 w 3088507"/>
              <a:gd name="connsiteY24" fmla="*/ 1698006 h 3285647"/>
              <a:gd name="connsiteX25" fmla="*/ 826597 w 3088507"/>
              <a:gd name="connsiteY25" fmla="*/ 1698006 h 3285647"/>
              <a:gd name="connsiteX26" fmla="*/ 826597 w 3088507"/>
              <a:gd name="connsiteY26" fmla="*/ 1321904 h 3285647"/>
              <a:gd name="connsiteX27" fmla="*/ 900991 w 3088507"/>
              <a:gd name="connsiteY27" fmla="*/ 1321904 h 3285647"/>
              <a:gd name="connsiteX28" fmla="*/ 900991 w 3088507"/>
              <a:gd name="connsiteY28" fmla="*/ 1698006 h 3285647"/>
              <a:gd name="connsiteX29" fmla="*/ 1277093 w 3088507"/>
              <a:gd name="connsiteY29" fmla="*/ 1698006 h 3285647"/>
              <a:gd name="connsiteX30" fmla="*/ 1277093 w 3088507"/>
              <a:gd name="connsiteY30" fmla="*/ 1772400 h 3285647"/>
              <a:gd name="connsiteX31" fmla="*/ 900991 w 3088507"/>
              <a:gd name="connsiteY31" fmla="*/ 1772400 h 3285647"/>
              <a:gd name="connsiteX32" fmla="*/ 900991 w 3088507"/>
              <a:gd name="connsiteY32" fmla="*/ 2148501 h 3285647"/>
              <a:gd name="connsiteX0" fmla="*/ 995818 w 3564541"/>
              <a:gd name="connsiteY0" fmla="*/ 0 h 3285647"/>
              <a:gd name="connsiteX1" fmla="*/ 3087078 w 3564541"/>
              <a:gd name="connsiteY1" fmla="*/ 2767703 h 3285647"/>
              <a:gd name="connsiteX2" fmla="*/ 619948 w 3564541"/>
              <a:gd name="connsiteY2" fmla="*/ 3285073 h 3285647"/>
              <a:gd name="connsiteX3" fmla="*/ 619948 w 3564541"/>
              <a:gd name="connsiteY3" fmla="*/ 2563970 h 3285647"/>
              <a:gd name="connsiteX4" fmla="*/ 0 w 3564541"/>
              <a:gd name="connsiteY4" fmla="*/ 1735203 h 3285647"/>
              <a:gd name="connsiteX5" fmla="*/ 619948 w 3564541"/>
              <a:gd name="connsiteY5" fmla="*/ 906436 h 3285647"/>
              <a:gd name="connsiteX6" fmla="*/ 995818 w 3564541"/>
              <a:gd name="connsiteY6" fmla="*/ 0 h 3285647"/>
              <a:gd name="connsiteX7" fmla="*/ 694342 w 3564541"/>
              <a:gd name="connsiteY7" fmla="*/ 3247876 h 3285647"/>
              <a:gd name="connsiteX8" fmla="*/ 3564541 w 3564541"/>
              <a:gd name="connsiteY8" fmla="*/ 336829 h 3285647"/>
              <a:gd name="connsiteX9" fmla="*/ 694342 w 3564541"/>
              <a:gd name="connsiteY9" fmla="*/ 888044 h 3285647"/>
              <a:gd name="connsiteX10" fmla="*/ 863794 w 3564541"/>
              <a:gd name="connsiteY10" fmla="*/ 871409 h 3285647"/>
              <a:gd name="connsiteX11" fmla="*/ 1727588 w 3564541"/>
              <a:gd name="connsiteY11" fmla="*/ 1735203 h 3285647"/>
              <a:gd name="connsiteX12" fmla="*/ 863794 w 3564541"/>
              <a:gd name="connsiteY12" fmla="*/ 2598997 h 3285647"/>
              <a:gd name="connsiteX13" fmla="*/ 694342 w 3564541"/>
              <a:gd name="connsiteY13" fmla="*/ 2582258 h 3285647"/>
              <a:gd name="connsiteX14" fmla="*/ 694342 w 3564541"/>
              <a:gd name="connsiteY14" fmla="*/ 3247876 h 3285647"/>
              <a:gd name="connsiteX15" fmla="*/ 863794 w 3564541"/>
              <a:gd name="connsiteY15" fmla="*/ 945802 h 3285647"/>
              <a:gd name="connsiteX16" fmla="*/ 74394 w 3564541"/>
              <a:gd name="connsiteY16" fmla="*/ 1735203 h 3285647"/>
              <a:gd name="connsiteX17" fmla="*/ 863794 w 3564541"/>
              <a:gd name="connsiteY17" fmla="*/ 2524603 h 3285647"/>
              <a:gd name="connsiteX18" fmla="*/ 1653195 w 3564541"/>
              <a:gd name="connsiteY18" fmla="*/ 1735203 h 3285647"/>
              <a:gd name="connsiteX19" fmla="*/ 863794 w 3564541"/>
              <a:gd name="connsiteY19" fmla="*/ 945802 h 3285647"/>
              <a:gd name="connsiteX20" fmla="*/ 900991 w 3564541"/>
              <a:gd name="connsiteY20" fmla="*/ 2148501 h 3285647"/>
              <a:gd name="connsiteX21" fmla="*/ 826597 w 3564541"/>
              <a:gd name="connsiteY21" fmla="*/ 2148501 h 3285647"/>
              <a:gd name="connsiteX22" fmla="*/ 826597 w 3564541"/>
              <a:gd name="connsiteY22" fmla="*/ 1772400 h 3285647"/>
              <a:gd name="connsiteX23" fmla="*/ 450496 w 3564541"/>
              <a:gd name="connsiteY23" fmla="*/ 1772400 h 3285647"/>
              <a:gd name="connsiteX24" fmla="*/ 450496 w 3564541"/>
              <a:gd name="connsiteY24" fmla="*/ 1698006 h 3285647"/>
              <a:gd name="connsiteX25" fmla="*/ 826597 w 3564541"/>
              <a:gd name="connsiteY25" fmla="*/ 1698006 h 3285647"/>
              <a:gd name="connsiteX26" fmla="*/ 826597 w 3564541"/>
              <a:gd name="connsiteY26" fmla="*/ 1321904 h 3285647"/>
              <a:gd name="connsiteX27" fmla="*/ 900991 w 3564541"/>
              <a:gd name="connsiteY27" fmla="*/ 1321904 h 3285647"/>
              <a:gd name="connsiteX28" fmla="*/ 900991 w 3564541"/>
              <a:gd name="connsiteY28" fmla="*/ 1698006 h 3285647"/>
              <a:gd name="connsiteX29" fmla="*/ 1277093 w 3564541"/>
              <a:gd name="connsiteY29" fmla="*/ 1698006 h 3285647"/>
              <a:gd name="connsiteX30" fmla="*/ 1277093 w 3564541"/>
              <a:gd name="connsiteY30" fmla="*/ 1772400 h 3285647"/>
              <a:gd name="connsiteX31" fmla="*/ 900991 w 3564541"/>
              <a:gd name="connsiteY31" fmla="*/ 1772400 h 3285647"/>
              <a:gd name="connsiteX32" fmla="*/ 900991 w 3564541"/>
              <a:gd name="connsiteY32" fmla="*/ 2148501 h 3285647"/>
              <a:gd name="connsiteX0" fmla="*/ 1105884 w 3564541"/>
              <a:gd name="connsiteY0" fmla="*/ 0 h 3294113"/>
              <a:gd name="connsiteX1" fmla="*/ 3087078 w 3564541"/>
              <a:gd name="connsiteY1" fmla="*/ 2776169 h 3294113"/>
              <a:gd name="connsiteX2" fmla="*/ 619948 w 3564541"/>
              <a:gd name="connsiteY2" fmla="*/ 3293539 h 3294113"/>
              <a:gd name="connsiteX3" fmla="*/ 619948 w 3564541"/>
              <a:gd name="connsiteY3" fmla="*/ 2572436 h 3294113"/>
              <a:gd name="connsiteX4" fmla="*/ 0 w 3564541"/>
              <a:gd name="connsiteY4" fmla="*/ 1743669 h 3294113"/>
              <a:gd name="connsiteX5" fmla="*/ 619948 w 3564541"/>
              <a:gd name="connsiteY5" fmla="*/ 914902 h 3294113"/>
              <a:gd name="connsiteX6" fmla="*/ 1105884 w 3564541"/>
              <a:gd name="connsiteY6" fmla="*/ 0 h 3294113"/>
              <a:gd name="connsiteX7" fmla="*/ 694342 w 3564541"/>
              <a:gd name="connsiteY7" fmla="*/ 3256342 h 3294113"/>
              <a:gd name="connsiteX8" fmla="*/ 3564541 w 3564541"/>
              <a:gd name="connsiteY8" fmla="*/ 345295 h 3294113"/>
              <a:gd name="connsiteX9" fmla="*/ 694342 w 3564541"/>
              <a:gd name="connsiteY9" fmla="*/ 896510 h 3294113"/>
              <a:gd name="connsiteX10" fmla="*/ 863794 w 3564541"/>
              <a:gd name="connsiteY10" fmla="*/ 879875 h 3294113"/>
              <a:gd name="connsiteX11" fmla="*/ 1727588 w 3564541"/>
              <a:gd name="connsiteY11" fmla="*/ 1743669 h 3294113"/>
              <a:gd name="connsiteX12" fmla="*/ 863794 w 3564541"/>
              <a:gd name="connsiteY12" fmla="*/ 2607463 h 3294113"/>
              <a:gd name="connsiteX13" fmla="*/ 694342 w 3564541"/>
              <a:gd name="connsiteY13" fmla="*/ 2590724 h 3294113"/>
              <a:gd name="connsiteX14" fmla="*/ 694342 w 3564541"/>
              <a:gd name="connsiteY14" fmla="*/ 3256342 h 3294113"/>
              <a:gd name="connsiteX15" fmla="*/ 863794 w 3564541"/>
              <a:gd name="connsiteY15" fmla="*/ 954268 h 3294113"/>
              <a:gd name="connsiteX16" fmla="*/ 74394 w 3564541"/>
              <a:gd name="connsiteY16" fmla="*/ 1743669 h 3294113"/>
              <a:gd name="connsiteX17" fmla="*/ 863794 w 3564541"/>
              <a:gd name="connsiteY17" fmla="*/ 2533069 h 3294113"/>
              <a:gd name="connsiteX18" fmla="*/ 1653195 w 3564541"/>
              <a:gd name="connsiteY18" fmla="*/ 1743669 h 3294113"/>
              <a:gd name="connsiteX19" fmla="*/ 863794 w 3564541"/>
              <a:gd name="connsiteY19" fmla="*/ 954268 h 3294113"/>
              <a:gd name="connsiteX20" fmla="*/ 900991 w 3564541"/>
              <a:gd name="connsiteY20" fmla="*/ 2156967 h 3294113"/>
              <a:gd name="connsiteX21" fmla="*/ 826597 w 3564541"/>
              <a:gd name="connsiteY21" fmla="*/ 2156967 h 3294113"/>
              <a:gd name="connsiteX22" fmla="*/ 826597 w 3564541"/>
              <a:gd name="connsiteY22" fmla="*/ 1780866 h 3294113"/>
              <a:gd name="connsiteX23" fmla="*/ 450496 w 3564541"/>
              <a:gd name="connsiteY23" fmla="*/ 1780866 h 3294113"/>
              <a:gd name="connsiteX24" fmla="*/ 450496 w 3564541"/>
              <a:gd name="connsiteY24" fmla="*/ 1706472 h 3294113"/>
              <a:gd name="connsiteX25" fmla="*/ 826597 w 3564541"/>
              <a:gd name="connsiteY25" fmla="*/ 1706472 h 3294113"/>
              <a:gd name="connsiteX26" fmla="*/ 826597 w 3564541"/>
              <a:gd name="connsiteY26" fmla="*/ 1330370 h 3294113"/>
              <a:gd name="connsiteX27" fmla="*/ 900991 w 3564541"/>
              <a:gd name="connsiteY27" fmla="*/ 1330370 h 3294113"/>
              <a:gd name="connsiteX28" fmla="*/ 900991 w 3564541"/>
              <a:gd name="connsiteY28" fmla="*/ 1706472 h 3294113"/>
              <a:gd name="connsiteX29" fmla="*/ 1277093 w 3564541"/>
              <a:gd name="connsiteY29" fmla="*/ 1706472 h 3294113"/>
              <a:gd name="connsiteX30" fmla="*/ 1277093 w 3564541"/>
              <a:gd name="connsiteY30" fmla="*/ 1780866 h 3294113"/>
              <a:gd name="connsiteX31" fmla="*/ 900991 w 3564541"/>
              <a:gd name="connsiteY31" fmla="*/ 1780866 h 3294113"/>
              <a:gd name="connsiteX32" fmla="*/ 900991 w 3564541"/>
              <a:gd name="connsiteY32" fmla="*/ 2156967 h 3294113"/>
              <a:gd name="connsiteX0" fmla="*/ 619948 w 3564541"/>
              <a:gd name="connsiteY0" fmla="*/ 569607 h 2948818"/>
              <a:gd name="connsiteX1" fmla="*/ 3087078 w 3564541"/>
              <a:gd name="connsiteY1" fmla="*/ 2430874 h 2948818"/>
              <a:gd name="connsiteX2" fmla="*/ 619948 w 3564541"/>
              <a:gd name="connsiteY2" fmla="*/ 2948244 h 2948818"/>
              <a:gd name="connsiteX3" fmla="*/ 619948 w 3564541"/>
              <a:gd name="connsiteY3" fmla="*/ 2227141 h 2948818"/>
              <a:gd name="connsiteX4" fmla="*/ 0 w 3564541"/>
              <a:gd name="connsiteY4" fmla="*/ 1398374 h 2948818"/>
              <a:gd name="connsiteX5" fmla="*/ 619948 w 3564541"/>
              <a:gd name="connsiteY5" fmla="*/ 569607 h 2948818"/>
              <a:gd name="connsiteX6" fmla="*/ 694342 w 3564541"/>
              <a:gd name="connsiteY6" fmla="*/ 2911047 h 2948818"/>
              <a:gd name="connsiteX7" fmla="*/ 3564541 w 3564541"/>
              <a:gd name="connsiteY7" fmla="*/ 0 h 2948818"/>
              <a:gd name="connsiteX8" fmla="*/ 694342 w 3564541"/>
              <a:gd name="connsiteY8" fmla="*/ 551215 h 2948818"/>
              <a:gd name="connsiteX9" fmla="*/ 863794 w 3564541"/>
              <a:gd name="connsiteY9" fmla="*/ 534580 h 2948818"/>
              <a:gd name="connsiteX10" fmla="*/ 1727588 w 3564541"/>
              <a:gd name="connsiteY10" fmla="*/ 1398374 h 2948818"/>
              <a:gd name="connsiteX11" fmla="*/ 863794 w 3564541"/>
              <a:gd name="connsiteY11" fmla="*/ 2262168 h 2948818"/>
              <a:gd name="connsiteX12" fmla="*/ 694342 w 3564541"/>
              <a:gd name="connsiteY12" fmla="*/ 2245429 h 2948818"/>
              <a:gd name="connsiteX13" fmla="*/ 694342 w 3564541"/>
              <a:gd name="connsiteY13" fmla="*/ 2911047 h 2948818"/>
              <a:gd name="connsiteX14" fmla="*/ 863794 w 3564541"/>
              <a:gd name="connsiteY14" fmla="*/ 608973 h 2948818"/>
              <a:gd name="connsiteX15" fmla="*/ 74394 w 3564541"/>
              <a:gd name="connsiteY15" fmla="*/ 1398374 h 2948818"/>
              <a:gd name="connsiteX16" fmla="*/ 863794 w 3564541"/>
              <a:gd name="connsiteY16" fmla="*/ 2187774 h 2948818"/>
              <a:gd name="connsiteX17" fmla="*/ 1653195 w 3564541"/>
              <a:gd name="connsiteY17" fmla="*/ 1398374 h 2948818"/>
              <a:gd name="connsiteX18" fmla="*/ 863794 w 3564541"/>
              <a:gd name="connsiteY18" fmla="*/ 608973 h 2948818"/>
              <a:gd name="connsiteX19" fmla="*/ 900991 w 3564541"/>
              <a:gd name="connsiteY19" fmla="*/ 1811672 h 2948818"/>
              <a:gd name="connsiteX20" fmla="*/ 826597 w 3564541"/>
              <a:gd name="connsiteY20" fmla="*/ 1811672 h 2948818"/>
              <a:gd name="connsiteX21" fmla="*/ 826597 w 3564541"/>
              <a:gd name="connsiteY21" fmla="*/ 1435571 h 2948818"/>
              <a:gd name="connsiteX22" fmla="*/ 450496 w 3564541"/>
              <a:gd name="connsiteY22" fmla="*/ 1435571 h 2948818"/>
              <a:gd name="connsiteX23" fmla="*/ 450496 w 3564541"/>
              <a:gd name="connsiteY23" fmla="*/ 1361177 h 2948818"/>
              <a:gd name="connsiteX24" fmla="*/ 826597 w 3564541"/>
              <a:gd name="connsiteY24" fmla="*/ 1361177 h 2948818"/>
              <a:gd name="connsiteX25" fmla="*/ 826597 w 3564541"/>
              <a:gd name="connsiteY25" fmla="*/ 985075 h 2948818"/>
              <a:gd name="connsiteX26" fmla="*/ 900991 w 3564541"/>
              <a:gd name="connsiteY26" fmla="*/ 985075 h 2948818"/>
              <a:gd name="connsiteX27" fmla="*/ 900991 w 3564541"/>
              <a:gd name="connsiteY27" fmla="*/ 1361177 h 2948818"/>
              <a:gd name="connsiteX28" fmla="*/ 1277093 w 3564541"/>
              <a:gd name="connsiteY28" fmla="*/ 1361177 h 2948818"/>
              <a:gd name="connsiteX29" fmla="*/ 1277093 w 3564541"/>
              <a:gd name="connsiteY29" fmla="*/ 1435571 h 2948818"/>
              <a:gd name="connsiteX30" fmla="*/ 900991 w 3564541"/>
              <a:gd name="connsiteY30" fmla="*/ 1435571 h 2948818"/>
              <a:gd name="connsiteX31" fmla="*/ 900991 w 3564541"/>
              <a:gd name="connsiteY31" fmla="*/ 1811672 h 2948818"/>
              <a:gd name="connsiteX0" fmla="*/ 619948 w 3564541"/>
              <a:gd name="connsiteY0" fmla="*/ 886167 h 3264900"/>
              <a:gd name="connsiteX1" fmla="*/ 2032978 w 3564541"/>
              <a:gd name="connsiteY1" fmla="*/ 0 h 3264900"/>
              <a:gd name="connsiteX2" fmla="*/ 619948 w 3564541"/>
              <a:gd name="connsiteY2" fmla="*/ 3264804 h 3264900"/>
              <a:gd name="connsiteX3" fmla="*/ 619948 w 3564541"/>
              <a:gd name="connsiteY3" fmla="*/ 2543701 h 3264900"/>
              <a:gd name="connsiteX4" fmla="*/ 0 w 3564541"/>
              <a:gd name="connsiteY4" fmla="*/ 1714934 h 3264900"/>
              <a:gd name="connsiteX5" fmla="*/ 619948 w 3564541"/>
              <a:gd name="connsiteY5" fmla="*/ 886167 h 3264900"/>
              <a:gd name="connsiteX6" fmla="*/ 694342 w 3564541"/>
              <a:gd name="connsiteY6" fmla="*/ 3227607 h 3264900"/>
              <a:gd name="connsiteX7" fmla="*/ 3564541 w 3564541"/>
              <a:gd name="connsiteY7" fmla="*/ 316560 h 3264900"/>
              <a:gd name="connsiteX8" fmla="*/ 694342 w 3564541"/>
              <a:gd name="connsiteY8" fmla="*/ 867775 h 3264900"/>
              <a:gd name="connsiteX9" fmla="*/ 863794 w 3564541"/>
              <a:gd name="connsiteY9" fmla="*/ 851140 h 3264900"/>
              <a:gd name="connsiteX10" fmla="*/ 1727588 w 3564541"/>
              <a:gd name="connsiteY10" fmla="*/ 1714934 h 3264900"/>
              <a:gd name="connsiteX11" fmla="*/ 863794 w 3564541"/>
              <a:gd name="connsiteY11" fmla="*/ 2578728 h 3264900"/>
              <a:gd name="connsiteX12" fmla="*/ 694342 w 3564541"/>
              <a:gd name="connsiteY12" fmla="*/ 2561989 h 3264900"/>
              <a:gd name="connsiteX13" fmla="*/ 694342 w 3564541"/>
              <a:gd name="connsiteY13" fmla="*/ 3227607 h 3264900"/>
              <a:gd name="connsiteX14" fmla="*/ 863794 w 3564541"/>
              <a:gd name="connsiteY14" fmla="*/ 925533 h 3264900"/>
              <a:gd name="connsiteX15" fmla="*/ 74394 w 3564541"/>
              <a:gd name="connsiteY15" fmla="*/ 1714934 h 3264900"/>
              <a:gd name="connsiteX16" fmla="*/ 863794 w 3564541"/>
              <a:gd name="connsiteY16" fmla="*/ 2504334 h 3264900"/>
              <a:gd name="connsiteX17" fmla="*/ 1653195 w 3564541"/>
              <a:gd name="connsiteY17" fmla="*/ 1714934 h 3264900"/>
              <a:gd name="connsiteX18" fmla="*/ 863794 w 3564541"/>
              <a:gd name="connsiteY18" fmla="*/ 925533 h 3264900"/>
              <a:gd name="connsiteX19" fmla="*/ 900991 w 3564541"/>
              <a:gd name="connsiteY19" fmla="*/ 2128232 h 3264900"/>
              <a:gd name="connsiteX20" fmla="*/ 826597 w 3564541"/>
              <a:gd name="connsiteY20" fmla="*/ 2128232 h 3264900"/>
              <a:gd name="connsiteX21" fmla="*/ 826597 w 3564541"/>
              <a:gd name="connsiteY21" fmla="*/ 1752131 h 3264900"/>
              <a:gd name="connsiteX22" fmla="*/ 450496 w 3564541"/>
              <a:gd name="connsiteY22" fmla="*/ 1752131 h 3264900"/>
              <a:gd name="connsiteX23" fmla="*/ 450496 w 3564541"/>
              <a:gd name="connsiteY23" fmla="*/ 1677737 h 3264900"/>
              <a:gd name="connsiteX24" fmla="*/ 826597 w 3564541"/>
              <a:gd name="connsiteY24" fmla="*/ 1677737 h 3264900"/>
              <a:gd name="connsiteX25" fmla="*/ 826597 w 3564541"/>
              <a:gd name="connsiteY25" fmla="*/ 1301635 h 3264900"/>
              <a:gd name="connsiteX26" fmla="*/ 900991 w 3564541"/>
              <a:gd name="connsiteY26" fmla="*/ 1301635 h 3264900"/>
              <a:gd name="connsiteX27" fmla="*/ 900991 w 3564541"/>
              <a:gd name="connsiteY27" fmla="*/ 1677737 h 3264900"/>
              <a:gd name="connsiteX28" fmla="*/ 1277093 w 3564541"/>
              <a:gd name="connsiteY28" fmla="*/ 1677737 h 3264900"/>
              <a:gd name="connsiteX29" fmla="*/ 1277093 w 3564541"/>
              <a:gd name="connsiteY29" fmla="*/ 1752131 h 3264900"/>
              <a:gd name="connsiteX30" fmla="*/ 900991 w 3564541"/>
              <a:gd name="connsiteY30" fmla="*/ 1752131 h 3264900"/>
              <a:gd name="connsiteX31" fmla="*/ 900991 w 3564541"/>
              <a:gd name="connsiteY31" fmla="*/ 2128232 h 3264900"/>
              <a:gd name="connsiteX0" fmla="*/ 1817907 w 3230937"/>
              <a:gd name="connsiteY0" fmla="*/ 886167 h 3264900"/>
              <a:gd name="connsiteX1" fmla="*/ 3230937 w 3230937"/>
              <a:gd name="connsiteY1" fmla="*/ 0 h 3264900"/>
              <a:gd name="connsiteX2" fmla="*/ 1817907 w 3230937"/>
              <a:gd name="connsiteY2" fmla="*/ 3264804 h 3264900"/>
              <a:gd name="connsiteX3" fmla="*/ 1817907 w 3230937"/>
              <a:gd name="connsiteY3" fmla="*/ 2543701 h 3264900"/>
              <a:gd name="connsiteX4" fmla="*/ 1197959 w 3230937"/>
              <a:gd name="connsiteY4" fmla="*/ 1714934 h 3264900"/>
              <a:gd name="connsiteX5" fmla="*/ 1817907 w 3230937"/>
              <a:gd name="connsiteY5" fmla="*/ 886167 h 3264900"/>
              <a:gd name="connsiteX6" fmla="*/ 1892301 w 3230937"/>
              <a:gd name="connsiteY6" fmla="*/ 3227607 h 3264900"/>
              <a:gd name="connsiteX7" fmla="*/ 0 w 3230937"/>
              <a:gd name="connsiteY7" fmla="*/ 269994 h 3264900"/>
              <a:gd name="connsiteX8" fmla="*/ 1892301 w 3230937"/>
              <a:gd name="connsiteY8" fmla="*/ 867775 h 3264900"/>
              <a:gd name="connsiteX9" fmla="*/ 2061753 w 3230937"/>
              <a:gd name="connsiteY9" fmla="*/ 851140 h 3264900"/>
              <a:gd name="connsiteX10" fmla="*/ 2925547 w 3230937"/>
              <a:gd name="connsiteY10" fmla="*/ 1714934 h 3264900"/>
              <a:gd name="connsiteX11" fmla="*/ 2061753 w 3230937"/>
              <a:gd name="connsiteY11" fmla="*/ 2578728 h 3264900"/>
              <a:gd name="connsiteX12" fmla="*/ 1892301 w 3230937"/>
              <a:gd name="connsiteY12" fmla="*/ 2561989 h 3264900"/>
              <a:gd name="connsiteX13" fmla="*/ 1892301 w 3230937"/>
              <a:gd name="connsiteY13" fmla="*/ 3227607 h 3264900"/>
              <a:gd name="connsiteX14" fmla="*/ 2061753 w 3230937"/>
              <a:gd name="connsiteY14" fmla="*/ 925533 h 3264900"/>
              <a:gd name="connsiteX15" fmla="*/ 1272353 w 3230937"/>
              <a:gd name="connsiteY15" fmla="*/ 1714934 h 3264900"/>
              <a:gd name="connsiteX16" fmla="*/ 2061753 w 3230937"/>
              <a:gd name="connsiteY16" fmla="*/ 2504334 h 3264900"/>
              <a:gd name="connsiteX17" fmla="*/ 2851154 w 3230937"/>
              <a:gd name="connsiteY17" fmla="*/ 1714934 h 3264900"/>
              <a:gd name="connsiteX18" fmla="*/ 2061753 w 3230937"/>
              <a:gd name="connsiteY18" fmla="*/ 925533 h 3264900"/>
              <a:gd name="connsiteX19" fmla="*/ 2098950 w 3230937"/>
              <a:gd name="connsiteY19" fmla="*/ 2128232 h 3264900"/>
              <a:gd name="connsiteX20" fmla="*/ 2024556 w 3230937"/>
              <a:gd name="connsiteY20" fmla="*/ 2128232 h 3264900"/>
              <a:gd name="connsiteX21" fmla="*/ 2024556 w 3230937"/>
              <a:gd name="connsiteY21" fmla="*/ 1752131 h 3264900"/>
              <a:gd name="connsiteX22" fmla="*/ 1648455 w 3230937"/>
              <a:gd name="connsiteY22" fmla="*/ 1752131 h 3264900"/>
              <a:gd name="connsiteX23" fmla="*/ 1648455 w 3230937"/>
              <a:gd name="connsiteY23" fmla="*/ 1677737 h 3264900"/>
              <a:gd name="connsiteX24" fmla="*/ 2024556 w 3230937"/>
              <a:gd name="connsiteY24" fmla="*/ 1677737 h 3264900"/>
              <a:gd name="connsiteX25" fmla="*/ 2024556 w 3230937"/>
              <a:gd name="connsiteY25" fmla="*/ 1301635 h 3264900"/>
              <a:gd name="connsiteX26" fmla="*/ 2098950 w 3230937"/>
              <a:gd name="connsiteY26" fmla="*/ 1301635 h 3264900"/>
              <a:gd name="connsiteX27" fmla="*/ 2098950 w 3230937"/>
              <a:gd name="connsiteY27" fmla="*/ 1677737 h 3264900"/>
              <a:gd name="connsiteX28" fmla="*/ 2475052 w 3230937"/>
              <a:gd name="connsiteY28" fmla="*/ 1677737 h 3264900"/>
              <a:gd name="connsiteX29" fmla="*/ 2475052 w 3230937"/>
              <a:gd name="connsiteY29" fmla="*/ 1752131 h 3264900"/>
              <a:gd name="connsiteX30" fmla="*/ 2098950 w 3230937"/>
              <a:gd name="connsiteY30" fmla="*/ 1752131 h 3264900"/>
              <a:gd name="connsiteX31" fmla="*/ 2098950 w 3230937"/>
              <a:gd name="connsiteY31" fmla="*/ 2128232 h 3264900"/>
              <a:gd name="connsiteX0" fmla="*/ 619948 w 3865107"/>
              <a:gd name="connsiteY0" fmla="*/ 1064906 h 3443639"/>
              <a:gd name="connsiteX1" fmla="*/ 2032978 w 3865107"/>
              <a:gd name="connsiteY1" fmla="*/ 178739 h 3443639"/>
              <a:gd name="connsiteX2" fmla="*/ 619948 w 3865107"/>
              <a:gd name="connsiteY2" fmla="*/ 3443543 h 3443639"/>
              <a:gd name="connsiteX3" fmla="*/ 619948 w 3865107"/>
              <a:gd name="connsiteY3" fmla="*/ 2722440 h 3443639"/>
              <a:gd name="connsiteX4" fmla="*/ 0 w 3865107"/>
              <a:gd name="connsiteY4" fmla="*/ 1893673 h 3443639"/>
              <a:gd name="connsiteX5" fmla="*/ 619948 w 3865107"/>
              <a:gd name="connsiteY5" fmla="*/ 1064906 h 3443639"/>
              <a:gd name="connsiteX6" fmla="*/ 694342 w 3865107"/>
              <a:gd name="connsiteY6" fmla="*/ 3406346 h 3443639"/>
              <a:gd name="connsiteX7" fmla="*/ 3865107 w 3865107"/>
              <a:gd name="connsiteY7" fmla="*/ 0 h 3443639"/>
              <a:gd name="connsiteX8" fmla="*/ 694342 w 3865107"/>
              <a:gd name="connsiteY8" fmla="*/ 1046514 h 3443639"/>
              <a:gd name="connsiteX9" fmla="*/ 863794 w 3865107"/>
              <a:gd name="connsiteY9" fmla="*/ 1029879 h 3443639"/>
              <a:gd name="connsiteX10" fmla="*/ 1727588 w 3865107"/>
              <a:gd name="connsiteY10" fmla="*/ 1893673 h 3443639"/>
              <a:gd name="connsiteX11" fmla="*/ 863794 w 3865107"/>
              <a:gd name="connsiteY11" fmla="*/ 2757467 h 3443639"/>
              <a:gd name="connsiteX12" fmla="*/ 694342 w 3865107"/>
              <a:gd name="connsiteY12" fmla="*/ 2740728 h 3443639"/>
              <a:gd name="connsiteX13" fmla="*/ 694342 w 3865107"/>
              <a:gd name="connsiteY13" fmla="*/ 3406346 h 3443639"/>
              <a:gd name="connsiteX14" fmla="*/ 863794 w 3865107"/>
              <a:gd name="connsiteY14" fmla="*/ 1104272 h 3443639"/>
              <a:gd name="connsiteX15" fmla="*/ 74394 w 3865107"/>
              <a:gd name="connsiteY15" fmla="*/ 1893673 h 3443639"/>
              <a:gd name="connsiteX16" fmla="*/ 863794 w 3865107"/>
              <a:gd name="connsiteY16" fmla="*/ 2683073 h 3443639"/>
              <a:gd name="connsiteX17" fmla="*/ 1653195 w 3865107"/>
              <a:gd name="connsiteY17" fmla="*/ 1893673 h 3443639"/>
              <a:gd name="connsiteX18" fmla="*/ 863794 w 3865107"/>
              <a:gd name="connsiteY18" fmla="*/ 1104272 h 3443639"/>
              <a:gd name="connsiteX19" fmla="*/ 900991 w 3865107"/>
              <a:gd name="connsiteY19" fmla="*/ 2306971 h 3443639"/>
              <a:gd name="connsiteX20" fmla="*/ 826597 w 3865107"/>
              <a:gd name="connsiteY20" fmla="*/ 2306971 h 3443639"/>
              <a:gd name="connsiteX21" fmla="*/ 826597 w 3865107"/>
              <a:gd name="connsiteY21" fmla="*/ 1930870 h 3443639"/>
              <a:gd name="connsiteX22" fmla="*/ 450496 w 3865107"/>
              <a:gd name="connsiteY22" fmla="*/ 1930870 h 3443639"/>
              <a:gd name="connsiteX23" fmla="*/ 450496 w 3865107"/>
              <a:gd name="connsiteY23" fmla="*/ 1856476 h 3443639"/>
              <a:gd name="connsiteX24" fmla="*/ 826597 w 3865107"/>
              <a:gd name="connsiteY24" fmla="*/ 1856476 h 3443639"/>
              <a:gd name="connsiteX25" fmla="*/ 826597 w 3865107"/>
              <a:gd name="connsiteY25" fmla="*/ 1480374 h 3443639"/>
              <a:gd name="connsiteX26" fmla="*/ 900991 w 3865107"/>
              <a:gd name="connsiteY26" fmla="*/ 1480374 h 3443639"/>
              <a:gd name="connsiteX27" fmla="*/ 900991 w 3865107"/>
              <a:gd name="connsiteY27" fmla="*/ 1856476 h 3443639"/>
              <a:gd name="connsiteX28" fmla="*/ 1277093 w 3865107"/>
              <a:gd name="connsiteY28" fmla="*/ 1856476 h 3443639"/>
              <a:gd name="connsiteX29" fmla="*/ 1277093 w 3865107"/>
              <a:gd name="connsiteY29" fmla="*/ 1930870 h 3443639"/>
              <a:gd name="connsiteX30" fmla="*/ 900991 w 3865107"/>
              <a:gd name="connsiteY30" fmla="*/ 1930870 h 3443639"/>
              <a:gd name="connsiteX31" fmla="*/ 900991 w 3865107"/>
              <a:gd name="connsiteY31" fmla="*/ 2306971 h 3443639"/>
              <a:gd name="connsiteX0" fmla="*/ 619948 w 2032978"/>
              <a:gd name="connsiteY0" fmla="*/ 886167 h 3264900"/>
              <a:gd name="connsiteX1" fmla="*/ 2032978 w 2032978"/>
              <a:gd name="connsiteY1" fmla="*/ 0 h 3264900"/>
              <a:gd name="connsiteX2" fmla="*/ 619948 w 2032978"/>
              <a:gd name="connsiteY2" fmla="*/ 3264804 h 3264900"/>
              <a:gd name="connsiteX3" fmla="*/ 619948 w 2032978"/>
              <a:gd name="connsiteY3" fmla="*/ 2543701 h 3264900"/>
              <a:gd name="connsiteX4" fmla="*/ 0 w 2032978"/>
              <a:gd name="connsiteY4" fmla="*/ 1714934 h 3264900"/>
              <a:gd name="connsiteX5" fmla="*/ 619948 w 2032978"/>
              <a:gd name="connsiteY5" fmla="*/ 886167 h 3264900"/>
              <a:gd name="connsiteX6" fmla="*/ 694342 w 2032978"/>
              <a:gd name="connsiteY6" fmla="*/ 3227607 h 3264900"/>
              <a:gd name="connsiteX7" fmla="*/ 694342 w 2032978"/>
              <a:gd name="connsiteY7" fmla="*/ 867775 h 3264900"/>
              <a:gd name="connsiteX8" fmla="*/ 863794 w 2032978"/>
              <a:gd name="connsiteY8" fmla="*/ 851140 h 3264900"/>
              <a:gd name="connsiteX9" fmla="*/ 1727588 w 2032978"/>
              <a:gd name="connsiteY9" fmla="*/ 1714934 h 3264900"/>
              <a:gd name="connsiteX10" fmla="*/ 863794 w 2032978"/>
              <a:gd name="connsiteY10" fmla="*/ 2578728 h 3264900"/>
              <a:gd name="connsiteX11" fmla="*/ 694342 w 2032978"/>
              <a:gd name="connsiteY11" fmla="*/ 2561989 h 3264900"/>
              <a:gd name="connsiteX12" fmla="*/ 694342 w 2032978"/>
              <a:gd name="connsiteY12" fmla="*/ 3227607 h 3264900"/>
              <a:gd name="connsiteX13" fmla="*/ 863794 w 2032978"/>
              <a:gd name="connsiteY13" fmla="*/ 925533 h 3264900"/>
              <a:gd name="connsiteX14" fmla="*/ 74394 w 2032978"/>
              <a:gd name="connsiteY14" fmla="*/ 1714934 h 3264900"/>
              <a:gd name="connsiteX15" fmla="*/ 863794 w 2032978"/>
              <a:gd name="connsiteY15" fmla="*/ 2504334 h 3264900"/>
              <a:gd name="connsiteX16" fmla="*/ 1653195 w 2032978"/>
              <a:gd name="connsiteY16" fmla="*/ 1714934 h 3264900"/>
              <a:gd name="connsiteX17" fmla="*/ 863794 w 2032978"/>
              <a:gd name="connsiteY17" fmla="*/ 925533 h 3264900"/>
              <a:gd name="connsiteX18" fmla="*/ 900991 w 2032978"/>
              <a:gd name="connsiteY18" fmla="*/ 2128232 h 3264900"/>
              <a:gd name="connsiteX19" fmla="*/ 826597 w 2032978"/>
              <a:gd name="connsiteY19" fmla="*/ 2128232 h 3264900"/>
              <a:gd name="connsiteX20" fmla="*/ 826597 w 2032978"/>
              <a:gd name="connsiteY20" fmla="*/ 1752131 h 3264900"/>
              <a:gd name="connsiteX21" fmla="*/ 450496 w 2032978"/>
              <a:gd name="connsiteY21" fmla="*/ 1752131 h 3264900"/>
              <a:gd name="connsiteX22" fmla="*/ 450496 w 2032978"/>
              <a:gd name="connsiteY22" fmla="*/ 1677737 h 3264900"/>
              <a:gd name="connsiteX23" fmla="*/ 826597 w 2032978"/>
              <a:gd name="connsiteY23" fmla="*/ 1677737 h 3264900"/>
              <a:gd name="connsiteX24" fmla="*/ 826597 w 2032978"/>
              <a:gd name="connsiteY24" fmla="*/ 1301635 h 3264900"/>
              <a:gd name="connsiteX25" fmla="*/ 900991 w 2032978"/>
              <a:gd name="connsiteY25" fmla="*/ 1301635 h 3264900"/>
              <a:gd name="connsiteX26" fmla="*/ 900991 w 2032978"/>
              <a:gd name="connsiteY26" fmla="*/ 1677737 h 3264900"/>
              <a:gd name="connsiteX27" fmla="*/ 1277093 w 2032978"/>
              <a:gd name="connsiteY27" fmla="*/ 1677737 h 3264900"/>
              <a:gd name="connsiteX28" fmla="*/ 1277093 w 2032978"/>
              <a:gd name="connsiteY28" fmla="*/ 1752131 h 3264900"/>
              <a:gd name="connsiteX29" fmla="*/ 900991 w 2032978"/>
              <a:gd name="connsiteY29" fmla="*/ 1752131 h 3264900"/>
              <a:gd name="connsiteX30" fmla="*/ 900991 w 2032978"/>
              <a:gd name="connsiteY30" fmla="*/ 2128232 h 3264900"/>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774640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654526 w 2687772"/>
              <a:gd name="connsiteY12" fmla="*/ 2774640 h 2811948"/>
              <a:gd name="connsiteX13" fmla="*/ 1823978 w 2687772"/>
              <a:gd name="connsiteY13" fmla="*/ 472566 h 2811948"/>
              <a:gd name="connsiteX14" fmla="*/ 1034578 w 2687772"/>
              <a:gd name="connsiteY14" fmla="*/ 1261967 h 2811948"/>
              <a:gd name="connsiteX15" fmla="*/ 1823978 w 2687772"/>
              <a:gd name="connsiteY15" fmla="*/ 2051367 h 2811948"/>
              <a:gd name="connsiteX16" fmla="*/ 2613379 w 2687772"/>
              <a:gd name="connsiteY16" fmla="*/ 1261967 h 2811948"/>
              <a:gd name="connsiteX17" fmla="*/ 1823978 w 2687772"/>
              <a:gd name="connsiteY17" fmla="*/ 472566 h 2811948"/>
              <a:gd name="connsiteX18" fmla="*/ 1861175 w 2687772"/>
              <a:gd name="connsiteY18" fmla="*/ 1675265 h 2811948"/>
              <a:gd name="connsiteX19" fmla="*/ 1786781 w 2687772"/>
              <a:gd name="connsiteY19" fmla="*/ 1675265 h 2811948"/>
              <a:gd name="connsiteX20" fmla="*/ 1786781 w 2687772"/>
              <a:gd name="connsiteY20" fmla="*/ 1299164 h 2811948"/>
              <a:gd name="connsiteX21" fmla="*/ 1410680 w 2687772"/>
              <a:gd name="connsiteY21" fmla="*/ 1299164 h 2811948"/>
              <a:gd name="connsiteX22" fmla="*/ 1410680 w 2687772"/>
              <a:gd name="connsiteY22" fmla="*/ 1224770 h 2811948"/>
              <a:gd name="connsiteX23" fmla="*/ 1786781 w 2687772"/>
              <a:gd name="connsiteY23" fmla="*/ 1224770 h 2811948"/>
              <a:gd name="connsiteX24" fmla="*/ 1786781 w 2687772"/>
              <a:gd name="connsiteY24" fmla="*/ 848668 h 2811948"/>
              <a:gd name="connsiteX25" fmla="*/ 1861175 w 2687772"/>
              <a:gd name="connsiteY25" fmla="*/ 848668 h 2811948"/>
              <a:gd name="connsiteX26" fmla="*/ 1861175 w 2687772"/>
              <a:gd name="connsiteY26" fmla="*/ 1224770 h 2811948"/>
              <a:gd name="connsiteX27" fmla="*/ 2237277 w 2687772"/>
              <a:gd name="connsiteY27" fmla="*/ 1224770 h 2811948"/>
              <a:gd name="connsiteX28" fmla="*/ 2237277 w 2687772"/>
              <a:gd name="connsiteY28" fmla="*/ 1299164 h 2811948"/>
              <a:gd name="connsiteX29" fmla="*/ 1861175 w 2687772"/>
              <a:gd name="connsiteY29" fmla="*/ 1299164 h 2811948"/>
              <a:gd name="connsiteX30" fmla="*/ 1861175 w 2687772"/>
              <a:gd name="connsiteY30" fmla="*/ 1675265 h 2811948"/>
              <a:gd name="connsiteX0" fmla="*/ 1580132 w 2687772"/>
              <a:gd name="connsiteY0" fmla="*/ 433200 h 2811948"/>
              <a:gd name="connsiteX1" fmla="*/ 196 w 2687772"/>
              <a:gd name="connsiteY1" fmla="*/ 0 h 2811948"/>
              <a:gd name="connsiteX2" fmla="*/ 1580132 w 2687772"/>
              <a:gd name="connsiteY2" fmla="*/ 2811837 h 2811948"/>
              <a:gd name="connsiteX3" fmla="*/ 1580132 w 2687772"/>
              <a:gd name="connsiteY3" fmla="*/ 2090734 h 2811948"/>
              <a:gd name="connsiteX4" fmla="*/ 960184 w 2687772"/>
              <a:gd name="connsiteY4" fmla="*/ 1261967 h 2811948"/>
              <a:gd name="connsiteX5" fmla="*/ 1580132 w 2687772"/>
              <a:gd name="connsiteY5" fmla="*/ 433200 h 2811948"/>
              <a:gd name="connsiteX6" fmla="*/ 1654526 w 2687772"/>
              <a:gd name="connsiteY6" fmla="*/ 2109022 h 2811948"/>
              <a:gd name="connsiteX7" fmla="*/ 1654526 w 2687772"/>
              <a:gd name="connsiteY7" fmla="*/ 414808 h 2811948"/>
              <a:gd name="connsiteX8" fmla="*/ 1823978 w 2687772"/>
              <a:gd name="connsiteY8" fmla="*/ 398173 h 2811948"/>
              <a:gd name="connsiteX9" fmla="*/ 2687772 w 2687772"/>
              <a:gd name="connsiteY9" fmla="*/ 1261967 h 2811948"/>
              <a:gd name="connsiteX10" fmla="*/ 1823978 w 2687772"/>
              <a:gd name="connsiteY10" fmla="*/ 2125761 h 2811948"/>
              <a:gd name="connsiteX11" fmla="*/ 1654526 w 2687772"/>
              <a:gd name="connsiteY11" fmla="*/ 2109022 h 2811948"/>
              <a:gd name="connsiteX12" fmla="*/ 1823978 w 2687772"/>
              <a:gd name="connsiteY12" fmla="*/ 472566 h 2811948"/>
              <a:gd name="connsiteX13" fmla="*/ 1034578 w 2687772"/>
              <a:gd name="connsiteY13" fmla="*/ 1261967 h 2811948"/>
              <a:gd name="connsiteX14" fmla="*/ 1823978 w 2687772"/>
              <a:gd name="connsiteY14" fmla="*/ 2051367 h 2811948"/>
              <a:gd name="connsiteX15" fmla="*/ 2613379 w 2687772"/>
              <a:gd name="connsiteY15" fmla="*/ 1261967 h 2811948"/>
              <a:gd name="connsiteX16" fmla="*/ 1823978 w 2687772"/>
              <a:gd name="connsiteY16" fmla="*/ 472566 h 2811948"/>
              <a:gd name="connsiteX17" fmla="*/ 1861175 w 2687772"/>
              <a:gd name="connsiteY17" fmla="*/ 1675265 h 2811948"/>
              <a:gd name="connsiteX18" fmla="*/ 1786781 w 2687772"/>
              <a:gd name="connsiteY18" fmla="*/ 1675265 h 2811948"/>
              <a:gd name="connsiteX19" fmla="*/ 1786781 w 2687772"/>
              <a:gd name="connsiteY19" fmla="*/ 1299164 h 2811948"/>
              <a:gd name="connsiteX20" fmla="*/ 1410680 w 2687772"/>
              <a:gd name="connsiteY20" fmla="*/ 1299164 h 2811948"/>
              <a:gd name="connsiteX21" fmla="*/ 1410680 w 2687772"/>
              <a:gd name="connsiteY21" fmla="*/ 1224770 h 2811948"/>
              <a:gd name="connsiteX22" fmla="*/ 1786781 w 2687772"/>
              <a:gd name="connsiteY22" fmla="*/ 1224770 h 2811948"/>
              <a:gd name="connsiteX23" fmla="*/ 1786781 w 2687772"/>
              <a:gd name="connsiteY23" fmla="*/ 848668 h 2811948"/>
              <a:gd name="connsiteX24" fmla="*/ 1861175 w 2687772"/>
              <a:gd name="connsiteY24" fmla="*/ 848668 h 2811948"/>
              <a:gd name="connsiteX25" fmla="*/ 1861175 w 2687772"/>
              <a:gd name="connsiteY25" fmla="*/ 1224770 h 2811948"/>
              <a:gd name="connsiteX26" fmla="*/ 2237277 w 2687772"/>
              <a:gd name="connsiteY26" fmla="*/ 1224770 h 2811948"/>
              <a:gd name="connsiteX27" fmla="*/ 2237277 w 2687772"/>
              <a:gd name="connsiteY27" fmla="*/ 1299164 h 2811948"/>
              <a:gd name="connsiteX28" fmla="*/ 1861175 w 2687772"/>
              <a:gd name="connsiteY28" fmla="*/ 1299164 h 2811948"/>
              <a:gd name="connsiteX29" fmla="*/ 1861175 w 2687772"/>
              <a:gd name="connsiteY29" fmla="*/ 1675265 h 2811948"/>
              <a:gd name="connsiteX0" fmla="*/ 1580304 w 2687944"/>
              <a:gd name="connsiteY0" fmla="*/ 433200 h 2380168"/>
              <a:gd name="connsiteX1" fmla="*/ 368 w 2687944"/>
              <a:gd name="connsiteY1" fmla="*/ 0 h 2380168"/>
              <a:gd name="connsiteX2" fmla="*/ 826771 w 2687944"/>
              <a:gd name="connsiteY2" fmla="*/ 2380037 h 2380168"/>
              <a:gd name="connsiteX3" fmla="*/ 1580304 w 2687944"/>
              <a:gd name="connsiteY3" fmla="*/ 2090734 h 2380168"/>
              <a:gd name="connsiteX4" fmla="*/ 960356 w 2687944"/>
              <a:gd name="connsiteY4" fmla="*/ 1261967 h 2380168"/>
              <a:gd name="connsiteX5" fmla="*/ 1580304 w 2687944"/>
              <a:gd name="connsiteY5" fmla="*/ 433200 h 2380168"/>
              <a:gd name="connsiteX6" fmla="*/ 1654698 w 2687944"/>
              <a:gd name="connsiteY6" fmla="*/ 2109022 h 2380168"/>
              <a:gd name="connsiteX7" fmla="*/ 1654698 w 2687944"/>
              <a:gd name="connsiteY7" fmla="*/ 414808 h 2380168"/>
              <a:gd name="connsiteX8" fmla="*/ 1824150 w 2687944"/>
              <a:gd name="connsiteY8" fmla="*/ 398173 h 2380168"/>
              <a:gd name="connsiteX9" fmla="*/ 2687944 w 2687944"/>
              <a:gd name="connsiteY9" fmla="*/ 1261967 h 2380168"/>
              <a:gd name="connsiteX10" fmla="*/ 1824150 w 2687944"/>
              <a:gd name="connsiteY10" fmla="*/ 2125761 h 2380168"/>
              <a:gd name="connsiteX11" fmla="*/ 1654698 w 2687944"/>
              <a:gd name="connsiteY11" fmla="*/ 2109022 h 2380168"/>
              <a:gd name="connsiteX12" fmla="*/ 1824150 w 2687944"/>
              <a:gd name="connsiteY12" fmla="*/ 472566 h 2380168"/>
              <a:gd name="connsiteX13" fmla="*/ 1034750 w 2687944"/>
              <a:gd name="connsiteY13" fmla="*/ 1261967 h 2380168"/>
              <a:gd name="connsiteX14" fmla="*/ 1824150 w 2687944"/>
              <a:gd name="connsiteY14" fmla="*/ 2051367 h 2380168"/>
              <a:gd name="connsiteX15" fmla="*/ 2613551 w 2687944"/>
              <a:gd name="connsiteY15" fmla="*/ 1261967 h 2380168"/>
              <a:gd name="connsiteX16" fmla="*/ 1824150 w 2687944"/>
              <a:gd name="connsiteY16" fmla="*/ 472566 h 2380168"/>
              <a:gd name="connsiteX17" fmla="*/ 1861347 w 2687944"/>
              <a:gd name="connsiteY17" fmla="*/ 1675265 h 2380168"/>
              <a:gd name="connsiteX18" fmla="*/ 1786953 w 2687944"/>
              <a:gd name="connsiteY18" fmla="*/ 1675265 h 2380168"/>
              <a:gd name="connsiteX19" fmla="*/ 1786953 w 2687944"/>
              <a:gd name="connsiteY19" fmla="*/ 1299164 h 2380168"/>
              <a:gd name="connsiteX20" fmla="*/ 1410852 w 2687944"/>
              <a:gd name="connsiteY20" fmla="*/ 1299164 h 2380168"/>
              <a:gd name="connsiteX21" fmla="*/ 1410852 w 2687944"/>
              <a:gd name="connsiteY21" fmla="*/ 1224770 h 2380168"/>
              <a:gd name="connsiteX22" fmla="*/ 1786953 w 2687944"/>
              <a:gd name="connsiteY22" fmla="*/ 1224770 h 2380168"/>
              <a:gd name="connsiteX23" fmla="*/ 1786953 w 2687944"/>
              <a:gd name="connsiteY23" fmla="*/ 848668 h 2380168"/>
              <a:gd name="connsiteX24" fmla="*/ 1861347 w 2687944"/>
              <a:gd name="connsiteY24" fmla="*/ 848668 h 2380168"/>
              <a:gd name="connsiteX25" fmla="*/ 1861347 w 2687944"/>
              <a:gd name="connsiteY25" fmla="*/ 1224770 h 2380168"/>
              <a:gd name="connsiteX26" fmla="*/ 2237449 w 2687944"/>
              <a:gd name="connsiteY26" fmla="*/ 1224770 h 2380168"/>
              <a:gd name="connsiteX27" fmla="*/ 2237449 w 2687944"/>
              <a:gd name="connsiteY27" fmla="*/ 1299164 h 2380168"/>
              <a:gd name="connsiteX28" fmla="*/ 1861347 w 2687944"/>
              <a:gd name="connsiteY28" fmla="*/ 1299164 h 2380168"/>
              <a:gd name="connsiteX29" fmla="*/ 1861347 w 2687944"/>
              <a:gd name="connsiteY29" fmla="*/ 1675265 h 2380168"/>
              <a:gd name="connsiteX0" fmla="*/ 1580122 w 2687762"/>
              <a:gd name="connsiteY0" fmla="*/ 433200 h 2143116"/>
              <a:gd name="connsiteX1" fmla="*/ 186 w 2687762"/>
              <a:gd name="connsiteY1" fmla="*/ 0 h 2143116"/>
              <a:gd name="connsiteX2" fmla="*/ 1677489 w 2687762"/>
              <a:gd name="connsiteY2" fmla="*/ 2142971 h 2143116"/>
              <a:gd name="connsiteX3" fmla="*/ 1580122 w 2687762"/>
              <a:gd name="connsiteY3" fmla="*/ 2090734 h 2143116"/>
              <a:gd name="connsiteX4" fmla="*/ 960174 w 2687762"/>
              <a:gd name="connsiteY4" fmla="*/ 1261967 h 2143116"/>
              <a:gd name="connsiteX5" fmla="*/ 1580122 w 2687762"/>
              <a:gd name="connsiteY5" fmla="*/ 433200 h 2143116"/>
              <a:gd name="connsiteX6" fmla="*/ 1654516 w 2687762"/>
              <a:gd name="connsiteY6" fmla="*/ 2109022 h 2143116"/>
              <a:gd name="connsiteX7" fmla="*/ 1654516 w 2687762"/>
              <a:gd name="connsiteY7" fmla="*/ 414808 h 2143116"/>
              <a:gd name="connsiteX8" fmla="*/ 1823968 w 2687762"/>
              <a:gd name="connsiteY8" fmla="*/ 398173 h 2143116"/>
              <a:gd name="connsiteX9" fmla="*/ 2687762 w 2687762"/>
              <a:gd name="connsiteY9" fmla="*/ 1261967 h 2143116"/>
              <a:gd name="connsiteX10" fmla="*/ 1823968 w 2687762"/>
              <a:gd name="connsiteY10" fmla="*/ 2125761 h 2143116"/>
              <a:gd name="connsiteX11" fmla="*/ 1654516 w 2687762"/>
              <a:gd name="connsiteY11" fmla="*/ 2109022 h 2143116"/>
              <a:gd name="connsiteX12" fmla="*/ 1823968 w 2687762"/>
              <a:gd name="connsiteY12" fmla="*/ 472566 h 2143116"/>
              <a:gd name="connsiteX13" fmla="*/ 1034568 w 2687762"/>
              <a:gd name="connsiteY13" fmla="*/ 1261967 h 2143116"/>
              <a:gd name="connsiteX14" fmla="*/ 1823968 w 2687762"/>
              <a:gd name="connsiteY14" fmla="*/ 2051367 h 2143116"/>
              <a:gd name="connsiteX15" fmla="*/ 2613369 w 2687762"/>
              <a:gd name="connsiteY15" fmla="*/ 1261967 h 2143116"/>
              <a:gd name="connsiteX16" fmla="*/ 1823968 w 2687762"/>
              <a:gd name="connsiteY16" fmla="*/ 472566 h 2143116"/>
              <a:gd name="connsiteX17" fmla="*/ 1861165 w 2687762"/>
              <a:gd name="connsiteY17" fmla="*/ 1675265 h 2143116"/>
              <a:gd name="connsiteX18" fmla="*/ 1786771 w 2687762"/>
              <a:gd name="connsiteY18" fmla="*/ 1675265 h 2143116"/>
              <a:gd name="connsiteX19" fmla="*/ 1786771 w 2687762"/>
              <a:gd name="connsiteY19" fmla="*/ 1299164 h 2143116"/>
              <a:gd name="connsiteX20" fmla="*/ 1410670 w 2687762"/>
              <a:gd name="connsiteY20" fmla="*/ 1299164 h 2143116"/>
              <a:gd name="connsiteX21" fmla="*/ 1410670 w 2687762"/>
              <a:gd name="connsiteY21" fmla="*/ 1224770 h 2143116"/>
              <a:gd name="connsiteX22" fmla="*/ 1786771 w 2687762"/>
              <a:gd name="connsiteY22" fmla="*/ 1224770 h 2143116"/>
              <a:gd name="connsiteX23" fmla="*/ 1786771 w 2687762"/>
              <a:gd name="connsiteY23" fmla="*/ 848668 h 2143116"/>
              <a:gd name="connsiteX24" fmla="*/ 1861165 w 2687762"/>
              <a:gd name="connsiteY24" fmla="*/ 848668 h 2143116"/>
              <a:gd name="connsiteX25" fmla="*/ 1861165 w 2687762"/>
              <a:gd name="connsiteY25" fmla="*/ 1224770 h 2143116"/>
              <a:gd name="connsiteX26" fmla="*/ 2237267 w 2687762"/>
              <a:gd name="connsiteY26" fmla="*/ 1224770 h 2143116"/>
              <a:gd name="connsiteX27" fmla="*/ 2237267 w 2687762"/>
              <a:gd name="connsiteY27" fmla="*/ 1299164 h 2143116"/>
              <a:gd name="connsiteX28" fmla="*/ 1861165 w 2687762"/>
              <a:gd name="connsiteY28" fmla="*/ 1299164 h 2143116"/>
              <a:gd name="connsiteX29" fmla="*/ 1861165 w 2687762"/>
              <a:gd name="connsiteY29" fmla="*/ 1675265 h 2143116"/>
              <a:gd name="connsiteX0" fmla="*/ 619948 w 1727588"/>
              <a:gd name="connsiteY0" fmla="*/ 35027 h 1745381"/>
              <a:gd name="connsiteX1" fmla="*/ 746045 w 1727588"/>
              <a:gd name="connsiteY1" fmla="*/ 1235894 h 1745381"/>
              <a:gd name="connsiteX2" fmla="*/ 717315 w 1727588"/>
              <a:gd name="connsiteY2" fmla="*/ 1744798 h 1745381"/>
              <a:gd name="connsiteX3" fmla="*/ 619948 w 1727588"/>
              <a:gd name="connsiteY3" fmla="*/ 1692561 h 1745381"/>
              <a:gd name="connsiteX4" fmla="*/ 0 w 1727588"/>
              <a:gd name="connsiteY4" fmla="*/ 863794 h 1745381"/>
              <a:gd name="connsiteX5" fmla="*/ 619948 w 1727588"/>
              <a:gd name="connsiteY5" fmla="*/ 35027 h 1745381"/>
              <a:gd name="connsiteX6" fmla="*/ 694342 w 1727588"/>
              <a:gd name="connsiteY6" fmla="*/ 1710849 h 1745381"/>
              <a:gd name="connsiteX7" fmla="*/ 694342 w 1727588"/>
              <a:gd name="connsiteY7" fmla="*/ 16635 h 1745381"/>
              <a:gd name="connsiteX8" fmla="*/ 863794 w 1727588"/>
              <a:gd name="connsiteY8" fmla="*/ 0 h 1745381"/>
              <a:gd name="connsiteX9" fmla="*/ 1727588 w 1727588"/>
              <a:gd name="connsiteY9" fmla="*/ 863794 h 1745381"/>
              <a:gd name="connsiteX10" fmla="*/ 863794 w 1727588"/>
              <a:gd name="connsiteY10" fmla="*/ 1727588 h 1745381"/>
              <a:gd name="connsiteX11" fmla="*/ 694342 w 1727588"/>
              <a:gd name="connsiteY11" fmla="*/ 1710849 h 1745381"/>
              <a:gd name="connsiteX12" fmla="*/ 863794 w 1727588"/>
              <a:gd name="connsiteY12" fmla="*/ 74393 h 1745381"/>
              <a:gd name="connsiteX13" fmla="*/ 74394 w 1727588"/>
              <a:gd name="connsiteY13" fmla="*/ 863794 h 1745381"/>
              <a:gd name="connsiteX14" fmla="*/ 863794 w 1727588"/>
              <a:gd name="connsiteY14" fmla="*/ 1653194 h 1745381"/>
              <a:gd name="connsiteX15" fmla="*/ 1653195 w 1727588"/>
              <a:gd name="connsiteY15" fmla="*/ 863794 h 1745381"/>
              <a:gd name="connsiteX16" fmla="*/ 863794 w 1727588"/>
              <a:gd name="connsiteY16" fmla="*/ 74393 h 1745381"/>
              <a:gd name="connsiteX17" fmla="*/ 900991 w 1727588"/>
              <a:gd name="connsiteY17" fmla="*/ 1277092 h 1745381"/>
              <a:gd name="connsiteX18" fmla="*/ 826597 w 1727588"/>
              <a:gd name="connsiteY18" fmla="*/ 1277092 h 1745381"/>
              <a:gd name="connsiteX19" fmla="*/ 826597 w 1727588"/>
              <a:gd name="connsiteY19" fmla="*/ 900991 h 1745381"/>
              <a:gd name="connsiteX20" fmla="*/ 450496 w 1727588"/>
              <a:gd name="connsiteY20" fmla="*/ 900991 h 1745381"/>
              <a:gd name="connsiteX21" fmla="*/ 450496 w 1727588"/>
              <a:gd name="connsiteY21" fmla="*/ 826597 h 1745381"/>
              <a:gd name="connsiteX22" fmla="*/ 826597 w 1727588"/>
              <a:gd name="connsiteY22" fmla="*/ 826597 h 1745381"/>
              <a:gd name="connsiteX23" fmla="*/ 826597 w 1727588"/>
              <a:gd name="connsiteY23" fmla="*/ 450495 h 1745381"/>
              <a:gd name="connsiteX24" fmla="*/ 900991 w 1727588"/>
              <a:gd name="connsiteY24" fmla="*/ 450495 h 1745381"/>
              <a:gd name="connsiteX25" fmla="*/ 900991 w 1727588"/>
              <a:gd name="connsiteY25" fmla="*/ 826597 h 1745381"/>
              <a:gd name="connsiteX26" fmla="*/ 1277093 w 1727588"/>
              <a:gd name="connsiteY26" fmla="*/ 826597 h 1745381"/>
              <a:gd name="connsiteX27" fmla="*/ 1277093 w 1727588"/>
              <a:gd name="connsiteY27" fmla="*/ 900991 h 1745381"/>
              <a:gd name="connsiteX28" fmla="*/ 900991 w 1727588"/>
              <a:gd name="connsiteY28" fmla="*/ 900991 h 1745381"/>
              <a:gd name="connsiteX29" fmla="*/ 900991 w 1727588"/>
              <a:gd name="connsiteY29" fmla="*/ 1277092 h 1745381"/>
              <a:gd name="connsiteX0" fmla="*/ 619948 w 1727588"/>
              <a:gd name="connsiteY0" fmla="*/ 35027 h 1745253"/>
              <a:gd name="connsiteX1" fmla="*/ 305779 w 1727588"/>
              <a:gd name="connsiteY1" fmla="*/ 1083494 h 1745253"/>
              <a:gd name="connsiteX2" fmla="*/ 717315 w 1727588"/>
              <a:gd name="connsiteY2" fmla="*/ 1744798 h 1745253"/>
              <a:gd name="connsiteX3" fmla="*/ 619948 w 1727588"/>
              <a:gd name="connsiteY3" fmla="*/ 1692561 h 1745253"/>
              <a:gd name="connsiteX4" fmla="*/ 0 w 1727588"/>
              <a:gd name="connsiteY4" fmla="*/ 863794 h 1745253"/>
              <a:gd name="connsiteX5" fmla="*/ 619948 w 1727588"/>
              <a:gd name="connsiteY5" fmla="*/ 35027 h 1745253"/>
              <a:gd name="connsiteX6" fmla="*/ 694342 w 1727588"/>
              <a:gd name="connsiteY6" fmla="*/ 1710849 h 1745253"/>
              <a:gd name="connsiteX7" fmla="*/ 694342 w 1727588"/>
              <a:gd name="connsiteY7" fmla="*/ 16635 h 1745253"/>
              <a:gd name="connsiteX8" fmla="*/ 863794 w 1727588"/>
              <a:gd name="connsiteY8" fmla="*/ 0 h 1745253"/>
              <a:gd name="connsiteX9" fmla="*/ 1727588 w 1727588"/>
              <a:gd name="connsiteY9" fmla="*/ 863794 h 1745253"/>
              <a:gd name="connsiteX10" fmla="*/ 863794 w 1727588"/>
              <a:gd name="connsiteY10" fmla="*/ 1727588 h 1745253"/>
              <a:gd name="connsiteX11" fmla="*/ 694342 w 1727588"/>
              <a:gd name="connsiteY11" fmla="*/ 1710849 h 1745253"/>
              <a:gd name="connsiteX12" fmla="*/ 863794 w 1727588"/>
              <a:gd name="connsiteY12" fmla="*/ 74393 h 1745253"/>
              <a:gd name="connsiteX13" fmla="*/ 74394 w 1727588"/>
              <a:gd name="connsiteY13" fmla="*/ 863794 h 1745253"/>
              <a:gd name="connsiteX14" fmla="*/ 863794 w 1727588"/>
              <a:gd name="connsiteY14" fmla="*/ 1653194 h 1745253"/>
              <a:gd name="connsiteX15" fmla="*/ 1653195 w 1727588"/>
              <a:gd name="connsiteY15" fmla="*/ 863794 h 1745253"/>
              <a:gd name="connsiteX16" fmla="*/ 863794 w 1727588"/>
              <a:gd name="connsiteY16" fmla="*/ 74393 h 1745253"/>
              <a:gd name="connsiteX17" fmla="*/ 900991 w 1727588"/>
              <a:gd name="connsiteY17" fmla="*/ 1277092 h 1745253"/>
              <a:gd name="connsiteX18" fmla="*/ 826597 w 1727588"/>
              <a:gd name="connsiteY18" fmla="*/ 1277092 h 1745253"/>
              <a:gd name="connsiteX19" fmla="*/ 826597 w 1727588"/>
              <a:gd name="connsiteY19" fmla="*/ 900991 h 1745253"/>
              <a:gd name="connsiteX20" fmla="*/ 450496 w 1727588"/>
              <a:gd name="connsiteY20" fmla="*/ 900991 h 1745253"/>
              <a:gd name="connsiteX21" fmla="*/ 450496 w 1727588"/>
              <a:gd name="connsiteY21" fmla="*/ 826597 h 1745253"/>
              <a:gd name="connsiteX22" fmla="*/ 826597 w 1727588"/>
              <a:gd name="connsiteY22" fmla="*/ 826597 h 1745253"/>
              <a:gd name="connsiteX23" fmla="*/ 826597 w 1727588"/>
              <a:gd name="connsiteY23" fmla="*/ 450495 h 1745253"/>
              <a:gd name="connsiteX24" fmla="*/ 900991 w 1727588"/>
              <a:gd name="connsiteY24" fmla="*/ 450495 h 1745253"/>
              <a:gd name="connsiteX25" fmla="*/ 900991 w 1727588"/>
              <a:gd name="connsiteY25" fmla="*/ 826597 h 1745253"/>
              <a:gd name="connsiteX26" fmla="*/ 1277093 w 1727588"/>
              <a:gd name="connsiteY26" fmla="*/ 826597 h 1745253"/>
              <a:gd name="connsiteX27" fmla="*/ 1277093 w 1727588"/>
              <a:gd name="connsiteY27" fmla="*/ 900991 h 1745253"/>
              <a:gd name="connsiteX28" fmla="*/ 900991 w 1727588"/>
              <a:gd name="connsiteY28" fmla="*/ 900991 h 1745253"/>
              <a:gd name="connsiteX29" fmla="*/ 900991 w 1727588"/>
              <a:gd name="connsiteY29" fmla="*/ 1277092 h 1745253"/>
              <a:gd name="connsiteX0" fmla="*/ 1171662 w 2279302"/>
              <a:gd name="connsiteY0" fmla="*/ 35027 h 1745007"/>
              <a:gd name="connsiteX1" fmla="*/ 243 w 2279302"/>
              <a:gd name="connsiteY1" fmla="*/ 267519 h 1745007"/>
              <a:gd name="connsiteX2" fmla="*/ 1269029 w 2279302"/>
              <a:gd name="connsiteY2" fmla="*/ 1744798 h 1745007"/>
              <a:gd name="connsiteX3" fmla="*/ 1171662 w 2279302"/>
              <a:gd name="connsiteY3" fmla="*/ 1692561 h 1745007"/>
              <a:gd name="connsiteX4" fmla="*/ 551714 w 2279302"/>
              <a:gd name="connsiteY4" fmla="*/ 863794 h 1745007"/>
              <a:gd name="connsiteX5" fmla="*/ 1171662 w 2279302"/>
              <a:gd name="connsiteY5" fmla="*/ 35027 h 1745007"/>
              <a:gd name="connsiteX6" fmla="*/ 1246056 w 2279302"/>
              <a:gd name="connsiteY6" fmla="*/ 1710849 h 1745007"/>
              <a:gd name="connsiteX7" fmla="*/ 1246056 w 2279302"/>
              <a:gd name="connsiteY7" fmla="*/ 16635 h 1745007"/>
              <a:gd name="connsiteX8" fmla="*/ 1415508 w 2279302"/>
              <a:gd name="connsiteY8" fmla="*/ 0 h 1745007"/>
              <a:gd name="connsiteX9" fmla="*/ 2279302 w 2279302"/>
              <a:gd name="connsiteY9" fmla="*/ 863794 h 1745007"/>
              <a:gd name="connsiteX10" fmla="*/ 1415508 w 2279302"/>
              <a:gd name="connsiteY10" fmla="*/ 1727588 h 1745007"/>
              <a:gd name="connsiteX11" fmla="*/ 1246056 w 2279302"/>
              <a:gd name="connsiteY11" fmla="*/ 1710849 h 1745007"/>
              <a:gd name="connsiteX12" fmla="*/ 1415508 w 2279302"/>
              <a:gd name="connsiteY12" fmla="*/ 74393 h 1745007"/>
              <a:gd name="connsiteX13" fmla="*/ 626108 w 2279302"/>
              <a:gd name="connsiteY13" fmla="*/ 863794 h 1745007"/>
              <a:gd name="connsiteX14" fmla="*/ 1415508 w 2279302"/>
              <a:gd name="connsiteY14" fmla="*/ 1653194 h 1745007"/>
              <a:gd name="connsiteX15" fmla="*/ 2204909 w 2279302"/>
              <a:gd name="connsiteY15" fmla="*/ 863794 h 1745007"/>
              <a:gd name="connsiteX16" fmla="*/ 1415508 w 2279302"/>
              <a:gd name="connsiteY16" fmla="*/ 74393 h 1745007"/>
              <a:gd name="connsiteX17" fmla="*/ 1452705 w 2279302"/>
              <a:gd name="connsiteY17" fmla="*/ 1277092 h 1745007"/>
              <a:gd name="connsiteX18" fmla="*/ 1378311 w 2279302"/>
              <a:gd name="connsiteY18" fmla="*/ 1277092 h 1745007"/>
              <a:gd name="connsiteX19" fmla="*/ 1378311 w 2279302"/>
              <a:gd name="connsiteY19" fmla="*/ 900991 h 1745007"/>
              <a:gd name="connsiteX20" fmla="*/ 1002210 w 2279302"/>
              <a:gd name="connsiteY20" fmla="*/ 900991 h 1745007"/>
              <a:gd name="connsiteX21" fmla="*/ 1002210 w 2279302"/>
              <a:gd name="connsiteY21" fmla="*/ 826597 h 1745007"/>
              <a:gd name="connsiteX22" fmla="*/ 1378311 w 2279302"/>
              <a:gd name="connsiteY22" fmla="*/ 826597 h 1745007"/>
              <a:gd name="connsiteX23" fmla="*/ 1378311 w 2279302"/>
              <a:gd name="connsiteY23" fmla="*/ 450495 h 1745007"/>
              <a:gd name="connsiteX24" fmla="*/ 1452705 w 2279302"/>
              <a:gd name="connsiteY24" fmla="*/ 450495 h 1745007"/>
              <a:gd name="connsiteX25" fmla="*/ 1452705 w 2279302"/>
              <a:gd name="connsiteY25" fmla="*/ 826597 h 1745007"/>
              <a:gd name="connsiteX26" fmla="*/ 1828807 w 2279302"/>
              <a:gd name="connsiteY26" fmla="*/ 826597 h 1745007"/>
              <a:gd name="connsiteX27" fmla="*/ 1828807 w 2279302"/>
              <a:gd name="connsiteY27" fmla="*/ 900991 h 1745007"/>
              <a:gd name="connsiteX28" fmla="*/ 1452705 w 2279302"/>
              <a:gd name="connsiteY28" fmla="*/ 900991 h 1745007"/>
              <a:gd name="connsiteX29" fmla="*/ 1452705 w 2279302"/>
              <a:gd name="connsiteY29" fmla="*/ 1277092 h 1745007"/>
              <a:gd name="connsiteX0" fmla="*/ 1171682 w 2279322"/>
              <a:gd name="connsiteY0" fmla="*/ 35027 h 1846594"/>
              <a:gd name="connsiteX1" fmla="*/ 263 w 2279322"/>
              <a:gd name="connsiteY1" fmla="*/ 267519 h 1846594"/>
              <a:gd name="connsiteX2" fmla="*/ 1170624 w 2279322"/>
              <a:gd name="connsiteY2" fmla="*/ 1846398 h 1846594"/>
              <a:gd name="connsiteX3" fmla="*/ 1171682 w 2279322"/>
              <a:gd name="connsiteY3" fmla="*/ 1692561 h 1846594"/>
              <a:gd name="connsiteX4" fmla="*/ 551734 w 2279322"/>
              <a:gd name="connsiteY4" fmla="*/ 863794 h 1846594"/>
              <a:gd name="connsiteX5" fmla="*/ 1171682 w 2279322"/>
              <a:gd name="connsiteY5" fmla="*/ 35027 h 1846594"/>
              <a:gd name="connsiteX6" fmla="*/ 1246076 w 2279322"/>
              <a:gd name="connsiteY6" fmla="*/ 1710849 h 1846594"/>
              <a:gd name="connsiteX7" fmla="*/ 1246076 w 2279322"/>
              <a:gd name="connsiteY7" fmla="*/ 16635 h 1846594"/>
              <a:gd name="connsiteX8" fmla="*/ 1415528 w 2279322"/>
              <a:gd name="connsiteY8" fmla="*/ 0 h 1846594"/>
              <a:gd name="connsiteX9" fmla="*/ 2279322 w 2279322"/>
              <a:gd name="connsiteY9" fmla="*/ 863794 h 1846594"/>
              <a:gd name="connsiteX10" fmla="*/ 1415528 w 2279322"/>
              <a:gd name="connsiteY10" fmla="*/ 1727588 h 1846594"/>
              <a:gd name="connsiteX11" fmla="*/ 1246076 w 2279322"/>
              <a:gd name="connsiteY11" fmla="*/ 1710849 h 1846594"/>
              <a:gd name="connsiteX12" fmla="*/ 1415528 w 2279322"/>
              <a:gd name="connsiteY12" fmla="*/ 74393 h 1846594"/>
              <a:gd name="connsiteX13" fmla="*/ 626128 w 2279322"/>
              <a:gd name="connsiteY13" fmla="*/ 863794 h 1846594"/>
              <a:gd name="connsiteX14" fmla="*/ 1415528 w 2279322"/>
              <a:gd name="connsiteY14" fmla="*/ 1653194 h 1846594"/>
              <a:gd name="connsiteX15" fmla="*/ 2204929 w 2279322"/>
              <a:gd name="connsiteY15" fmla="*/ 863794 h 1846594"/>
              <a:gd name="connsiteX16" fmla="*/ 1415528 w 2279322"/>
              <a:gd name="connsiteY16" fmla="*/ 74393 h 1846594"/>
              <a:gd name="connsiteX17" fmla="*/ 1452725 w 2279322"/>
              <a:gd name="connsiteY17" fmla="*/ 1277092 h 1846594"/>
              <a:gd name="connsiteX18" fmla="*/ 1378331 w 2279322"/>
              <a:gd name="connsiteY18" fmla="*/ 1277092 h 1846594"/>
              <a:gd name="connsiteX19" fmla="*/ 1378331 w 2279322"/>
              <a:gd name="connsiteY19" fmla="*/ 900991 h 1846594"/>
              <a:gd name="connsiteX20" fmla="*/ 1002230 w 2279322"/>
              <a:gd name="connsiteY20" fmla="*/ 900991 h 1846594"/>
              <a:gd name="connsiteX21" fmla="*/ 1002230 w 2279322"/>
              <a:gd name="connsiteY21" fmla="*/ 826597 h 1846594"/>
              <a:gd name="connsiteX22" fmla="*/ 1378331 w 2279322"/>
              <a:gd name="connsiteY22" fmla="*/ 826597 h 1846594"/>
              <a:gd name="connsiteX23" fmla="*/ 1378331 w 2279322"/>
              <a:gd name="connsiteY23" fmla="*/ 450495 h 1846594"/>
              <a:gd name="connsiteX24" fmla="*/ 1452725 w 2279322"/>
              <a:gd name="connsiteY24" fmla="*/ 450495 h 1846594"/>
              <a:gd name="connsiteX25" fmla="*/ 1452725 w 2279322"/>
              <a:gd name="connsiteY25" fmla="*/ 826597 h 1846594"/>
              <a:gd name="connsiteX26" fmla="*/ 1828827 w 2279322"/>
              <a:gd name="connsiteY26" fmla="*/ 826597 h 1846594"/>
              <a:gd name="connsiteX27" fmla="*/ 1828827 w 2279322"/>
              <a:gd name="connsiteY27" fmla="*/ 900991 h 1846594"/>
              <a:gd name="connsiteX28" fmla="*/ 1452725 w 2279322"/>
              <a:gd name="connsiteY28" fmla="*/ 900991 h 1846594"/>
              <a:gd name="connsiteX29" fmla="*/ 1452725 w 2279322"/>
              <a:gd name="connsiteY29" fmla="*/ 1277092 h 1846594"/>
              <a:gd name="connsiteX0" fmla="*/ 619948 w 1727588"/>
              <a:gd name="connsiteY0" fmla="*/ 35027 h 1846568"/>
              <a:gd name="connsiteX1" fmla="*/ 709004 w 1727588"/>
              <a:gd name="connsiteY1" fmla="*/ 19869 h 1846568"/>
              <a:gd name="connsiteX2" fmla="*/ 618890 w 1727588"/>
              <a:gd name="connsiteY2" fmla="*/ 1846398 h 1846568"/>
              <a:gd name="connsiteX3" fmla="*/ 619948 w 1727588"/>
              <a:gd name="connsiteY3" fmla="*/ 1692561 h 1846568"/>
              <a:gd name="connsiteX4" fmla="*/ 0 w 1727588"/>
              <a:gd name="connsiteY4" fmla="*/ 863794 h 1846568"/>
              <a:gd name="connsiteX5" fmla="*/ 619948 w 1727588"/>
              <a:gd name="connsiteY5" fmla="*/ 35027 h 1846568"/>
              <a:gd name="connsiteX6" fmla="*/ 694342 w 1727588"/>
              <a:gd name="connsiteY6" fmla="*/ 1710849 h 1846568"/>
              <a:gd name="connsiteX7" fmla="*/ 694342 w 1727588"/>
              <a:gd name="connsiteY7" fmla="*/ 16635 h 1846568"/>
              <a:gd name="connsiteX8" fmla="*/ 863794 w 1727588"/>
              <a:gd name="connsiteY8" fmla="*/ 0 h 1846568"/>
              <a:gd name="connsiteX9" fmla="*/ 1727588 w 1727588"/>
              <a:gd name="connsiteY9" fmla="*/ 863794 h 1846568"/>
              <a:gd name="connsiteX10" fmla="*/ 863794 w 1727588"/>
              <a:gd name="connsiteY10" fmla="*/ 1727588 h 1846568"/>
              <a:gd name="connsiteX11" fmla="*/ 694342 w 1727588"/>
              <a:gd name="connsiteY11" fmla="*/ 1710849 h 1846568"/>
              <a:gd name="connsiteX12" fmla="*/ 863794 w 1727588"/>
              <a:gd name="connsiteY12" fmla="*/ 74393 h 1846568"/>
              <a:gd name="connsiteX13" fmla="*/ 74394 w 1727588"/>
              <a:gd name="connsiteY13" fmla="*/ 863794 h 1846568"/>
              <a:gd name="connsiteX14" fmla="*/ 863794 w 1727588"/>
              <a:gd name="connsiteY14" fmla="*/ 1653194 h 1846568"/>
              <a:gd name="connsiteX15" fmla="*/ 1653195 w 1727588"/>
              <a:gd name="connsiteY15" fmla="*/ 863794 h 1846568"/>
              <a:gd name="connsiteX16" fmla="*/ 863794 w 1727588"/>
              <a:gd name="connsiteY16" fmla="*/ 74393 h 1846568"/>
              <a:gd name="connsiteX17" fmla="*/ 900991 w 1727588"/>
              <a:gd name="connsiteY17" fmla="*/ 1277092 h 1846568"/>
              <a:gd name="connsiteX18" fmla="*/ 826597 w 1727588"/>
              <a:gd name="connsiteY18" fmla="*/ 1277092 h 1846568"/>
              <a:gd name="connsiteX19" fmla="*/ 826597 w 1727588"/>
              <a:gd name="connsiteY19" fmla="*/ 900991 h 1846568"/>
              <a:gd name="connsiteX20" fmla="*/ 450496 w 1727588"/>
              <a:gd name="connsiteY20" fmla="*/ 900991 h 1846568"/>
              <a:gd name="connsiteX21" fmla="*/ 450496 w 1727588"/>
              <a:gd name="connsiteY21" fmla="*/ 826597 h 1846568"/>
              <a:gd name="connsiteX22" fmla="*/ 826597 w 1727588"/>
              <a:gd name="connsiteY22" fmla="*/ 826597 h 1846568"/>
              <a:gd name="connsiteX23" fmla="*/ 826597 w 1727588"/>
              <a:gd name="connsiteY23" fmla="*/ 450495 h 1846568"/>
              <a:gd name="connsiteX24" fmla="*/ 900991 w 1727588"/>
              <a:gd name="connsiteY24" fmla="*/ 450495 h 1846568"/>
              <a:gd name="connsiteX25" fmla="*/ 900991 w 1727588"/>
              <a:gd name="connsiteY25" fmla="*/ 826597 h 1846568"/>
              <a:gd name="connsiteX26" fmla="*/ 1277093 w 1727588"/>
              <a:gd name="connsiteY26" fmla="*/ 826597 h 1846568"/>
              <a:gd name="connsiteX27" fmla="*/ 1277093 w 1727588"/>
              <a:gd name="connsiteY27" fmla="*/ 900991 h 1846568"/>
              <a:gd name="connsiteX28" fmla="*/ 900991 w 1727588"/>
              <a:gd name="connsiteY28" fmla="*/ 900991 h 1846568"/>
              <a:gd name="connsiteX29" fmla="*/ 900991 w 1727588"/>
              <a:gd name="connsiteY29" fmla="*/ 1277092 h 1846568"/>
              <a:gd name="connsiteX0" fmla="*/ 619948 w 1727588"/>
              <a:gd name="connsiteY0" fmla="*/ 35027 h 1911273"/>
              <a:gd name="connsiteX1" fmla="*/ 709004 w 1727588"/>
              <a:gd name="connsiteY1" fmla="*/ 19869 h 1911273"/>
              <a:gd name="connsiteX2" fmla="*/ 675898 w 1727588"/>
              <a:gd name="connsiteY2" fmla="*/ 1911109 h 1911273"/>
              <a:gd name="connsiteX3" fmla="*/ 619948 w 1727588"/>
              <a:gd name="connsiteY3" fmla="*/ 1692561 h 1911273"/>
              <a:gd name="connsiteX4" fmla="*/ 0 w 1727588"/>
              <a:gd name="connsiteY4" fmla="*/ 863794 h 1911273"/>
              <a:gd name="connsiteX5" fmla="*/ 619948 w 1727588"/>
              <a:gd name="connsiteY5" fmla="*/ 35027 h 1911273"/>
              <a:gd name="connsiteX6" fmla="*/ 694342 w 1727588"/>
              <a:gd name="connsiteY6" fmla="*/ 1710849 h 1911273"/>
              <a:gd name="connsiteX7" fmla="*/ 694342 w 1727588"/>
              <a:gd name="connsiteY7" fmla="*/ 16635 h 1911273"/>
              <a:gd name="connsiteX8" fmla="*/ 863794 w 1727588"/>
              <a:gd name="connsiteY8" fmla="*/ 0 h 1911273"/>
              <a:gd name="connsiteX9" fmla="*/ 1727588 w 1727588"/>
              <a:gd name="connsiteY9" fmla="*/ 863794 h 1911273"/>
              <a:gd name="connsiteX10" fmla="*/ 863794 w 1727588"/>
              <a:gd name="connsiteY10" fmla="*/ 1727588 h 1911273"/>
              <a:gd name="connsiteX11" fmla="*/ 694342 w 1727588"/>
              <a:gd name="connsiteY11" fmla="*/ 1710849 h 1911273"/>
              <a:gd name="connsiteX12" fmla="*/ 863794 w 1727588"/>
              <a:gd name="connsiteY12" fmla="*/ 74393 h 1911273"/>
              <a:gd name="connsiteX13" fmla="*/ 74394 w 1727588"/>
              <a:gd name="connsiteY13" fmla="*/ 863794 h 1911273"/>
              <a:gd name="connsiteX14" fmla="*/ 863794 w 1727588"/>
              <a:gd name="connsiteY14" fmla="*/ 1653194 h 1911273"/>
              <a:gd name="connsiteX15" fmla="*/ 1653195 w 1727588"/>
              <a:gd name="connsiteY15" fmla="*/ 863794 h 1911273"/>
              <a:gd name="connsiteX16" fmla="*/ 863794 w 1727588"/>
              <a:gd name="connsiteY16" fmla="*/ 74393 h 1911273"/>
              <a:gd name="connsiteX17" fmla="*/ 900991 w 1727588"/>
              <a:gd name="connsiteY17" fmla="*/ 1277092 h 1911273"/>
              <a:gd name="connsiteX18" fmla="*/ 826597 w 1727588"/>
              <a:gd name="connsiteY18" fmla="*/ 1277092 h 1911273"/>
              <a:gd name="connsiteX19" fmla="*/ 826597 w 1727588"/>
              <a:gd name="connsiteY19" fmla="*/ 900991 h 1911273"/>
              <a:gd name="connsiteX20" fmla="*/ 450496 w 1727588"/>
              <a:gd name="connsiteY20" fmla="*/ 900991 h 1911273"/>
              <a:gd name="connsiteX21" fmla="*/ 450496 w 1727588"/>
              <a:gd name="connsiteY21" fmla="*/ 826597 h 1911273"/>
              <a:gd name="connsiteX22" fmla="*/ 826597 w 1727588"/>
              <a:gd name="connsiteY22" fmla="*/ 826597 h 1911273"/>
              <a:gd name="connsiteX23" fmla="*/ 826597 w 1727588"/>
              <a:gd name="connsiteY23" fmla="*/ 450495 h 1911273"/>
              <a:gd name="connsiteX24" fmla="*/ 900991 w 1727588"/>
              <a:gd name="connsiteY24" fmla="*/ 450495 h 1911273"/>
              <a:gd name="connsiteX25" fmla="*/ 900991 w 1727588"/>
              <a:gd name="connsiteY25" fmla="*/ 826597 h 1911273"/>
              <a:gd name="connsiteX26" fmla="*/ 1277093 w 1727588"/>
              <a:gd name="connsiteY26" fmla="*/ 826597 h 1911273"/>
              <a:gd name="connsiteX27" fmla="*/ 1277093 w 1727588"/>
              <a:gd name="connsiteY27" fmla="*/ 900991 h 1911273"/>
              <a:gd name="connsiteX28" fmla="*/ 900991 w 1727588"/>
              <a:gd name="connsiteY28" fmla="*/ 900991 h 1911273"/>
              <a:gd name="connsiteX29" fmla="*/ 900991 w 1727588"/>
              <a:gd name="connsiteY29" fmla="*/ 1277092 h 1911273"/>
              <a:gd name="connsiteX0" fmla="*/ 619948 w 1727588"/>
              <a:gd name="connsiteY0" fmla="*/ 35027 h 1727588"/>
              <a:gd name="connsiteX1" fmla="*/ 709004 w 1727588"/>
              <a:gd name="connsiteY1" fmla="*/ 19869 h 1727588"/>
              <a:gd name="connsiteX2" fmla="*/ 614268 w 1727588"/>
              <a:gd name="connsiteY2" fmla="*/ 1351819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09004 w 1727588"/>
              <a:gd name="connsiteY1" fmla="*/ 19869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55226 w 1727588"/>
              <a:gd name="connsiteY1" fmla="*/ 172403 h 1727588"/>
              <a:gd name="connsiteX2" fmla="*/ 732905 w 1727588"/>
              <a:gd name="connsiteY2" fmla="*/ 1416530 h 1727588"/>
              <a:gd name="connsiteX3" fmla="*/ 619948 w 1727588"/>
              <a:gd name="connsiteY3" fmla="*/ 1692561 h 1727588"/>
              <a:gd name="connsiteX4" fmla="*/ 0 w 1727588"/>
              <a:gd name="connsiteY4" fmla="*/ 863794 h 1727588"/>
              <a:gd name="connsiteX5" fmla="*/ 619948 w 1727588"/>
              <a:gd name="connsiteY5" fmla="*/ 35027 h 1727588"/>
              <a:gd name="connsiteX6" fmla="*/ 694342 w 1727588"/>
              <a:gd name="connsiteY6" fmla="*/ 1710849 h 1727588"/>
              <a:gd name="connsiteX7" fmla="*/ 694342 w 1727588"/>
              <a:gd name="connsiteY7" fmla="*/ 16635 h 1727588"/>
              <a:gd name="connsiteX8" fmla="*/ 863794 w 1727588"/>
              <a:gd name="connsiteY8" fmla="*/ 0 h 1727588"/>
              <a:gd name="connsiteX9" fmla="*/ 1727588 w 1727588"/>
              <a:gd name="connsiteY9" fmla="*/ 863794 h 1727588"/>
              <a:gd name="connsiteX10" fmla="*/ 863794 w 1727588"/>
              <a:gd name="connsiteY10" fmla="*/ 1727588 h 1727588"/>
              <a:gd name="connsiteX11" fmla="*/ 694342 w 1727588"/>
              <a:gd name="connsiteY11" fmla="*/ 1710849 h 1727588"/>
              <a:gd name="connsiteX12" fmla="*/ 863794 w 1727588"/>
              <a:gd name="connsiteY12" fmla="*/ 74393 h 1727588"/>
              <a:gd name="connsiteX13" fmla="*/ 74394 w 1727588"/>
              <a:gd name="connsiteY13" fmla="*/ 863794 h 1727588"/>
              <a:gd name="connsiteX14" fmla="*/ 863794 w 1727588"/>
              <a:gd name="connsiteY14" fmla="*/ 1653194 h 1727588"/>
              <a:gd name="connsiteX15" fmla="*/ 1653195 w 1727588"/>
              <a:gd name="connsiteY15" fmla="*/ 863794 h 1727588"/>
              <a:gd name="connsiteX16" fmla="*/ 863794 w 1727588"/>
              <a:gd name="connsiteY16" fmla="*/ 74393 h 1727588"/>
              <a:gd name="connsiteX17" fmla="*/ 900991 w 1727588"/>
              <a:gd name="connsiteY17" fmla="*/ 1277092 h 1727588"/>
              <a:gd name="connsiteX18" fmla="*/ 826597 w 1727588"/>
              <a:gd name="connsiteY18" fmla="*/ 1277092 h 1727588"/>
              <a:gd name="connsiteX19" fmla="*/ 826597 w 1727588"/>
              <a:gd name="connsiteY19" fmla="*/ 900991 h 1727588"/>
              <a:gd name="connsiteX20" fmla="*/ 450496 w 1727588"/>
              <a:gd name="connsiteY20" fmla="*/ 900991 h 1727588"/>
              <a:gd name="connsiteX21" fmla="*/ 450496 w 1727588"/>
              <a:gd name="connsiteY21" fmla="*/ 826597 h 1727588"/>
              <a:gd name="connsiteX22" fmla="*/ 826597 w 1727588"/>
              <a:gd name="connsiteY22" fmla="*/ 826597 h 1727588"/>
              <a:gd name="connsiteX23" fmla="*/ 826597 w 1727588"/>
              <a:gd name="connsiteY23" fmla="*/ 450495 h 1727588"/>
              <a:gd name="connsiteX24" fmla="*/ 900991 w 1727588"/>
              <a:gd name="connsiteY24" fmla="*/ 450495 h 1727588"/>
              <a:gd name="connsiteX25" fmla="*/ 900991 w 1727588"/>
              <a:gd name="connsiteY25" fmla="*/ 826597 h 1727588"/>
              <a:gd name="connsiteX26" fmla="*/ 1277093 w 1727588"/>
              <a:gd name="connsiteY26" fmla="*/ 826597 h 1727588"/>
              <a:gd name="connsiteX27" fmla="*/ 1277093 w 1727588"/>
              <a:gd name="connsiteY27" fmla="*/ 900991 h 1727588"/>
              <a:gd name="connsiteX28" fmla="*/ 900991 w 1727588"/>
              <a:gd name="connsiteY28" fmla="*/ 900991 h 1727588"/>
              <a:gd name="connsiteX29" fmla="*/ 900991 w 1727588"/>
              <a:gd name="connsiteY29" fmla="*/ 1277092 h 1727588"/>
              <a:gd name="connsiteX0" fmla="*/ 619948 w 1727588"/>
              <a:gd name="connsiteY0" fmla="*/ 35027 h 1727588"/>
              <a:gd name="connsiteX1" fmla="*/ 732905 w 1727588"/>
              <a:gd name="connsiteY1" fmla="*/ 1416530 h 1727588"/>
              <a:gd name="connsiteX2" fmla="*/ 619948 w 1727588"/>
              <a:gd name="connsiteY2" fmla="*/ 1692561 h 1727588"/>
              <a:gd name="connsiteX3" fmla="*/ 0 w 1727588"/>
              <a:gd name="connsiteY3" fmla="*/ 863794 h 1727588"/>
              <a:gd name="connsiteX4" fmla="*/ 619948 w 1727588"/>
              <a:gd name="connsiteY4" fmla="*/ 35027 h 1727588"/>
              <a:gd name="connsiteX5" fmla="*/ 694342 w 1727588"/>
              <a:gd name="connsiteY5" fmla="*/ 1710849 h 1727588"/>
              <a:gd name="connsiteX6" fmla="*/ 694342 w 1727588"/>
              <a:gd name="connsiteY6" fmla="*/ 16635 h 1727588"/>
              <a:gd name="connsiteX7" fmla="*/ 863794 w 1727588"/>
              <a:gd name="connsiteY7" fmla="*/ 0 h 1727588"/>
              <a:gd name="connsiteX8" fmla="*/ 1727588 w 1727588"/>
              <a:gd name="connsiteY8" fmla="*/ 863794 h 1727588"/>
              <a:gd name="connsiteX9" fmla="*/ 863794 w 1727588"/>
              <a:gd name="connsiteY9" fmla="*/ 1727588 h 1727588"/>
              <a:gd name="connsiteX10" fmla="*/ 694342 w 1727588"/>
              <a:gd name="connsiteY10" fmla="*/ 1710849 h 1727588"/>
              <a:gd name="connsiteX11" fmla="*/ 863794 w 1727588"/>
              <a:gd name="connsiteY11" fmla="*/ 74393 h 1727588"/>
              <a:gd name="connsiteX12" fmla="*/ 74394 w 1727588"/>
              <a:gd name="connsiteY12" fmla="*/ 863794 h 1727588"/>
              <a:gd name="connsiteX13" fmla="*/ 863794 w 1727588"/>
              <a:gd name="connsiteY13" fmla="*/ 1653194 h 1727588"/>
              <a:gd name="connsiteX14" fmla="*/ 1653195 w 1727588"/>
              <a:gd name="connsiteY14" fmla="*/ 863794 h 1727588"/>
              <a:gd name="connsiteX15" fmla="*/ 863794 w 1727588"/>
              <a:gd name="connsiteY15" fmla="*/ 74393 h 1727588"/>
              <a:gd name="connsiteX16" fmla="*/ 900991 w 1727588"/>
              <a:gd name="connsiteY16" fmla="*/ 1277092 h 1727588"/>
              <a:gd name="connsiteX17" fmla="*/ 826597 w 1727588"/>
              <a:gd name="connsiteY17" fmla="*/ 1277092 h 1727588"/>
              <a:gd name="connsiteX18" fmla="*/ 826597 w 1727588"/>
              <a:gd name="connsiteY18" fmla="*/ 900991 h 1727588"/>
              <a:gd name="connsiteX19" fmla="*/ 450496 w 1727588"/>
              <a:gd name="connsiteY19" fmla="*/ 900991 h 1727588"/>
              <a:gd name="connsiteX20" fmla="*/ 450496 w 1727588"/>
              <a:gd name="connsiteY20" fmla="*/ 826597 h 1727588"/>
              <a:gd name="connsiteX21" fmla="*/ 826597 w 1727588"/>
              <a:gd name="connsiteY21" fmla="*/ 826597 h 1727588"/>
              <a:gd name="connsiteX22" fmla="*/ 826597 w 1727588"/>
              <a:gd name="connsiteY22" fmla="*/ 450495 h 1727588"/>
              <a:gd name="connsiteX23" fmla="*/ 900991 w 1727588"/>
              <a:gd name="connsiteY23" fmla="*/ 450495 h 1727588"/>
              <a:gd name="connsiteX24" fmla="*/ 900991 w 1727588"/>
              <a:gd name="connsiteY24" fmla="*/ 826597 h 1727588"/>
              <a:gd name="connsiteX25" fmla="*/ 1277093 w 1727588"/>
              <a:gd name="connsiteY25" fmla="*/ 826597 h 1727588"/>
              <a:gd name="connsiteX26" fmla="*/ 1277093 w 1727588"/>
              <a:gd name="connsiteY26" fmla="*/ 900991 h 1727588"/>
              <a:gd name="connsiteX27" fmla="*/ 900991 w 1727588"/>
              <a:gd name="connsiteY27" fmla="*/ 900991 h 1727588"/>
              <a:gd name="connsiteX28" fmla="*/ 900991 w 1727588"/>
              <a:gd name="connsiteY28" fmla="*/ 1277092 h 1727588"/>
              <a:gd name="connsiteX0" fmla="*/ 619948 w 1727588"/>
              <a:gd name="connsiteY0" fmla="*/ 35027 h 1727588"/>
              <a:gd name="connsiteX1" fmla="*/ 619948 w 1727588"/>
              <a:gd name="connsiteY1" fmla="*/ 1692561 h 1727588"/>
              <a:gd name="connsiteX2" fmla="*/ 0 w 1727588"/>
              <a:gd name="connsiteY2" fmla="*/ 863794 h 1727588"/>
              <a:gd name="connsiteX3" fmla="*/ 619948 w 1727588"/>
              <a:gd name="connsiteY3" fmla="*/ 35027 h 1727588"/>
              <a:gd name="connsiteX4" fmla="*/ 694342 w 1727588"/>
              <a:gd name="connsiteY4" fmla="*/ 1710849 h 1727588"/>
              <a:gd name="connsiteX5" fmla="*/ 694342 w 1727588"/>
              <a:gd name="connsiteY5" fmla="*/ 16635 h 1727588"/>
              <a:gd name="connsiteX6" fmla="*/ 863794 w 1727588"/>
              <a:gd name="connsiteY6" fmla="*/ 0 h 1727588"/>
              <a:gd name="connsiteX7" fmla="*/ 1727588 w 1727588"/>
              <a:gd name="connsiteY7" fmla="*/ 863794 h 1727588"/>
              <a:gd name="connsiteX8" fmla="*/ 863794 w 1727588"/>
              <a:gd name="connsiteY8" fmla="*/ 1727588 h 1727588"/>
              <a:gd name="connsiteX9" fmla="*/ 694342 w 1727588"/>
              <a:gd name="connsiteY9" fmla="*/ 1710849 h 1727588"/>
              <a:gd name="connsiteX10" fmla="*/ 863794 w 1727588"/>
              <a:gd name="connsiteY10" fmla="*/ 74393 h 1727588"/>
              <a:gd name="connsiteX11" fmla="*/ 74394 w 1727588"/>
              <a:gd name="connsiteY11" fmla="*/ 863794 h 1727588"/>
              <a:gd name="connsiteX12" fmla="*/ 863794 w 1727588"/>
              <a:gd name="connsiteY12" fmla="*/ 1653194 h 1727588"/>
              <a:gd name="connsiteX13" fmla="*/ 1653195 w 1727588"/>
              <a:gd name="connsiteY13" fmla="*/ 863794 h 1727588"/>
              <a:gd name="connsiteX14" fmla="*/ 863794 w 1727588"/>
              <a:gd name="connsiteY14" fmla="*/ 74393 h 1727588"/>
              <a:gd name="connsiteX15" fmla="*/ 900991 w 1727588"/>
              <a:gd name="connsiteY15" fmla="*/ 1277092 h 1727588"/>
              <a:gd name="connsiteX16" fmla="*/ 826597 w 1727588"/>
              <a:gd name="connsiteY16" fmla="*/ 1277092 h 1727588"/>
              <a:gd name="connsiteX17" fmla="*/ 826597 w 1727588"/>
              <a:gd name="connsiteY17" fmla="*/ 900991 h 1727588"/>
              <a:gd name="connsiteX18" fmla="*/ 450496 w 1727588"/>
              <a:gd name="connsiteY18" fmla="*/ 900991 h 1727588"/>
              <a:gd name="connsiteX19" fmla="*/ 450496 w 1727588"/>
              <a:gd name="connsiteY19" fmla="*/ 826597 h 1727588"/>
              <a:gd name="connsiteX20" fmla="*/ 826597 w 1727588"/>
              <a:gd name="connsiteY20" fmla="*/ 826597 h 1727588"/>
              <a:gd name="connsiteX21" fmla="*/ 826597 w 1727588"/>
              <a:gd name="connsiteY21" fmla="*/ 450495 h 1727588"/>
              <a:gd name="connsiteX22" fmla="*/ 900991 w 1727588"/>
              <a:gd name="connsiteY22" fmla="*/ 450495 h 1727588"/>
              <a:gd name="connsiteX23" fmla="*/ 900991 w 1727588"/>
              <a:gd name="connsiteY23" fmla="*/ 826597 h 1727588"/>
              <a:gd name="connsiteX24" fmla="*/ 1277093 w 1727588"/>
              <a:gd name="connsiteY24" fmla="*/ 826597 h 1727588"/>
              <a:gd name="connsiteX25" fmla="*/ 1277093 w 1727588"/>
              <a:gd name="connsiteY25" fmla="*/ 900991 h 1727588"/>
              <a:gd name="connsiteX26" fmla="*/ 900991 w 1727588"/>
              <a:gd name="connsiteY26" fmla="*/ 900991 h 1727588"/>
              <a:gd name="connsiteX27" fmla="*/ 900991 w 1727588"/>
              <a:gd name="connsiteY27"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694342 w 1727588"/>
              <a:gd name="connsiteY4" fmla="*/ 16635 h 1727588"/>
              <a:gd name="connsiteX5" fmla="*/ 863794 w 1727588"/>
              <a:gd name="connsiteY5" fmla="*/ 0 h 1727588"/>
              <a:gd name="connsiteX6" fmla="*/ 1727588 w 1727588"/>
              <a:gd name="connsiteY6" fmla="*/ 863794 h 1727588"/>
              <a:gd name="connsiteX7" fmla="*/ 863794 w 1727588"/>
              <a:gd name="connsiteY7" fmla="*/ 1727588 h 1727588"/>
              <a:gd name="connsiteX8" fmla="*/ 694342 w 1727588"/>
              <a:gd name="connsiteY8" fmla="*/ 1710849 h 1727588"/>
              <a:gd name="connsiteX9" fmla="*/ 863794 w 1727588"/>
              <a:gd name="connsiteY9" fmla="*/ 74393 h 1727588"/>
              <a:gd name="connsiteX10" fmla="*/ 74394 w 1727588"/>
              <a:gd name="connsiteY10" fmla="*/ 863794 h 1727588"/>
              <a:gd name="connsiteX11" fmla="*/ 863794 w 1727588"/>
              <a:gd name="connsiteY11" fmla="*/ 1653194 h 1727588"/>
              <a:gd name="connsiteX12" fmla="*/ 1653195 w 1727588"/>
              <a:gd name="connsiteY12" fmla="*/ 863794 h 1727588"/>
              <a:gd name="connsiteX13" fmla="*/ 863794 w 1727588"/>
              <a:gd name="connsiteY13" fmla="*/ 74393 h 1727588"/>
              <a:gd name="connsiteX14" fmla="*/ 900991 w 1727588"/>
              <a:gd name="connsiteY14" fmla="*/ 1277092 h 1727588"/>
              <a:gd name="connsiteX15" fmla="*/ 826597 w 1727588"/>
              <a:gd name="connsiteY15" fmla="*/ 1277092 h 1727588"/>
              <a:gd name="connsiteX16" fmla="*/ 826597 w 1727588"/>
              <a:gd name="connsiteY16" fmla="*/ 900991 h 1727588"/>
              <a:gd name="connsiteX17" fmla="*/ 450496 w 1727588"/>
              <a:gd name="connsiteY17" fmla="*/ 900991 h 1727588"/>
              <a:gd name="connsiteX18" fmla="*/ 450496 w 1727588"/>
              <a:gd name="connsiteY18" fmla="*/ 826597 h 1727588"/>
              <a:gd name="connsiteX19" fmla="*/ 826597 w 1727588"/>
              <a:gd name="connsiteY19" fmla="*/ 826597 h 1727588"/>
              <a:gd name="connsiteX20" fmla="*/ 826597 w 1727588"/>
              <a:gd name="connsiteY20" fmla="*/ 450495 h 1727588"/>
              <a:gd name="connsiteX21" fmla="*/ 900991 w 1727588"/>
              <a:gd name="connsiteY21" fmla="*/ 450495 h 1727588"/>
              <a:gd name="connsiteX22" fmla="*/ 900991 w 1727588"/>
              <a:gd name="connsiteY22" fmla="*/ 826597 h 1727588"/>
              <a:gd name="connsiteX23" fmla="*/ 1277093 w 1727588"/>
              <a:gd name="connsiteY23" fmla="*/ 826597 h 1727588"/>
              <a:gd name="connsiteX24" fmla="*/ 1277093 w 1727588"/>
              <a:gd name="connsiteY24" fmla="*/ 900991 h 1727588"/>
              <a:gd name="connsiteX25" fmla="*/ 900991 w 1727588"/>
              <a:gd name="connsiteY25" fmla="*/ 900991 h 1727588"/>
              <a:gd name="connsiteX26" fmla="*/ 900991 w 1727588"/>
              <a:gd name="connsiteY26" fmla="*/ 1277092 h 1727588"/>
              <a:gd name="connsiteX0" fmla="*/ 0 w 1727588"/>
              <a:gd name="connsiteY0" fmla="*/ 863794 h 1727588"/>
              <a:gd name="connsiteX1" fmla="*/ 619948 w 1727588"/>
              <a:gd name="connsiteY1" fmla="*/ 1692561 h 1727588"/>
              <a:gd name="connsiteX2" fmla="*/ 0 w 1727588"/>
              <a:gd name="connsiteY2" fmla="*/ 863794 h 1727588"/>
              <a:gd name="connsiteX3" fmla="*/ 694342 w 1727588"/>
              <a:gd name="connsiteY3" fmla="*/ 1710849 h 1727588"/>
              <a:gd name="connsiteX4" fmla="*/ 863794 w 1727588"/>
              <a:gd name="connsiteY4" fmla="*/ 0 h 1727588"/>
              <a:gd name="connsiteX5" fmla="*/ 1727588 w 1727588"/>
              <a:gd name="connsiteY5" fmla="*/ 863794 h 1727588"/>
              <a:gd name="connsiteX6" fmla="*/ 863794 w 1727588"/>
              <a:gd name="connsiteY6" fmla="*/ 1727588 h 1727588"/>
              <a:gd name="connsiteX7" fmla="*/ 694342 w 1727588"/>
              <a:gd name="connsiteY7" fmla="*/ 1710849 h 1727588"/>
              <a:gd name="connsiteX8" fmla="*/ 863794 w 1727588"/>
              <a:gd name="connsiteY8" fmla="*/ 74393 h 1727588"/>
              <a:gd name="connsiteX9" fmla="*/ 74394 w 1727588"/>
              <a:gd name="connsiteY9" fmla="*/ 863794 h 1727588"/>
              <a:gd name="connsiteX10" fmla="*/ 863794 w 1727588"/>
              <a:gd name="connsiteY10" fmla="*/ 1653194 h 1727588"/>
              <a:gd name="connsiteX11" fmla="*/ 1653195 w 1727588"/>
              <a:gd name="connsiteY11" fmla="*/ 863794 h 1727588"/>
              <a:gd name="connsiteX12" fmla="*/ 863794 w 1727588"/>
              <a:gd name="connsiteY12" fmla="*/ 74393 h 1727588"/>
              <a:gd name="connsiteX13" fmla="*/ 900991 w 1727588"/>
              <a:gd name="connsiteY13" fmla="*/ 1277092 h 1727588"/>
              <a:gd name="connsiteX14" fmla="*/ 826597 w 1727588"/>
              <a:gd name="connsiteY14" fmla="*/ 1277092 h 1727588"/>
              <a:gd name="connsiteX15" fmla="*/ 826597 w 1727588"/>
              <a:gd name="connsiteY15" fmla="*/ 900991 h 1727588"/>
              <a:gd name="connsiteX16" fmla="*/ 450496 w 1727588"/>
              <a:gd name="connsiteY16" fmla="*/ 900991 h 1727588"/>
              <a:gd name="connsiteX17" fmla="*/ 450496 w 1727588"/>
              <a:gd name="connsiteY17" fmla="*/ 826597 h 1727588"/>
              <a:gd name="connsiteX18" fmla="*/ 826597 w 1727588"/>
              <a:gd name="connsiteY18" fmla="*/ 826597 h 1727588"/>
              <a:gd name="connsiteX19" fmla="*/ 826597 w 1727588"/>
              <a:gd name="connsiteY19" fmla="*/ 450495 h 1727588"/>
              <a:gd name="connsiteX20" fmla="*/ 900991 w 1727588"/>
              <a:gd name="connsiteY20" fmla="*/ 450495 h 1727588"/>
              <a:gd name="connsiteX21" fmla="*/ 900991 w 1727588"/>
              <a:gd name="connsiteY21" fmla="*/ 826597 h 1727588"/>
              <a:gd name="connsiteX22" fmla="*/ 1277093 w 1727588"/>
              <a:gd name="connsiteY22" fmla="*/ 826597 h 1727588"/>
              <a:gd name="connsiteX23" fmla="*/ 1277093 w 1727588"/>
              <a:gd name="connsiteY23" fmla="*/ 900991 h 1727588"/>
              <a:gd name="connsiteX24" fmla="*/ 900991 w 1727588"/>
              <a:gd name="connsiteY24" fmla="*/ 900991 h 1727588"/>
              <a:gd name="connsiteX25" fmla="*/ 900991 w 1727588"/>
              <a:gd name="connsiteY25" fmla="*/ 1277092 h 1727588"/>
              <a:gd name="connsiteX0" fmla="*/ 0 w 1727588"/>
              <a:gd name="connsiteY0" fmla="*/ 863794 h 1727686"/>
              <a:gd name="connsiteX1" fmla="*/ 619948 w 1727588"/>
              <a:gd name="connsiteY1" fmla="*/ 1692561 h 1727686"/>
              <a:gd name="connsiteX2" fmla="*/ 0 w 1727588"/>
              <a:gd name="connsiteY2" fmla="*/ 863794 h 1727686"/>
              <a:gd name="connsiteX3" fmla="*/ 694342 w 1727588"/>
              <a:gd name="connsiteY3" fmla="*/ 1710849 h 1727686"/>
              <a:gd name="connsiteX4" fmla="*/ 863794 w 1727588"/>
              <a:gd name="connsiteY4" fmla="*/ 0 h 1727686"/>
              <a:gd name="connsiteX5" fmla="*/ 1727588 w 1727588"/>
              <a:gd name="connsiteY5" fmla="*/ 863794 h 1727686"/>
              <a:gd name="connsiteX6" fmla="*/ 863794 w 1727588"/>
              <a:gd name="connsiteY6" fmla="*/ 1727588 h 1727686"/>
              <a:gd name="connsiteX7" fmla="*/ 694342 w 1727588"/>
              <a:gd name="connsiteY7" fmla="*/ 1710849 h 1727686"/>
              <a:gd name="connsiteX8" fmla="*/ 863794 w 1727588"/>
              <a:gd name="connsiteY8" fmla="*/ 74393 h 1727686"/>
              <a:gd name="connsiteX9" fmla="*/ 74394 w 1727588"/>
              <a:gd name="connsiteY9" fmla="*/ 863794 h 1727686"/>
              <a:gd name="connsiteX10" fmla="*/ 863794 w 1727588"/>
              <a:gd name="connsiteY10" fmla="*/ 1653194 h 1727686"/>
              <a:gd name="connsiteX11" fmla="*/ 1653195 w 1727588"/>
              <a:gd name="connsiteY11" fmla="*/ 863794 h 1727686"/>
              <a:gd name="connsiteX12" fmla="*/ 863794 w 1727588"/>
              <a:gd name="connsiteY12" fmla="*/ 74393 h 1727686"/>
              <a:gd name="connsiteX13" fmla="*/ 900991 w 1727588"/>
              <a:gd name="connsiteY13" fmla="*/ 1277092 h 1727686"/>
              <a:gd name="connsiteX14" fmla="*/ 826597 w 1727588"/>
              <a:gd name="connsiteY14" fmla="*/ 1277092 h 1727686"/>
              <a:gd name="connsiteX15" fmla="*/ 826597 w 1727588"/>
              <a:gd name="connsiteY15" fmla="*/ 900991 h 1727686"/>
              <a:gd name="connsiteX16" fmla="*/ 450496 w 1727588"/>
              <a:gd name="connsiteY16" fmla="*/ 900991 h 1727686"/>
              <a:gd name="connsiteX17" fmla="*/ 450496 w 1727588"/>
              <a:gd name="connsiteY17" fmla="*/ 826597 h 1727686"/>
              <a:gd name="connsiteX18" fmla="*/ 826597 w 1727588"/>
              <a:gd name="connsiteY18" fmla="*/ 826597 h 1727686"/>
              <a:gd name="connsiteX19" fmla="*/ 826597 w 1727588"/>
              <a:gd name="connsiteY19" fmla="*/ 450495 h 1727686"/>
              <a:gd name="connsiteX20" fmla="*/ 900991 w 1727588"/>
              <a:gd name="connsiteY20" fmla="*/ 450495 h 1727686"/>
              <a:gd name="connsiteX21" fmla="*/ 900991 w 1727588"/>
              <a:gd name="connsiteY21" fmla="*/ 826597 h 1727686"/>
              <a:gd name="connsiteX22" fmla="*/ 1277093 w 1727588"/>
              <a:gd name="connsiteY22" fmla="*/ 826597 h 1727686"/>
              <a:gd name="connsiteX23" fmla="*/ 1277093 w 1727588"/>
              <a:gd name="connsiteY23" fmla="*/ 900991 h 1727686"/>
              <a:gd name="connsiteX24" fmla="*/ 900991 w 1727588"/>
              <a:gd name="connsiteY24" fmla="*/ 900991 h 1727686"/>
              <a:gd name="connsiteX25" fmla="*/ 900991 w 1727588"/>
              <a:gd name="connsiteY25" fmla="*/ 1277092 h 172768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75556"/>
              <a:gd name="connsiteX1" fmla="*/ 619948 w 1727588"/>
              <a:gd name="connsiteY1" fmla="*/ 1716547 h 1775556"/>
              <a:gd name="connsiteX2" fmla="*/ 0 w 1727588"/>
              <a:gd name="connsiteY2" fmla="*/ 887780 h 1775556"/>
              <a:gd name="connsiteX3" fmla="*/ 863794 w 1727588"/>
              <a:gd name="connsiteY3" fmla="*/ 1751574 h 1775556"/>
              <a:gd name="connsiteX4" fmla="*/ 863794 w 1727588"/>
              <a:gd name="connsiteY4" fmla="*/ 23986 h 1775556"/>
              <a:gd name="connsiteX5" fmla="*/ 1727588 w 1727588"/>
              <a:gd name="connsiteY5" fmla="*/ 887780 h 1775556"/>
              <a:gd name="connsiteX6" fmla="*/ 863794 w 1727588"/>
              <a:gd name="connsiteY6" fmla="*/ 1751574 h 1775556"/>
              <a:gd name="connsiteX7" fmla="*/ 863794 w 1727588"/>
              <a:gd name="connsiteY7" fmla="*/ 98379 h 1775556"/>
              <a:gd name="connsiteX8" fmla="*/ 74394 w 1727588"/>
              <a:gd name="connsiteY8" fmla="*/ 887780 h 1775556"/>
              <a:gd name="connsiteX9" fmla="*/ 863794 w 1727588"/>
              <a:gd name="connsiteY9" fmla="*/ 1677180 h 1775556"/>
              <a:gd name="connsiteX10" fmla="*/ 1653195 w 1727588"/>
              <a:gd name="connsiteY10" fmla="*/ 887780 h 1775556"/>
              <a:gd name="connsiteX11" fmla="*/ 863794 w 1727588"/>
              <a:gd name="connsiteY11" fmla="*/ 98379 h 1775556"/>
              <a:gd name="connsiteX12" fmla="*/ 900991 w 1727588"/>
              <a:gd name="connsiteY12" fmla="*/ 1301078 h 1775556"/>
              <a:gd name="connsiteX13" fmla="*/ 826597 w 1727588"/>
              <a:gd name="connsiteY13" fmla="*/ 1301078 h 1775556"/>
              <a:gd name="connsiteX14" fmla="*/ 826597 w 1727588"/>
              <a:gd name="connsiteY14" fmla="*/ 924977 h 1775556"/>
              <a:gd name="connsiteX15" fmla="*/ 450496 w 1727588"/>
              <a:gd name="connsiteY15" fmla="*/ 924977 h 1775556"/>
              <a:gd name="connsiteX16" fmla="*/ 450496 w 1727588"/>
              <a:gd name="connsiteY16" fmla="*/ 850583 h 1775556"/>
              <a:gd name="connsiteX17" fmla="*/ 826597 w 1727588"/>
              <a:gd name="connsiteY17" fmla="*/ 850583 h 1775556"/>
              <a:gd name="connsiteX18" fmla="*/ 826597 w 1727588"/>
              <a:gd name="connsiteY18" fmla="*/ 474481 h 1775556"/>
              <a:gd name="connsiteX19" fmla="*/ 900991 w 1727588"/>
              <a:gd name="connsiteY19" fmla="*/ 474481 h 1775556"/>
              <a:gd name="connsiteX20" fmla="*/ 900991 w 1727588"/>
              <a:gd name="connsiteY20" fmla="*/ 850583 h 1775556"/>
              <a:gd name="connsiteX21" fmla="*/ 1277093 w 1727588"/>
              <a:gd name="connsiteY21" fmla="*/ 850583 h 1775556"/>
              <a:gd name="connsiteX22" fmla="*/ 1277093 w 1727588"/>
              <a:gd name="connsiteY22" fmla="*/ 924977 h 1775556"/>
              <a:gd name="connsiteX23" fmla="*/ 900991 w 1727588"/>
              <a:gd name="connsiteY23" fmla="*/ 924977 h 1775556"/>
              <a:gd name="connsiteX24" fmla="*/ 900991 w 1727588"/>
              <a:gd name="connsiteY24" fmla="*/ 1301078 h 1775556"/>
              <a:gd name="connsiteX0" fmla="*/ 0 w 1727588"/>
              <a:gd name="connsiteY0" fmla="*/ 887780 h 1751611"/>
              <a:gd name="connsiteX1" fmla="*/ 619948 w 1727588"/>
              <a:gd name="connsiteY1" fmla="*/ 1716547 h 1751611"/>
              <a:gd name="connsiteX2" fmla="*/ 0 w 1727588"/>
              <a:gd name="connsiteY2" fmla="*/ 887780 h 1751611"/>
              <a:gd name="connsiteX3" fmla="*/ 863794 w 1727588"/>
              <a:gd name="connsiteY3" fmla="*/ 1751574 h 1751611"/>
              <a:gd name="connsiteX4" fmla="*/ 863794 w 1727588"/>
              <a:gd name="connsiteY4" fmla="*/ 23986 h 1751611"/>
              <a:gd name="connsiteX5" fmla="*/ 1727588 w 1727588"/>
              <a:gd name="connsiteY5" fmla="*/ 887780 h 1751611"/>
              <a:gd name="connsiteX6" fmla="*/ 863794 w 1727588"/>
              <a:gd name="connsiteY6" fmla="*/ 1751574 h 1751611"/>
              <a:gd name="connsiteX7" fmla="*/ 863794 w 1727588"/>
              <a:gd name="connsiteY7" fmla="*/ 98379 h 1751611"/>
              <a:gd name="connsiteX8" fmla="*/ 74394 w 1727588"/>
              <a:gd name="connsiteY8" fmla="*/ 887780 h 1751611"/>
              <a:gd name="connsiteX9" fmla="*/ 863794 w 1727588"/>
              <a:gd name="connsiteY9" fmla="*/ 1677180 h 1751611"/>
              <a:gd name="connsiteX10" fmla="*/ 1653195 w 1727588"/>
              <a:gd name="connsiteY10" fmla="*/ 887780 h 1751611"/>
              <a:gd name="connsiteX11" fmla="*/ 863794 w 1727588"/>
              <a:gd name="connsiteY11" fmla="*/ 98379 h 1751611"/>
              <a:gd name="connsiteX12" fmla="*/ 900991 w 1727588"/>
              <a:gd name="connsiteY12" fmla="*/ 1301078 h 1751611"/>
              <a:gd name="connsiteX13" fmla="*/ 826597 w 1727588"/>
              <a:gd name="connsiteY13" fmla="*/ 1301078 h 1751611"/>
              <a:gd name="connsiteX14" fmla="*/ 826597 w 1727588"/>
              <a:gd name="connsiteY14" fmla="*/ 924977 h 1751611"/>
              <a:gd name="connsiteX15" fmla="*/ 450496 w 1727588"/>
              <a:gd name="connsiteY15" fmla="*/ 924977 h 1751611"/>
              <a:gd name="connsiteX16" fmla="*/ 450496 w 1727588"/>
              <a:gd name="connsiteY16" fmla="*/ 850583 h 1751611"/>
              <a:gd name="connsiteX17" fmla="*/ 826597 w 1727588"/>
              <a:gd name="connsiteY17" fmla="*/ 850583 h 1751611"/>
              <a:gd name="connsiteX18" fmla="*/ 826597 w 1727588"/>
              <a:gd name="connsiteY18" fmla="*/ 474481 h 1751611"/>
              <a:gd name="connsiteX19" fmla="*/ 900991 w 1727588"/>
              <a:gd name="connsiteY19" fmla="*/ 474481 h 1751611"/>
              <a:gd name="connsiteX20" fmla="*/ 900991 w 1727588"/>
              <a:gd name="connsiteY20" fmla="*/ 850583 h 1751611"/>
              <a:gd name="connsiteX21" fmla="*/ 1277093 w 1727588"/>
              <a:gd name="connsiteY21" fmla="*/ 850583 h 1751611"/>
              <a:gd name="connsiteX22" fmla="*/ 1277093 w 1727588"/>
              <a:gd name="connsiteY22" fmla="*/ 924977 h 1751611"/>
              <a:gd name="connsiteX23" fmla="*/ 900991 w 1727588"/>
              <a:gd name="connsiteY23" fmla="*/ 924977 h 1751611"/>
              <a:gd name="connsiteX24" fmla="*/ 900991 w 1727588"/>
              <a:gd name="connsiteY24" fmla="*/ 1301078 h 1751611"/>
              <a:gd name="connsiteX0" fmla="*/ 789400 w 1653194"/>
              <a:gd name="connsiteY0" fmla="*/ 1751574 h 1751611"/>
              <a:gd name="connsiteX1" fmla="*/ 789400 w 1653194"/>
              <a:gd name="connsiteY1" fmla="*/ 23986 h 1751611"/>
              <a:gd name="connsiteX2" fmla="*/ 1653194 w 1653194"/>
              <a:gd name="connsiteY2" fmla="*/ 887780 h 1751611"/>
              <a:gd name="connsiteX3" fmla="*/ 789400 w 1653194"/>
              <a:gd name="connsiteY3" fmla="*/ 1751574 h 1751611"/>
              <a:gd name="connsiteX4" fmla="*/ 789400 w 1653194"/>
              <a:gd name="connsiteY4" fmla="*/ 98379 h 1751611"/>
              <a:gd name="connsiteX5" fmla="*/ 0 w 1653194"/>
              <a:gd name="connsiteY5" fmla="*/ 887780 h 1751611"/>
              <a:gd name="connsiteX6" fmla="*/ 789400 w 1653194"/>
              <a:gd name="connsiteY6" fmla="*/ 1677180 h 1751611"/>
              <a:gd name="connsiteX7" fmla="*/ 1578801 w 1653194"/>
              <a:gd name="connsiteY7" fmla="*/ 887780 h 1751611"/>
              <a:gd name="connsiteX8" fmla="*/ 789400 w 1653194"/>
              <a:gd name="connsiteY8" fmla="*/ 98379 h 1751611"/>
              <a:gd name="connsiteX9" fmla="*/ 826597 w 1653194"/>
              <a:gd name="connsiteY9" fmla="*/ 1301078 h 1751611"/>
              <a:gd name="connsiteX10" fmla="*/ 752203 w 1653194"/>
              <a:gd name="connsiteY10" fmla="*/ 1301078 h 1751611"/>
              <a:gd name="connsiteX11" fmla="*/ 752203 w 1653194"/>
              <a:gd name="connsiteY11" fmla="*/ 924977 h 1751611"/>
              <a:gd name="connsiteX12" fmla="*/ 376102 w 1653194"/>
              <a:gd name="connsiteY12" fmla="*/ 924977 h 1751611"/>
              <a:gd name="connsiteX13" fmla="*/ 376102 w 1653194"/>
              <a:gd name="connsiteY13" fmla="*/ 850583 h 1751611"/>
              <a:gd name="connsiteX14" fmla="*/ 752203 w 1653194"/>
              <a:gd name="connsiteY14" fmla="*/ 850583 h 1751611"/>
              <a:gd name="connsiteX15" fmla="*/ 752203 w 1653194"/>
              <a:gd name="connsiteY15" fmla="*/ 474481 h 1751611"/>
              <a:gd name="connsiteX16" fmla="*/ 826597 w 1653194"/>
              <a:gd name="connsiteY16" fmla="*/ 474481 h 1751611"/>
              <a:gd name="connsiteX17" fmla="*/ 826597 w 1653194"/>
              <a:gd name="connsiteY17" fmla="*/ 850583 h 1751611"/>
              <a:gd name="connsiteX18" fmla="*/ 1202699 w 1653194"/>
              <a:gd name="connsiteY18" fmla="*/ 850583 h 1751611"/>
              <a:gd name="connsiteX19" fmla="*/ 1202699 w 1653194"/>
              <a:gd name="connsiteY19" fmla="*/ 924977 h 1751611"/>
              <a:gd name="connsiteX20" fmla="*/ 826597 w 1653194"/>
              <a:gd name="connsiteY20" fmla="*/ 924977 h 1751611"/>
              <a:gd name="connsiteX21" fmla="*/ 826597 w 1653194"/>
              <a:gd name="connsiteY21"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413298 w 1277092"/>
              <a:gd name="connsiteY5" fmla="*/ 1677180 h 1751611"/>
              <a:gd name="connsiteX6" fmla="*/ 1202699 w 1277092"/>
              <a:gd name="connsiteY6" fmla="*/ 887780 h 1751611"/>
              <a:gd name="connsiteX7" fmla="*/ 413298 w 1277092"/>
              <a:gd name="connsiteY7" fmla="*/ 98379 h 1751611"/>
              <a:gd name="connsiteX8" fmla="*/ 450495 w 1277092"/>
              <a:gd name="connsiteY8" fmla="*/ 1301078 h 1751611"/>
              <a:gd name="connsiteX9" fmla="*/ 376101 w 1277092"/>
              <a:gd name="connsiteY9" fmla="*/ 1301078 h 1751611"/>
              <a:gd name="connsiteX10" fmla="*/ 376101 w 1277092"/>
              <a:gd name="connsiteY10" fmla="*/ 924977 h 1751611"/>
              <a:gd name="connsiteX11" fmla="*/ 0 w 1277092"/>
              <a:gd name="connsiteY11" fmla="*/ 924977 h 1751611"/>
              <a:gd name="connsiteX12" fmla="*/ 0 w 1277092"/>
              <a:gd name="connsiteY12" fmla="*/ 850583 h 1751611"/>
              <a:gd name="connsiteX13" fmla="*/ 376101 w 1277092"/>
              <a:gd name="connsiteY13" fmla="*/ 850583 h 1751611"/>
              <a:gd name="connsiteX14" fmla="*/ 376101 w 1277092"/>
              <a:gd name="connsiteY14" fmla="*/ 474481 h 1751611"/>
              <a:gd name="connsiteX15" fmla="*/ 450495 w 1277092"/>
              <a:gd name="connsiteY15" fmla="*/ 474481 h 1751611"/>
              <a:gd name="connsiteX16" fmla="*/ 450495 w 1277092"/>
              <a:gd name="connsiteY16" fmla="*/ 850583 h 1751611"/>
              <a:gd name="connsiteX17" fmla="*/ 826597 w 1277092"/>
              <a:gd name="connsiteY17" fmla="*/ 850583 h 1751611"/>
              <a:gd name="connsiteX18" fmla="*/ 826597 w 1277092"/>
              <a:gd name="connsiteY18" fmla="*/ 924977 h 1751611"/>
              <a:gd name="connsiteX19" fmla="*/ 450495 w 1277092"/>
              <a:gd name="connsiteY19" fmla="*/ 924977 h 1751611"/>
              <a:gd name="connsiteX20" fmla="*/ 450495 w 1277092"/>
              <a:gd name="connsiteY20" fmla="*/ 1301078 h 1751611"/>
              <a:gd name="connsiteX0" fmla="*/ 413298 w 1277092"/>
              <a:gd name="connsiteY0" fmla="*/ 1751574 h 1751611"/>
              <a:gd name="connsiteX1" fmla="*/ 413298 w 1277092"/>
              <a:gd name="connsiteY1" fmla="*/ 23986 h 1751611"/>
              <a:gd name="connsiteX2" fmla="*/ 1277092 w 1277092"/>
              <a:gd name="connsiteY2" fmla="*/ 887780 h 1751611"/>
              <a:gd name="connsiteX3" fmla="*/ 413298 w 1277092"/>
              <a:gd name="connsiteY3" fmla="*/ 1751574 h 1751611"/>
              <a:gd name="connsiteX4" fmla="*/ 413298 w 1277092"/>
              <a:gd name="connsiteY4" fmla="*/ 98379 h 1751611"/>
              <a:gd name="connsiteX5" fmla="*/ 311832 w 1277092"/>
              <a:gd name="connsiteY5" fmla="*/ 1030722 h 1751611"/>
              <a:gd name="connsiteX6" fmla="*/ 413298 w 1277092"/>
              <a:gd name="connsiteY6" fmla="*/ 1677180 h 1751611"/>
              <a:gd name="connsiteX7" fmla="*/ 1202699 w 1277092"/>
              <a:gd name="connsiteY7" fmla="*/ 887780 h 1751611"/>
              <a:gd name="connsiteX8" fmla="*/ 413298 w 1277092"/>
              <a:gd name="connsiteY8" fmla="*/ 98379 h 1751611"/>
              <a:gd name="connsiteX9" fmla="*/ 450495 w 1277092"/>
              <a:gd name="connsiteY9" fmla="*/ 1301078 h 1751611"/>
              <a:gd name="connsiteX10" fmla="*/ 376101 w 1277092"/>
              <a:gd name="connsiteY10" fmla="*/ 1301078 h 1751611"/>
              <a:gd name="connsiteX11" fmla="*/ 376101 w 1277092"/>
              <a:gd name="connsiteY11" fmla="*/ 924977 h 1751611"/>
              <a:gd name="connsiteX12" fmla="*/ 0 w 1277092"/>
              <a:gd name="connsiteY12" fmla="*/ 924977 h 1751611"/>
              <a:gd name="connsiteX13" fmla="*/ 0 w 1277092"/>
              <a:gd name="connsiteY13" fmla="*/ 850583 h 1751611"/>
              <a:gd name="connsiteX14" fmla="*/ 376101 w 1277092"/>
              <a:gd name="connsiteY14" fmla="*/ 850583 h 1751611"/>
              <a:gd name="connsiteX15" fmla="*/ 376101 w 1277092"/>
              <a:gd name="connsiteY15" fmla="*/ 474481 h 1751611"/>
              <a:gd name="connsiteX16" fmla="*/ 450495 w 1277092"/>
              <a:gd name="connsiteY16" fmla="*/ 474481 h 1751611"/>
              <a:gd name="connsiteX17" fmla="*/ 450495 w 1277092"/>
              <a:gd name="connsiteY17" fmla="*/ 850583 h 1751611"/>
              <a:gd name="connsiteX18" fmla="*/ 826597 w 1277092"/>
              <a:gd name="connsiteY18" fmla="*/ 850583 h 1751611"/>
              <a:gd name="connsiteX19" fmla="*/ 826597 w 1277092"/>
              <a:gd name="connsiteY19" fmla="*/ 924977 h 1751611"/>
              <a:gd name="connsiteX20" fmla="*/ 450495 w 1277092"/>
              <a:gd name="connsiteY20" fmla="*/ 924977 h 1751611"/>
              <a:gd name="connsiteX21" fmla="*/ 450495 w 1277092"/>
              <a:gd name="connsiteY21" fmla="*/ 1301078 h 1751611"/>
              <a:gd name="connsiteX0" fmla="*/ 413298 w 1277092"/>
              <a:gd name="connsiteY0" fmla="*/ 1728515 h 1728971"/>
              <a:gd name="connsiteX1" fmla="*/ 165445 w 1277092"/>
              <a:gd name="connsiteY1" fmla="*/ 1003088 h 1728971"/>
              <a:gd name="connsiteX2" fmla="*/ 413298 w 1277092"/>
              <a:gd name="connsiteY2" fmla="*/ 927 h 1728971"/>
              <a:gd name="connsiteX3" fmla="*/ 1277092 w 1277092"/>
              <a:gd name="connsiteY3" fmla="*/ 864721 h 1728971"/>
              <a:gd name="connsiteX4" fmla="*/ 413298 w 1277092"/>
              <a:gd name="connsiteY4" fmla="*/ 1728515 h 1728971"/>
              <a:gd name="connsiteX5" fmla="*/ 413298 w 1277092"/>
              <a:gd name="connsiteY5" fmla="*/ 75320 h 1728971"/>
              <a:gd name="connsiteX6" fmla="*/ 311832 w 1277092"/>
              <a:gd name="connsiteY6" fmla="*/ 1007663 h 1728971"/>
              <a:gd name="connsiteX7" fmla="*/ 413298 w 1277092"/>
              <a:gd name="connsiteY7" fmla="*/ 1654121 h 1728971"/>
              <a:gd name="connsiteX8" fmla="*/ 1202699 w 1277092"/>
              <a:gd name="connsiteY8" fmla="*/ 864721 h 1728971"/>
              <a:gd name="connsiteX9" fmla="*/ 413298 w 1277092"/>
              <a:gd name="connsiteY9" fmla="*/ 75320 h 1728971"/>
              <a:gd name="connsiteX10" fmla="*/ 450495 w 1277092"/>
              <a:gd name="connsiteY10" fmla="*/ 1278019 h 1728971"/>
              <a:gd name="connsiteX11" fmla="*/ 376101 w 1277092"/>
              <a:gd name="connsiteY11" fmla="*/ 1278019 h 1728971"/>
              <a:gd name="connsiteX12" fmla="*/ 376101 w 1277092"/>
              <a:gd name="connsiteY12" fmla="*/ 901918 h 1728971"/>
              <a:gd name="connsiteX13" fmla="*/ 0 w 1277092"/>
              <a:gd name="connsiteY13" fmla="*/ 901918 h 1728971"/>
              <a:gd name="connsiteX14" fmla="*/ 0 w 1277092"/>
              <a:gd name="connsiteY14" fmla="*/ 827524 h 1728971"/>
              <a:gd name="connsiteX15" fmla="*/ 376101 w 1277092"/>
              <a:gd name="connsiteY15" fmla="*/ 827524 h 1728971"/>
              <a:gd name="connsiteX16" fmla="*/ 376101 w 1277092"/>
              <a:gd name="connsiteY16" fmla="*/ 451422 h 1728971"/>
              <a:gd name="connsiteX17" fmla="*/ 450495 w 1277092"/>
              <a:gd name="connsiteY17" fmla="*/ 451422 h 1728971"/>
              <a:gd name="connsiteX18" fmla="*/ 450495 w 1277092"/>
              <a:gd name="connsiteY18" fmla="*/ 827524 h 1728971"/>
              <a:gd name="connsiteX19" fmla="*/ 826597 w 1277092"/>
              <a:gd name="connsiteY19" fmla="*/ 827524 h 1728971"/>
              <a:gd name="connsiteX20" fmla="*/ 826597 w 1277092"/>
              <a:gd name="connsiteY20" fmla="*/ 901918 h 1728971"/>
              <a:gd name="connsiteX21" fmla="*/ 450495 w 1277092"/>
              <a:gd name="connsiteY21" fmla="*/ 901918 h 1728971"/>
              <a:gd name="connsiteX22" fmla="*/ 450495 w 1277092"/>
              <a:gd name="connsiteY22" fmla="*/ 1278019 h 1728971"/>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759381 w 1724641"/>
              <a:gd name="connsiteY6" fmla="*/ 1006786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60847 w 1724641"/>
              <a:gd name="connsiteY0" fmla="*/ 1727638 h 1727673"/>
              <a:gd name="connsiteX1" fmla="*/ 0 w 1724641"/>
              <a:gd name="connsiteY1" fmla="*/ 894708 h 1727673"/>
              <a:gd name="connsiteX2" fmla="*/ 860847 w 1724641"/>
              <a:gd name="connsiteY2" fmla="*/ 50 h 1727673"/>
              <a:gd name="connsiteX3" fmla="*/ 1724641 w 1724641"/>
              <a:gd name="connsiteY3" fmla="*/ 863844 h 1727673"/>
              <a:gd name="connsiteX4" fmla="*/ 860847 w 1724641"/>
              <a:gd name="connsiteY4" fmla="*/ 1727638 h 1727673"/>
              <a:gd name="connsiteX5" fmla="*/ 860847 w 1724641"/>
              <a:gd name="connsiteY5" fmla="*/ 74443 h 1727673"/>
              <a:gd name="connsiteX6" fmla="*/ 64045 w 1724641"/>
              <a:gd name="connsiteY6" fmla="*/ 899283 h 1727673"/>
              <a:gd name="connsiteX7" fmla="*/ 860847 w 1724641"/>
              <a:gd name="connsiteY7" fmla="*/ 1653244 h 1727673"/>
              <a:gd name="connsiteX8" fmla="*/ 1650248 w 1724641"/>
              <a:gd name="connsiteY8" fmla="*/ 863844 h 1727673"/>
              <a:gd name="connsiteX9" fmla="*/ 860847 w 1724641"/>
              <a:gd name="connsiteY9" fmla="*/ 74443 h 1727673"/>
              <a:gd name="connsiteX10" fmla="*/ 898044 w 1724641"/>
              <a:gd name="connsiteY10" fmla="*/ 1277142 h 1727673"/>
              <a:gd name="connsiteX11" fmla="*/ 823650 w 1724641"/>
              <a:gd name="connsiteY11" fmla="*/ 1277142 h 1727673"/>
              <a:gd name="connsiteX12" fmla="*/ 823650 w 1724641"/>
              <a:gd name="connsiteY12" fmla="*/ 901041 h 1727673"/>
              <a:gd name="connsiteX13" fmla="*/ 447549 w 1724641"/>
              <a:gd name="connsiteY13" fmla="*/ 901041 h 1727673"/>
              <a:gd name="connsiteX14" fmla="*/ 447549 w 1724641"/>
              <a:gd name="connsiteY14" fmla="*/ 826647 h 1727673"/>
              <a:gd name="connsiteX15" fmla="*/ 823650 w 1724641"/>
              <a:gd name="connsiteY15" fmla="*/ 826647 h 1727673"/>
              <a:gd name="connsiteX16" fmla="*/ 823650 w 1724641"/>
              <a:gd name="connsiteY16" fmla="*/ 450545 h 1727673"/>
              <a:gd name="connsiteX17" fmla="*/ 898044 w 1724641"/>
              <a:gd name="connsiteY17" fmla="*/ 450545 h 1727673"/>
              <a:gd name="connsiteX18" fmla="*/ 898044 w 1724641"/>
              <a:gd name="connsiteY18" fmla="*/ 826647 h 1727673"/>
              <a:gd name="connsiteX19" fmla="*/ 1274146 w 1724641"/>
              <a:gd name="connsiteY19" fmla="*/ 826647 h 1727673"/>
              <a:gd name="connsiteX20" fmla="*/ 1274146 w 1724641"/>
              <a:gd name="connsiteY20" fmla="*/ 901041 h 1727673"/>
              <a:gd name="connsiteX21" fmla="*/ 898044 w 1724641"/>
              <a:gd name="connsiteY21" fmla="*/ 901041 h 1727673"/>
              <a:gd name="connsiteX22" fmla="*/ 898044 w 1724641"/>
              <a:gd name="connsiteY22" fmla="*/ 1277142 h 1727673"/>
              <a:gd name="connsiteX0" fmla="*/ 834654 w 1698448"/>
              <a:gd name="connsiteY0" fmla="*/ 1727643 h 1727682"/>
              <a:gd name="connsiteX1" fmla="*/ 0 w 1698448"/>
              <a:gd name="connsiteY1" fmla="*/ 896254 h 1727682"/>
              <a:gd name="connsiteX2" fmla="*/ 834654 w 1698448"/>
              <a:gd name="connsiteY2" fmla="*/ 55 h 1727682"/>
              <a:gd name="connsiteX3" fmla="*/ 1698448 w 1698448"/>
              <a:gd name="connsiteY3" fmla="*/ 863849 h 1727682"/>
              <a:gd name="connsiteX4" fmla="*/ 834654 w 1698448"/>
              <a:gd name="connsiteY4" fmla="*/ 1727643 h 1727682"/>
              <a:gd name="connsiteX5" fmla="*/ 834654 w 1698448"/>
              <a:gd name="connsiteY5" fmla="*/ 74448 h 1727682"/>
              <a:gd name="connsiteX6" fmla="*/ 37852 w 1698448"/>
              <a:gd name="connsiteY6" fmla="*/ 899288 h 1727682"/>
              <a:gd name="connsiteX7" fmla="*/ 834654 w 1698448"/>
              <a:gd name="connsiteY7" fmla="*/ 1653249 h 1727682"/>
              <a:gd name="connsiteX8" fmla="*/ 1624055 w 1698448"/>
              <a:gd name="connsiteY8" fmla="*/ 863849 h 1727682"/>
              <a:gd name="connsiteX9" fmla="*/ 834654 w 1698448"/>
              <a:gd name="connsiteY9" fmla="*/ 74448 h 1727682"/>
              <a:gd name="connsiteX10" fmla="*/ 871851 w 1698448"/>
              <a:gd name="connsiteY10" fmla="*/ 1277147 h 1727682"/>
              <a:gd name="connsiteX11" fmla="*/ 797457 w 1698448"/>
              <a:gd name="connsiteY11" fmla="*/ 1277147 h 1727682"/>
              <a:gd name="connsiteX12" fmla="*/ 797457 w 1698448"/>
              <a:gd name="connsiteY12" fmla="*/ 901046 h 1727682"/>
              <a:gd name="connsiteX13" fmla="*/ 421356 w 1698448"/>
              <a:gd name="connsiteY13" fmla="*/ 901046 h 1727682"/>
              <a:gd name="connsiteX14" fmla="*/ 421356 w 1698448"/>
              <a:gd name="connsiteY14" fmla="*/ 826652 h 1727682"/>
              <a:gd name="connsiteX15" fmla="*/ 797457 w 1698448"/>
              <a:gd name="connsiteY15" fmla="*/ 826652 h 1727682"/>
              <a:gd name="connsiteX16" fmla="*/ 797457 w 1698448"/>
              <a:gd name="connsiteY16" fmla="*/ 450550 h 1727682"/>
              <a:gd name="connsiteX17" fmla="*/ 871851 w 1698448"/>
              <a:gd name="connsiteY17" fmla="*/ 450550 h 1727682"/>
              <a:gd name="connsiteX18" fmla="*/ 871851 w 1698448"/>
              <a:gd name="connsiteY18" fmla="*/ 826652 h 1727682"/>
              <a:gd name="connsiteX19" fmla="*/ 1247953 w 1698448"/>
              <a:gd name="connsiteY19" fmla="*/ 826652 h 1727682"/>
              <a:gd name="connsiteX20" fmla="*/ 1247953 w 1698448"/>
              <a:gd name="connsiteY20" fmla="*/ 901046 h 1727682"/>
              <a:gd name="connsiteX21" fmla="*/ 871851 w 1698448"/>
              <a:gd name="connsiteY21" fmla="*/ 901046 h 1727682"/>
              <a:gd name="connsiteX22" fmla="*/ 871851 w 1698448"/>
              <a:gd name="connsiteY22" fmla="*/ 1277147 h 1727682"/>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67126 w 1727722"/>
              <a:gd name="connsiteY6" fmla="*/ 899252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32"/>
              <a:gd name="connsiteX1" fmla="*/ 0 w 1727722"/>
              <a:gd name="connsiteY1" fmla="*/ 882351 h 1727632"/>
              <a:gd name="connsiteX2" fmla="*/ 863928 w 1727722"/>
              <a:gd name="connsiteY2" fmla="*/ 19 h 1727632"/>
              <a:gd name="connsiteX3" fmla="*/ 1727722 w 1727722"/>
              <a:gd name="connsiteY3" fmla="*/ 863813 h 1727632"/>
              <a:gd name="connsiteX4" fmla="*/ 863928 w 1727722"/>
              <a:gd name="connsiteY4" fmla="*/ 1727607 h 1727632"/>
              <a:gd name="connsiteX5" fmla="*/ 863928 w 1727722"/>
              <a:gd name="connsiteY5" fmla="*/ 74412 h 1727632"/>
              <a:gd name="connsiteX6" fmla="*/ 74830 w 1727722"/>
              <a:gd name="connsiteY6" fmla="*/ 882304 h 1727632"/>
              <a:gd name="connsiteX7" fmla="*/ 863928 w 1727722"/>
              <a:gd name="connsiteY7" fmla="*/ 1653213 h 1727632"/>
              <a:gd name="connsiteX8" fmla="*/ 1653329 w 1727722"/>
              <a:gd name="connsiteY8" fmla="*/ 863813 h 1727632"/>
              <a:gd name="connsiteX9" fmla="*/ 863928 w 1727722"/>
              <a:gd name="connsiteY9" fmla="*/ 74412 h 1727632"/>
              <a:gd name="connsiteX10" fmla="*/ 901125 w 1727722"/>
              <a:gd name="connsiteY10" fmla="*/ 1277111 h 1727632"/>
              <a:gd name="connsiteX11" fmla="*/ 826731 w 1727722"/>
              <a:gd name="connsiteY11" fmla="*/ 1277111 h 1727632"/>
              <a:gd name="connsiteX12" fmla="*/ 826731 w 1727722"/>
              <a:gd name="connsiteY12" fmla="*/ 901010 h 1727632"/>
              <a:gd name="connsiteX13" fmla="*/ 450630 w 1727722"/>
              <a:gd name="connsiteY13" fmla="*/ 901010 h 1727632"/>
              <a:gd name="connsiteX14" fmla="*/ 450630 w 1727722"/>
              <a:gd name="connsiteY14" fmla="*/ 826616 h 1727632"/>
              <a:gd name="connsiteX15" fmla="*/ 826731 w 1727722"/>
              <a:gd name="connsiteY15" fmla="*/ 826616 h 1727632"/>
              <a:gd name="connsiteX16" fmla="*/ 826731 w 1727722"/>
              <a:gd name="connsiteY16" fmla="*/ 450514 h 1727632"/>
              <a:gd name="connsiteX17" fmla="*/ 901125 w 1727722"/>
              <a:gd name="connsiteY17" fmla="*/ 450514 h 1727632"/>
              <a:gd name="connsiteX18" fmla="*/ 901125 w 1727722"/>
              <a:gd name="connsiteY18" fmla="*/ 826616 h 1727632"/>
              <a:gd name="connsiteX19" fmla="*/ 1277227 w 1727722"/>
              <a:gd name="connsiteY19" fmla="*/ 826616 h 1727632"/>
              <a:gd name="connsiteX20" fmla="*/ 1277227 w 1727722"/>
              <a:gd name="connsiteY20" fmla="*/ 901010 h 1727632"/>
              <a:gd name="connsiteX21" fmla="*/ 901125 w 1727722"/>
              <a:gd name="connsiteY21" fmla="*/ 901010 h 1727632"/>
              <a:gd name="connsiteX22" fmla="*/ 901125 w 1727722"/>
              <a:gd name="connsiteY22" fmla="*/ 1277111 h 1727632"/>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28"/>
              <a:gd name="connsiteX1" fmla="*/ 0 w 1727722"/>
              <a:gd name="connsiteY1" fmla="*/ 882351 h 1727628"/>
              <a:gd name="connsiteX2" fmla="*/ 863928 w 1727722"/>
              <a:gd name="connsiteY2" fmla="*/ 19 h 1727628"/>
              <a:gd name="connsiteX3" fmla="*/ 1727722 w 1727722"/>
              <a:gd name="connsiteY3" fmla="*/ 863813 h 1727628"/>
              <a:gd name="connsiteX4" fmla="*/ 863928 w 1727722"/>
              <a:gd name="connsiteY4" fmla="*/ 1727607 h 1727628"/>
              <a:gd name="connsiteX5" fmla="*/ 863928 w 1727722"/>
              <a:gd name="connsiteY5" fmla="*/ 74412 h 1727628"/>
              <a:gd name="connsiteX6" fmla="*/ 74830 w 1727722"/>
              <a:gd name="connsiteY6" fmla="*/ 882304 h 1727628"/>
              <a:gd name="connsiteX7" fmla="*/ 863928 w 1727722"/>
              <a:gd name="connsiteY7" fmla="*/ 1653213 h 1727628"/>
              <a:gd name="connsiteX8" fmla="*/ 1653329 w 1727722"/>
              <a:gd name="connsiteY8" fmla="*/ 863813 h 1727628"/>
              <a:gd name="connsiteX9" fmla="*/ 863928 w 1727722"/>
              <a:gd name="connsiteY9" fmla="*/ 74412 h 1727628"/>
              <a:gd name="connsiteX10" fmla="*/ 901125 w 1727722"/>
              <a:gd name="connsiteY10" fmla="*/ 1277111 h 1727628"/>
              <a:gd name="connsiteX11" fmla="*/ 826731 w 1727722"/>
              <a:gd name="connsiteY11" fmla="*/ 1277111 h 1727628"/>
              <a:gd name="connsiteX12" fmla="*/ 826731 w 1727722"/>
              <a:gd name="connsiteY12" fmla="*/ 901010 h 1727628"/>
              <a:gd name="connsiteX13" fmla="*/ 450630 w 1727722"/>
              <a:gd name="connsiteY13" fmla="*/ 901010 h 1727628"/>
              <a:gd name="connsiteX14" fmla="*/ 450630 w 1727722"/>
              <a:gd name="connsiteY14" fmla="*/ 826616 h 1727628"/>
              <a:gd name="connsiteX15" fmla="*/ 826731 w 1727722"/>
              <a:gd name="connsiteY15" fmla="*/ 826616 h 1727628"/>
              <a:gd name="connsiteX16" fmla="*/ 826731 w 1727722"/>
              <a:gd name="connsiteY16" fmla="*/ 450514 h 1727628"/>
              <a:gd name="connsiteX17" fmla="*/ 901125 w 1727722"/>
              <a:gd name="connsiteY17" fmla="*/ 450514 h 1727628"/>
              <a:gd name="connsiteX18" fmla="*/ 901125 w 1727722"/>
              <a:gd name="connsiteY18" fmla="*/ 826616 h 1727628"/>
              <a:gd name="connsiteX19" fmla="*/ 1277227 w 1727722"/>
              <a:gd name="connsiteY19" fmla="*/ 826616 h 1727628"/>
              <a:gd name="connsiteX20" fmla="*/ 1277227 w 1727722"/>
              <a:gd name="connsiteY20" fmla="*/ 901010 h 1727628"/>
              <a:gd name="connsiteX21" fmla="*/ 901125 w 1727722"/>
              <a:gd name="connsiteY21" fmla="*/ 901010 h 1727628"/>
              <a:gd name="connsiteX22" fmla="*/ 901125 w 1727722"/>
              <a:gd name="connsiteY22" fmla="*/ 1277111 h 1727628"/>
              <a:gd name="connsiteX0" fmla="*/ 863928 w 1727722"/>
              <a:gd name="connsiteY0" fmla="*/ 1727607 h 1727619"/>
              <a:gd name="connsiteX1" fmla="*/ 0 w 1727722"/>
              <a:gd name="connsiteY1" fmla="*/ 882351 h 1727619"/>
              <a:gd name="connsiteX2" fmla="*/ 863928 w 1727722"/>
              <a:gd name="connsiteY2" fmla="*/ 19 h 1727619"/>
              <a:gd name="connsiteX3" fmla="*/ 1727722 w 1727722"/>
              <a:gd name="connsiteY3" fmla="*/ 863813 h 1727619"/>
              <a:gd name="connsiteX4" fmla="*/ 863928 w 1727722"/>
              <a:gd name="connsiteY4" fmla="*/ 1727607 h 1727619"/>
              <a:gd name="connsiteX5" fmla="*/ 863928 w 1727722"/>
              <a:gd name="connsiteY5" fmla="*/ 74412 h 1727619"/>
              <a:gd name="connsiteX6" fmla="*/ 74830 w 1727722"/>
              <a:gd name="connsiteY6" fmla="*/ 882304 h 1727619"/>
              <a:gd name="connsiteX7" fmla="*/ 863928 w 1727722"/>
              <a:gd name="connsiteY7" fmla="*/ 1653213 h 1727619"/>
              <a:gd name="connsiteX8" fmla="*/ 1653329 w 1727722"/>
              <a:gd name="connsiteY8" fmla="*/ 863813 h 1727619"/>
              <a:gd name="connsiteX9" fmla="*/ 863928 w 1727722"/>
              <a:gd name="connsiteY9" fmla="*/ 74412 h 1727619"/>
              <a:gd name="connsiteX10" fmla="*/ 901125 w 1727722"/>
              <a:gd name="connsiteY10" fmla="*/ 1277111 h 1727619"/>
              <a:gd name="connsiteX11" fmla="*/ 826731 w 1727722"/>
              <a:gd name="connsiteY11" fmla="*/ 1277111 h 1727619"/>
              <a:gd name="connsiteX12" fmla="*/ 826731 w 1727722"/>
              <a:gd name="connsiteY12" fmla="*/ 901010 h 1727619"/>
              <a:gd name="connsiteX13" fmla="*/ 450630 w 1727722"/>
              <a:gd name="connsiteY13" fmla="*/ 901010 h 1727619"/>
              <a:gd name="connsiteX14" fmla="*/ 450630 w 1727722"/>
              <a:gd name="connsiteY14" fmla="*/ 826616 h 1727619"/>
              <a:gd name="connsiteX15" fmla="*/ 826731 w 1727722"/>
              <a:gd name="connsiteY15" fmla="*/ 826616 h 1727619"/>
              <a:gd name="connsiteX16" fmla="*/ 826731 w 1727722"/>
              <a:gd name="connsiteY16" fmla="*/ 450514 h 1727619"/>
              <a:gd name="connsiteX17" fmla="*/ 901125 w 1727722"/>
              <a:gd name="connsiteY17" fmla="*/ 450514 h 1727619"/>
              <a:gd name="connsiteX18" fmla="*/ 901125 w 1727722"/>
              <a:gd name="connsiteY18" fmla="*/ 826616 h 1727619"/>
              <a:gd name="connsiteX19" fmla="*/ 1277227 w 1727722"/>
              <a:gd name="connsiteY19" fmla="*/ 826616 h 1727619"/>
              <a:gd name="connsiteX20" fmla="*/ 1277227 w 1727722"/>
              <a:gd name="connsiteY20" fmla="*/ 901010 h 1727619"/>
              <a:gd name="connsiteX21" fmla="*/ 901125 w 1727722"/>
              <a:gd name="connsiteY21" fmla="*/ 901010 h 1727619"/>
              <a:gd name="connsiteX22" fmla="*/ 901125 w 1727722"/>
              <a:gd name="connsiteY22" fmla="*/ 1277111 h 1727619"/>
              <a:gd name="connsiteX0" fmla="*/ 863928 w 1727722"/>
              <a:gd name="connsiteY0" fmla="*/ 1727607 h 1727610"/>
              <a:gd name="connsiteX1" fmla="*/ 0 w 1727722"/>
              <a:gd name="connsiteY1" fmla="*/ 882351 h 1727610"/>
              <a:gd name="connsiteX2" fmla="*/ 863928 w 1727722"/>
              <a:gd name="connsiteY2" fmla="*/ 19 h 1727610"/>
              <a:gd name="connsiteX3" fmla="*/ 1727722 w 1727722"/>
              <a:gd name="connsiteY3" fmla="*/ 863813 h 1727610"/>
              <a:gd name="connsiteX4" fmla="*/ 863928 w 1727722"/>
              <a:gd name="connsiteY4" fmla="*/ 1727607 h 1727610"/>
              <a:gd name="connsiteX5" fmla="*/ 863928 w 1727722"/>
              <a:gd name="connsiteY5" fmla="*/ 74412 h 1727610"/>
              <a:gd name="connsiteX6" fmla="*/ 74830 w 1727722"/>
              <a:gd name="connsiteY6" fmla="*/ 882304 h 1727610"/>
              <a:gd name="connsiteX7" fmla="*/ 863928 w 1727722"/>
              <a:gd name="connsiteY7" fmla="*/ 1653213 h 1727610"/>
              <a:gd name="connsiteX8" fmla="*/ 1653329 w 1727722"/>
              <a:gd name="connsiteY8" fmla="*/ 863813 h 1727610"/>
              <a:gd name="connsiteX9" fmla="*/ 863928 w 1727722"/>
              <a:gd name="connsiteY9" fmla="*/ 74412 h 1727610"/>
              <a:gd name="connsiteX10" fmla="*/ 901125 w 1727722"/>
              <a:gd name="connsiteY10" fmla="*/ 1277111 h 1727610"/>
              <a:gd name="connsiteX11" fmla="*/ 826731 w 1727722"/>
              <a:gd name="connsiteY11" fmla="*/ 1277111 h 1727610"/>
              <a:gd name="connsiteX12" fmla="*/ 826731 w 1727722"/>
              <a:gd name="connsiteY12" fmla="*/ 901010 h 1727610"/>
              <a:gd name="connsiteX13" fmla="*/ 450630 w 1727722"/>
              <a:gd name="connsiteY13" fmla="*/ 901010 h 1727610"/>
              <a:gd name="connsiteX14" fmla="*/ 450630 w 1727722"/>
              <a:gd name="connsiteY14" fmla="*/ 826616 h 1727610"/>
              <a:gd name="connsiteX15" fmla="*/ 826731 w 1727722"/>
              <a:gd name="connsiteY15" fmla="*/ 826616 h 1727610"/>
              <a:gd name="connsiteX16" fmla="*/ 826731 w 1727722"/>
              <a:gd name="connsiteY16" fmla="*/ 450514 h 1727610"/>
              <a:gd name="connsiteX17" fmla="*/ 901125 w 1727722"/>
              <a:gd name="connsiteY17" fmla="*/ 450514 h 1727610"/>
              <a:gd name="connsiteX18" fmla="*/ 901125 w 1727722"/>
              <a:gd name="connsiteY18" fmla="*/ 826616 h 1727610"/>
              <a:gd name="connsiteX19" fmla="*/ 1277227 w 1727722"/>
              <a:gd name="connsiteY19" fmla="*/ 826616 h 1727610"/>
              <a:gd name="connsiteX20" fmla="*/ 1277227 w 1727722"/>
              <a:gd name="connsiteY20" fmla="*/ 901010 h 1727610"/>
              <a:gd name="connsiteX21" fmla="*/ 901125 w 1727722"/>
              <a:gd name="connsiteY21" fmla="*/ 901010 h 1727610"/>
              <a:gd name="connsiteX22" fmla="*/ 901125 w 1727722"/>
              <a:gd name="connsiteY22" fmla="*/ 1277111 h 1727610"/>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611"/>
              <a:gd name="connsiteX1" fmla="*/ 15 w 1727737"/>
              <a:gd name="connsiteY1" fmla="*/ 882351 h 1727611"/>
              <a:gd name="connsiteX2" fmla="*/ 863943 w 1727737"/>
              <a:gd name="connsiteY2" fmla="*/ 19 h 1727611"/>
              <a:gd name="connsiteX3" fmla="*/ 1727737 w 1727737"/>
              <a:gd name="connsiteY3" fmla="*/ 863813 h 1727611"/>
              <a:gd name="connsiteX4" fmla="*/ 863943 w 1727737"/>
              <a:gd name="connsiteY4" fmla="*/ 1727607 h 1727611"/>
              <a:gd name="connsiteX5" fmla="*/ 863943 w 1727737"/>
              <a:gd name="connsiteY5" fmla="*/ 74412 h 1727611"/>
              <a:gd name="connsiteX6" fmla="*/ 74845 w 1727737"/>
              <a:gd name="connsiteY6" fmla="*/ 882304 h 1727611"/>
              <a:gd name="connsiteX7" fmla="*/ 863943 w 1727737"/>
              <a:gd name="connsiteY7" fmla="*/ 1653213 h 1727611"/>
              <a:gd name="connsiteX8" fmla="*/ 1653344 w 1727737"/>
              <a:gd name="connsiteY8" fmla="*/ 863813 h 1727611"/>
              <a:gd name="connsiteX9" fmla="*/ 863943 w 1727737"/>
              <a:gd name="connsiteY9" fmla="*/ 74412 h 1727611"/>
              <a:gd name="connsiteX10" fmla="*/ 901140 w 1727737"/>
              <a:gd name="connsiteY10" fmla="*/ 1277111 h 1727611"/>
              <a:gd name="connsiteX11" fmla="*/ 826746 w 1727737"/>
              <a:gd name="connsiteY11" fmla="*/ 1277111 h 1727611"/>
              <a:gd name="connsiteX12" fmla="*/ 826746 w 1727737"/>
              <a:gd name="connsiteY12" fmla="*/ 901010 h 1727611"/>
              <a:gd name="connsiteX13" fmla="*/ 450645 w 1727737"/>
              <a:gd name="connsiteY13" fmla="*/ 901010 h 1727611"/>
              <a:gd name="connsiteX14" fmla="*/ 450645 w 1727737"/>
              <a:gd name="connsiteY14" fmla="*/ 826616 h 1727611"/>
              <a:gd name="connsiteX15" fmla="*/ 826746 w 1727737"/>
              <a:gd name="connsiteY15" fmla="*/ 826616 h 1727611"/>
              <a:gd name="connsiteX16" fmla="*/ 826746 w 1727737"/>
              <a:gd name="connsiteY16" fmla="*/ 450514 h 1727611"/>
              <a:gd name="connsiteX17" fmla="*/ 901140 w 1727737"/>
              <a:gd name="connsiteY17" fmla="*/ 450514 h 1727611"/>
              <a:gd name="connsiteX18" fmla="*/ 901140 w 1727737"/>
              <a:gd name="connsiteY18" fmla="*/ 826616 h 1727611"/>
              <a:gd name="connsiteX19" fmla="*/ 1277242 w 1727737"/>
              <a:gd name="connsiteY19" fmla="*/ 826616 h 1727611"/>
              <a:gd name="connsiteX20" fmla="*/ 1277242 w 1727737"/>
              <a:gd name="connsiteY20" fmla="*/ 901010 h 1727611"/>
              <a:gd name="connsiteX21" fmla="*/ 901140 w 1727737"/>
              <a:gd name="connsiteY21" fmla="*/ 901010 h 1727611"/>
              <a:gd name="connsiteX22" fmla="*/ 901140 w 1727737"/>
              <a:gd name="connsiteY22" fmla="*/ 1277111 h 1727611"/>
              <a:gd name="connsiteX0" fmla="*/ 863943 w 1727737"/>
              <a:gd name="connsiteY0" fmla="*/ 1727607 h 1727717"/>
              <a:gd name="connsiteX1" fmla="*/ 15 w 1727737"/>
              <a:gd name="connsiteY1" fmla="*/ 882351 h 1727717"/>
              <a:gd name="connsiteX2" fmla="*/ 863943 w 1727737"/>
              <a:gd name="connsiteY2" fmla="*/ 19 h 1727717"/>
              <a:gd name="connsiteX3" fmla="*/ 1727737 w 1727737"/>
              <a:gd name="connsiteY3" fmla="*/ 863813 h 1727717"/>
              <a:gd name="connsiteX4" fmla="*/ 863943 w 1727737"/>
              <a:gd name="connsiteY4" fmla="*/ 1727607 h 1727717"/>
              <a:gd name="connsiteX5" fmla="*/ 863943 w 1727737"/>
              <a:gd name="connsiteY5" fmla="*/ 74412 h 1727717"/>
              <a:gd name="connsiteX6" fmla="*/ 74845 w 1727737"/>
              <a:gd name="connsiteY6" fmla="*/ 882304 h 1727717"/>
              <a:gd name="connsiteX7" fmla="*/ 863943 w 1727737"/>
              <a:gd name="connsiteY7" fmla="*/ 1653213 h 1727717"/>
              <a:gd name="connsiteX8" fmla="*/ 1653344 w 1727737"/>
              <a:gd name="connsiteY8" fmla="*/ 863813 h 1727717"/>
              <a:gd name="connsiteX9" fmla="*/ 863943 w 1727737"/>
              <a:gd name="connsiteY9" fmla="*/ 74412 h 1727717"/>
              <a:gd name="connsiteX10" fmla="*/ 901140 w 1727737"/>
              <a:gd name="connsiteY10" fmla="*/ 1277111 h 1727717"/>
              <a:gd name="connsiteX11" fmla="*/ 826746 w 1727737"/>
              <a:gd name="connsiteY11" fmla="*/ 1277111 h 1727717"/>
              <a:gd name="connsiteX12" fmla="*/ 826746 w 1727737"/>
              <a:gd name="connsiteY12" fmla="*/ 901010 h 1727717"/>
              <a:gd name="connsiteX13" fmla="*/ 450645 w 1727737"/>
              <a:gd name="connsiteY13" fmla="*/ 901010 h 1727717"/>
              <a:gd name="connsiteX14" fmla="*/ 450645 w 1727737"/>
              <a:gd name="connsiteY14" fmla="*/ 826616 h 1727717"/>
              <a:gd name="connsiteX15" fmla="*/ 826746 w 1727737"/>
              <a:gd name="connsiteY15" fmla="*/ 826616 h 1727717"/>
              <a:gd name="connsiteX16" fmla="*/ 826746 w 1727737"/>
              <a:gd name="connsiteY16" fmla="*/ 450514 h 1727717"/>
              <a:gd name="connsiteX17" fmla="*/ 901140 w 1727737"/>
              <a:gd name="connsiteY17" fmla="*/ 450514 h 1727717"/>
              <a:gd name="connsiteX18" fmla="*/ 901140 w 1727737"/>
              <a:gd name="connsiteY18" fmla="*/ 826616 h 1727717"/>
              <a:gd name="connsiteX19" fmla="*/ 1277242 w 1727737"/>
              <a:gd name="connsiteY19" fmla="*/ 826616 h 1727717"/>
              <a:gd name="connsiteX20" fmla="*/ 1277242 w 1727737"/>
              <a:gd name="connsiteY20" fmla="*/ 901010 h 1727717"/>
              <a:gd name="connsiteX21" fmla="*/ 901140 w 1727737"/>
              <a:gd name="connsiteY21" fmla="*/ 901010 h 1727717"/>
              <a:gd name="connsiteX22" fmla="*/ 901140 w 1727737"/>
              <a:gd name="connsiteY22" fmla="*/ 1277111 h 1727717"/>
              <a:gd name="connsiteX0" fmla="*/ 863943 w 1727737"/>
              <a:gd name="connsiteY0" fmla="*/ 1727607 h 1728422"/>
              <a:gd name="connsiteX1" fmla="*/ 15 w 1727737"/>
              <a:gd name="connsiteY1" fmla="*/ 882351 h 1728422"/>
              <a:gd name="connsiteX2" fmla="*/ 863943 w 1727737"/>
              <a:gd name="connsiteY2" fmla="*/ 19 h 1728422"/>
              <a:gd name="connsiteX3" fmla="*/ 1727737 w 1727737"/>
              <a:gd name="connsiteY3" fmla="*/ 863813 h 1728422"/>
              <a:gd name="connsiteX4" fmla="*/ 863943 w 1727737"/>
              <a:gd name="connsiteY4" fmla="*/ 1727607 h 1728422"/>
              <a:gd name="connsiteX5" fmla="*/ 863943 w 1727737"/>
              <a:gd name="connsiteY5" fmla="*/ 74412 h 1728422"/>
              <a:gd name="connsiteX6" fmla="*/ 74845 w 1727737"/>
              <a:gd name="connsiteY6" fmla="*/ 882304 h 1728422"/>
              <a:gd name="connsiteX7" fmla="*/ 863943 w 1727737"/>
              <a:gd name="connsiteY7" fmla="*/ 1653213 h 1728422"/>
              <a:gd name="connsiteX8" fmla="*/ 1653344 w 1727737"/>
              <a:gd name="connsiteY8" fmla="*/ 863813 h 1728422"/>
              <a:gd name="connsiteX9" fmla="*/ 863943 w 1727737"/>
              <a:gd name="connsiteY9" fmla="*/ 74412 h 1728422"/>
              <a:gd name="connsiteX10" fmla="*/ 901140 w 1727737"/>
              <a:gd name="connsiteY10" fmla="*/ 1277111 h 1728422"/>
              <a:gd name="connsiteX11" fmla="*/ 826746 w 1727737"/>
              <a:gd name="connsiteY11" fmla="*/ 1277111 h 1728422"/>
              <a:gd name="connsiteX12" fmla="*/ 826746 w 1727737"/>
              <a:gd name="connsiteY12" fmla="*/ 901010 h 1728422"/>
              <a:gd name="connsiteX13" fmla="*/ 450645 w 1727737"/>
              <a:gd name="connsiteY13" fmla="*/ 901010 h 1728422"/>
              <a:gd name="connsiteX14" fmla="*/ 450645 w 1727737"/>
              <a:gd name="connsiteY14" fmla="*/ 826616 h 1728422"/>
              <a:gd name="connsiteX15" fmla="*/ 826746 w 1727737"/>
              <a:gd name="connsiteY15" fmla="*/ 826616 h 1728422"/>
              <a:gd name="connsiteX16" fmla="*/ 826746 w 1727737"/>
              <a:gd name="connsiteY16" fmla="*/ 450514 h 1728422"/>
              <a:gd name="connsiteX17" fmla="*/ 901140 w 1727737"/>
              <a:gd name="connsiteY17" fmla="*/ 450514 h 1728422"/>
              <a:gd name="connsiteX18" fmla="*/ 901140 w 1727737"/>
              <a:gd name="connsiteY18" fmla="*/ 826616 h 1728422"/>
              <a:gd name="connsiteX19" fmla="*/ 1277242 w 1727737"/>
              <a:gd name="connsiteY19" fmla="*/ 826616 h 1728422"/>
              <a:gd name="connsiteX20" fmla="*/ 1277242 w 1727737"/>
              <a:gd name="connsiteY20" fmla="*/ 901010 h 1728422"/>
              <a:gd name="connsiteX21" fmla="*/ 901140 w 1727737"/>
              <a:gd name="connsiteY21" fmla="*/ 901010 h 1728422"/>
              <a:gd name="connsiteX22" fmla="*/ 901140 w 1727737"/>
              <a:gd name="connsiteY22" fmla="*/ 1277111 h 1728422"/>
              <a:gd name="connsiteX0" fmla="*/ 863943 w 1727737"/>
              <a:gd name="connsiteY0" fmla="*/ 1727607 h 1727647"/>
              <a:gd name="connsiteX1" fmla="*/ 15 w 1727737"/>
              <a:gd name="connsiteY1" fmla="*/ 882351 h 1727647"/>
              <a:gd name="connsiteX2" fmla="*/ 863943 w 1727737"/>
              <a:gd name="connsiteY2" fmla="*/ 19 h 1727647"/>
              <a:gd name="connsiteX3" fmla="*/ 1727737 w 1727737"/>
              <a:gd name="connsiteY3" fmla="*/ 863813 h 1727647"/>
              <a:gd name="connsiteX4" fmla="*/ 863943 w 1727737"/>
              <a:gd name="connsiteY4" fmla="*/ 1727607 h 1727647"/>
              <a:gd name="connsiteX5" fmla="*/ 863943 w 1727737"/>
              <a:gd name="connsiteY5" fmla="*/ 74412 h 1727647"/>
              <a:gd name="connsiteX6" fmla="*/ 74845 w 1727737"/>
              <a:gd name="connsiteY6" fmla="*/ 882304 h 1727647"/>
              <a:gd name="connsiteX7" fmla="*/ 863943 w 1727737"/>
              <a:gd name="connsiteY7" fmla="*/ 1653213 h 1727647"/>
              <a:gd name="connsiteX8" fmla="*/ 1653344 w 1727737"/>
              <a:gd name="connsiteY8" fmla="*/ 863813 h 1727647"/>
              <a:gd name="connsiteX9" fmla="*/ 863943 w 1727737"/>
              <a:gd name="connsiteY9" fmla="*/ 74412 h 1727647"/>
              <a:gd name="connsiteX10" fmla="*/ 901140 w 1727737"/>
              <a:gd name="connsiteY10" fmla="*/ 1277111 h 1727647"/>
              <a:gd name="connsiteX11" fmla="*/ 826746 w 1727737"/>
              <a:gd name="connsiteY11" fmla="*/ 1277111 h 1727647"/>
              <a:gd name="connsiteX12" fmla="*/ 826746 w 1727737"/>
              <a:gd name="connsiteY12" fmla="*/ 901010 h 1727647"/>
              <a:gd name="connsiteX13" fmla="*/ 450645 w 1727737"/>
              <a:gd name="connsiteY13" fmla="*/ 901010 h 1727647"/>
              <a:gd name="connsiteX14" fmla="*/ 450645 w 1727737"/>
              <a:gd name="connsiteY14" fmla="*/ 826616 h 1727647"/>
              <a:gd name="connsiteX15" fmla="*/ 826746 w 1727737"/>
              <a:gd name="connsiteY15" fmla="*/ 826616 h 1727647"/>
              <a:gd name="connsiteX16" fmla="*/ 826746 w 1727737"/>
              <a:gd name="connsiteY16" fmla="*/ 450514 h 1727647"/>
              <a:gd name="connsiteX17" fmla="*/ 901140 w 1727737"/>
              <a:gd name="connsiteY17" fmla="*/ 450514 h 1727647"/>
              <a:gd name="connsiteX18" fmla="*/ 901140 w 1727737"/>
              <a:gd name="connsiteY18" fmla="*/ 826616 h 1727647"/>
              <a:gd name="connsiteX19" fmla="*/ 1277242 w 1727737"/>
              <a:gd name="connsiteY19" fmla="*/ 826616 h 1727647"/>
              <a:gd name="connsiteX20" fmla="*/ 1277242 w 1727737"/>
              <a:gd name="connsiteY20" fmla="*/ 901010 h 1727647"/>
              <a:gd name="connsiteX21" fmla="*/ 901140 w 1727737"/>
              <a:gd name="connsiteY21" fmla="*/ 901010 h 1727647"/>
              <a:gd name="connsiteX22" fmla="*/ 901140 w 1727737"/>
              <a:gd name="connsiteY22" fmla="*/ 1277111 h 172764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43 w 1727737"/>
              <a:gd name="connsiteY0" fmla="*/ 1727607 h 1727607"/>
              <a:gd name="connsiteX1" fmla="*/ 15 w 1727737"/>
              <a:gd name="connsiteY1" fmla="*/ 882351 h 1727607"/>
              <a:gd name="connsiteX2" fmla="*/ 863943 w 1727737"/>
              <a:gd name="connsiteY2" fmla="*/ 19 h 1727607"/>
              <a:gd name="connsiteX3" fmla="*/ 1727737 w 1727737"/>
              <a:gd name="connsiteY3" fmla="*/ 863813 h 1727607"/>
              <a:gd name="connsiteX4" fmla="*/ 863943 w 1727737"/>
              <a:gd name="connsiteY4" fmla="*/ 1727607 h 1727607"/>
              <a:gd name="connsiteX5" fmla="*/ 863943 w 1727737"/>
              <a:gd name="connsiteY5" fmla="*/ 74412 h 1727607"/>
              <a:gd name="connsiteX6" fmla="*/ 74845 w 1727737"/>
              <a:gd name="connsiteY6" fmla="*/ 882304 h 1727607"/>
              <a:gd name="connsiteX7" fmla="*/ 863943 w 1727737"/>
              <a:gd name="connsiteY7" fmla="*/ 1653213 h 1727607"/>
              <a:gd name="connsiteX8" fmla="*/ 1653344 w 1727737"/>
              <a:gd name="connsiteY8" fmla="*/ 863813 h 1727607"/>
              <a:gd name="connsiteX9" fmla="*/ 863943 w 1727737"/>
              <a:gd name="connsiteY9" fmla="*/ 74412 h 1727607"/>
              <a:gd name="connsiteX10" fmla="*/ 901140 w 1727737"/>
              <a:gd name="connsiteY10" fmla="*/ 1277111 h 1727607"/>
              <a:gd name="connsiteX11" fmla="*/ 826746 w 1727737"/>
              <a:gd name="connsiteY11" fmla="*/ 1277111 h 1727607"/>
              <a:gd name="connsiteX12" fmla="*/ 826746 w 1727737"/>
              <a:gd name="connsiteY12" fmla="*/ 901010 h 1727607"/>
              <a:gd name="connsiteX13" fmla="*/ 450645 w 1727737"/>
              <a:gd name="connsiteY13" fmla="*/ 901010 h 1727607"/>
              <a:gd name="connsiteX14" fmla="*/ 450645 w 1727737"/>
              <a:gd name="connsiteY14" fmla="*/ 826616 h 1727607"/>
              <a:gd name="connsiteX15" fmla="*/ 826746 w 1727737"/>
              <a:gd name="connsiteY15" fmla="*/ 826616 h 1727607"/>
              <a:gd name="connsiteX16" fmla="*/ 826746 w 1727737"/>
              <a:gd name="connsiteY16" fmla="*/ 450514 h 1727607"/>
              <a:gd name="connsiteX17" fmla="*/ 901140 w 1727737"/>
              <a:gd name="connsiteY17" fmla="*/ 450514 h 1727607"/>
              <a:gd name="connsiteX18" fmla="*/ 901140 w 1727737"/>
              <a:gd name="connsiteY18" fmla="*/ 826616 h 1727607"/>
              <a:gd name="connsiteX19" fmla="*/ 1277242 w 1727737"/>
              <a:gd name="connsiteY19" fmla="*/ 826616 h 1727607"/>
              <a:gd name="connsiteX20" fmla="*/ 1277242 w 1727737"/>
              <a:gd name="connsiteY20" fmla="*/ 901010 h 1727607"/>
              <a:gd name="connsiteX21" fmla="*/ 901140 w 1727737"/>
              <a:gd name="connsiteY21" fmla="*/ 901010 h 1727607"/>
              <a:gd name="connsiteX22" fmla="*/ 901140 w 1727737"/>
              <a:gd name="connsiteY22" fmla="*/ 1277111 h 1727607"/>
              <a:gd name="connsiteX0" fmla="*/ 863932 w 1727726"/>
              <a:gd name="connsiteY0" fmla="*/ 1727607 h 1727607"/>
              <a:gd name="connsiteX1" fmla="*/ 4 w 1727726"/>
              <a:gd name="connsiteY1" fmla="*/ 882351 h 1727607"/>
              <a:gd name="connsiteX2" fmla="*/ 863932 w 1727726"/>
              <a:gd name="connsiteY2" fmla="*/ 19 h 1727607"/>
              <a:gd name="connsiteX3" fmla="*/ 1727726 w 1727726"/>
              <a:gd name="connsiteY3" fmla="*/ 863813 h 1727607"/>
              <a:gd name="connsiteX4" fmla="*/ 863932 w 1727726"/>
              <a:gd name="connsiteY4" fmla="*/ 1727607 h 1727607"/>
              <a:gd name="connsiteX5" fmla="*/ 863932 w 1727726"/>
              <a:gd name="connsiteY5" fmla="*/ 74412 h 1727607"/>
              <a:gd name="connsiteX6" fmla="*/ 74834 w 1727726"/>
              <a:gd name="connsiteY6" fmla="*/ 882304 h 1727607"/>
              <a:gd name="connsiteX7" fmla="*/ 863932 w 1727726"/>
              <a:gd name="connsiteY7" fmla="*/ 1653213 h 1727607"/>
              <a:gd name="connsiteX8" fmla="*/ 1653333 w 1727726"/>
              <a:gd name="connsiteY8" fmla="*/ 863813 h 1727607"/>
              <a:gd name="connsiteX9" fmla="*/ 863932 w 1727726"/>
              <a:gd name="connsiteY9" fmla="*/ 74412 h 1727607"/>
              <a:gd name="connsiteX10" fmla="*/ 901129 w 1727726"/>
              <a:gd name="connsiteY10" fmla="*/ 1277111 h 1727607"/>
              <a:gd name="connsiteX11" fmla="*/ 826735 w 1727726"/>
              <a:gd name="connsiteY11" fmla="*/ 1277111 h 1727607"/>
              <a:gd name="connsiteX12" fmla="*/ 826735 w 1727726"/>
              <a:gd name="connsiteY12" fmla="*/ 901010 h 1727607"/>
              <a:gd name="connsiteX13" fmla="*/ 450634 w 1727726"/>
              <a:gd name="connsiteY13" fmla="*/ 901010 h 1727607"/>
              <a:gd name="connsiteX14" fmla="*/ 450634 w 1727726"/>
              <a:gd name="connsiteY14" fmla="*/ 826616 h 1727607"/>
              <a:gd name="connsiteX15" fmla="*/ 826735 w 1727726"/>
              <a:gd name="connsiteY15" fmla="*/ 826616 h 1727607"/>
              <a:gd name="connsiteX16" fmla="*/ 826735 w 1727726"/>
              <a:gd name="connsiteY16" fmla="*/ 450514 h 1727607"/>
              <a:gd name="connsiteX17" fmla="*/ 901129 w 1727726"/>
              <a:gd name="connsiteY17" fmla="*/ 450514 h 1727607"/>
              <a:gd name="connsiteX18" fmla="*/ 901129 w 1727726"/>
              <a:gd name="connsiteY18" fmla="*/ 826616 h 1727607"/>
              <a:gd name="connsiteX19" fmla="*/ 1277231 w 1727726"/>
              <a:gd name="connsiteY19" fmla="*/ 826616 h 1727607"/>
              <a:gd name="connsiteX20" fmla="*/ 1277231 w 1727726"/>
              <a:gd name="connsiteY20" fmla="*/ 901010 h 1727607"/>
              <a:gd name="connsiteX21" fmla="*/ 901129 w 1727726"/>
              <a:gd name="connsiteY21" fmla="*/ 901010 h 1727607"/>
              <a:gd name="connsiteX22" fmla="*/ 901129 w 1727726"/>
              <a:gd name="connsiteY22" fmla="*/ 1277111 h 1727607"/>
              <a:gd name="connsiteX0" fmla="*/ 863946 w 1727740"/>
              <a:gd name="connsiteY0" fmla="*/ 1727607 h 1727607"/>
              <a:gd name="connsiteX1" fmla="*/ 18 w 1727740"/>
              <a:gd name="connsiteY1" fmla="*/ 882351 h 1727607"/>
              <a:gd name="connsiteX2" fmla="*/ 863946 w 1727740"/>
              <a:gd name="connsiteY2" fmla="*/ 19 h 1727607"/>
              <a:gd name="connsiteX3" fmla="*/ 1727740 w 1727740"/>
              <a:gd name="connsiteY3" fmla="*/ 863813 h 1727607"/>
              <a:gd name="connsiteX4" fmla="*/ 863946 w 1727740"/>
              <a:gd name="connsiteY4" fmla="*/ 1727607 h 1727607"/>
              <a:gd name="connsiteX5" fmla="*/ 863946 w 1727740"/>
              <a:gd name="connsiteY5" fmla="*/ 74412 h 1727607"/>
              <a:gd name="connsiteX6" fmla="*/ 74848 w 1727740"/>
              <a:gd name="connsiteY6" fmla="*/ 882304 h 1727607"/>
              <a:gd name="connsiteX7" fmla="*/ 863946 w 1727740"/>
              <a:gd name="connsiteY7" fmla="*/ 1653213 h 1727607"/>
              <a:gd name="connsiteX8" fmla="*/ 1653347 w 1727740"/>
              <a:gd name="connsiteY8" fmla="*/ 863813 h 1727607"/>
              <a:gd name="connsiteX9" fmla="*/ 863946 w 1727740"/>
              <a:gd name="connsiteY9" fmla="*/ 74412 h 1727607"/>
              <a:gd name="connsiteX10" fmla="*/ 901143 w 1727740"/>
              <a:gd name="connsiteY10" fmla="*/ 1277111 h 1727607"/>
              <a:gd name="connsiteX11" fmla="*/ 826749 w 1727740"/>
              <a:gd name="connsiteY11" fmla="*/ 1277111 h 1727607"/>
              <a:gd name="connsiteX12" fmla="*/ 826749 w 1727740"/>
              <a:gd name="connsiteY12" fmla="*/ 901010 h 1727607"/>
              <a:gd name="connsiteX13" fmla="*/ 450648 w 1727740"/>
              <a:gd name="connsiteY13" fmla="*/ 901010 h 1727607"/>
              <a:gd name="connsiteX14" fmla="*/ 450648 w 1727740"/>
              <a:gd name="connsiteY14" fmla="*/ 826616 h 1727607"/>
              <a:gd name="connsiteX15" fmla="*/ 826749 w 1727740"/>
              <a:gd name="connsiteY15" fmla="*/ 826616 h 1727607"/>
              <a:gd name="connsiteX16" fmla="*/ 826749 w 1727740"/>
              <a:gd name="connsiteY16" fmla="*/ 450514 h 1727607"/>
              <a:gd name="connsiteX17" fmla="*/ 901143 w 1727740"/>
              <a:gd name="connsiteY17" fmla="*/ 450514 h 1727607"/>
              <a:gd name="connsiteX18" fmla="*/ 901143 w 1727740"/>
              <a:gd name="connsiteY18" fmla="*/ 826616 h 1727607"/>
              <a:gd name="connsiteX19" fmla="*/ 1277245 w 1727740"/>
              <a:gd name="connsiteY19" fmla="*/ 826616 h 1727607"/>
              <a:gd name="connsiteX20" fmla="*/ 1277245 w 1727740"/>
              <a:gd name="connsiteY20" fmla="*/ 901010 h 1727607"/>
              <a:gd name="connsiteX21" fmla="*/ 901143 w 1727740"/>
              <a:gd name="connsiteY21" fmla="*/ 901010 h 1727607"/>
              <a:gd name="connsiteX22" fmla="*/ 901143 w 1727740"/>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607 h 1727607"/>
              <a:gd name="connsiteX1" fmla="*/ 1 w 1727723"/>
              <a:gd name="connsiteY1" fmla="*/ 882351 h 1727607"/>
              <a:gd name="connsiteX2" fmla="*/ 863929 w 1727723"/>
              <a:gd name="connsiteY2" fmla="*/ 19 h 1727607"/>
              <a:gd name="connsiteX3" fmla="*/ 1727723 w 1727723"/>
              <a:gd name="connsiteY3" fmla="*/ 863813 h 1727607"/>
              <a:gd name="connsiteX4" fmla="*/ 863929 w 1727723"/>
              <a:gd name="connsiteY4" fmla="*/ 1727607 h 1727607"/>
              <a:gd name="connsiteX5" fmla="*/ 863929 w 1727723"/>
              <a:gd name="connsiteY5" fmla="*/ 74412 h 1727607"/>
              <a:gd name="connsiteX6" fmla="*/ 74831 w 1727723"/>
              <a:gd name="connsiteY6" fmla="*/ 882304 h 1727607"/>
              <a:gd name="connsiteX7" fmla="*/ 863929 w 1727723"/>
              <a:gd name="connsiteY7" fmla="*/ 1653213 h 1727607"/>
              <a:gd name="connsiteX8" fmla="*/ 1653330 w 1727723"/>
              <a:gd name="connsiteY8" fmla="*/ 863813 h 1727607"/>
              <a:gd name="connsiteX9" fmla="*/ 863929 w 1727723"/>
              <a:gd name="connsiteY9" fmla="*/ 74412 h 1727607"/>
              <a:gd name="connsiteX10" fmla="*/ 901126 w 1727723"/>
              <a:gd name="connsiteY10" fmla="*/ 1277111 h 1727607"/>
              <a:gd name="connsiteX11" fmla="*/ 826732 w 1727723"/>
              <a:gd name="connsiteY11" fmla="*/ 1277111 h 1727607"/>
              <a:gd name="connsiteX12" fmla="*/ 826732 w 1727723"/>
              <a:gd name="connsiteY12" fmla="*/ 901010 h 1727607"/>
              <a:gd name="connsiteX13" fmla="*/ 450631 w 1727723"/>
              <a:gd name="connsiteY13" fmla="*/ 901010 h 1727607"/>
              <a:gd name="connsiteX14" fmla="*/ 450631 w 1727723"/>
              <a:gd name="connsiteY14" fmla="*/ 826616 h 1727607"/>
              <a:gd name="connsiteX15" fmla="*/ 826732 w 1727723"/>
              <a:gd name="connsiteY15" fmla="*/ 826616 h 1727607"/>
              <a:gd name="connsiteX16" fmla="*/ 826732 w 1727723"/>
              <a:gd name="connsiteY16" fmla="*/ 450514 h 1727607"/>
              <a:gd name="connsiteX17" fmla="*/ 901126 w 1727723"/>
              <a:gd name="connsiteY17" fmla="*/ 450514 h 1727607"/>
              <a:gd name="connsiteX18" fmla="*/ 901126 w 1727723"/>
              <a:gd name="connsiteY18" fmla="*/ 826616 h 1727607"/>
              <a:gd name="connsiteX19" fmla="*/ 1277228 w 1727723"/>
              <a:gd name="connsiteY19" fmla="*/ 826616 h 1727607"/>
              <a:gd name="connsiteX20" fmla="*/ 1277228 w 1727723"/>
              <a:gd name="connsiteY20" fmla="*/ 901010 h 1727607"/>
              <a:gd name="connsiteX21" fmla="*/ 901126 w 1727723"/>
              <a:gd name="connsiteY21" fmla="*/ 901010 h 1727607"/>
              <a:gd name="connsiteX22" fmla="*/ 901126 w 1727723"/>
              <a:gd name="connsiteY22" fmla="*/ 1277111 h 1727607"/>
              <a:gd name="connsiteX0" fmla="*/ 863929 w 1727723"/>
              <a:gd name="connsiteY0" fmla="*/ 1727593 h 1727593"/>
              <a:gd name="connsiteX1" fmla="*/ 1 w 1727723"/>
              <a:gd name="connsiteY1" fmla="*/ 882337 h 1727593"/>
              <a:gd name="connsiteX2" fmla="*/ 863929 w 1727723"/>
              <a:gd name="connsiteY2" fmla="*/ 5 h 1727593"/>
              <a:gd name="connsiteX3" fmla="*/ 1727723 w 1727723"/>
              <a:gd name="connsiteY3" fmla="*/ 863799 h 1727593"/>
              <a:gd name="connsiteX4" fmla="*/ 863929 w 1727723"/>
              <a:gd name="connsiteY4" fmla="*/ 1727593 h 1727593"/>
              <a:gd name="connsiteX5" fmla="*/ 863929 w 1727723"/>
              <a:gd name="connsiteY5" fmla="*/ 74398 h 1727593"/>
              <a:gd name="connsiteX6" fmla="*/ 74831 w 1727723"/>
              <a:gd name="connsiteY6" fmla="*/ 882290 h 1727593"/>
              <a:gd name="connsiteX7" fmla="*/ 863929 w 1727723"/>
              <a:gd name="connsiteY7" fmla="*/ 1653199 h 1727593"/>
              <a:gd name="connsiteX8" fmla="*/ 1653330 w 1727723"/>
              <a:gd name="connsiteY8" fmla="*/ 863799 h 1727593"/>
              <a:gd name="connsiteX9" fmla="*/ 863929 w 1727723"/>
              <a:gd name="connsiteY9" fmla="*/ 74398 h 1727593"/>
              <a:gd name="connsiteX10" fmla="*/ 901126 w 1727723"/>
              <a:gd name="connsiteY10" fmla="*/ 1277097 h 1727593"/>
              <a:gd name="connsiteX11" fmla="*/ 826732 w 1727723"/>
              <a:gd name="connsiteY11" fmla="*/ 1277097 h 1727593"/>
              <a:gd name="connsiteX12" fmla="*/ 826732 w 1727723"/>
              <a:gd name="connsiteY12" fmla="*/ 900996 h 1727593"/>
              <a:gd name="connsiteX13" fmla="*/ 450631 w 1727723"/>
              <a:gd name="connsiteY13" fmla="*/ 900996 h 1727593"/>
              <a:gd name="connsiteX14" fmla="*/ 450631 w 1727723"/>
              <a:gd name="connsiteY14" fmla="*/ 826602 h 1727593"/>
              <a:gd name="connsiteX15" fmla="*/ 826732 w 1727723"/>
              <a:gd name="connsiteY15" fmla="*/ 826602 h 1727593"/>
              <a:gd name="connsiteX16" fmla="*/ 826732 w 1727723"/>
              <a:gd name="connsiteY16" fmla="*/ 450500 h 1727593"/>
              <a:gd name="connsiteX17" fmla="*/ 901126 w 1727723"/>
              <a:gd name="connsiteY17" fmla="*/ 450500 h 1727593"/>
              <a:gd name="connsiteX18" fmla="*/ 901126 w 1727723"/>
              <a:gd name="connsiteY18" fmla="*/ 826602 h 1727593"/>
              <a:gd name="connsiteX19" fmla="*/ 1277228 w 1727723"/>
              <a:gd name="connsiteY19" fmla="*/ 826602 h 1727593"/>
              <a:gd name="connsiteX20" fmla="*/ 1277228 w 1727723"/>
              <a:gd name="connsiteY20" fmla="*/ 900996 h 1727593"/>
              <a:gd name="connsiteX21" fmla="*/ 901126 w 1727723"/>
              <a:gd name="connsiteY21" fmla="*/ 900996 h 1727593"/>
              <a:gd name="connsiteX22" fmla="*/ 901126 w 1727723"/>
              <a:gd name="connsiteY22" fmla="*/ 1277097 h 1727593"/>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82333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4831 w 1727723"/>
              <a:gd name="connsiteY6" fmla="*/ 882286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94"/>
              <a:gd name="connsiteX1" fmla="*/ 1 w 1727723"/>
              <a:gd name="connsiteY1" fmla="*/ 882333 h 1727594"/>
              <a:gd name="connsiteX2" fmla="*/ 863929 w 1727723"/>
              <a:gd name="connsiteY2" fmla="*/ 1 h 1727594"/>
              <a:gd name="connsiteX3" fmla="*/ 1727723 w 1727723"/>
              <a:gd name="connsiteY3" fmla="*/ 863795 h 1727594"/>
              <a:gd name="connsiteX4" fmla="*/ 863929 w 1727723"/>
              <a:gd name="connsiteY4" fmla="*/ 1727589 h 1727594"/>
              <a:gd name="connsiteX5" fmla="*/ 863929 w 1727723"/>
              <a:gd name="connsiteY5" fmla="*/ 74394 h 1727594"/>
              <a:gd name="connsiteX6" fmla="*/ 74831 w 1727723"/>
              <a:gd name="connsiteY6" fmla="*/ 882286 h 1727594"/>
              <a:gd name="connsiteX7" fmla="*/ 863929 w 1727723"/>
              <a:gd name="connsiteY7" fmla="*/ 1653195 h 1727594"/>
              <a:gd name="connsiteX8" fmla="*/ 1653330 w 1727723"/>
              <a:gd name="connsiteY8" fmla="*/ 863795 h 1727594"/>
              <a:gd name="connsiteX9" fmla="*/ 863929 w 1727723"/>
              <a:gd name="connsiteY9" fmla="*/ 74394 h 1727594"/>
              <a:gd name="connsiteX10" fmla="*/ 901126 w 1727723"/>
              <a:gd name="connsiteY10" fmla="*/ 1277093 h 1727594"/>
              <a:gd name="connsiteX11" fmla="*/ 826732 w 1727723"/>
              <a:gd name="connsiteY11" fmla="*/ 1277093 h 1727594"/>
              <a:gd name="connsiteX12" fmla="*/ 826732 w 1727723"/>
              <a:gd name="connsiteY12" fmla="*/ 900992 h 1727594"/>
              <a:gd name="connsiteX13" fmla="*/ 450631 w 1727723"/>
              <a:gd name="connsiteY13" fmla="*/ 900992 h 1727594"/>
              <a:gd name="connsiteX14" fmla="*/ 450631 w 1727723"/>
              <a:gd name="connsiteY14" fmla="*/ 826598 h 1727594"/>
              <a:gd name="connsiteX15" fmla="*/ 826732 w 1727723"/>
              <a:gd name="connsiteY15" fmla="*/ 826598 h 1727594"/>
              <a:gd name="connsiteX16" fmla="*/ 826732 w 1727723"/>
              <a:gd name="connsiteY16" fmla="*/ 450496 h 1727594"/>
              <a:gd name="connsiteX17" fmla="*/ 901126 w 1727723"/>
              <a:gd name="connsiteY17" fmla="*/ 450496 h 1727594"/>
              <a:gd name="connsiteX18" fmla="*/ 901126 w 1727723"/>
              <a:gd name="connsiteY18" fmla="*/ 826598 h 1727594"/>
              <a:gd name="connsiteX19" fmla="*/ 1277228 w 1727723"/>
              <a:gd name="connsiteY19" fmla="*/ 826598 h 1727594"/>
              <a:gd name="connsiteX20" fmla="*/ 1277228 w 1727723"/>
              <a:gd name="connsiteY20" fmla="*/ 900992 h 1727594"/>
              <a:gd name="connsiteX21" fmla="*/ 901126 w 1727723"/>
              <a:gd name="connsiteY21" fmla="*/ 900992 h 1727594"/>
              <a:gd name="connsiteX22" fmla="*/ 901126 w 1727723"/>
              <a:gd name="connsiteY22" fmla="*/ 1277093 h 1727594"/>
              <a:gd name="connsiteX0" fmla="*/ 863929 w 1727723"/>
              <a:gd name="connsiteY0" fmla="*/ 1727589 h 1727593"/>
              <a:gd name="connsiteX1" fmla="*/ 1 w 1727723"/>
              <a:gd name="connsiteY1" fmla="*/ 882333 h 1727593"/>
              <a:gd name="connsiteX2" fmla="*/ 863929 w 1727723"/>
              <a:gd name="connsiteY2" fmla="*/ 1 h 1727593"/>
              <a:gd name="connsiteX3" fmla="*/ 1727723 w 1727723"/>
              <a:gd name="connsiteY3" fmla="*/ 863795 h 1727593"/>
              <a:gd name="connsiteX4" fmla="*/ 863929 w 1727723"/>
              <a:gd name="connsiteY4" fmla="*/ 1727589 h 1727593"/>
              <a:gd name="connsiteX5" fmla="*/ 863929 w 1727723"/>
              <a:gd name="connsiteY5" fmla="*/ 74394 h 1727593"/>
              <a:gd name="connsiteX6" fmla="*/ 74831 w 1727723"/>
              <a:gd name="connsiteY6" fmla="*/ 882286 h 1727593"/>
              <a:gd name="connsiteX7" fmla="*/ 863929 w 1727723"/>
              <a:gd name="connsiteY7" fmla="*/ 1653195 h 1727593"/>
              <a:gd name="connsiteX8" fmla="*/ 1653330 w 1727723"/>
              <a:gd name="connsiteY8" fmla="*/ 863795 h 1727593"/>
              <a:gd name="connsiteX9" fmla="*/ 863929 w 1727723"/>
              <a:gd name="connsiteY9" fmla="*/ 74394 h 1727593"/>
              <a:gd name="connsiteX10" fmla="*/ 901126 w 1727723"/>
              <a:gd name="connsiteY10" fmla="*/ 1277093 h 1727593"/>
              <a:gd name="connsiteX11" fmla="*/ 826732 w 1727723"/>
              <a:gd name="connsiteY11" fmla="*/ 1277093 h 1727593"/>
              <a:gd name="connsiteX12" fmla="*/ 826732 w 1727723"/>
              <a:gd name="connsiteY12" fmla="*/ 900992 h 1727593"/>
              <a:gd name="connsiteX13" fmla="*/ 450631 w 1727723"/>
              <a:gd name="connsiteY13" fmla="*/ 900992 h 1727593"/>
              <a:gd name="connsiteX14" fmla="*/ 450631 w 1727723"/>
              <a:gd name="connsiteY14" fmla="*/ 826598 h 1727593"/>
              <a:gd name="connsiteX15" fmla="*/ 826732 w 1727723"/>
              <a:gd name="connsiteY15" fmla="*/ 826598 h 1727593"/>
              <a:gd name="connsiteX16" fmla="*/ 826732 w 1727723"/>
              <a:gd name="connsiteY16" fmla="*/ 450496 h 1727593"/>
              <a:gd name="connsiteX17" fmla="*/ 901126 w 1727723"/>
              <a:gd name="connsiteY17" fmla="*/ 450496 h 1727593"/>
              <a:gd name="connsiteX18" fmla="*/ 901126 w 1727723"/>
              <a:gd name="connsiteY18" fmla="*/ 826598 h 1727593"/>
              <a:gd name="connsiteX19" fmla="*/ 1277228 w 1727723"/>
              <a:gd name="connsiteY19" fmla="*/ 826598 h 1727593"/>
              <a:gd name="connsiteX20" fmla="*/ 1277228 w 1727723"/>
              <a:gd name="connsiteY20" fmla="*/ 900992 h 1727593"/>
              <a:gd name="connsiteX21" fmla="*/ 901126 w 1727723"/>
              <a:gd name="connsiteY21" fmla="*/ 900992 h 1727593"/>
              <a:gd name="connsiteX22" fmla="*/ 901126 w 1727723"/>
              <a:gd name="connsiteY22" fmla="*/ 1277093 h 1727593"/>
              <a:gd name="connsiteX0" fmla="*/ 864352 w 1728146"/>
              <a:gd name="connsiteY0" fmla="*/ 1727589 h 1727593"/>
              <a:gd name="connsiteX1" fmla="*/ 424 w 1728146"/>
              <a:gd name="connsiteY1" fmla="*/ 882333 h 1727593"/>
              <a:gd name="connsiteX2" fmla="*/ 864352 w 1728146"/>
              <a:gd name="connsiteY2" fmla="*/ 1 h 1727593"/>
              <a:gd name="connsiteX3" fmla="*/ 1728146 w 1728146"/>
              <a:gd name="connsiteY3" fmla="*/ 863795 h 1727593"/>
              <a:gd name="connsiteX4" fmla="*/ 864352 w 1728146"/>
              <a:gd name="connsiteY4" fmla="*/ 1727589 h 1727593"/>
              <a:gd name="connsiteX5" fmla="*/ 864352 w 1728146"/>
              <a:gd name="connsiteY5" fmla="*/ 74394 h 1727593"/>
              <a:gd name="connsiteX6" fmla="*/ 75254 w 1728146"/>
              <a:gd name="connsiteY6" fmla="*/ 882286 h 1727593"/>
              <a:gd name="connsiteX7" fmla="*/ 864352 w 1728146"/>
              <a:gd name="connsiteY7" fmla="*/ 1653195 h 1727593"/>
              <a:gd name="connsiteX8" fmla="*/ 1653753 w 1728146"/>
              <a:gd name="connsiteY8" fmla="*/ 863795 h 1727593"/>
              <a:gd name="connsiteX9" fmla="*/ 864352 w 1728146"/>
              <a:gd name="connsiteY9" fmla="*/ 74394 h 1727593"/>
              <a:gd name="connsiteX10" fmla="*/ 901549 w 1728146"/>
              <a:gd name="connsiteY10" fmla="*/ 1277093 h 1727593"/>
              <a:gd name="connsiteX11" fmla="*/ 827155 w 1728146"/>
              <a:gd name="connsiteY11" fmla="*/ 1277093 h 1727593"/>
              <a:gd name="connsiteX12" fmla="*/ 827155 w 1728146"/>
              <a:gd name="connsiteY12" fmla="*/ 900992 h 1727593"/>
              <a:gd name="connsiteX13" fmla="*/ 451054 w 1728146"/>
              <a:gd name="connsiteY13" fmla="*/ 900992 h 1727593"/>
              <a:gd name="connsiteX14" fmla="*/ 451054 w 1728146"/>
              <a:gd name="connsiteY14" fmla="*/ 826598 h 1727593"/>
              <a:gd name="connsiteX15" fmla="*/ 827155 w 1728146"/>
              <a:gd name="connsiteY15" fmla="*/ 826598 h 1727593"/>
              <a:gd name="connsiteX16" fmla="*/ 827155 w 1728146"/>
              <a:gd name="connsiteY16" fmla="*/ 450496 h 1727593"/>
              <a:gd name="connsiteX17" fmla="*/ 901549 w 1728146"/>
              <a:gd name="connsiteY17" fmla="*/ 450496 h 1727593"/>
              <a:gd name="connsiteX18" fmla="*/ 901549 w 1728146"/>
              <a:gd name="connsiteY18" fmla="*/ 826598 h 1727593"/>
              <a:gd name="connsiteX19" fmla="*/ 1277651 w 1728146"/>
              <a:gd name="connsiteY19" fmla="*/ 826598 h 1727593"/>
              <a:gd name="connsiteX20" fmla="*/ 1277651 w 1728146"/>
              <a:gd name="connsiteY20" fmla="*/ 900992 h 1727593"/>
              <a:gd name="connsiteX21" fmla="*/ 901549 w 1728146"/>
              <a:gd name="connsiteY21" fmla="*/ 900992 h 1727593"/>
              <a:gd name="connsiteX22" fmla="*/ 901549 w 1728146"/>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4865 w 1727757"/>
              <a:gd name="connsiteY6" fmla="*/ 882286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63 w 1727757"/>
              <a:gd name="connsiteY0" fmla="*/ 1727589 h 1727593"/>
              <a:gd name="connsiteX1" fmla="*/ 35 w 1727757"/>
              <a:gd name="connsiteY1" fmla="*/ 882333 h 1727593"/>
              <a:gd name="connsiteX2" fmla="*/ 863963 w 1727757"/>
              <a:gd name="connsiteY2" fmla="*/ 1 h 1727593"/>
              <a:gd name="connsiteX3" fmla="*/ 1727757 w 1727757"/>
              <a:gd name="connsiteY3" fmla="*/ 863795 h 1727593"/>
              <a:gd name="connsiteX4" fmla="*/ 863963 w 1727757"/>
              <a:gd name="connsiteY4" fmla="*/ 1727589 h 1727593"/>
              <a:gd name="connsiteX5" fmla="*/ 863963 w 1727757"/>
              <a:gd name="connsiteY5" fmla="*/ 74394 h 1727593"/>
              <a:gd name="connsiteX6" fmla="*/ 73324 w 1727757"/>
              <a:gd name="connsiteY6" fmla="*/ 868419 h 1727593"/>
              <a:gd name="connsiteX7" fmla="*/ 863963 w 1727757"/>
              <a:gd name="connsiteY7" fmla="*/ 1653195 h 1727593"/>
              <a:gd name="connsiteX8" fmla="*/ 1653364 w 1727757"/>
              <a:gd name="connsiteY8" fmla="*/ 863795 h 1727593"/>
              <a:gd name="connsiteX9" fmla="*/ 863963 w 1727757"/>
              <a:gd name="connsiteY9" fmla="*/ 74394 h 1727593"/>
              <a:gd name="connsiteX10" fmla="*/ 901160 w 1727757"/>
              <a:gd name="connsiteY10" fmla="*/ 1277093 h 1727593"/>
              <a:gd name="connsiteX11" fmla="*/ 826766 w 1727757"/>
              <a:gd name="connsiteY11" fmla="*/ 1277093 h 1727593"/>
              <a:gd name="connsiteX12" fmla="*/ 826766 w 1727757"/>
              <a:gd name="connsiteY12" fmla="*/ 900992 h 1727593"/>
              <a:gd name="connsiteX13" fmla="*/ 450665 w 1727757"/>
              <a:gd name="connsiteY13" fmla="*/ 900992 h 1727593"/>
              <a:gd name="connsiteX14" fmla="*/ 450665 w 1727757"/>
              <a:gd name="connsiteY14" fmla="*/ 826598 h 1727593"/>
              <a:gd name="connsiteX15" fmla="*/ 826766 w 1727757"/>
              <a:gd name="connsiteY15" fmla="*/ 826598 h 1727593"/>
              <a:gd name="connsiteX16" fmla="*/ 826766 w 1727757"/>
              <a:gd name="connsiteY16" fmla="*/ 450496 h 1727593"/>
              <a:gd name="connsiteX17" fmla="*/ 901160 w 1727757"/>
              <a:gd name="connsiteY17" fmla="*/ 450496 h 1727593"/>
              <a:gd name="connsiteX18" fmla="*/ 901160 w 1727757"/>
              <a:gd name="connsiteY18" fmla="*/ 826598 h 1727593"/>
              <a:gd name="connsiteX19" fmla="*/ 1277262 w 1727757"/>
              <a:gd name="connsiteY19" fmla="*/ 826598 h 1727593"/>
              <a:gd name="connsiteX20" fmla="*/ 1277262 w 1727757"/>
              <a:gd name="connsiteY20" fmla="*/ 900992 h 1727593"/>
              <a:gd name="connsiteX21" fmla="*/ 901160 w 1727757"/>
              <a:gd name="connsiteY21" fmla="*/ 900992 h 1727593"/>
              <a:gd name="connsiteX22" fmla="*/ 901160 w 1727757"/>
              <a:gd name="connsiteY22" fmla="*/ 1277093 h 1727593"/>
              <a:gd name="connsiteX0" fmla="*/ 863952 w 1727746"/>
              <a:gd name="connsiteY0" fmla="*/ 1727589 h 1727589"/>
              <a:gd name="connsiteX1" fmla="*/ 24 w 1727746"/>
              <a:gd name="connsiteY1" fmla="*/ 866926 h 1727589"/>
              <a:gd name="connsiteX2" fmla="*/ 863952 w 1727746"/>
              <a:gd name="connsiteY2" fmla="*/ 1 h 1727589"/>
              <a:gd name="connsiteX3" fmla="*/ 1727746 w 1727746"/>
              <a:gd name="connsiteY3" fmla="*/ 863795 h 1727589"/>
              <a:gd name="connsiteX4" fmla="*/ 863952 w 1727746"/>
              <a:gd name="connsiteY4" fmla="*/ 1727589 h 1727589"/>
              <a:gd name="connsiteX5" fmla="*/ 863952 w 1727746"/>
              <a:gd name="connsiteY5" fmla="*/ 74394 h 1727589"/>
              <a:gd name="connsiteX6" fmla="*/ 73313 w 1727746"/>
              <a:gd name="connsiteY6" fmla="*/ 868419 h 1727589"/>
              <a:gd name="connsiteX7" fmla="*/ 863952 w 1727746"/>
              <a:gd name="connsiteY7" fmla="*/ 1653195 h 1727589"/>
              <a:gd name="connsiteX8" fmla="*/ 1653353 w 1727746"/>
              <a:gd name="connsiteY8" fmla="*/ 863795 h 1727589"/>
              <a:gd name="connsiteX9" fmla="*/ 863952 w 1727746"/>
              <a:gd name="connsiteY9" fmla="*/ 74394 h 1727589"/>
              <a:gd name="connsiteX10" fmla="*/ 901149 w 1727746"/>
              <a:gd name="connsiteY10" fmla="*/ 1277093 h 1727589"/>
              <a:gd name="connsiteX11" fmla="*/ 826755 w 1727746"/>
              <a:gd name="connsiteY11" fmla="*/ 1277093 h 1727589"/>
              <a:gd name="connsiteX12" fmla="*/ 826755 w 1727746"/>
              <a:gd name="connsiteY12" fmla="*/ 900992 h 1727589"/>
              <a:gd name="connsiteX13" fmla="*/ 450654 w 1727746"/>
              <a:gd name="connsiteY13" fmla="*/ 900992 h 1727589"/>
              <a:gd name="connsiteX14" fmla="*/ 450654 w 1727746"/>
              <a:gd name="connsiteY14" fmla="*/ 826598 h 1727589"/>
              <a:gd name="connsiteX15" fmla="*/ 826755 w 1727746"/>
              <a:gd name="connsiteY15" fmla="*/ 826598 h 1727589"/>
              <a:gd name="connsiteX16" fmla="*/ 826755 w 1727746"/>
              <a:gd name="connsiteY16" fmla="*/ 450496 h 1727589"/>
              <a:gd name="connsiteX17" fmla="*/ 901149 w 1727746"/>
              <a:gd name="connsiteY17" fmla="*/ 450496 h 1727589"/>
              <a:gd name="connsiteX18" fmla="*/ 901149 w 1727746"/>
              <a:gd name="connsiteY18" fmla="*/ 826598 h 1727589"/>
              <a:gd name="connsiteX19" fmla="*/ 1277251 w 1727746"/>
              <a:gd name="connsiteY19" fmla="*/ 826598 h 1727589"/>
              <a:gd name="connsiteX20" fmla="*/ 1277251 w 1727746"/>
              <a:gd name="connsiteY20" fmla="*/ 900992 h 1727589"/>
              <a:gd name="connsiteX21" fmla="*/ 901149 w 1727746"/>
              <a:gd name="connsiteY21" fmla="*/ 900992 h 1727589"/>
              <a:gd name="connsiteX22" fmla="*/ 901149 w 1727746"/>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4128 w 1727922"/>
              <a:gd name="connsiteY0" fmla="*/ 1727589 h 1727589"/>
              <a:gd name="connsiteX1" fmla="*/ 200 w 1727922"/>
              <a:gd name="connsiteY1" fmla="*/ 866926 h 1727589"/>
              <a:gd name="connsiteX2" fmla="*/ 864128 w 1727922"/>
              <a:gd name="connsiteY2" fmla="*/ 1 h 1727589"/>
              <a:gd name="connsiteX3" fmla="*/ 1727922 w 1727922"/>
              <a:gd name="connsiteY3" fmla="*/ 863795 h 1727589"/>
              <a:gd name="connsiteX4" fmla="*/ 864128 w 1727922"/>
              <a:gd name="connsiteY4" fmla="*/ 1727589 h 1727589"/>
              <a:gd name="connsiteX5" fmla="*/ 864128 w 1727922"/>
              <a:gd name="connsiteY5" fmla="*/ 74394 h 1727589"/>
              <a:gd name="connsiteX6" fmla="*/ 73489 w 1727922"/>
              <a:gd name="connsiteY6" fmla="*/ 868419 h 1727589"/>
              <a:gd name="connsiteX7" fmla="*/ 864128 w 1727922"/>
              <a:gd name="connsiteY7" fmla="*/ 1653195 h 1727589"/>
              <a:gd name="connsiteX8" fmla="*/ 1653529 w 1727922"/>
              <a:gd name="connsiteY8" fmla="*/ 863795 h 1727589"/>
              <a:gd name="connsiteX9" fmla="*/ 864128 w 1727922"/>
              <a:gd name="connsiteY9" fmla="*/ 74394 h 1727589"/>
              <a:gd name="connsiteX10" fmla="*/ 901325 w 1727922"/>
              <a:gd name="connsiteY10" fmla="*/ 1277093 h 1727589"/>
              <a:gd name="connsiteX11" fmla="*/ 826931 w 1727922"/>
              <a:gd name="connsiteY11" fmla="*/ 1277093 h 1727589"/>
              <a:gd name="connsiteX12" fmla="*/ 826931 w 1727922"/>
              <a:gd name="connsiteY12" fmla="*/ 900992 h 1727589"/>
              <a:gd name="connsiteX13" fmla="*/ 450830 w 1727922"/>
              <a:gd name="connsiteY13" fmla="*/ 900992 h 1727589"/>
              <a:gd name="connsiteX14" fmla="*/ 450830 w 1727922"/>
              <a:gd name="connsiteY14" fmla="*/ 826598 h 1727589"/>
              <a:gd name="connsiteX15" fmla="*/ 826931 w 1727922"/>
              <a:gd name="connsiteY15" fmla="*/ 826598 h 1727589"/>
              <a:gd name="connsiteX16" fmla="*/ 826931 w 1727922"/>
              <a:gd name="connsiteY16" fmla="*/ 450496 h 1727589"/>
              <a:gd name="connsiteX17" fmla="*/ 901325 w 1727922"/>
              <a:gd name="connsiteY17" fmla="*/ 450496 h 1727589"/>
              <a:gd name="connsiteX18" fmla="*/ 901325 w 1727922"/>
              <a:gd name="connsiteY18" fmla="*/ 826598 h 1727589"/>
              <a:gd name="connsiteX19" fmla="*/ 1277427 w 1727922"/>
              <a:gd name="connsiteY19" fmla="*/ 826598 h 1727589"/>
              <a:gd name="connsiteX20" fmla="*/ 1277427 w 1727922"/>
              <a:gd name="connsiteY20" fmla="*/ 900992 h 1727589"/>
              <a:gd name="connsiteX21" fmla="*/ 901325 w 1727922"/>
              <a:gd name="connsiteY21" fmla="*/ 900992 h 1727589"/>
              <a:gd name="connsiteX22" fmla="*/ 901325 w 1727922"/>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29 w 1727723"/>
              <a:gd name="connsiteY0" fmla="*/ 1727589 h 1727589"/>
              <a:gd name="connsiteX1" fmla="*/ 1 w 1727723"/>
              <a:gd name="connsiteY1" fmla="*/ 866926 h 1727589"/>
              <a:gd name="connsiteX2" fmla="*/ 863929 w 1727723"/>
              <a:gd name="connsiteY2" fmla="*/ 1 h 1727589"/>
              <a:gd name="connsiteX3" fmla="*/ 1727723 w 1727723"/>
              <a:gd name="connsiteY3" fmla="*/ 863795 h 1727589"/>
              <a:gd name="connsiteX4" fmla="*/ 863929 w 1727723"/>
              <a:gd name="connsiteY4" fmla="*/ 1727589 h 1727589"/>
              <a:gd name="connsiteX5" fmla="*/ 863929 w 1727723"/>
              <a:gd name="connsiteY5" fmla="*/ 74394 h 1727589"/>
              <a:gd name="connsiteX6" fmla="*/ 73290 w 1727723"/>
              <a:gd name="connsiteY6" fmla="*/ 868419 h 1727589"/>
              <a:gd name="connsiteX7" fmla="*/ 863929 w 1727723"/>
              <a:gd name="connsiteY7" fmla="*/ 1653195 h 1727589"/>
              <a:gd name="connsiteX8" fmla="*/ 1653330 w 1727723"/>
              <a:gd name="connsiteY8" fmla="*/ 863795 h 1727589"/>
              <a:gd name="connsiteX9" fmla="*/ 863929 w 1727723"/>
              <a:gd name="connsiteY9" fmla="*/ 74394 h 1727589"/>
              <a:gd name="connsiteX10" fmla="*/ 901126 w 1727723"/>
              <a:gd name="connsiteY10" fmla="*/ 1277093 h 1727589"/>
              <a:gd name="connsiteX11" fmla="*/ 826732 w 1727723"/>
              <a:gd name="connsiteY11" fmla="*/ 1277093 h 1727589"/>
              <a:gd name="connsiteX12" fmla="*/ 826732 w 1727723"/>
              <a:gd name="connsiteY12" fmla="*/ 900992 h 1727589"/>
              <a:gd name="connsiteX13" fmla="*/ 450631 w 1727723"/>
              <a:gd name="connsiteY13" fmla="*/ 900992 h 1727589"/>
              <a:gd name="connsiteX14" fmla="*/ 450631 w 1727723"/>
              <a:gd name="connsiteY14" fmla="*/ 826598 h 1727589"/>
              <a:gd name="connsiteX15" fmla="*/ 826732 w 1727723"/>
              <a:gd name="connsiteY15" fmla="*/ 826598 h 1727589"/>
              <a:gd name="connsiteX16" fmla="*/ 826732 w 1727723"/>
              <a:gd name="connsiteY16" fmla="*/ 450496 h 1727589"/>
              <a:gd name="connsiteX17" fmla="*/ 901126 w 1727723"/>
              <a:gd name="connsiteY17" fmla="*/ 450496 h 1727589"/>
              <a:gd name="connsiteX18" fmla="*/ 901126 w 1727723"/>
              <a:gd name="connsiteY18" fmla="*/ 826598 h 1727589"/>
              <a:gd name="connsiteX19" fmla="*/ 1277228 w 1727723"/>
              <a:gd name="connsiteY19" fmla="*/ 826598 h 1727589"/>
              <a:gd name="connsiteX20" fmla="*/ 1277228 w 1727723"/>
              <a:gd name="connsiteY20" fmla="*/ 900992 h 1727589"/>
              <a:gd name="connsiteX21" fmla="*/ 901126 w 1727723"/>
              <a:gd name="connsiteY21" fmla="*/ 900992 h 1727589"/>
              <a:gd name="connsiteX22" fmla="*/ 901126 w 1727723"/>
              <a:gd name="connsiteY22" fmla="*/ 1277093 h 1727589"/>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3930 w 1727724"/>
              <a:gd name="connsiteY0" fmla="*/ 1727589 h 1727713"/>
              <a:gd name="connsiteX1" fmla="*/ 2 w 1727724"/>
              <a:gd name="connsiteY1" fmla="*/ 866926 h 1727713"/>
              <a:gd name="connsiteX2" fmla="*/ 863930 w 1727724"/>
              <a:gd name="connsiteY2" fmla="*/ 1 h 1727713"/>
              <a:gd name="connsiteX3" fmla="*/ 1727724 w 1727724"/>
              <a:gd name="connsiteY3" fmla="*/ 863795 h 1727713"/>
              <a:gd name="connsiteX4" fmla="*/ 863930 w 1727724"/>
              <a:gd name="connsiteY4" fmla="*/ 1727589 h 1727713"/>
              <a:gd name="connsiteX5" fmla="*/ 863930 w 1727724"/>
              <a:gd name="connsiteY5" fmla="*/ 74394 h 1727713"/>
              <a:gd name="connsiteX6" fmla="*/ 73291 w 1727724"/>
              <a:gd name="connsiteY6" fmla="*/ 868419 h 1727713"/>
              <a:gd name="connsiteX7" fmla="*/ 863930 w 1727724"/>
              <a:gd name="connsiteY7" fmla="*/ 1653195 h 1727713"/>
              <a:gd name="connsiteX8" fmla="*/ 1653331 w 1727724"/>
              <a:gd name="connsiteY8" fmla="*/ 863795 h 1727713"/>
              <a:gd name="connsiteX9" fmla="*/ 863930 w 1727724"/>
              <a:gd name="connsiteY9" fmla="*/ 74394 h 1727713"/>
              <a:gd name="connsiteX10" fmla="*/ 901127 w 1727724"/>
              <a:gd name="connsiteY10" fmla="*/ 1277093 h 1727713"/>
              <a:gd name="connsiteX11" fmla="*/ 826733 w 1727724"/>
              <a:gd name="connsiteY11" fmla="*/ 1277093 h 1727713"/>
              <a:gd name="connsiteX12" fmla="*/ 826733 w 1727724"/>
              <a:gd name="connsiteY12" fmla="*/ 900992 h 1727713"/>
              <a:gd name="connsiteX13" fmla="*/ 450632 w 1727724"/>
              <a:gd name="connsiteY13" fmla="*/ 900992 h 1727713"/>
              <a:gd name="connsiteX14" fmla="*/ 450632 w 1727724"/>
              <a:gd name="connsiteY14" fmla="*/ 826598 h 1727713"/>
              <a:gd name="connsiteX15" fmla="*/ 826733 w 1727724"/>
              <a:gd name="connsiteY15" fmla="*/ 826598 h 1727713"/>
              <a:gd name="connsiteX16" fmla="*/ 826733 w 1727724"/>
              <a:gd name="connsiteY16" fmla="*/ 450496 h 1727713"/>
              <a:gd name="connsiteX17" fmla="*/ 901127 w 1727724"/>
              <a:gd name="connsiteY17" fmla="*/ 450496 h 1727713"/>
              <a:gd name="connsiteX18" fmla="*/ 901127 w 1727724"/>
              <a:gd name="connsiteY18" fmla="*/ 826598 h 1727713"/>
              <a:gd name="connsiteX19" fmla="*/ 1277229 w 1727724"/>
              <a:gd name="connsiteY19" fmla="*/ 826598 h 1727713"/>
              <a:gd name="connsiteX20" fmla="*/ 1277229 w 1727724"/>
              <a:gd name="connsiteY20" fmla="*/ 900992 h 1727713"/>
              <a:gd name="connsiteX21" fmla="*/ 901127 w 1727724"/>
              <a:gd name="connsiteY21" fmla="*/ 900992 h 1727713"/>
              <a:gd name="connsiteX22" fmla="*/ 901127 w 1727724"/>
              <a:gd name="connsiteY22" fmla="*/ 1277093 h 1727713"/>
              <a:gd name="connsiteX0" fmla="*/ 864528 w 1728322"/>
              <a:gd name="connsiteY0" fmla="*/ 1727589 h 1727648"/>
              <a:gd name="connsiteX1" fmla="*/ 600 w 1728322"/>
              <a:gd name="connsiteY1" fmla="*/ 866926 h 1727648"/>
              <a:gd name="connsiteX2" fmla="*/ 864528 w 1728322"/>
              <a:gd name="connsiteY2" fmla="*/ 1 h 1727648"/>
              <a:gd name="connsiteX3" fmla="*/ 1728322 w 1728322"/>
              <a:gd name="connsiteY3" fmla="*/ 863795 h 1727648"/>
              <a:gd name="connsiteX4" fmla="*/ 864528 w 1728322"/>
              <a:gd name="connsiteY4" fmla="*/ 1727589 h 1727648"/>
              <a:gd name="connsiteX5" fmla="*/ 864528 w 1728322"/>
              <a:gd name="connsiteY5" fmla="*/ 74394 h 1727648"/>
              <a:gd name="connsiteX6" fmla="*/ 73889 w 1728322"/>
              <a:gd name="connsiteY6" fmla="*/ 868419 h 1727648"/>
              <a:gd name="connsiteX7" fmla="*/ 864528 w 1728322"/>
              <a:gd name="connsiteY7" fmla="*/ 1653195 h 1727648"/>
              <a:gd name="connsiteX8" fmla="*/ 1653929 w 1728322"/>
              <a:gd name="connsiteY8" fmla="*/ 863795 h 1727648"/>
              <a:gd name="connsiteX9" fmla="*/ 864528 w 1728322"/>
              <a:gd name="connsiteY9" fmla="*/ 74394 h 1727648"/>
              <a:gd name="connsiteX10" fmla="*/ 901725 w 1728322"/>
              <a:gd name="connsiteY10" fmla="*/ 1277093 h 1727648"/>
              <a:gd name="connsiteX11" fmla="*/ 827331 w 1728322"/>
              <a:gd name="connsiteY11" fmla="*/ 1277093 h 1727648"/>
              <a:gd name="connsiteX12" fmla="*/ 827331 w 1728322"/>
              <a:gd name="connsiteY12" fmla="*/ 900992 h 1727648"/>
              <a:gd name="connsiteX13" fmla="*/ 451230 w 1728322"/>
              <a:gd name="connsiteY13" fmla="*/ 900992 h 1727648"/>
              <a:gd name="connsiteX14" fmla="*/ 451230 w 1728322"/>
              <a:gd name="connsiteY14" fmla="*/ 826598 h 1727648"/>
              <a:gd name="connsiteX15" fmla="*/ 827331 w 1728322"/>
              <a:gd name="connsiteY15" fmla="*/ 826598 h 1727648"/>
              <a:gd name="connsiteX16" fmla="*/ 827331 w 1728322"/>
              <a:gd name="connsiteY16" fmla="*/ 450496 h 1727648"/>
              <a:gd name="connsiteX17" fmla="*/ 901725 w 1728322"/>
              <a:gd name="connsiteY17" fmla="*/ 450496 h 1727648"/>
              <a:gd name="connsiteX18" fmla="*/ 901725 w 1728322"/>
              <a:gd name="connsiteY18" fmla="*/ 826598 h 1727648"/>
              <a:gd name="connsiteX19" fmla="*/ 1277827 w 1728322"/>
              <a:gd name="connsiteY19" fmla="*/ 826598 h 1727648"/>
              <a:gd name="connsiteX20" fmla="*/ 1277827 w 1728322"/>
              <a:gd name="connsiteY20" fmla="*/ 900992 h 1727648"/>
              <a:gd name="connsiteX21" fmla="*/ 901725 w 1728322"/>
              <a:gd name="connsiteY21" fmla="*/ 900992 h 1727648"/>
              <a:gd name="connsiteX22" fmla="*/ 901725 w 1728322"/>
              <a:gd name="connsiteY22" fmla="*/ 1277093 h 172764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44 w 1727738"/>
              <a:gd name="connsiteY0" fmla="*/ 1727589 h 1727668"/>
              <a:gd name="connsiteX1" fmla="*/ 16 w 1727738"/>
              <a:gd name="connsiteY1" fmla="*/ 866926 h 1727668"/>
              <a:gd name="connsiteX2" fmla="*/ 863944 w 1727738"/>
              <a:gd name="connsiteY2" fmla="*/ 1 h 1727668"/>
              <a:gd name="connsiteX3" fmla="*/ 1727738 w 1727738"/>
              <a:gd name="connsiteY3" fmla="*/ 863795 h 1727668"/>
              <a:gd name="connsiteX4" fmla="*/ 863944 w 1727738"/>
              <a:gd name="connsiteY4" fmla="*/ 1727589 h 1727668"/>
              <a:gd name="connsiteX5" fmla="*/ 863944 w 1727738"/>
              <a:gd name="connsiteY5" fmla="*/ 74394 h 1727668"/>
              <a:gd name="connsiteX6" fmla="*/ 73305 w 1727738"/>
              <a:gd name="connsiteY6" fmla="*/ 868419 h 1727668"/>
              <a:gd name="connsiteX7" fmla="*/ 863944 w 1727738"/>
              <a:gd name="connsiteY7" fmla="*/ 1653195 h 1727668"/>
              <a:gd name="connsiteX8" fmla="*/ 1653345 w 1727738"/>
              <a:gd name="connsiteY8" fmla="*/ 863795 h 1727668"/>
              <a:gd name="connsiteX9" fmla="*/ 863944 w 1727738"/>
              <a:gd name="connsiteY9" fmla="*/ 74394 h 1727668"/>
              <a:gd name="connsiteX10" fmla="*/ 901141 w 1727738"/>
              <a:gd name="connsiteY10" fmla="*/ 1277093 h 1727668"/>
              <a:gd name="connsiteX11" fmla="*/ 826747 w 1727738"/>
              <a:gd name="connsiteY11" fmla="*/ 1277093 h 1727668"/>
              <a:gd name="connsiteX12" fmla="*/ 826747 w 1727738"/>
              <a:gd name="connsiteY12" fmla="*/ 900992 h 1727668"/>
              <a:gd name="connsiteX13" fmla="*/ 450646 w 1727738"/>
              <a:gd name="connsiteY13" fmla="*/ 900992 h 1727668"/>
              <a:gd name="connsiteX14" fmla="*/ 450646 w 1727738"/>
              <a:gd name="connsiteY14" fmla="*/ 826598 h 1727668"/>
              <a:gd name="connsiteX15" fmla="*/ 826747 w 1727738"/>
              <a:gd name="connsiteY15" fmla="*/ 826598 h 1727668"/>
              <a:gd name="connsiteX16" fmla="*/ 826747 w 1727738"/>
              <a:gd name="connsiteY16" fmla="*/ 450496 h 1727668"/>
              <a:gd name="connsiteX17" fmla="*/ 901141 w 1727738"/>
              <a:gd name="connsiteY17" fmla="*/ 450496 h 1727668"/>
              <a:gd name="connsiteX18" fmla="*/ 901141 w 1727738"/>
              <a:gd name="connsiteY18" fmla="*/ 826598 h 1727668"/>
              <a:gd name="connsiteX19" fmla="*/ 1277243 w 1727738"/>
              <a:gd name="connsiteY19" fmla="*/ 826598 h 1727668"/>
              <a:gd name="connsiteX20" fmla="*/ 1277243 w 1727738"/>
              <a:gd name="connsiteY20" fmla="*/ 900992 h 1727668"/>
              <a:gd name="connsiteX21" fmla="*/ 901141 w 1727738"/>
              <a:gd name="connsiteY21" fmla="*/ 900992 h 1727668"/>
              <a:gd name="connsiteX22" fmla="*/ 901141 w 1727738"/>
              <a:gd name="connsiteY22" fmla="*/ 1277093 h 1727668"/>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 name="connsiteX0" fmla="*/ 863929 w 1727723"/>
              <a:gd name="connsiteY0" fmla="*/ 1727589 h 1727673"/>
              <a:gd name="connsiteX1" fmla="*/ 1 w 1727723"/>
              <a:gd name="connsiteY1" fmla="*/ 866926 h 1727673"/>
              <a:gd name="connsiteX2" fmla="*/ 863929 w 1727723"/>
              <a:gd name="connsiteY2" fmla="*/ 1 h 1727673"/>
              <a:gd name="connsiteX3" fmla="*/ 1727723 w 1727723"/>
              <a:gd name="connsiteY3" fmla="*/ 863795 h 1727673"/>
              <a:gd name="connsiteX4" fmla="*/ 863929 w 1727723"/>
              <a:gd name="connsiteY4" fmla="*/ 1727589 h 1727673"/>
              <a:gd name="connsiteX5" fmla="*/ 863929 w 1727723"/>
              <a:gd name="connsiteY5" fmla="*/ 74394 h 1727673"/>
              <a:gd name="connsiteX6" fmla="*/ 73290 w 1727723"/>
              <a:gd name="connsiteY6" fmla="*/ 868419 h 1727673"/>
              <a:gd name="connsiteX7" fmla="*/ 863929 w 1727723"/>
              <a:gd name="connsiteY7" fmla="*/ 1653195 h 1727673"/>
              <a:gd name="connsiteX8" fmla="*/ 1653330 w 1727723"/>
              <a:gd name="connsiteY8" fmla="*/ 863795 h 1727673"/>
              <a:gd name="connsiteX9" fmla="*/ 863929 w 1727723"/>
              <a:gd name="connsiteY9" fmla="*/ 74394 h 1727673"/>
              <a:gd name="connsiteX10" fmla="*/ 901126 w 1727723"/>
              <a:gd name="connsiteY10" fmla="*/ 1277093 h 1727673"/>
              <a:gd name="connsiteX11" fmla="*/ 826732 w 1727723"/>
              <a:gd name="connsiteY11" fmla="*/ 1277093 h 1727673"/>
              <a:gd name="connsiteX12" fmla="*/ 826732 w 1727723"/>
              <a:gd name="connsiteY12" fmla="*/ 900992 h 1727673"/>
              <a:gd name="connsiteX13" fmla="*/ 450631 w 1727723"/>
              <a:gd name="connsiteY13" fmla="*/ 900992 h 1727673"/>
              <a:gd name="connsiteX14" fmla="*/ 450631 w 1727723"/>
              <a:gd name="connsiteY14" fmla="*/ 826598 h 1727673"/>
              <a:gd name="connsiteX15" fmla="*/ 826732 w 1727723"/>
              <a:gd name="connsiteY15" fmla="*/ 826598 h 1727673"/>
              <a:gd name="connsiteX16" fmla="*/ 826732 w 1727723"/>
              <a:gd name="connsiteY16" fmla="*/ 450496 h 1727673"/>
              <a:gd name="connsiteX17" fmla="*/ 901126 w 1727723"/>
              <a:gd name="connsiteY17" fmla="*/ 450496 h 1727673"/>
              <a:gd name="connsiteX18" fmla="*/ 901126 w 1727723"/>
              <a:gd name="connsiteY18" fmla="*/ 826598 h 1727673"/>
              <a:gd name="connsiteX19" fmla="*/ 1277228 w 1727723"/>
              <a:gd name="connsiteY19" fmla="*/ 826598 h 1727673"/>
              <a:gd name="connsiteX20" fmla="*/ 1277228 w 1727723"/>
              <a:gd name="connsiteY20" fmla="*/ 900992 h 1727673"/>
              <a:gd name="connsiteX21" fmla="*/ 901126 w 1727723"/>
              <a:gd name="connsiteY21" fmla="*/ 900992 h 1727673"/>
              <a:gd name="connsiteX22" fmla="*/ 901126 w 1727723"/>
              <a:gd name="connsiteY22" fmla="*/ 1277093 h 172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723" h="1727673">
                <a:moveTo>
                  <a:pt x="863929" y="1727589"/>
                </a:moveTo>
                <a:cubicBezTo>
                  <a:pt x="378760" y="1734274"/>
                  <a:pt x="309" y="1342476"/>
                  <a:pt x="1" y="866926"/>
                </a:cubicBezTo>
                <a:cubicBezTo>
                  <a:pt x="-307" y="391376"/>
                  <a:pt x="383382" y="523"/>
                  <a:pt x="863929" y="1"/>
                </a:cubicBezTo>
                <a:cubicBezTo>
                  <a:pt x="1344476" y="-521"/>
                  <a:pt x="1727723" y="387468"/>
                  <a:pt x="1727723" y="863795"/>
                </a:cubicBezTo>
                <a:cubicBezTo>
                  <a:pt x="1727723" y="1340018"/>
                  <a:pt x="1349098" y="1720904"/>
                  <a:pt x="863929" y="1727589"/>
                </a:cubicBezTo>
                <a:close/>
                <a:moveTo>
                  <a:pt x="863929" y="74394"/>
                </a:moveTo>
                <a:cubicBezTo>
                  <a:pt x="428025" y="73624"/>
                  <a:pt x="70638" y="432722"/>
                  <a:pt x="73290" y="868419"/>
                </a:cubicBezTo>
                <a:cubicBezTo>
                  <a:pt x="75942" y="1304116"/>
                  <a:pt x="426485" y="1653966"/>
                  <a:pt x="863929" y="1653195"/>
                </a:cubicBezTo>
                <a:cubicBezTo>
                  <a:pt x="1301373" y="1652424"/>
                  <a:pt x="1653330" y="1299101"/>
                  <a:pt x="1653330" y="863795"/>
                </a:cubicBezTo>
                <a:cubicBezTo>
                  <a:pt x="1653330" y="428488"/>
                  <a:pt x="1299833" y="75164"/>
                  <a:pt x="863929" y="74394"/>
                </a:cubicBezTo>
                <a:close/>
                <a:moveTo>
                  <a:pt x="901126" y="1277093"/>
                </a:moveTo>
                <a:lnTo>
                  <a:pt x="826732" y="1277093"/>
                </a:lnTo>
                <a:lnTo>
                  <a:pt x="826732" y="900992"/>
                </a:lnTo>
                <a:lnTo>
                  <a:pt x="450631" y="900992"/>
                </a:lnTo>
                <a:lnTo>
                  <a:pt x="450631" y="826598"/>
                </a:lnTo>
                <a:lnTo>
                  <a:pt x="826732" y="826598"/>
                </a:lnTo>
                <a:lnTo>
                  <a:pt x="826732" y="450496"/>
                </a:lnTo>
                <a:lnTo>
                  <a:pt x="901126" y="450496"/>
                </a:lnTo>
                <a:lnTo>
                  <a:pt x="901126" y="826598"/>
                </a:lnTo>
                <a:lnTo>
                  <a:pt x="1277228" y="826598"/>
                </a:lnTo>
                <a:lnTo>
                  <a:pt x="1277228" y="900992"/>
                </a:lnTo>
                <a:lnTo>
                  <a:pt x="901126" y="900992"/>
                </a:lnTo>
                <a:lnTo>
                  <a:pt x="901126" y="1277093"/>
                </a:lnTo>
                <a:close/>
              </a:path>
            </a:pathLst>
          </a:custGeom>
          <a:solidFill>
            <a:srgbClr val="0F62FE"/>
          </a:solidFill>
          <a:ln w="103287" cap="flat">
            <a:noFill/>
            <a:prstDash val="solid"/>
            <a:miter/>
          </a:ln>
        </p:spPr>
        <p:txBody>
          <a:bodyPr rtlCol="0" anchor="ctr"/>
          <a:lstStyle/>
          <a:p>
            <a:endParaRPr lang="en-US" dirty="0"/>
          </a:p>
        </p:txBody>
      </p:sp>
      <p:sp>
        <p:nvSpPr>
          <p:cNvPr id="47" name="TextBox 46">
            <a:extLst>
              <a:ext uri="{FF2B5EF4-FFF2-40B4-BE49-F238E27FC236}">
                <a16:creationId xmlns:a16="http://schemas.microsoft.com/office/drawing/2014/main" id="{E90BFA34-F05D-9A79-23D0-73CBD44F03F6}"/>
              </a:ext>
            </a:extLst>
          </p:cNvPr>
          <p:cNvSpPr txBox="1"/>
          <p:nvPr/>
        </p:nvSpPr>
        <p:spPr>
          <a:xfrm>
            <a:off x="21443379" y="6670594"/>
            <a:ext cx="0" cy="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0" tIns="0" rIns="0" bIns="0" rtlCol="0">
            <a:noAutofit/>
          </a:bodyPr>
          <a:lstStyle/>
          <a:p>
            <a:pPr algn="l" defTabSz="2438400">
              <a:buSzPct val="100000"/>
            </a:pPr>
            <a:endParaRPr lang="en-US" sz="2400" dirty="0">
              <a:cs typeface="Arial" panose="020B0604020202020204" pitchFamily="34" charset="0"/>
            </a:endParaRPr>
          </a:p>
        </p:txBody>
      </p:sp>
      <p:sp>
        <p:nvSpPr>
          <p:cNvPr id="48" name="Freeform 47">
            <a:extLst>
              <a:ext uri="{FF2B5EF4-FFF2-40B4-BE49-F238E27FC236}">
                <a16:creationId xmlns:a16="http://schemas.microsoft.com/office/drawing/2014/main" id="{CCF92139-D44B-6B50-F55D-34CD34A895C5}"/>
              </a:ext>
            </a:extLst>
          </p:cNvPr>
          <p:cNvSpPr>
            <a:spLocks noChangeAspect="1"/>
          </p:cNvSpPr>
          <p:nvPr/>
        </p:nvSpPr>
        <p:spPr>
          <a:xfrm>
            <a:off x="21492282" y="6055266"/>
            <a:ext cx="244800" cy="244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sp>
        <p:nvSpPr>
          <p:cNvPr id="49" name="Freeform 48">
            <a:extLst>
              <a:ext uri="{FF2B5EF4-FFF2-40B4-BE49-F238E27FC236}">
                <a16:creationId xmlns:a16="http://schemas.microsoft.com/office/drawing/2014/main" id="{31AC73B0-C79A-9496-D914-BBB2B4EC23D6}"/>
              </a:ext>
            </a:extLst>
          </p:cNvPr>
          <p:cNvSpPr>
            <a:spLocks noChangeAspect="1"/>
          </p:cNvSpPr>
          <p:nvPr/>
        </p:nvSpPr>
        <p:spPr>
          <a:xfrm>
            <a:off x="21488471" y="5159465"/>
            <a:ext cx="244800" cy="244800"/>
          </a:xfrm>
          <a:custGeom>
            <a:avLst/>
            <a:gdLst>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54156 w 2160206"/>
              <a:gd name="connsiteY6" fmla="*/ 1080103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106051 w 2160206"/>
              <a:gd name="connsiteY8" fmla="*/ 1080103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54156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80103 w 2160206"/>
              <a:gd name="connsiteY9" fmla="*/ 54156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106051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7812 w 2160206"/>
              <a:gd name="connsiteY5" fmla="*/ 81651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7812 w 2160206"/>
              <a:gd name="connsiteY9" fmla="*/ 81651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0103 w 2160206"/>
              <a:gd name="connsiteY5" fmla="*/ 74777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0103 w 2160206"/>
              <a:gd name="connsiteY9" fmla="*/ 74777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75521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75521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80103 w 2160206"/>
              <a:gd name="connsiteY7" fmla="*/ 2083139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71682 w 2160206"/>
              <a:gd name="connsiteY8" fmla="*/ 1084686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0816 w 2160206"/>
              <a:gd name="connsiteY6" fmla="*/ 1082395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77068 w 2160206"/>
              <a:gd name="connsiteY6" fmla="*/ 1086978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88525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69392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9269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3974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86533 w 2160206"/>
              <a:gd name="connsiteY14" fmla="*/ 761036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8693 w 2160206"/>
              <a:gd name="connsiteY13" fmla="*/ 149198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47987 w 2160206"/>
              <a:gd name="connsiteY12" fmla="*/ 1211280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 name="connsiteX0" fmla="*/ 1080103 w 2160206"/>
              <a:gd name="connsiteY0" fmla="*/ 2160206 h 2160206"/>
              <a:gd name="connsiteX1" fmla="*/ 0 w 2160206"/>
              <a:gd name="connsiteY1" fmla="*/ 1080103 h 2160206"/>
              <a:gd name="connsiteX2" fmla="*/ 1080103 w 2160206"/>
              <a:gd name="connsiteY2" fmla="*/ 0 h 2160206"/>
              <a:gd name="connsiteX3" fmla="*/ 2160206 w 2160206"/>
              <a:gd name="connsiteY3" fmla="*/ 1080103 h 2160206"/>
              <a:gd name="connsiteX4" fmla="*/ 1080103 w 2160206"/>
              <a:gd name="connsiteY4" fmla="*/ 2160206 h 2160206"/>
              <a:gd name="connsiteX5" fmla="*/ 1082395 w 2160206"/>
              <a:gd name="connsiteY5" fmla="*/ 90815 h 2160206"/>
              <a:gd name="connsiteX6" fmla="*/ 93107 w 2160206"/>
              <a:gd name="connsiteY6" fmla="*/ 1084687 h 2160206"/>
              <a:gd name="connsiteX7" fmla="*/ 1077812 w 2160206"/>
              <a:gd name="connsiteY7" fmla="*/ 2071682 h 2160206"/>
              <a:gd name="connsiteX8" fmla="*/ 2064808 w 2160206"/>
              <a:gd name="connsiteY8" fmla="*/ 1080104 h 2160206"/>
              <a:gd name="connsiteX9" fmla="*/ 1082395 w 2160206"/>
              <a:gd name="connsiteY9" fmla="*/ 90815 h 2160206"/>
              <a:gd name="connsiteX10" fmla="*/ 930724 w 2160206"/>
              <a:gd name="connsiteY10" fmla="*/ 1570662 h 2160206"/>
              <a:gd name="connsiteX11" fmla="*/ 609702 w 2160206"/>
              <a:gd name="connsiteY11" fmla="*/ 1249640 h 2160206"/>
              <a:gd name="connsiteX12" fmla="*/ 659443 w 2160206"/>
              <a:gd name="connsiteY12" fmla="*/ 1204406 h 2160206"/>
              <a:gd name="connsiteX13" fmla="*/ 926402 w 2160206"/>
              <a:gd name="connsiteY13" fmla="*/ 1473656 h 2160206"/>
              <a:gd name="connsiteX14" fmla="*/ 1565912 w 2160206"/>
              <a:gd name="connsiteY14" fmla="*/ 754163 h 2160206"/>
              <a:gd name="connsiteX15" fmla="*/ 1626774 w 2160206"/>
              <a:gd name="connsiteY15" fmla="*/ 797215 h 2160206"/>
              <a:gd name="connsiteX16" fmla="*/ 930724 w 2160206"/>
              <a:gd name="connsiteY16" fmla="*/ 1570662 h 2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60206" h="2160206">
                <a:moveTo>
                  <a:pt x="1080103" y="2160206"/>
                </a:moveTo>
                <a:cubicBezTo>
                  <a:pt x="484542" y="2160206"/>
                  <a:pt x="0" y="1675664"/>
                  <a:pt x="0" y="1080103"/>
                </a:cubicBezTo>
                <a:cubicBezTo>
                  <a:pt x="0" y="484542"/>
                  <a:pt x="484542" y="0"/>
                  <a:pt x="1080103" y="0"/>
                </a:cubicBezTo>
                <a:cubicBezTo>
                  <a:pt x="1675664" y="0"/>
                  <a:pt x="2160206" y="484542"/>
                  <a:pt x="2160206" y="1080103"/>
                </a:cubicBezTo>
                <a:cubicBezTo>
                  <a:pt x="2160206" y="1675664"/>
                  <a:pt x="1675664" y="2160206"/>
                  <a:pt x="1080103" y="2160206"/>
                </a:cubicBezTo>
                <a:close/>
                <a:moveTo>
                  <a:pt x="1082395" y="90815"/>
                </a:moveTo>
                <a:cubicBezTo>
                  <a:pt x="426129" y="91580"/>
                  <a:pt x="93870" y="660601"/>
                  <a:pt x="93107" y="1084687"/>
                </a:cubicBezTo>
                <a:cubicBezTo>
                  <a:pt x="92344" y="1508773"/>
                  <a:pt x="433002" y="2072446"/>
                  <a:pt x="1077812" y="2071682"/>
                </a:cubicBezTo>
                <a:cubicBezTo>
                  <a:pt x="1722622" y="2070918"/>
                  <a:pt x="2066335" y="1511063"/>
                  <a:pt x="2064808" y="1080104"/>
                </a:cubicBezTo>
                <a:cubicBezTo>
                  <a:pt x="2063281" y="649145"/>
                  <a:pt x="1738661" y="90050"/>
                  <a:pt x="1082395" y="90815"/>
                </a:cubicBezTo>
                <a:close/>
                <a:moveTo>
                  <a:pt x="930724" y="1570662"/>
                </a:moveTo>
                <a:lnTo>
                  <a:pt x="609702" y="1249640"/>
                </a:lnTo>
                <a:lnTo>
                  <a:pt x="659443" y="1204406"/>
                </a:lnTo>
                <a:lnTo>
                  <a:pt x="926402" y="1473656"/>
                </a:lnTo>
                <a:lnTo>
                  <a:pt x="1565912" y="754163"/>
                </a:lnTo>
                <a:lnTo>
                  <a:pt x="1626774" y="797215"/>
                </a:lnTo>
                <a:lnTo>
                  <a:pt x="930724" y="1570662"/>
                </a:lnTo>
                <a:close/>
              </a:path>
            </a:pathLst>
          </a:custGeom>
          <a:solidFill>
            <a:srgbClr val="0F62FE"/>
          </a:solidFill>
          <a:ln w="75009" cap="flat">
            <a:noFill/>
            <a:prstDash val="solid"/>
            <a:miter/>
          </a:ln>
        </p:spPr>
        <p:txBody>
          <a:bodyPr rtlCol="0" anchor="ctr"/>
          <a:lstStyle/>
          <a:p>
            <a:endParaRPr lang="en-US" dirty="0"/>
          </a:p>
        </p:txBody>
      </p:sp>
      <p:sp>
        <p:nvSpPr>
          <p:cNvPr id="7" name="Freeform 6">
            <a:extLst>
              <a:ext uri="{FF2B5EF4-FFF2-40B4-BE49-F238E27FC236}">
                <a16:creationId xmlns:a16="http://schemas.microsoft.com/office/drawing/2014/main" id="{C1AA2B27-F60A-0E04-C3A6-EE8D08D3600A}"/>
              </a:ext>
            </a:extLst>
          </p:cNvPr>
          <p:cNvSpPr>
            <a:spLocks noChangeAspect="1"/>
          </p:cNvSpPr>
          <p:nvPr/>
        </p:nvSpPr>
        <p:spPr>
          <a:xfrm>
            <a:off x="20996579" y="9255324"/>
            <a:ext cx="783896" cy="974121"/>
          </a:xfrm>
          <a:custGeom>
            <a:avLst/>
            <a:gdLst>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77308 w 284502"/>
              <a:gd name="connsiteY39" fmla="*/ 158258 h 292608"/>
              <a:gd name="connsiteX40" fmla="*/ 172450 w 284502"/>
              <a:gd name="connsiteY40" fmla="*/ 153410 h 292608"/>
              <a:gd name="connsiteX41" fmla="*/ 185652 w 284502"/>
              <a:gd name="connsiteY41" fmla="*/ 140208 h 292608"/>
              <a:gd name="connsiteX42" fmla="*/ 41529 w 284502"/>
              <a:gd name="connsiteY42" fmla="*/ 140208 h 292608"/>
              <a:gd name="connsiteX43" fmla="*/ 41529 w 284502"/>
              <a:gd name="connsiteY43" fmla="*/ 133350 h 292608"/>
              <a:gd name="connsiteX44" fmla="*/ 185652 w 284502"/>
              <a:gd name="connsiteY44" fmla="*/ 133350 h 292608"/>
              <a:gd name="connsiteX45" fmla="*/ 172450 w 284502"/>
              <a:gd name="connsiteY45" fmla="*/ 120148 h 292608"/>
              <a:gd name="connsiteX46" fmla="*/ 185652 w 284502"/>
              <a:gd name="connsiteY46" fmla="*/ 247650 h 292608"/>
              <a:gd name="connsiteX47" fmla="*/ 172450 w 284502"/>
              <a:gd name="connsiteY47" fmla="*/ 234458 h 292608"/>
              <a:gd name="connsiteX48" fmla="*/ 177308 w 284502"/>
              <a:gd name="connsiteY48" fmla="*/ 229600 h 292608"/>
              <a:gd name="connsiteX49" fmla="*/ 198777 w 284502"/>
              <a:gd name="connsiteY49" fmla="*/ 251079 h 292608"/>
              <a:gd name="connsiteX50" fmla="*/ 177308 w 284502"/>
              <a:gd name="connsiteY50" fmla="*/ 272558 h 292608"/>
              <a:gd name="connsiteX51" fmla="*/ 172450 w 284502"/>
              <a:gd name="connsiteY51" fmla="*/ 267700 h 292608"/>
              <a:gd name="connsiteX52" fmla="*/ 185652 w 284502"/>
              <a:gd name="connsiteY52" fmla="*/ 254508 h 292608"/>
              <a:gd name="connsiteX53" fmla="*/ 41529 w 284502"/>
              <a:gd name="connsiteY53" fmla="*/ 254508 h 292608"/>
              <a:gd name="connsiteX54" fmla="*/ 41529 w 284502"/>
              <a:gd name="connsiteY54" fmla="*/ 247650 h 292608"/>
              <a:gd name="connsiteX55" fmla="*/ 185652 w 284502"/>
              <a:gd name="connsiteY55" fmla="*/ 247650 h 292608"/>
              <a:gd name="connsiteX56" fmla="*/ 41529 w 284502"/>
              <a:gd name="connsiteY56" fmla="*/ 209550 h 292608"/>
              <a:gd name="connsiteX57" fmla="*/ 138017 w 284502"/>
              <a:gd name="connsiteY57" fmla="*/ 209550 h 292608"/>
              <a:gd name="connsiteX58" fmla="*/ 124825 w 284502"/>
              <a:gd name="connsiteY58" fmla="*/ 196358 h 292608"/>
              <a:gd name="connsiteX59" fmla="*/ 129673 w 284502"/>
              <a:gd name="connsiteY59" fmla="*/ 191500 h 292608"/>
              <a:gd name="connsiteX60" fmla="*/ 151152 w 284502"/>
              <a:gd name="connsiteY60" fmla="*/ 212979 h 292608"/>
              <a:gd name="connsiteX61" fmla="*/ 129673 w 284502"/>
              <a:gd name="connsiteY61" fmla="*/ 234458 h 292608"/>
              <a:gd name="connsiteX62" fmla="*/ 124825 w 284502"/>
              <a:gd name="connsiteY62" fmla="*/ 229600 h 292608"/>
              <a:gd name="connsiteX63" fmla="*/ 138017 w 284502"/>
              <a:gd name="connsiteY63" fmla="*/ 216408 h 292608"/>
              <a:gd name="connsiteX64" fmla="*/ 41529 w 284502"/>
              <a:gd name="connsiteY64" fmla="*/ 216408 h 292608"/>
              <a:gd name="connsiteX65" fmla="*/ 41529 w 284502"/>
              <a:gd name="connsiteY65"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77308 w 284502"/>
              <a:gd name="connsiteY39" fmla="*/ 158258 h 292608"/>
              <a:gd name="connsiteX40" fmla="*/ 172450 w 284502"/>
              <a:gd name="connsiteY40" fmla="*/ 153410 h 292608"/>
              <a:gd name="connsiteX41" fmla="*/ 185652 w 284502"/>
              <a:gd name="connsiteY41" fmla="*/ 140208 h 292608"/>
              <a:gd name="connsiteX42" fmla="*/ 41529 w 284502"/>
              <a:gd name="connsiteY42" fmla="*/ 140208 h 292608"/>
              <a:gd name="connsiteX43" fmla="*/ 185652 w 284502"/>
              <a:gd name="connsiteY43" fmla="*/ 133350 h 292608"/>
              <a:gd name="connsiteX44" fmla="*/ 172450 w 284502"/>
              <a:gd name="connsiteY44" fmla="*/ 120148 h 292608"/>
              <a:gd name="connsiteX45" fmla="*/ 185652 w 284502"/>
              <a:gd name="connsiteY45" fmla="*/ 247650 h 292608"/>
              <a:gd name="connsiteX46" fmla="*/ 172450 w 284502"/>
              <a:gd name="connsiteY46" fmla="*/ 234458 h 292608"/>
              <a:gd name="connsiteX47" fmla="*/ 177308 w 284502"/>
              <a:gd name="connsiteY47" fmla="*/ 229600 h 292608"/>
              <a:gd name="connsiteX48" fmla="*/ 198777 w 284502"/>
              <a:gd name="connsiteY48" fmla="*/ 251079 h 292608"/>
              <a:gd name="connsiteX49" fmla="*/ 177308 w 284502"/>
              <a:gd name="connsiteY49" fmla="*/ 272558 h 292608"/>
              <a:gd name="connsiteX50" fmla="*/ 172450 w 284502"/>
              <a:gd name="connsiteY50" fmla="*/ 267700 h 292608"/>
              <a:gd name="connsiteX51" fmla="*/ 185652 w 284502"/>
              <a:gd name="connsiteY51" fmla="*/ 254508 h 292608"/>
              <a:gd name="connsiteX52" fmla="*/ 41529 w 284502"/>
              <a:gd name="connsiteY52" fmla="*/ 254508 h 292608"/>
              <a:gd name="connsiteX53" fmla="*/ 41529 w 284502"/>
              <a:gd name="connsiteY53" fmla="*/ 247650 h 292608"/>
              <a:gd name="connsiteX54" fmla="*/ 185652 w 284502"/>
              <a:gd name="connsiteY54" fmla="*/ 247650 h 292608"/>
              <a:gd name="connsiteX55" fmla="*/ 41529 w 284502"/>
              <a:gd name="connsiteY55" fmla="*/ 209550 h 292608"/>
              <a:gd name="connsiteX56" fmla="*/ 138017 w 284502"/>
              <a:gd name="connsiteY56" fmla="*/ 209550 h 292608"/>
              <a:gd name="connsiteX57" fmla="*/ 124825 w 284502"/>
              <a:gd name="connsiteY57" fmla="*/ 196358 h 292608"/>
              <a:gd name="connsiteX58" fmla="*/ 129673 w 284502"/>
              <a:gd name="connsiteY58" fmla="*/ 191500 h 292608"/>
              <a:gd name="connsiteX59" fmla="*/ 151152 w 284502"/>
              <a:gd name="connsiteY59" fmla="*/ 212979 h 292608"/>
              <a:gd name="connsiteX60" fmla="*/ 129673 w 284502"/>
              <a:gd name="connsiteY60" fmla="*/ 234458 h 292608"/>
              <a:gd name="connsiteX61" fmla="*/ 124825 w 284502"/>
              <a:gd name="connsiteY61" fmla="*/ 229600 h 292608"/>
              <a:gd name="connsiteX62" fmla="*/ 138017 w 284502"/>
              <a:gd name="connsiteY62" fmla="*/ 216408 h 292608"/>
              <a:gd name="connsiteX63" fmla="*/ 41529 w 284502"/>
              <a:gd name="connsiteY63" fmla="*/ 216408 h 292608"/>
              <a:gd name="connsiteX64" fmla="*/ 41529 w 284502"/>
              <a:gd name="connsiteY64"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77308 w 284502"/>
              <a:gd name="connsiteY39" fmla="*/ 158258 h 292608"/>
              <a:gd name="connsiteX40" fmla="*/ 172450 w 284502"/>
              <a:gd name="connsiteY40" fmla="*/ 153410 h 292608"/>
              <a:gd name="connsiteX41" fmla="*/ 185652 w 284502"/>
              <a:gd name="connsiteY41" fmla="*/ 140208 h 292608"/>
              <a:gd name="connsiteX42" fmla="*/ 185652 w 284502"/>
              <a:gd name="connsiteY42" fmla="*/ 133350 h 292608"/>
              <a:gd name="connsiteX43" fmla="*/ 172450 w 284502"/>
              <a:gd name="connsiteY43" fmla="*/ 120148 h 292608"/>
              <a:gd name="connsiteX44" fmla="*/ 185652 w 284502"/>
              <a:gd name="connsiteY44" fmla="*/ 247650 h 292608"/>
              <a:gd name="connsiteX45" fmla="*/ 172450 w 284502"/>
              <a:gd name="connsiteY45" fmla="*/ 234458 h 292608"/>
              <a:gd name="connsiteX46" fmla="*/ 177308 w 284502"/>
              <a:gd name="connsiteY46" fmla="*/ 229600 h 292608"/>
              <a:gd name="connsiteX47" fmla="*/ 198777 w 284502"/>
              <a:gd name="connsiteY47" fmla="*/ 251079 h 292608"/>
              <a:gd name="connsiteX48" fmla="*/ 177308 w 284502"/>
              <a:gd name="connsiteY48" fmla="*/ 272558 h 292608"/>
              <a:gd name="connsiteX49" fmla="*/ 172450 w 284502"/>
              <a:gd name="connsiteY49" fmla="*/ 267700 h 292608"/>
              <a:gd name="connsiteX50" fmla="*/ 185652 w 284502"/>
              <a:gd name="connsiteY50" fmla="*/ 254508 h 292608"/>
              <a:gd name="connsiteX51" fmla="*/ 41529 w 284502"/>
              <a:gd name="connsiteY51" fmla="*/ 254508 h 292608"/>
              <a:gd name="connsiteX52" fmla="*/ 41529 w 284502"/>
              <a:gd name="connsiteY52" fmla="*/ 247650 h 292608"/>
              <a:gd name="connsiteX53" fmla="*/ 185652 w 284502"/>
              <a:gd name="connsiteY53" fmla="*/ 247650 h 292608"/>
              <a:gd name="connsiteX54" fmla="*/ 41529 w 284502"/>
              <a:gd name="connsiteY54" fmla="*/ 209550 h 292608"/>
              <a:gd name="connsiteX55" fmla="*/ 138017 w 284502"/>
              <a:gd name="connsiteY55" fmla="*/ 209550 h 292608"/>
              <a:gd name="connsiteX56" fmla="*/ 124825 w 284502"/>
              <a:gd name="connsiteY56" fmla="*/ 196358 h 292608"/>
              <a:gd name="connsiteX57" fmla="*/ 129673 w 284502"/>
              <a:gd name="connsiteY57" fmla="*/ 191500 h 292608"/>
              <a:gd name="connsiteX58" fmla="*/ 151152 w 284502"/>
              <a:gd name="connsiteY58" fmla="*/ 212979 h 292608"/>
              <a:gd name="connsiteX59" fmla="*/ 129673 w 284502"/>
              <a:gd name="connsiteY59" fmla="*/ 234458 h 292608"/>
              <a:gd name="connsiteX60" fmla="*/ 124825 w 284502"/>
              <a:gd name="connsiteY60" fmla="*/ 229600 h 292608"/>
              <a:gd name="connsiteX61" fmla="*/ 138017 w 284502"/>
              <a:gd name="connsiteY61" fmla="*/ 216408 h 292608"/>
              <a:gd name="connsiteX62" fmla="*/ 41529 w 284502"/>
              <a:gd name="connsiteY62" fmla="*/ 216408 h 292608"/>
              <a:gd name="connsiteX63" fmla="*/ 41529 w 284502"/>
              <a:gd name="connsiteY63"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77308 w 284502"/>
              <a:gd name="connsiteY39" fmla="*/ 158258 h 292608"/>
              <a:gd name="connsiteX40" fmla="*/ 185652 w 284502"/>
              <a:gd name="connsiteY40" fmla="*/ 140208 h 292608"/>
              <a:gd name="connsiteX41" fmla="*/ 185652 w 284502"/>
              <a:gd name="connsiteY41" fmla="*/ 133350 h 292608"/>
              <a:gd name="connsiteX42" fmla="*/ 172450 w 284502"/>
              <a:gd name="connsiteY42" fmla="*/ 120148 h 292608"/>
              <a:gd name="connsiteX43" fmla="*/ 185652 w 284502"/>
              <a:gd name="connsiteY43" fmla="*/ 247650 h 292608"/>
              <a:gd name="connsiteX44" fmla="*/ 172450 w 284502"/>
              <a:gd name="connsiteY44" fmla="*/ 234458 h 292608"/>
              <a:gd name="connsiteX45" fmla="*/ 177308 w 284502"/>
              <a:gd name="connsiteY45" fmla="*/ 229600 h 292608"/>
              <a:gd name="connsiteX46" fmla="*/ 198777 w 284502"/>
              <a:gd name="connsiteY46" fmla="*/ 251079 h 292608"/>
              <a:gd name="connsiteX47" fmla="*/ 177308 w 284502"/>
              <a:gd name="connsiteY47" fmla="*/ 272558 h 292608"/>
              <a:gd name="connsiteX48" fmla="*/ 172450 w 284502"/>
              <a:gd name="connsiteY48" fmla="*/ 267700 h 292608"/>
              <a:gd name="connsiteX49" fmla="*/ 185652 w 284502"/>
              <a:gd name="connsiteY49" fmla="*/ 254508 h 292608"/>
              <a:gd name="connsiteX50" fmla="*/ 41529 w 284502"/>
              <a:gd name="connsiteY50" fmla="*/ 254508 h 292608"/>
              <a:gd name="connsiteX51" fmla="*/ 41529 w 284502"/>
              <a:gd name="connsiteY51" fmla="*/ 247650 h 292608"/>
              <a:gd name="connsiteX52" fmla="*/ 185652 w 284502"/>
              <a:gd name="connsiteY52" fmla="*/ 247650 h 292608"/>
              <a:gd name="connsiteX53" fmla="*/ 41529 w 284502"/>
              <a:gd name="connsiteY53" fmla="*/ 209550 h 292608"/>
              <a:gd name="connsiteX54" fmla="*/ 138017 w 284502"/>
              <a:gd name="connsiteY54" fmla="*/ 209550 h 292608"/>
              <a:gd name="connsiteX55" fmla="*/ 124825 w 284502"/>
              <a:gd name="connsiteY55" fmla="*/ 196358 h 292608"/>
              <a:gd name="connsiteX56" fmla="*/ 129673 w 284502"/>
              <a:gd name="connsiteY56" fmla="*/ 191500 h 292608"/>
              <a:gd name="connsiteX57" fmla="*/ 151152 w 284502"/>
              <a:gd name="connsiteY57" fmla="*/ 212979 h 292608"/>
              <a:gd name="connsiteX58" fmla="*/ 129673 w 284502"/>
              <a:gd name="connsiteY58" fmla="*/ 234458 h 292608"/>
              <a:gd name="connsiteX59" fmla="*/ 124825 w 284502"/>
              <a:gd name="connsiteY59" fmla="*/ 229600 h 292608"/>
              <a:gd name="connsiteX60" fmla="*/ 138017 w 284502"/>
              <a:gd name="connsiteY60" fmla="*/ 216408 h 292608"/>
              <a:gd name="connsiteX61" fmla="*/ 41529 w 284502"/>
              <a:gd name="connsiteY61" fmla="*/ 216408 h 292608"/>
              <a:gd name="connsiteX62" fmla="*/ 41529 w 284502"/>
              <a:gd name="connsiteY62"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85652 w 284502"/>
              <a:gd name="connsiteY39" fmla="*/ 140208 h 292608"/>
              <a:gd name="connsiteX40" fmla="*/ 185652 w 284502"/>
              <a:gd name="connsiteY40" fmla="*/ 133350 h 292608"/>
              <a:gd name="connsiteX41" fmla="*/ 172450 w 284502"/>
              <a:gd name="connsiteY41" fmla="*/ 120148 h 292608"/>
              <a:gd name="connsiteX42" fmla="*/ 185652 w 284502"/>
              <a:gd name="connsiteY42" fmla="*/ 247650 h 292608"/>
              <a:gd name="connsiteX43" fmla="*/ 172450 w 284502"/>
              <a:gd name="connsiteY43" fmla="*/ 234458 h 292608"/>
              <a:gd name="connsiteX44" fmla="*/ 177308 w 284502"/>
              <a:gd name="connsiteY44" fmla="*/ 229600 h 292608"/>
              <a:gd name="connsiteX45" fmla="*/ 198777 w 284502"/>
              <a:gd name="connsiteY45" fmla="*/ 251079 h 292608"/>
              <a:gd name="connsiteX46" fmla="*/ 177308 w 284502"/>
              <a:gd name="connsiteY46" fmla="*/ 272558 h 292608"/>
              <a:gd name="connsiteX47" fmla="*/ 172450 w 284502"/>
              <a:gd name="connsiteY47" fmla="*/ 267700 h 292608"/>
              <a:gd name="connsiteX48" fmla="*/ 185652 w 284502"/>
              <a:gd name="connsiteY48" fmla="*/ 254508 h 292608"/>
              <a:gd name="connsiteX49" fmla="*/ 41529 w 284502"/>
              <a:gd name="connsiteY49" fmla="*/ 254508 h 292608"/>
              <a:gd name="connsiteX50" fmla="*/ 41529 w 284502"/>
              <a:gd name="connsiteY50" fmla="*/ 247650 h 292608"/>
              <a:gd name="connsiteX51" fmla="*/ 185652 w 284502"/>
              <a:gd name="connsiteY51" fmla="*/ 247650 h 292608"/>
              <a:gd name="connsiteX52" fmla="*/ 41529 w 284502"/>
              <a:gd name="connsiteY52" fmla="*/ 209550 h 292608"/>
              <a:gd name="connsiteX53" fmla="*/ 138017 w 284502"/>
              <a:gd name="connsiteY53" fmla="*/ 209550 h 292608"/>
              <a:gd name="connsiteX54" fmla="*/ 124825 w 284502"/>
              <a:gd name="connsiteY54" fmla="*/ 196358 h 292608"/>
              <a:gd name="connsiteX55" fmla="*/ 129673 w 284502"/>
              <a:gd name="connsiteY55" fmla="*/ 191500 h 292608"/>
              <a:gd name="connsiteX56" fmla="*/ 151152 w 284502"/>
              <a:gd name="connsiteY56" fmla="*/ 212979 h 292608"/>
              <a:gd name="connsiteX57" fmla="*/ 129673 w 284502"/>
              <a:gd name="connsiteY57" fmla="*/ 234458 h 292608"/>
              <a:gd name="connsiteX58" fmla="*/ 124825 w 284502"/>
              <a:gd name="connsiteY58" fmla="*/ 229600 h 292608"/>
              <a:gd name="connsiteX59" fmla="*/ 138017 w 284502"/>
              <a:gd name="connsiteY59" fmla="*/ 216408 h 292608"/>
              <a:gd name="connsiteX60" fmla="*/ 41529 w 284502"/>
              <a:gd name="connsiteY60" fmla="*/ 216408 h 292608"/>
              <a:gd name="connsiteX61" fmla="*/ 41529 w 284502"/>
              <a:gd name="connsiteY61"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85652 w 284502"/>
              <a:gd name="connsiteY39" fmla="*/ 133350 h 292608"/>
              <a:gd name="connsiteX40" fmla="*/ 172450 w 284502"/>
              <a:gd name="connsiteY40" fmla="*/ 120148 h 292608"/>
              <a:gd name="connsiteX41" fmla="*/ 185652 w 284502"/>
              <a:gd name="connsiteY41" fmla="*/ 247650 h 292608"/>
              <a:gd name="connsiteX42" fmla="*/ 172450 w 284502"/>
              <a:gd name="connsiteY42" fmla="*/ 234458 h 292608"/>
              <a:gd name="connsiteX43" fmla="*/ 177308 w 284502"/>
              <a:gd name="connsiteY43" fmla="*/ 229600 h 292608"/>
              <a:gd name="connsiteX44" fmla="*/ 198777 w 284502"/>
              <a:gd name="connsiteY44" fmla="*/ 251079 h 292608"/>
              <a:gd name="connsiteX45" fmla="*/ 177308 w 284502"/>
              <a:gd name="connsiteY45" fmla="*/ 272558 h 292608"/>
              <a:gd name="connsiteX46" fmla="*/ 172450 w 284502"/>
              <a:gd name="connsiteY46" fmla="*/ 267700 h 292608"/>
              <a:gd name="connsiteX47" fmla="*/ 185652 w 284502"/>
              <a:gd name="connsiteY47" fmla="*/ 254508 h 292608"/>
              <a:gd name="connsiteX48" fmla="*/ 41529 w 284502"/>
              <a:gd name="connsiteY48" fmla="*/ 254508 h 292608"/>
              <a:gd name="connsiteX49" fmla="*/ 41529 w 284502"/>
              <a:gd name="connsiteY49" fmla="*/ 247650 h 292608"/>
              <a:gd name="connsiteX50" fmla="*/ 185652 w 284502"/>
              <a:gd name="connsiteY50" fmla="*/ 247650 h 292608"/>
              <a:gd name="connsiteX51" fmla="*/ 41529 w 284502"/>
              <a:gd name="connsiteY51" fmla="*/ 209550 h 292608"/>
              <a:gd name="connsiteX52" fmla="*/ 138017 w 284502"/>
              <a:gd name="connsiteY52" fmla="*/ 209550 h 292608"/>
              <a:gd name="connsiteX53" fmla="*/ 124825 w 284502"/>
              <a:gd name="connsiteY53" fmla="*/ 196358 h 292608"/>
              <a:gd name="connsiteX54" fmla="*/ 129673 w 284502"/>
              <a:gd name="connsiteY54" fmla="*/ 191500 h 292608"/>
              <a:gd name="connsiteX55" fmla="*/ 151152 w 284502"/>
              <a:gd name="connsiteY55" fmla="*/ 212979 h 292608"/>
              <a:gd name="connsiteX56" fmla="*/ 129673 w 284502"/>
              <a:gd name="connsiteY56" fmla="*/ 234458 h 292608"/>
              <a:gd name="connsiteX57" fmla="*/ 124825 w 284502"/>
              <a:gd name="connsiteY57" fmla="*/ 229600 h 292608"/>
              <a:gd name="connsiteX58" fmla="*/ 138017 w 284502"/>
              <a:gd name="connsiteY58" fmla="*/ 216408 h 292608"/>
              <a:gd name="connsiteX59" fmla="*/ 41529 w 284502"/>
              <a:gd name="connsiteY59" fmla="*/ 216408 h 292608"/>
              <a:gd name="connsiteX60" fmla="*/ 41529 w 284502"/>
              <a:gd name="connsiteY60"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85652 w 284502"/>
              <a:gd name="connsiteY38" fmla="*/ 133350 h 292608"/>
              <a:gd name="connsiteX39" fmla="*/ 172450 w 284502"/>
              <a:gd name="connsiteY39" fmla="*/ 120148 h 292608"/>
              <a:gd name="connsiteX40" fmla="*/ 185652 w 284502"/>
              <a:gd name="connsiteY40" fmla="*/ 247650 h 292608"/>
              <a:gd name="connsiteX41" fmla="*/ 172450 w 284502"/>
              <a:gd name="connsiteY41" fmla="*/ 234458 h 292608"/>
              <a:gd name="connsiteX42" fmla="*/ 177308 w 284502"/>
              <a:gd name="connsiteY42" fmla="*/ 229600 h 292608"/>
              <a:gd name="connsiteX43" fmla="*/ 198777 w 284502"/>
              <a:gd name="connsiteY43" fmla="*/ 251079 h 292608"/>
              <a:gd name="connsiteX44" fmla="*/ 177308 w 284502"/>
              <a:gd name="connsiteY44" fmla="*/ 272558 h 292608"/>
              <a:gd name="connsiteX45" fmla="*/ 172450 w 284502"/>
              <a:gd name="connsiteY45" fmla="*/ 267700 h 292608"/>
              <a:gd name="connsiteX46" fmla="*/ 185652 w 284502"/>
              <a:gd name="connsiteY46" fmla="*/ 254508 h 292608"/>
              <a:gd name="connsiteX47" fmla="*/ 41529 w 284502"/>
              <a:gd name="connsiteY47" fmla="*/ 254508 h 292608"/>
              <a:gd name="connsiteX48" fmla="*/ 41529 w 284502"/>
              <a:gd name="connsiteY48" fmla="*/ 247650 h 292608"/>
              <a:gd name="connsiteX49" fmla="*/ 185652 w 284502"/>
              <a:gd name="connsiteY49" fmla="*/ 247650 h 292608"/>
              <a:gd name="connsiteX50" fmla="*/ 41529 w 284502"/>
              <a:gd name="connsiteY50" fmla="*/ 209550 h 292608"/>
              <a:gd name="connsiteX51" fmla="*/ 138017 w 284502"/>
              <a:gd name="connsiteY51" fmla="*/ 209550 h 292608"/>
              <a:gd name="connsiteX52" fmla="*/ 124825 w 284502"/>
              <a:gd name="connsiteY52" fmla="*/ 196358 h 292608"/>
              <a:gd name="connsiteX53" fmla="*/ 129673 w 284502"/>
              <a:gd name="connsiteY53" fmla="*/ 191500 h 292608"/>
              <a:gd name="connsiteX54" fmla="*/ 151152 w 284502"/>
              <a:gd name="connsiteY54" fmla="*/ 212979 h 292608"/>
              <a:gd name="connsiteX55" fmla="*/ 129673 w 284502"/>
              <a:gd name="connsiteY55" fmla="*/ 234458 h 292608"/>
              <a:gd name="connsiteX56" fmla="*/ 124825 w 284502"/>
              <a:gd name="connsiteY56" fmla="*/ 229600 h 292608"/>
              <a:gd name="connsiteX57" fmla="*/ 138017 w 284502"/>
              <a:gd name="connsiteY57" fmla="*/ 216408 h 292608"/>
              <a:gd name="connsiteX58" fmla="*/ 41529 w 284502"/>
              <a:gd name="connsiteY58" fmla="*/ 216408 h 292608"/>
              <a:gd name="connsiteX59" fmla="*/ 41529 w 284502"/>
              <a:gd name="connsiteY59"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72450 w 284502"/>
              <a:gd name="connsiteY38" fmla="*/ 120148 h 292608"/>
              <a:gd name="connsiteX39" fmla="*/ 185652 w 284502"/>
              <a:gd name="connsiteY39" fmla="*/ 247650 h 292608"/>
              <a:gd name="connsiteX40" fmla="*/ 172450 w 284502"/>
              <a:gd name="connsiteY40" fmla="*/ 234458 h 292608"/>
              <a:gd name="connsiteX41" fmla="*/ 177308 w 284502"/>
              <a:gd name="connsiteY41" fmla="*/ 229600 h 292608"/>
              <a:gd name="connsiteX42" fmla="*/ 198777 w 284502"/>
              <a:gd name="connsiteY42" fmla="*/ 251079 h 292608"/>
              <a:gd name="connsiteX43" fmla="*/ 177308 w 284502"/>
              <a:gd name="connsiteY43" fmla="*/ 272558 h 292608"/>
              <a:gd name="connsiteX44" fmla="*/ 172450 w 284502"/>
              <a:gd name="connsiteY44" fmla="*/ 267700 h 292608"/>
              <a:gd name="connsiteX45" fmla="*/ 185652 w 284502"/>
              <a:gd name="connsiteY45" fmla="*/ 254508 h 292608"/>
              <a:gd name="connsiteX46" fmla="*/ 41529 w 284502"/>
              <a:gd name="connsiteY46" fmla="*/ 254508 h 292608"/>
              <a:gd name="connsiteX47" fmla="*/ 41529 w 284502"/>
              <a:gd name="connsiteY47" fmla="*/ 247650 h 292608"/>
              <a:gd name="connsiteX48" fmla="*/ 185652 w 284502"/>
              <a:gd name="connsiteY48" fmla="*/ 247650 h 292608"/>
              <a:gd name="connsiteX49" fmla="*/ 41529 w 284502"/>
              <a:gd name="connsiteY49" fmla="*/ 209550 h 292608"/>
              <a:gd name="connsiteX50" fmla="*/ 138017 w 284502"/>
              <a:gd name="connsiteY50" fmla="*/ 209550 h 292608"/>
              <a:gd name="connsiteX51" fmla="*/ 124825 w 284502"/>
              <a:gd name="connsiteY51" fmla="*/ 196358 h 292608"/>
              <a:gd name="connsiteX52" fmla="*/ 129673 w 284502"/>
              <a:gd name="connsiteY52" fmla="*/ 191500 h 292608"/>
              <a:gd name="connsiteX53" fmla="*/ 151152 w 284502"/>
              <a:gd name="connsiteY53" fmla="*/ 212979 h 292608"/>
              <a:gd name="connsiteX54" fmla="*/ 129673 w 284502"/>
              <a:gd name="connsiteY54" fmla="*/ 234458 h 292608"/>
              <a:gd name="connsiteX55" fmla="*/ 124825 w 284502"/>
              <a:gd name="connsiteY55" fmla="*/ 229600 h 292608"/>
              <a:gd name="connsiteX56" fmla="*/ 138017 w 284502"/>
              <a:gd name="connsiteY56" fmla="*/ 216408 h 292608"/>
              <a:gd name="connsiteX57" fmla="*/ 41529 w 284502"/>
              <a:gd name="connsiteY57" fmla="*/ 216408 h 292608"/>
              <a:gd name="connsiteX58" fmla="*/ 41529 w 284502"/>
              <a:gd name="connsiteY58"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85652 w 284502"/>
              <a:gd name="connsiteY36" fmla="*/ 247650 h 292608"/>
              <a:gd name="connsiteX37" fmla="*/ 172450 w 284502"/>
              <a:gd name="connsiteY37" fmla="*/ 234458 h 292608"/>
              <a:gd name="connsiteX38" fmla="*/ 177308 w 284502"/>
              <a:gd name="connsiteY38" fmla="*/ 229600 h 292608"/>
              <a:gd name="connsiteX39" fmla="*/ 198777 w 284502"/>
              <a:gd name="connsiteY39" fmla="*/ 251079 h 292608"/>
              <a:gd name="connsiteX40" fmla="*/ 177308 w 284502"/>
              <a:gd name="connsiteY40" fmla="*/ 272558 h 292608"/>
              <a:gd name="connsiteX41" fmla="*/ 172450 w 284502"/>
              <a:gd name="connsiteY41" fmla="*/ 267700 h 292608"/>
              <a:gd name="connsiteX42" fmla="*/ 185652 w 284502"/>
              <a:gd name="connsiteY42" fmla="*/ 254508 h 292608"/>
              <a:gd name="connsiteX43" fmla="*/ 41529 w 284502"/>
              <a:gd name="connsiteY43" fmla="*/ 254508 h 292608"/>
              <a:gd name="connsiteX44" fmla="*/ 41529 w 284502"/>
              <a:gd name="connsiteY44" fmla="*/ 247650 h 292608"/>
              <a:gd name="connsiteX45" fmla="*/ 185652 w 284502"/>
              <a:gd name="connsiteY45" fmla="*/ 247650 h 292608"/>
              <a:gd name="connsiteX46" fmla="*/ 41529 w 284502"/>
              <a:gd name="connsiteY46" fmla="*/ 209550 h 292608"/>
              <a:gd name="connsiteX47" fmla="*/ 138017 w 284502"/>
              <a:gd name="connsiteY47" fmla="*/ 209550 h 292608"/>
              <a:gd name="connsiteX48" fmla="*/ 124825 w 284502"/>
              <a:gd name="connsiteY48" fmla="*/ 196358 h 292608"/>
              <a:gd name="connsiteX49" fmla="*/ 129673 w 284502"/>
              <a:gd name="connsiteY49" fmla="*/ 191500 h 292608"/>
              <a:gd name="connsiteX50" fmla="*/ 151152 w 284502"/>
              <a:gd name="connsiteY50" fmla="*/ 212979 h 292608"/>
              <a:gd name="connsiteX51" fmla="*/ 129673 w 284502"/>
              <a:gd name="connsiteY51" fmla="*/ 234458 h 292608"/>
              <a:gd name="connsiteX52" fmla="*/ 124825 w 284502"/>
              <a:gd name="connsiteY52" fmla="*/ 229600 h 292608"/>
              <a:gd name="connsiteX53" fmla="*/ 138017 w 284502"/>
              <a:gd name="connsiteY53" fmla="*/ 216408 h 292608"/>
              <a:gd name="connsiteX54" fmla="*/ 41529 w 284502"/>
              <a:gd name="connsiteY54" fmla="*/ 216408 h 292608"/>
              <a:gd name="connsiteX55" fmla="*/ 41529 w 284502"/>
              <a:gd name="connsiteY55"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85652 w 284502"/>
              <a:gd name="connsiteY36" fmla="*/ 247650 h 292608"/>
              <a:gd name="connsiteX37" fmla="*/ 172450 w 284502"/>
              <a:gd name="connsiteY37" fmla="*/ 234458 h 292608"/>
              <a:gd name="connsiteX38" fmla="*/ 177308 w 284502"/>
              <a:gd name="connsiteY38" fmla="*/ 229600 h 292608"/>
              <a:gd name="connsiteX39" fmla="*/ 198777 w 284502"/>
              <a:gd name="connsiteY39" fmla="*/ 251079 h 292608"/>
              <a:gd name="connsiteX40" fmla="*/ 177308 w 284502"/>
              <a:gd name="connsiteY40" fmla="*/ 272558 h 292608"/>
              <a:gd name="connsiteX41" fmla="*/ 172450 w 284502"/>
              <a:gd name="connsiteY41" fmla="*/ 267700 h 292608"/>
              <a:gd name="connsiteX42" fmla="*/ 185652 w 284502"/>
              <a:gd name="connsiteY42" fmla="*/ 254508 h 292608"/>
              <a:gd name="connsiteX43" fmla="*/ 41529 w 284502"/>
              <a:gd name="connsiteY43" fmla="*/ 254508 h 292608"/>
              <a:gd name="connsiteX44" fmla="*/ 185652 w 284502"/>
              <a:gd name="connsiteY44" fmla="*/ 247650 h 292608"/>
              <a:gd name="connsiteX45" fmla="*/ 41529 w 284502"/>
              <a:gd name="connsiteY45" fmla="*/ 209550 h 292608"/>
              <a:gd name="connsiteX46" fmla="*/ 138017 w 284502"/>
              <a:gd name="connsiteY46" fmla="*/ 209550 h 292608"/>
              <a:gd name="connsiteX47" fmla="*/ 124825 w 284502"/>
              <a:gd name="connsiteY47" fmla="*/ 196358 h 292608"/>
              <a:gd name="connsiteX48" fmla="*/ 129673 w 284502"/>
              <a:gd name="connsiteY48" fmla="*/ 191500 h 292608"/>
              <a:gd name="connsiteX49" fmla="*/ 151152 w 284502"/>
              <a:gd name="connsiteY49" fmla="*/ 212979 h 292608"/>
              <a:gd name="connsiteX50" fmla="*/ 129673 w 284502"/>
              <a:gd name="connsiteY50" fmla="*/ 234458 h 292608"/>
              <a:gd name="connsiteX51" fmla="*/ 124825 w 284502"/>
              <a:gd name="connsiteY51" fmla="*/ 229600 h 292608"/>
              <a:gd name="connsiteX52" fmla="*/ 138017 w 284502"/>
              <a:gd name="connsiteY52" fmla="*/ 216408 h 292608"/>
              <a:gd name="connsiteX53" fmla="*/ 41529 w 284502"/>
              <a:gd name="connsiteY53" fmla="*/ 216408 h 292608"/>
              <a:gd name="connsiteX54" fmla="*/ 41529 w 284502"/>
              <a:gd name="connsiteY54"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85652 w 284502"/>
              <a:gd name="connsiteY36" fmla="*/ 247650 h 292608"/>
              <a:gd name="connsiteX37" fmla="*/ 172450 w 284502"/>
              <a:gd name="connsiteY37" fmla="*/ 234458 h 292608"/>
              <a:gd name="connsiteX38" fmla="*/ 177308 w 284502"/>
              <a:gd name="connsiteY38" fmla="*/ 229600 h 292608"/>
              <a:gd name="connsiteX39" fmla="*/ 198777 w 284502"/>
              <a:gd name="connsiteY39" fmla="*/ 251079 h 292608"/>
              <a:gd name="connsiteX40" fmla="*/ 177308 w 284502"/>
              <a:gd name="connsiteY40" fmla="*/ 272558 h 292608"/>
              <a:gd name="connsiteX41" fmla="*/ 172450 w 284502"/>
              <a:gd name="connsiteY41" fmla="*/ 267700 h 292608"/>
              <a:gd name="connsiteX42" fmla="*/ 185652 w 284502"/>
              <a:gd name="connsiteY42" fmla="*/ 254508 h 292608"/>
              <a:gd name="connsiteX43" fmla="*/ 185652 w 284502"/>
              <a:gd name="connsiteY43" fmla="*/ 247650 h 292608"/>
              <a:gd name="connsiteX44" fmla="*/ 41529 w 284502"/>
              <a:gd name="connsiteY44" fmla="*/ 209550 h 292608"/>
              <a:gd name="connsiteX45" fmla="*/ 138017 w 284502"/>
              <a:gd name="connsiteY45" fmla="*/ 209550 h 292608"/>
              <a:gd name="connsiteX46" fmla="*/ 124825 w 284502"/>
              <a:gd name="connsiteY46" fmla="*/ 196358 h 292608"/>
              <a:gd name="connsiteX47" fmla="*/ 129673 w 284502"/>
              <a:gd name="connsiteY47" fmla="*/ 191500 h 292608"/>
              <a:gd name="connsiteX48" fmla="*/ 151152 w 284502"/>
              <a:gd name="connsiteY48" fmla="*/ 212979 h 292608"/>
              <a:gd name="connsiteX49" fmla="*/ 129673 w 284502"/>
              <a:gd name="connsiteY49" fmla="*/ 234458 h 292608"/>
              <a:gd name="connsiteX50" fmla="*/ 124825 w 284502"/>
              <a:gd name="connsiteY50" fmla="*/ 229600 h 292608"/>
              <a:gd name="connsiteX51" fmla="*/ 138017 w 284502"/>
              <a:gd name="connsiteY51" fmla="*/ 216408 h 292608"/>
              <a:gd name="connsiteX52" fmla="*/ 41529 w 284502"/>
              <a:gd name="connsiteY52" fmla="*/ 216408 h 292608"/>
              <a:gd name="connsiteX53" fmla="*/ 41529 w 284502"/>
              <a:gd name="connsiteY53"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228600 w 284502"/>
              <a:gd name="connsiteY26" fmla="*/ 178318 h 292608"/>
              <a:gd name="connsiteX27" fmla="*/ 228600 w 284502"/>
              <a:gd name="connsiteY27" fmla="*/ 285750 h 292608"/>
              <a:gd name="connsiteX28" fmla="*/ 6858 w 284502"/>
              <a:gd name="connsiteY28" fmla="*/ 285750 h 292608"/>
              <a:gd name="connsiteX29" fmla="*/ 6858 w 284502"/>
              <a:gd name="connsiteY29" fmla="*/ 6858 h 292608"/>
              <a:gd name="connsiteX30" fmla="*/ 171450 w 284502"/>
              <a:gd name="connsiteY30" fmla="*/ 6858 h 292608"/>
              <a:gd name="connsiteX31" fmla="*/ 171450 w 284502"/>
              <a:gd name="connsiteY31" fmla="*/ 60579 h 292608"/>
              <a:gd name="connsiteX32" fmla="*/ 174879 w 284502"/>
              <a:gd name="connsiteY32" fmla="*/ 64008 h 292608"/>
              <a:gd name="connsiteX33" fmla="*/ 228600 w 284502"/>
              <a:gd name="connsiteY33" fmla="*/ 64008 h 292608"/>
              <a:gd name="connsiteX34" fmla="*/ 228600 w 284502"/>
              <a:gd name="connsiteY34" fmla="*/ 171450 h 292608"/>
              <a:gd name="connsiteX35" fmla="*/ 185652 w 284502"/>
              <a:gd name="connsiteY35" fmla="*/ 247650 h 292608"/>
              <a:gd name="connsiteX36" fmla="*/ 172450 w 284502"/>
              <a:gd name="connsiteY36" fmla="*/ 234458 h 292608"/>
              <a:gd name="connsiteX37" fmla="*/ 177308 w 284502"/>
              <a:gd name="connsiteY37" fmla="*/ 229600 h 292608"/>
              <a:gd name="connsiteX38" fmla="*/ 198777 w 284502"/>
              <a:gd name="connsiteY38" fmla="*/ 251079 h 292608"/>
              <a:gd name="connsiteX39" fmla="*/ 177308 w 284502"/>
              <a:gd name="connsiteY39" fmla="*/ 272558 h 292608"/>
              <a:gd name="connsiteX40" fmla="*/ 172450 w 284502"/>
              <a:gd name="connsiteY40" fmla="*/ 267700 h 292608"/>
              <a:gd name="connsiteX41" fmla="*/ 185652 w 284502"/>
              <a:gd name="connsiteY41" fmla="*/ 254508 h 292608"/>
              <a:gd name="connsiteX42" fmla="*/ 185652 w 284502"/>
              <a:gd name="connsiteY42" fmla="*/ 247650 h 292608"/>
              <a:gd name="connsiteX43" fmla="*/ 41529 w 284502"/>
              <a:gd name="connsiteY43" fmla="*/ 209550 h 292608"/>
              <a:gd name="connsiteX44" fmla="*/ 138017 w 284502"/>
              <a:gd name="connsiteY44" fmla="*/ 209550 h 292608"/>
              <a:gd name="connsiteX45" fmla="*/ 124825 w 284502"/>
              <a:gd name="connsiteY45" fmla="*/ 196358 h 292608"/>
              <a:gd name="connsiteX46" fmla="*/ 129673 w 284502"/>
              <a:gd name="connsiteY46" fmla="*/ 191500 h 292608"/>
              <a:gd name="connsiteX47" fmla="*/ 151152 w 284502"/>
              <a:gd name="connsiteY47" fmla="*/ 212979 h 292608"/>
              <a:gd name="connsiteX48" fmla="*/ 129673 w 284502"/>
              <a:gd name="connsiteY48" fmla="*/ 234458 h 292608"/>
              <a:gd name="connsiteX49" fmla="*/ 124825 w 284502"/>
              <a:gd name="connsiteY49" fmla="*/ 229600 h 292608"/>
              <a:gd name="connsiteX50" fmla="*/ 138017 w 284502"/>
              <a:gd name="connsiteY50" fmla="*/ 216408 h 292608"/>
              <a:gd name="connsiteX51" fmla="*/ 41529 w 284502"/>
              <a:gd name="connsiteY51" fmla="*/ 216408 h 292608"/>
              <a:gd name="connsiteX52" fmla="*/ 41529 w 284502"/>
              <a:gd name="connsiteY52"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185652 w 284502"/>
              <a:gd name="connsiteY34" fmla="*/ 247650 h 292608"/>
              <a:gd name="connsiteX35" fmla="*/ 172450 w 284502"/>
              <a:gd name="connsiteY35" fmla="*/ 234458 h 292608"/>
              <a:gd name="connsiteX36" fmla="*/ 177308 w 284502"/>
              <a:gd name="connsiteY36" fmla="*/ 229600 h 292608"/>
              <a:gd name="connsiteX37" fmla="*/ 198777 w 284502"/>
              <a:gd name="connsiteY37" fmla="*/ 251079 h 292608"/>
              <a:gd name="connsiteX38" fmla="*/ 177308 w 284502"/>
              <a:gd name="connsiteY38" fmla="*/ 272558 h 292608"/>
              <a:gd name="connsiteX39" fmla="*/ 172450 w 284502"/>
              <a:gd name="connsiteY39" fmla="*/ 267700 h 292608"/>
              <a:gd name="connsiteX40" fmla="*/ 185652 w 284502"/>
              <a:gd name="connsiteY40" fmla="*/ 254508 h 292608"/>
              <a:gd name="connsiteX41" fmla="*/ 185652 w 284502"/>
              <a:gd name="connsiteY41" fmla="*/ 247650 h 292608"/>
              <a:gd name="connsiteX42" fmla="*/ 41529 w 284502"/>
              <a:gd name="connsiteY42" fmla="*/ 209550 h 292608"/>
              <a:gd name="connsiteX43" fmla="*/ 138017 w 284502"/>
              <a:gd name="connsiteY43" fmla="*/ 209550 h 292608"/>
              <a:gd name="connsiteX44" fmla="*/ 124825 w 284502"/>
              <a:gd name="connsiteY44" fmla="*/ 196358 h 292608"/>
              <a:gd name="connsiteX45" fmla="*/ 129673 w 284502"/>
              <a:gd name="connsiteY45" fmla="*/ 191500 h 292608"/>
              <a:gd name="connsiteX46" fmla="*/ 151152 w 284502"/>
              <a:gd name="connsiteY46" fmla="*/ 212979 h 292608"/>
              <a:gd name="connsiteX47" fmla="*/ 129673 w 284502"/>
              <a:gd name="connsiteY47" fmla="*/ 234458 h 292608"/>
              <a:gd name="connsiteX48" fmla="*/ 124825 w 284502"/>
              <a:gd name="connsiteY48" fmla="*/ 229600 h 292608"/>
              <a:gd name="connsiteX49" fmla="*/ 138017 w 284502"/>
              <a:gd name="connsiteY49" fmla="*/ 216408 h 292608"/>
              <a:gd name="connsiteX50" fmla="*/ 41529 w 284502"/>
              <a:gd name="connsiteY50" fmla="*/ 216408 h 292608"/>
              <a:gd name="connsiteX51" fmla="*/ 41529 w 284502"/>
              <a:gd name="connsiteY51"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185652 w 284502"/>
              <a:gd name="connsiteY34" fmla="*/ 247650 h 292608"/>
              <a:gd name="connsiteX35" fmla="*/ 172450 w 284502"/>
              <a:gd name="connsiteY35" fmla="*/ 234458 h 292608"/>
              <a:gd name="connsiteX36" fmla="*/ 177308 w 284502"/>
              <a:gd name="connsiteY36" fmla="*/ 229600 h 292608"/>
              <a:gd name="connsiteX37" fmla="*/ 198777 w 284502"/>
              <a:gd name="connsiteY37" fmla="*/ 251079 h 292608"/>
              <a:gd name="connsiteX38" fmla="*/ 177308 w 284502"/>
              <a:gd name="connsiteY38" fmla="*/ 272558 h 292608"/>
              <a:gd name="connsiteX39" fmla="*/ 185652 w 284502"/>
              <a:gd name="connsiteY39" fmla="*/ 254508 h 292608"/>
              <a:gd name="connsiteX40" fmla="*/ 185652 w 284502"/>
              <a:gd name="connsiteY40" fmla="*/ 247650 h 292608"/>
              <a:gd name="connsiteX41" fmla="*/ 41529 w 284502"/>
              <a:gd name="connsiteY41" fmla="*/ 209550 h 292608"/>
              <a:gd name="connsiteX42" fmla="*/ 138017 w 284502"/>
              <a:gd name="connsiteY42" fmla="*/ 209550 h 292608"/>
              <a:gd name="connsiteX43" fmla="*/ 124825 w 284502"/>
              <a:gd name="connsiteY43" fmla="*/ 196358 h 292608"/>
              <a:gd name="connsiteX44" fmla="*/ 129673 w 284502"/>
              <a:gd name="connsiteY44" fmla="*/ 191500 h 292608"/>
              <a:gd name="connsiteX45" fmla="*/ 151152 w 284502"/>
              <a:gd name="connsiteY45" fmla="*/ 212979 h 292608"/>
              <a:gd name="connsiteX46" fmla="*/ 129673 w 284502"/>
              <a:gd name="connsiteY46" fmla="*/ 234458 h 292608"/>
              <a:gd name="connsiteX47" fmla="*/ 124825 w 284502"/>
              <a:gd name="connsiteY47" fmla="*/ 229600 h 292608"/>
              <a:gd name="connsiteX48" fmla="*/ 138017 w 284502"/>
              <a:gd name="connsiteY48" fmla="*/ 216408 h 292608"/>
              <a:gd name="connsiteX49" fmla="*/ 41529 w 284502"/>
              <a:gd name="connsiteY49" fmla="*/ 216408 h 292608"/>
              <a:gd name="connsiteX50" fmla="*/ 41529 w 284502"/>
              <a:gd name="connsiteY50"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185652 w 284502"/>
              <a:gd name="connsiteY34" fmla="*/ 247650 h 292608"/>
              <a:gd name="connsiteX35" fmla="*/ 172450 w 284502"/>
              <a:gd name="connsiteY35" fmla="*/ 234458 h 292608"/>
              <a:gd name="connsiteX36" fmla="*/ 177308 w 284502"/>
              <a:gd name="connsiteY36" fmla="*/ 229600 h 292608"/>
              <a:gd name="connsiteX37" fmla="*/ 198777 w 284502"/>
              <a:gd name="connsiteY37" fmla="*/ 251079 h 292608"/>
              <a:gd name="connsiteX38" fmla="*/ 185652 w 284502"/>
              <a:gd name="connsiteY38" fmla="*/ 254508 h 292608"/>
              <a:gd name="connsiteX39" fmla="*/ 185652 w 284502"/>
              <a:gd name="connsiteY39" fmla="*/ 247650 h 292608"/>
              <a:gd name="connsiteX40" fmla="*/ 41529 w 284502"/>
              <a:gd name="connsiteY40" fmla="*/ 209550 h 292608"/>
              <a:gd name="connsiteX41" fmla="*/ 138017 w 284502"/>
              <a:gd name="connsiteY41" fmla="*/ 209550 h 292608"/>
              <a:gd name="connsiteX42" fmla="*/ 124825 w 284502"/>
              <a:gd name="connsiteY42" fmla="*/ 196358 h 292608"/>
              <a:gd name="connsiteX43" fmla="*/ 129673 w 284502"/>
              <a:gd name="connsiteY43" fmla="*/ 191500 h 292608"/>
              <a:gd name="connsiteX44" fmla="*/ 151152 w 284502"/>
              <a:gd name="connsiteY44" fmla="*/ 212979 h 292608"/>
              <a:gd name="connsiteX45" fmla="*/ 129673 w 284502"/>
              <a:gd name="connsiteY45" fmla="*/ 234458 h 292608"/>
              <a:gd name="connsiteX46" fmla="*/ 124825 w 284502"/>
              <a:gd name="connsiteY46" fmla="*/ 229600 h 292608"/>
              <a:gd name="connsiteX47" fmla="*/ 138017 w 284502"/>
              <a:gd name="connsiteY47" fmla="*/ 216408 h 292608"/>
              <a:gd name="connsiteX48" fmla="*/ 41529 w 284502"/>
              <a:gd name="connsiteY48" fmla="*/ 216408 h 292608"/>
              <a:gd name="connsiteX49" fmla="*/ 41529 w 284502"/>
              <a:gd name="connsiteY49"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185652 w 284502"/>
              <a:gd name="connsiteY34" fmla="*/ 247650 h 292608"/>
              <a:gd name="connsiteX35" fmla="*/ 172450 w 284502"/>
              <a:gd name="connsiteY35" fmla="*/ 234458 h 292608"/>
              <a:gd name="connsiteX36" fmla="*/ 177308 w 284502"/>
              <a:gd name="connsiteY36" fmla="*/ 229600 h 292608"/>
              <a:gd name="connsiteX37" fmla="*/ 198777 w 284502"/>
              <a:gd name="connsiteY37" fmla="*/ 251079 h 292608"/>
              <a:gd name="connsiteX38" fmla="*/ 185652 w 284502"/>
              <a:gd name="connsiteY38" fmla="*/ 247650 h 292608"/>
              <a:gd name="connsiteX39" fmla="*/ 41529 w 284502"/>
              <a:gd name="connsiteY39" fmla="*/ 209550 h 292608"/>
              <a:gd name="connsiteX40" fmla="*/ 138017 w 284502"/>
              <a:gd name="connsiteY40" fmla="*/ 209550 h 292608"/>
              <a:gd name="connsiteX41" fmla="*/ 124825 w 284502"/>
              <a:gd name="connsiteY41" fmla="*/ 196358 h 292608"/>
              <a:gd name="connsiteX42" fmla="*/ 129673 w 284502"/>
              <a:gd name="connsiteY42" fmla="*/ 191500 h 292608"/>
              <a:gd name="connsiteX43" fmla="*/ 151152 w 284502"/>
              <a:gd name="connsiteY43" fmla="*/ 212979 h 292608"/>
              <a:gd name="connsiteX44" fmla="*/ 129673 w 284502"/>
              <a:gd name="connsiteY44" fmla="*/ 234458 h 292608"/>
              <a:gd name="connsiteX45" fmla="*/ 124825 w 284502"/>
              <a:gd name="connsiteY45" fmla="*/ 229600 h 292608"/>
              <a:gd name="connsiteX46" fmla="*/ 138017 w 284502"/>
              <a:gd name="connsiteY46" fmla="*/ 216408 h 292608"/>
              <a:gd name="connsiteX47" fmla="*/ 41529 w 284502"/>
              <a:gd name="connsiteY47" fmla="*/ 216408 h 292608"/>
              <a:gd name="connsiteX48" fmla="*/ 41529 w 284502"/>
              <a:gd name="connsiteY48"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185652 w 284502"/>
              <a:gd name="connsiteY34" fmla="*/ 247650 h 292608"/>
              <a:gd name="connsiteX35" fmla="*/ 177308 w 284502"/>
              <a:gd name="connsiteY35" fmla="*/ 229600 h 292608"/>
              <a:gd name="connsiteX36" fmla="*/ 198777 w 284502"/>
              <a:gd name="connsiteY36" fmla="*/ 251079 h 292608"/>
              <a:gd name="connsiteX37" fmla="*/ 185652 w 284502"/>
              <a:gd name="connsiteY37" fmla="*/ 247650 h 292608"/>
              <a:gd name="connsiteX38" fmla="*/ 41529 w 284502"/>
              <a:gd name="connsiteY38" fmla="*/ 209550 h 292608"/>
              <a:gd name="connsiteX39" fmla="*/ 138017 w 284502"/>
              <a:gd name="connsiteY39" fmla="*/ 209550 h 292608"/>
              <a:gd name="connsiteX40" fmla="*/ 124825 w 284502"/>
              <a:gd name="connsiteY40" fmla="*/ 196358 h 292608"/>
              <a:gd name="connsiteX41" fmla="*/ 129673 w 284502"/>
              <a:gd name="connsiteY41" fmla="*/ 191500 h 292608"/>
              <a:gd name="connsiteX42" fmla="*/ 151152 w 284502"/>
              <a:gd name="connsiteY42" fmla="*/ 212979 h 292608"/>
              <a:gd name="connsiteX43" fmla="*/ 129673 w 284502"/>
              <a:gd name="connsiteY43" fmla="*/ 234458 h 292608"/>
              <a:gd name="connsiteX44" fmla="*/ 124825 w 284502"/>
              <a:gd name="connsiteY44" fmla="*/ 229600 h 292608"/>
              <a:gd name="connsiteX45" fmla="*/ 138017 w 284502"/>
              <a:gd name="connsiteY45" fmla="*/ 216408 h 292608"/>
              <a:gd name="connsiteX46" fmla="*/ 41529 w 284502"/>
              <a:gd name="connsiteY46" fmla="*/ 216408 h 292608"/>
              <a:gd name="connsiteX47" fmla="*/ 41529 w 284502"/>
              <a:gd name="connsiteY47"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185652 w 284502"/>
              <a:gd name="connsiteY34" fmla="*/ 247650 h 292608"/>
              <a:gd name="connsiteX35" fmla="*/ 177308 w 284502"/>
              <a:gd name="connsiteY35" fmla="*/ 229600 h 292608"/>
              <a:gd name="connsiteX36" fmla="*/ 185652 w 284502"/>
              <a:gd name="connsiteY36" fmla="*/ 247650 h 292608"/>
              <a:gd name="connsiteX37" fmla="*/ 41529 w 284502"/>
              <a:gd name="connsiteY37" fmla="*/ 209550 h 292608"/>
              <a:gd name="connsiteX38" fmla="*/ 138017 w 284502"/>
              <a:gd name="connsiteY38" fmla="*/ 209550 h 292608"/>
              <a:gd name="connsiteX39" fmla="*/ 124825 w 284502"/>
              <a:gd name="connsiteY39" fmla="*/ 196358 h 292608"/>
              <a:gd name="connsiteX40" fmla="*/ 129673 w 284502"/>
              <a:gd name="connsiteY40" fmla="*/ 191500 h 292608"/>
              <a:gd name="connsiteX41" fmla="*/ 151152 w 284502"/>
              <a:gd name="connsiteY41" fmla="*/ 212979 h 292608"/>
              <a:gd name="connsiteX42" fmla="*/ 129673 w 284502"/>
              <a:gd name="connsiteY42" fmla="*/ 234458 h 292608"/>
              <a:gd name="connsiteX43" fmla="*/ 124825 w 284502"/>
              <a:gd name="connsiteY43" fmla="*/ 229600 h 292608"/>
              <a:gd name="connsiteX44" fmla="*/ 138017 w 284502"/>
              <a:gd name="connsiteY44" fmla="*/ 216408 h 292608"/>
              <a:gd name="connsiteX45" fmla="*/ 41529 w 284502"/>
              <a:gd name="connsiteY45" fmla="*/ 216408 h 292608"/>
              <a:gd name="connsiteX46" fmla="*/ 41529 w 284502"/>
              <a:gd name="connsiteY46"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124825 w 284502"/>
              <a:gd name="connsiteY36" fmla="*/ 196358 h 292608"/>
              <a:gd name="connsiteX37" fmla="*/ 129673 w 284502"/>
              <a:gd name="connsiteY37" fmla="*/ 191500 h 292608"/>
              <a:gd name="connsiteX38" fmla="*/ 151152 w 284502"/>
              <a:gd name="connsiteY38" fmla="*/ 212979 h 292608"/>
              <a:gd name="connsiteX39" fmla="*/ 129673 w 284502"/>
              <a:gd name="connsiteY39" fmla="*/ 234458 h 292608"/>
              <a:gd name="connsiteX40" fmla="*/ 124825 w 284502"/>
              <a:gd name="connsiteY40" fmla="*/ 229600 h 292608"/>
              <a:gd name="connsiteX41" fmla="*/ 138017 w 284502"/>
              <a:gd name="connsiteY41" fmla="*/ 216408 h 292608"/>
              <a:gd name="connsiteX42" fmla="*/ 41529 w 284502"/>
              <a:gd name="connsiteY42" fmla="*/ 216408 h 292608"/>
              <a:gd name="connsiteX43" fmla="*/ 41529 w 284502"/>
              <a:gd name="connsiteY43"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124825 w 284502"/>
              <a:gd name="connsiteY36" fmla="*/ 196358 h 292608"/>
              <a:gd name="connsiteX37" fmla="*/ 129673 w 284502"/>
              <a:gd name="connsiteY37" fmla="*/ 191500 h 292608"/>
              <a:gd name="connsiteX38" fmla="*/ 151152 w 284502"/>
              <a:gd name="connsiteY38" fmla="*/ 212979 h 292608"/>
              <a:gd name="connsiteX39" fmla="*/ 124825 w 284502"/>
              <a:gd name="connsiteY39" fmla="*/ 229600 h 292608"/>
              <a:gd name="connsiteX40" fmla="*/ 138017 w 284502"/>
              <a:gd name="connsiteY40" fmla="*/ 216408 h 292608"/>
              <a:gd name="connsiteX41" fmla="*/ 41529 w 284502"/>
              <a:gd name="connsiteY41" fmla="*/ 216408 h 292608"/>
              <a:gd name="connsiteX42" fmla="*/ 41529 w 284502"/>
              <a:gd name="connsiteY42"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124825 w 284502"/>
              <a:gd name="connsiteY36" fmla="*/ 196358 h 292608"/>
              <a:gd name="connsiteX37" fmla="*/ 129673 w 284502"/>
              <a:gd name="connsiteY37" fmla="*/ 191500 h 292608"/>
              <a:gd name="connsiteX38" fmla="*/ 151152 w 284502"/>
              <a:gd name="connsiteY38" fmla="*/ 212979 h 292608"/>
              <a:gd name="connsiteX39" fmla="*/ 138017 w 284502"/>
              <a:gd name="connsiteY39" fmla="*/ 216408 h 292608"/>
              <a:gd name="connsiteX40" fmla="*/ 41529 w 284502"/>
              <a:gd name="connsiteY40" fmla="*/ 216408 h 292608"/>
              <a:gd name="connsiteX41" fmla="*/ 41529 w 284502"/>
              <a:gd name="connsiteY41"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129673 w 284502"/>
              <a:gd name="connsiteY36" fmla="*/ 191500 h 292608"/>
              <a:gd name="connsiteX37" fmla="*/ 151152 w 284502"/>
              <a:gd name="connsiteY37" fmla="*/ 212979 h 292608"/>
              <a:gd name="connsiteX38" fmla="*/ 138017 w 284502"/>
              <a:gd name="connsiteY38" fmla="*/ 216408 h 292608"/>
              <a:gd name="connsiteX39" fmla="*/ 41529 w 284502"/>
              <a:gd name="connsiteY39" fmla="*/ 216408 h 292608"/>
              <a:gd name="connsiteX40" fmla="*/ 41529 w 284502"/>
              <a:gd name="connsiteY40"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151152 w 284502"/>
              <a:gd name="connsiteY36" fmla="*/ 212979 h 292608"/>
              <a:gd name="connsiteX37" fmla="*/ 138017 w 284502"/>
              <a:gd name="connsiteY37" fmla="*/ 216408 h 292608"/>
              <a:gd name="connsiteX38" fmla="*/ 41529 w 284502"/>
              <a:gd name="connsiteY38" fmla="*/ 216408 h 292608"/>
              <a:gd name="connsiteX39" fmla="*/ 41529 w 284502"/>
              <a:gd name="connsiteY39"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138017 w 284502"/>
              <a:gd name="connsiteY36" fmla="*/ 216408 h 292608"/>
              <a:gd name="connsiteX37" fmla="*/ 41529 w 284502"/>
              <a:gd name="connsiteY37" fmla="*/ 216408 h 292608"/>
              <a:gd name="connsiteX38" fmla="*/ 41529 w 284502"/>
              <a:gd name="connsiteY38"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41529 w 284502"/>
              <a:gd name="connsiteY36" fmla="*/ 216408 h 292608"/>
              <a:gd name="connsiteX37" fmla="*/ 41529 w 284502"/>
              <a:gd name="connsiteY37"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41529 w 284502"/>
              <a:gd name="connsiteY35" fmla="*/ 216408 h 292608"/>
              <a:gd name="connsiteX36" fmla="*/ 41529 w 284502"/>
              <a:gd name="connsiteY36"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84502 w 284502"/>
              <a:gd name="connsiteY17" fmla="*/ 174879 h 292608"/>
              <a:gd name="connsiteX18" fmla="*/ 263033 w 284502"/>
              <a:gd name="connsiteY18" fmla="*/ 153410 h 292608"/>
              <a:gd name="connsiteX19" fmla="*/ 178308 w 284502"/>
              <a:gd name="connsiteY19" fmla="*/ 11706 h 292608"/>
              <a:gd name="connsiteX20" fmla="*/ 223752 w 284502"/>
              <a:gd name="connsiteY20" fmla="*/ 57150 h 292608"/>
              <a:gd name="connsiteX21" fmla="*/ 178308 w 284502"/>
              <a:gd name="connsiteY21" fmla="*/ 57150 h 292608"/>
              <a:gd name="connsiteX22" fmla="*/ 178308 w 284502"/>
              <a:gd name="connsiteY22" fmla="*/ 11706 h 292608"/>
              <a:gd name="connsiteX23" fmla="*/ 228600 w 284502"/>
              <a:gd name="connsiteY23" fmla="*/ 171450 h 292608"/>
              <a:gd name="connsiteX24" fmla="*/ 228600 w 284502"/>
              <a:gd name="connsiteY24" fmla="*/ 178318 h 292608"/>
              <a:gd name="connsiteX25" fmla="*/ 228600 w 284502"/>
              <a:gd name="connsiteY25" fmla="*/ 285750 h 292608"/>
              <a:gd name="connsiteX26" fmla="*/ 6858 w 284502"/>
              <a:gd name="connsiteY26" fmla="*/ 285750 h 292608"/>
              <a:gd name="connsiteX27" fmla="*/ 6858 w 284502"/>
              <a:gd name="connsiteY27" fmla="*/ 6858 h 292608"/>
              <a:gd name="connsiteX28" fmla="*/ 171450 w 284502"/>
              <a:gd name="connsiteY28" fmla="*/ 6858 h 292608"/>
              <a:gd name="connsiteX29" fmla="*/ 171450 w 284502"/>
              <a:gd name="connsiteY29" fmla="*/ 60579 h 292608"/>
              <a:gd name="connsiteX30" fmla="*/ 174879 w 284502"/>
              <a:gd name="connsiteY30" fmla="*/ 64008 h 292608"/>
              <a:gd name="connsiteX31" fmla="*/ 228600 w 284502"/>
              <a:gd name="connsiteY31" fmla="*/ 64008 h 292608"/>
              <a:gd name="connsiteX32" fmla="*/ 228600 w 284502"/>
              <a:gd name="connsiteY32" fmla="*/ 1714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223752 w 284502"/>
              <a:gd name="connsiteY19" fmla="*/ 57150 h 292608"/>
              <a:gd name="connsiteX20" fmla="*/ 178308 w 284502"/>
              <a:gd name="connsiteY20" fmla="*/ 57150 h 292608"/>
              <a:gd name="connsiteX21" fmla="*/ 178308 w 284502"/>
              <a:gd name="connsiteY21" fmla="*/ 11706 h 292608"/>
              <a:gd name="connsiteX22" fmla="*/ 228600 w 284502"/>
              <a:gd name="connsiteY22" fmla="*/ 171450 h 292608"/>
              <a:gd name="connsiteX23" fmla="*/ 228600 w 284502"/>
              <a:gd name="connsiteY23" fmla="*/ 178318 h 292608"/>
              <a:gd name="connsiteX24" fmla="*/ 228600 w 284502"/>
              <a:gd name="connsiteY24" fmla="*/ 285750 h 292608"/>
              <a:gd name="connsiteX25" fmla="*/ 6858 w 284502"/>
              <a:gd name="connsiteY25" fmla="*/ 285750 h 292608"/>
              <a:gd name="connsiteX26" fmla="*/ 6858 w 284502"/>
              <a:gd name="connsiteY26" fmla="*/ 6858 h 292608"/>
              <a:gd name="connsiteX27" fmla="*/ 171450 w 284502"/>
              <a:gd name="connsiteY27" fmla="*/ 6858 h 292608"/>
              <a:gd name="connsiteX28" fmla="*/ 171450 w 284502"/>
              <a:gd name="connsiteY28" fmla="*/ 60579 h 292608"/>
              <a:gd name="connsiteX29" fmla="*/ 174879 w 284502"/>
              <a:gd name="connsiteY29" fmla="*/ 64008 h 292608"/>
              <a:gd name="connsiteX30" fmla="*/ 228600 w 284502"/>
              <a:gd name="connsiteY30" fmla="*/ 64008 h 292608"/>
              <a:gd name="connsiteX31" fmla="*/ 228600 w 284502"/>
              <a:gd name="connsiteY31" fmla="*/ 171450 h 292608"/>
              <a:gd name="connsiteX0" fmla="*/ 263033 w 284502"/>
              <a:gd name="connsiteY0" fmla="*/ 153410 h 292608"/>
              <a:gd name="connsiteX1" fmla="*/ 271377 w 284502"/>
              <a:gd name="connsiteY1" fmla="*/ 171450 h 292608"/>
              <a:gd name="connsiteX2" fmla="*/ 235468 w 284502"/>
              <a:gd name="connsiteY2" fmla="*/ 171450 h 292608"/>
              <a:gd name="connsiteX3" fmla="*/ 235468 w 284502"/>
              <a:gd name="connsiteY3" fmla="*/ 60579 h 292608"/>
              <a:gd name="connsiteX4" fmla="*/ 234467 w 284502"/>
              <a:gd name="connsiteY4" fmla="*/ 58160 h 292608"/>
              <a:gd name="connsiteX5" fmla="*/ 177317 w 284502"/>
              <a:gd name="connsiteY5" fmla="*/ 1010 h 292608"/>
              <a:gd name="connsiteX6" fmla="*/ 174879 w 284502"/>
              <a:gd name="connsiteY6" fmla="*/ 0 h 292608"/>
              <a:gd name="connsiteX7" fmla="*/ 3429 w 284502"/>
              <a:gd name="connsiteY7" fmla="*/ 0 h 292608"/>
              <a:gd name="connsiteX8" fmla="*/ 0 w 284502"/>
              <a:gd name="connsiteY8" fmla="*/ 3429 h 292608"/>
              <a:gd name="connsiteX9" fmla="*/ 0 w 284502"/>
              <a:gd name="connsiteY9" fmla="*/ 289179 h 292608"/>
              <a:gd name="connsiteX10" fmla="*/ 3429 w 284502"/>
              <a:gd name="connsiteY10" fmla="*/ 292608 h 292608"/>
              <a:gd name="connsiteX11" fmla="*/ 232029 w 284502"/>
              <a:gd name="connsiteY11" fmla="*/ 292608 h 292608"/>
              <a:gd name="connsiteX12" fmla="*/ 235458 w 284502"/>
              <a:gd name="connsiteY12" fmla="*/ 289179 h 292608"/>
              <a:gd name="connsiteX13" fmla="*/ 235458 w 284502"/>
              <a:gd name="connsiteY13" fmla="*/ 178308 h 292608"/>
              <a:gd name="connsiteX14" fmla="*/ 271367 w 284502"/>
              <a:gd name="connsiteY14" fmla="*/ 178308 h 292608"/>
              <a:gd name="connsiteX15" fmla="*/ 284502 w 284502"/>
              <a:gd name="connsiteY15" fmla="*/ 174879 h 292608"/>
              <a:gd name="connsiteX16" fmla="*/ 263033 w 284502"/>
              <a:gd name="connsiteY16" fmla="*/ 153410 h 292608"/>
              <a:gd name="connsiteX17" fmla="*/ 178308 w 284502"/>
              <a:gd name="connsiteY17" fmla="*/ 11706 h 292608"/>
              <a:gd name="connsiteX18" fmla="*/ 223752 w 284502"/>
              <a:gd name="connsiteY18" fmla="*/ 57150 h 292608"/>
              <a:gd name="connsiteX19" fmla="*/ 178308 w 284502"/>
              <a:gd name="connsiteY19" fmla="*/ 57150 h 292608"/>
              <a:gd name="connsiteX20" fmla="*/ 178308 w 284502"/>
              <a:gd name="connsiteY20" fmla="*/ 11706 h 292608"/>
              <a:gd name="connsiteX21" fmla="*/ 228600 w 284502"/>
              <a:gd name="connsiteY21" fmla="*/ 171450 h 292608"/>
              <a:gd name="connsiteX22" fmla="*/ 228600 w 284502"/>
              <a:gd name="connsiteY22" fmla="*/ 178318 h 292608"/>
              <a:gd name="connsiteX23" fmla="*/ 228600 w 284502"/>
              <a:gd name="connsiteY23" fmla="*/ 285750 h 292608"/>
              <a:gd name="connsiteX24" fmla="*/ 6858 w 284502"/>
              <a:gd name="connsiteY24" fmla="*/ 285750 h 292608"/>
              <a:gd name="connsiteX25" fmla="*/ 6858 w 284502"/>
              <a:gd name="connsiteY25" fmla="*/ 6858 h 292608"/>
              <a:gd name="connsiteX26" fmla="*/ 171450 w 284502"/>
              <a:gd name="connsiteY26" fmla="*/ 6858 h 292608"/>
              <a:gd name="connsiteX27" fmla="*/ 171450 w 284502"/>
              <a:gd name="connsiteY27" fmla="*/ 60579 h 292608"/>
              <a:gd name="connsiteX28" fmla="*/ 174879 w 284502"/>
              <a:gd name="connsiteY28" fmla="*/ 64008 h 292608"/>
              <a:gd name="connsiteX29" fmla="*/ 228600 w 284502"/>
              <a:gd name="connsiteY29" fmla="*/ 64008 h 292608"/>
              <a:gd name="connsiteX30" fmla="*/ 228600 w 284502"/>
              <a:gd name="connsiteY30" fmla="*/ 171450 h 292608"/>
              <a:gd name="connsiteX0" fmla="*/ 263033 w 271377"/>
              <a:gd name="connsiteY0" fmla="*/ 153410 h 292608"/>
              <a:gd name="connsiteX1" fmla="*/ 271377 w 271377"/>
              <a:gd name="connsiteY1" fmla="*/ 171450 h 292608"/>
              <a:gd name="connsiteX2" fmla="*/ 235468 w 271377"/>
              <a:gd name="connsiteY2" fmla="*/ 171450 h 292608"/>
              <a:gd name="connsiteX3" fmla="*/ 235468 w 271377"/>
              <a:gd name="connsiteY3" fmla="*/ 60579 h 292608"/>
              <a:gd name="connsiteX4" fmla="*/ 234467 w 271377"/>
              <a:gd name="connsiteY4" fmla="*/ 58160 h 292608"/>
              <a:gd name="connsiteX5" fmla="*/ 177317 w 271377"/>
              <a:gd name="connsiteY5" fmla="*/ 1010 h 292608"/>
              <a:gd name="connsiteX6" fmla="*/ 174879 w 271377"/>
              <a:gd name="connsiteY6" fmla="*/ 0 h 292608"/>
              <a:gd name="connsiteX7" fmla="*/ 3429 w 271377"/>
              <a:gd name="connsiteY7" fmla="*/ 0 h 292608"/>
              <a:gd name="connsiteX8" fmla="*/ 0 w 271377"/>
              <a:gd name="connsiteY8" fmla="*/ 3429 h 292608"/>
              <a:gd name="connsiteX9" fmla="*/ 0 w 271377"/>
              <a:gd name="connsiteY9" fmla="*/ 289179 h 292608"/>
              <a:gd name="connsiteX10" fmla="*/ 3429 w 271377"/>
              <a:gd name="connsiteY10" fmla="*/ 292608 h 292608"/>
              <a:gd name="connsiteX11" fmla="*/ 232029 w 271377"/>
              <a:gd name="connsiteY11" fmla="*/ 292608 h 292608"/>
              <a:gd name="connsiteX12" fmla="*/ 235458 w 271377"/>
              <a:gd name="connsiteY12" fmla="*/ 289179 h 292608"/>
              <a:gd name="connsiteX13" fmla="*/ 235458 w 271377"/>
              <a:gd name="connsiteY13" fmla="*/ 178308 h 292608"/>
              <a:gd name="connsiteX14" fmla="*/ 271367 w 271377"/>
              <a:gd name="connsiteY14" fmla="*/ 178308 h 292608"/>
              <a:gd name="connsiteX15" fmla="*/ 263033 w 271377"/>
              <a:gd name="connsiteY15" fmla="*/ 153410 h 292608"/>
              <a:gd name="connsiteX16" fmla="*/ 178308 w 271377"/>
              <a:gd name="connsiteY16" fmla="*/ 11706 h 292608"/>
              <a:gd name="connsiteX17" fmla="*/ 223752 w 271377"/>
              <a:gd name="connsiteY17" fmla="*/ 57150 h 292608"/>
              <a:gd name="connsiteX18" fmla="*/ 178308 w 271377"/>
              <a:gd name="connsiteY18" fmla="*/ 57150 h 292608"/>
              <a:gd name="connsiteX19" fmla="*/ 178308 w 271377"/>
              <a:gd name="connsiteY19" fmla="*/ 11706 h 292608"/>
              <a:gd name="connsiteX20" fmla="*/ 228600 w 271377"/>
              <a:gd name="connsiteY20" fmla="*/ 171450 h 292608"/>
              <a:gd name="connsiteX21" fmla="*/ 228600 w 271377"/>
              <a:gd name="connsiteY21" fmla="*/ 178318 h 292608"/>
              <a:gd name="connsiteX22" fmla="*/ 228600 w 271377"/>
              <a:gd name="connsiteY22" fmla="*/ 285750 h 292608"/>
              <a:gd name="connsiteX23" fmla="*/ 6858 w 271377"/>
              <a:gd name="connsiteY23" fmla="*/ 285750 h 292608"/>
              <a:gd name="connsiteX24" fmla="*/ 6858 w 271377"/>
              <a:gd name="connsiteY24" fmla="*/ 6858 h 292608"/>
              <a:gd name="connsiteX25" fmla="*/ 171450 w 271377"/>
              <a:gd name="connsiteY25" fmla="*/ 6858 h 292608"/>
              <a:gd name="connsiteX26" fmla="*/ 171450 w 271377"/>
              <a:gd name="connsiteY26" fmla="*/ 60579 h 292608"/>
              <a:gd name="connsiteX27" fmla="*/ 174879 w 271377"/>
              <a:gd name="connsiteY27" fmla="*/ 64008 h 292608"/>
              <a:gd name="connsiteX28" fmla="*/ 228600 w 271377"/>
              <a:gd name="connsiteY28" fmla="*/ 64008 h 292608"/>
              <a:gd name="connsiteX29" fmla="*/ 228600 w 271377"/>
              <a:gd name="connsiteY29" fmla="*/ 171450 h 292608"/>
              <a:gd name="connsiteX0" fmla="*/ 263033 w 271367"/>
              <a:gd name="connsiteY0" fmla="*/ 153410 h 292608"/>
              <a:gd name="connsiteX1" fmla="*/ 235468 w 271367"/>
              <a:gd name="connsiteY1" fmla="*/ 171450 h 292608"/>
              <a:gd name="connsiteX2" fmla="*/ 235468 w 271367"/>
              <a:gd name="connsiteY2" fmla="*/ 60579 h 292608"/>
              <a:gd name="connsiteX3" fmla="*/ 234467 w 271367"/>
              <a:gd name="connsiteY3" fmla="*/ 58160 h 292608"/>
              <a:gd name="connsiteX4" fmla="*/ 177317 w 271367"/>
              <a:gd name="connsiteY4" fmla="*/ 1010 h 292608"/>
              <a:gd name="connsiteX5" fmla="*/ 174879 w 271367"/>
              <a:gd name="connsiteY5" fmla="*/ 0 h 292608"/>
              <a:gd name="connsiteX6" fmla="*/ 3429 w 271367"/>
              <a:gd name="connsiteY6" fmla="*/ 0 h 292608"/>
              <a:gd name="connsiteX7" fmla="*/ 0 w 271367"/>
              <a:gd name="connsiteY7" fmla="*/ 3429 h 292608"/>
              <a:gd name="connsiteX8" fmla="*/ 0 w 271367"/>
              <a:gd name="connsiteY8" fmla="*/ 289179 h 292608"/>
              <a:gd name="connsiteX9" fmla="*/ 3429 w 271367"/>
              <a:gd name="connsiteY9" fmla="*/ 292608 h 292608"/>
              <a:gd name="connsiteX10" fmla="*/ 232029 w 271367"/>
              <a:gd name="connsiteY10" fmla="*/ 292608 h 292608"/>
              <a:gd name="connsiteX11" fmla="*/ 235458 w 271367"/>
              <a:gd name="connsiteY11" fmla="*/ 289179 h 292608"/>
              <a:gd name="connsiteX12" fmla="*/ 235458 w 271367"/>
              <a:gd name="connsiteY12" fmla="*/ 178308 h 292608"/>
              <a:gd name="connsiteX13" fmla="*/ 271367 w 271367"/>
              <a:gd name="connsiteY13" fmla="*/ 178308 h 292608"/>
              <a:gd name="connsiteX14" fmla="*/ 263033 w 271367"/>
              <a:gd name="connsiteY14" fmla="*/ 153410 h 292608"/>
              <a:gd name="connsiteX15" fmla="*/ 178308 w 271367"/>
              <a:gd name="connsiteY15" fmla="*/ 11706 h 292608"/>
              <a:gd name="connsiteX16" fmla="*/ 223752 w 271367"/>
              <a:gd name="connsiteY16" fmla="*/ 57150 h 292608"/>
              <a:gd name="connsiteX17" fmla="*/ 178308 w 271367"/>
              <a:gd name="connsiteY17" fmla="*/ 57150 h 292608"/>
              <a:gd name="connsiteX18" fmla="*/ 178308 w 271367"/>
              <a:gd name="connsiteY18" fmla="*/ 11706 h 292608"/>
              <a:gd name="connsiteX19" fmla="*/ 228600 w 271367"/>
              <a:gd name="connsiteY19" fmla="*/ 171450 h 292608"/>
              <a:gd name="connsiteX20" fmla="*/ 228600 w 271367"/>
              <a:gd name="connsiteY20" fmla="*/ 178318 h 292608"/>
              <a:gd name="connsiteX21" fmla="*/ 228600 w 271367"/>
              <a:gd name="connsiteY21" fmla="*/ 285750 h 292608"/>
              <a:gd name="connsiteX22" fmla="*/ 6858 w 271367"/>
              <a:gd name="connsiteY22" fmla="*/ 285750 h 292608"/>
              <a:gd name="connsiteX23" fmla="*/ 6858 w 271367"/>
              <a:gd name="connsiteY23" fmla="*/ 6858 h 292608"/>
              <a:gd name="connsiteX24" fmla="*/ 171450 w 271367"/>
              <a:gd name="connsiteY24" fmla="*/ 6858 h 292608"/>
              <a:gd name="connsiteX25" fmla="*/ 171450 w 271367"/>
              <a:gd name="connsiteY25" fmla="*/ 60579 h 292608"/>
              <a:gd name="connsiteX26" fmla="*/ 174879 w 271367"/>
              <a:gd name="connsiteY26" fmla="*/ 64008 h 292608"/>
              <a:gd name="connsiteX27" fmla="*/ 228600 w 271367"/>
              <a:gd name="connsiteY27" fmla="*/ 64008 h 292608"/>
              <a:gd name="connsiteX28" fmla="*/ 228600 w 271367"/>
              <a:gd name="connsiteY28" fmla="*/ 171450 h 292608"/>
              <a:gd name="connsiteX0" fmla="*/ 263033 w 263033"/>
              <a:gd name="connsiteY0" fmla="*/ 153410 h 292608"/>
              <a:gd name="connsiteX1" fmla="*/ 235468 w 263033"/>
              <a:gd name="connsiteY1" fmla="*/ 171450 h 292608"/>
              <a:gd name="connsiteX2" fmla="*/ 235468 w 263033"/>
              <a:gd name="connsiteY2" fmla="*/ 60579 h 292608"/>
              <a:gd name="connsiteX3" fmla="*/ 234467 w 263033"/>
              <a:gd name="connsiteY3" fmla="*/ 58160 h 292608"/>
              <a:gd name="connsiteX4" fmla="*/ 177317 w 263033"/>
              <a:gd name="connsiteY4" fmla="*/ 1010 h 292608"/>
              <a:gd name="connsiteX5" fmla="*/ 174879 w 263033"/>
              <a:gd name="connsiteY5" fmla="*/ 0 h 292608"/>
              <a:gd name="connsiteX6" fmla="*/ 3429 w 263033"/>
              <a:gd name="connsiteY6" fmla="*/ 0 h 292608"/>
              <a:gd name="connsiteX7" fmla="*/ 0 w 263033"/>
              <a:gd name="connsiteY7" fmla="*/ 3429 h 292608"/>
              <a:gd name="connsiteX8" fmla="*/ 0 w 263033"/>
              <a:gd name="connsiteY8" fmla="*/ 289179 h 292608"/>
              <a:gd name="connsiteX9" fmla="*/ 3429 w 263033"/>
              <a:gd name="connsiteY9" fmla="*/ 292608 h 292608"/>
              <a:gd name="connsiteX10" fmla="*/ 232029 w 263033"/>
              <a:gd name="connsiteY10" fmla="*/ 292608 h 292608"/>
              <a:gd name="connsiteX11" fmla="*/ 235458 w 263033"/>
              <a:gd name="connsiteY11" fmla="*/ 289179 h 292608"/>
              <a:gd name="connsiteX12" fmla="*/ 235458 w 263033"/>
              <a:gd name="connsiteY12" fmla="*/ 178308 h 292608"/>
              <a:gd name="connsiteX13" fmla="*/ 263033 w 263033"/>
              <a:gd name="connsiteY13" fmla="*/ 153410 h 292608"/>
              <a:gd name="connsiteX14" fmla="*/ 178308 w 263033"/>
              <a:gd name="connsiteY14" fmla="*/ 11706 h 292608"/>
              <a:gd name="connsiteX15" fmla="*/ 223752 w 263033"/>
              <a:gd name="connsiteY15" fmla="*/ 57150 h 292608"/>
              <a:gd name="connsiteX16" fmla="*/ 178308 w 263033"/>
              <a:gd name="connsiteY16" fmla="*/ 57150 h 292608"/>
              <a:gd name="connsiteX17" fmla="*/ 178308 w 263033"/>
              <a:gd name="connsiteY17" fmla="*/ 11706 h 292608"/>
              <a:gd name="connsiteX18" fmla="*/ 228600 w 263033"/>
              <a:gd name="connsiteY18" fmla="*/ 171450 h 292608"/>
              <a:gd name="connsiteX19" fmla="*/ 228600 w 263033"/>
              <a:gd name="connsiteY19" fmla="*/ 178318 h 292608"/>
              <a:gd name="connsiteX20" fmla="*/ 228600 w 263033"/>
              <a:gd name="connsiteY20" fmla="*/ 285750 h 292608"/>
              <a:gd name="connsiteX21" fmla="*/ 6858 w 263033"/>
              <a:gd name="connsiteY21" fmla="*/ 285750 h 292608"/>
              <a:gd name="connsiteX22" fmla="*/ 6858 w 263033"/>
              <a:gd name="connsiteY22" fmla="*/ 6858 h 292608"/>
              <a:gd name="connsiteX23" fmla="*/ 171450 w 263033"/>
              <a:gd name="connsiteY23" fmla="*/ 6858 h 292608"/>
              <a:gd name="connsiteX24" fmla="*/ 171450 w 263033"/>
              <a:gd name="connsiteY24" fmla="*/ 60579 h 292608"/>
              <a:gd name="connsiteX25" fmla="*/ 174879 w 263033"/>
              <a:gd name="connsiteY25" fmla="*/ 64008 h 292608"/>
              <a:gd name="connsiteX26" fmla="*/ 228600 w 263033"/>
              <a:gd name="connsiteY26" fmla="*/ 64008 h 292608"/>
              <a:gd name="connsiteX27" fmla="*/ 228600 w 263033"/>
              <a:gd name="connsiteY27" fmla="*/ 171450 h 292608"/>
              <a:gd name="connsiteX0" fmla="*/ 235458 w 235468"/>
              <a:gd name="connsiteY0" fmla="*/ 178308 h 292608"/>
              <a:gd name="connsiteX1" fmla="*/ 235468 w 235468"/>
              <a:gd name="connsiteY1" fmla="*/ 171450 h 292608"/>
              <a:gd name="connsiteX2" fmla="*/ 235468 w 235468"/>
              <a:gd name="connsiteY2" fmla="*/ 60579 h 292608"/>
              <a:gd name="connsiteX3" fmla="*/ 234467 w 235468"/>
              <a:gd name="connsiteY3" fmla="*/ 58160 h 292608"/>
              <a:gd name="connsiteX4" fmla="*/ 177317 w 235468"/>
              <a:gd name="connsiteY4" fmla="*/ 1010 h 292608"/>
              <a:gd name="connsiteX5" fmla="*/ 174879 w 235468"/>
              <a:gd name="connsiteY5" fmla="*/ 0 h 292608"/>
              <a:gd name="connsiteX6" fmla="*/ 3429 w 235468"/>
              <a:gd name="connsiteY6" fmla="*/ 0 h 292608"/>
              <a:gd name="connsiteX7" fmla="*/ 0 w 235468"/>
              <a:gd name="connsiteY7" fmla="*/ 3429 h 292608"/>
              <a:gd name="connsiteX8" fmla="*/ 0 w 235468"/>
              <a:gd name="connsiteY8" fmla="*/ 289179 h 292608"/>
              <a:gd name="connsiteX9" fmla="*/ 3429 w 235468"/>
              <a:gd name="connsiteY9" fmla="*/ 292608 h 292608"/>
              <a:gd name="connsiteX10" fmla="*/ 232029 w 235468"/>
              <a:gd name="connsiteY10" fmla="*/ 292608 h 292608"/>
              <a:gd name="connsiteX11" fmla="*/ 235458 w 235468"/>
              <a:gd name="connsiteY11" fmla="*/ 289179 h 292608"/>
              <a:gd name="connsiteX12" fmla="*/ 235458 w 235468"/>
              <a:gd name="connsiteY12" fmla="*/ 178308 h 292608"/>
              <a:gd name="connsiteX13" fmla="*/ 178308 w 235468"/>
              <a:gd name="connsiteY13" fmla="*/ 11706 h 292608"/>
              <a:gd name="connsiteX14" fmla="*/ 223752 w 235468"/>
              <a:gd name="connsiteY14" fmla="*/ 57150 h 292608"/>
              <a:gd name="connsiteX15" fmla="*/ 178308 w 235468"/>
              <a:gd name="connsiteY15" fmla="*/ 57150 h 292608"/>
              <a:gd name="connsiteX16" fmla="*/ 178308 w 235468"/>
              <a:gd name="connsiteY16" fmla="*/ 11706 h 292608"/>
              <a:gd name="connsiteX17" fmla="*/ 228600 w 235468"/>
              <a:gd name="connsiteY17" fmla="*/ 171450 h 292608"/>
              <a:gd name="connsiteX18" fmla="*/ 228600 w 235468"/>
              <a:gd name="connsiteY18" fmla="*/ 178318 h 292608"/>
              <a:gd name="connsiteX19" fmla="*/ 228600 w 235468"/>
              <a:gd name="connsiteY19" fmla="*/ 285750 h 292608"/>
              <a:gd name="connsiteX20" fmla="*/ 6858 w 235468"/>
              <a:gd name="connsiteY20" fmla="*/ 285750 h 292608"/>
              <a:gd name="connsiteX21" fmla="*/ 6858 w 235468"/>
              <a:gd name="connsiteY21" fmla="*/ 6858 h 292608"/>
              <a:gd name="connsiteX22" fmla="*/ 171450 w 235468"/>
              <a:gd name="connsiteY22" fmla="*/ 6858 h 292608"/>
              <a:gd name="connsiteX23" fmla="*/ 171450 w 235468"/>
              <a:gd name="connsiteY23" fmla="*/ 60579 h 292608"/>
              <a:gd name="connsiteX24" fmla="*/ 174879 w 235468"/>
              <a:gd name="connsiteY24" fmla="*/ 64008 h 292608"/>
              <a:gd name="connsiteX25" fmla="*/ 228600 w 235468"/>
              <a:gd name="connsiteY25" fmla="*/ 64008 h 292608"/>
              <a:gd name="connsiteX26" fmla="*/ 228600 w 235468"/>
              <a:gd name="connsiteY26" fmla="*/ 171450 h 29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5468" h="292608">
                <a:moveTo>
                  <a:pt x="235458" y="178308"/>
                </a:moveTo>
                <a:cubicBezTo>
                  <a:pt x="235461" y="176022"/>
                  <a:pt x="235465" y="173736"/>
                  <a:pt x="235468" y="171450"/>
                </a:cubicBezTo>
                <a:lnTo>
                  <a:pt x="235468" y="60579"/>
                </a:lnTo>
                <a:cubicBezTo>
                  <a:pt x="235468" y="59665"/>
                  <a:pt x="235106" y="58798"/>
                  <a:pt x="234467" y="58160"/>
                </a:cubicBezTo>
                <a:lnTo>
                  <a:pt x="177317" y="1010"/>
                </a:lnTo>
                <a:cubicBezTo>
                  <a:pt x="176670" y="362"/>
                  <a:pt x="175793" y="0"/>
                  <a:pt x="174879" y="0"/>
                </a:cubicBezTo>
                <a:lnTo>
                  <a:pt x="3429" y="0"/>
                </a:lnTo>
                <a:cubicBezTo>
                  <a:pt x="1534" y="0"/>
                  <a:pt x="0" y="1534"/>
                  <a:pt x="0" y="3429"/>
                </a:cubicBezTo>
                <a:lnTo>
                  <a:pt x="0" y="289179"/>
                </a:lnTo>
                <a:cubicBezTo>
                  <a:pt x="0" y="291074"/>
                  <a:pt x="1534" y="292608"/>
                  <a:pt x="3429" y="292608"/>
                </a:cubicBezTo>
                <a:lnTo>
                  <a:pt x="232029" y="292608"/>
                </a:lnTo>
                <a:cubicBezTo>
                  <a:pt x="233924" y="292608"/>
                  <a:pt x="235458" y="291074"/>
                  <a:pt x="235458" y="289179"/>
                </a:cubicBezTo>
                <a:lnTo>
                  <a:pt x="235458" y="178308"/>
                </a:lnTo>
                <a:close/>
                <a:moveTo>
                  <a:pt x="178308" y="11706"/>
                </a:moveTo>
                <a:lnTo>
                  <a:pt x="223752" y="57150"/>
                </a:lnTo>
                <a:lnTo>
                  <a:pt x="178308" y="57150"/>
                </a:lnTo>
                <a:lnTo>
                  <a:pt x="178308" y="11706"/>
                </a:lnTo>
                <a:close/>
                <a:moveTo>
                  <a:pt x="228600" y="171450"/>
                </a:moveTo>
                <a:lnTo>
                  <a:pt x="228600" y="178318"/>
                </a:lnTo>
                <a:lnTo>
                  <a:pt x="228600" y="285750"/>
                </a:lnTo>
                <a:lnTo>
                  <a:pt x="6858" y="285750"/>
                </a:lnTo>
                <a:lnTo>
                  <a:pt x="6858" y="6858"/>
                </a:lnTo>
                <a:lnTo>
                  <a:pt x="171450" y="6858"/>
                </a:lnTo>
                <a:lnTo>
                  <a:pt x="171450" y="60579"/>
                </a:lnTo>
                <a:cubicBezTo>
                  <a:pt x="171450" y="62474"/>
                  <a:pt x="172984" y="64008"/>
                  <a:pt x="174879" y="64008"/>
                </a:cubicBezTo>
                <a:lnTo>
                  <a:pt x="228600" y="64008"/>
                </a:lnTo>
                <a:lnTo>
                  <a:pt x="228600" y="171450"/>
                </a:lnTo>
                <a:close/>
              </a:path>
            </a:pathLst>
          </a:custGeom>
          <a:solidFill>
            <a:srgbClr val="0F62FE"/>
          </a:solidFill>
          <a:ln w="9525"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CB6DE057-8510-DCB6-7ACC-A7F39CBD5E61}"/>
              </a:ext>
            </a:extLst>
          </p:cNvPr>
          <p:cNvSpPr>
            <a:spLocks noChangeAspect="1"/>
          </p:cNvSpPr>
          <p:nvPr/>
        </p:nvSpPr>
        <p:spPr>
          <a:xfrm>
            <a:off x="14285211" y="5450530"/>
            <a:ext cx="612022" cy="612000"/>
          </a:xfrm>
          <a:custGeom>
            <a:avLst/>
            <a:gdLst>
              <a:gd name="connsiteX0" fmla="*/ 212979 w 254517"/>
              <a:gd name="connsiteY0" fmla="*/ 254508 h 254508"/>
              <a:gd name="connsiteX1" fmla="*/ 200025 w 254517"/>
              <a:gd name="connsiteY1" fmla="*/ 241554 h 254508"/>
              <a:gd name="connsiteX2" fmla="*/ 212979 w 254517"/>
              <a:gd name="connsiteY2" fmla="*/ 228600 h 254508"/>
              <a:gd name="connsiteX3" fmla="*/ 225933 w 254517"/>
              <a:gd name="connsiteY3" fmla="*/ 241554 h 254508"/>
              <a:gd name="connsiteX4" fmla="*/ 212979 w 254517"/>
              <a:gd name="connsiteY4" fmla="*/ 254508 h 254508"/>
              <a:gd name="connsiteX5" fmla="*/ 212979 w 254517"/>
              <a:gd name="connsiteY5" fmla="*/ 235458 h 254508"/>
              <a:gd name="connsiteX6" fmla="*/ 206883 w 254517"/>
              <a:gd name="connsiteY6" fmla="*/ 241554 h 254508"/>
              <a:gd name="connsiteX7" fmla="*/ 212979 w 254517"/>
              <a:gd name="connsiteY7" fmla="*/ 247650 h 254508"/>
              <a:gd name="connsiteX8" fmla="*/ 219075 w 254517"/>
              <a:gd name="connsiteY8" fmla="*/ 241554 h 254508"/>
              <a:gd name="connsiteX9" fmla="*/ 212979 w 254517"/>
              <a:gd name="connsiteY9" fmla="*/ 235458 h 254508"/>
              <a:gd name="connsiteX10" fmla="*/ 117729 w 254517"/>
              <a:gd name="connsiteY10" fmla="*/ 254508 h 254508"/>
              <a:gd name="connsiteX11" fmla="*/ 104775 w 254517"/>
              <a:gd name="connsiteY11" fmla="*/ 241554 h 254508"/>
              <a:gd name="connsiteX12" fmla="*/ 117729 w 254517"/>
              <a:gd name="connsiteY12" fmla="*/ 228600 h 254508"/>
              <a:gd name="connsiteX13" fmla="*/ 130683 w 254517"/>
              <a:gd name="connsiteY13" fmla="*/ 241554 h 254508"/>
              <a:gd name="connsiteX14" fmla="*/ 117729 w 254517"/>
              <a:gd name="connsiteY14" fmla="*/ 254508 h 254508"/>
              <a:gd name="connsiteX15" fmla="*/ 117729 w 254517"/>
              <a:gd name="connsiteY15" fmla="*/ 235458 h 254508"/>
              <a:gd name="connsiteX16" fmla="*/ 111633 w 254517"/>
              <a:gd name="connsiteY16" fmla="*/ 241554 h 254508"/>
              <a:gd name="connsiteX17" fmla="*/ 117729 w 254517"/>
              <a:gd name="connsiteY17" fmla="*/ 247650 h 254508"/>
              <a:gd name="connsiteX18" fmla="*/ 123825 w 254517"/>
              <a:gd name="connsiteY18" fmla="*/ 241554 h 254508"/>
              <a:gd name="connsiteX19" fmla="*/ 117729 w 254517"/>
              <a:gd name="connsiteY19" fmla="*/ 235458 h 254508"/>
              <a:gd name="connsiteX20" fmla="*/ 70104 w 254517"/>
              <a:gd name="connsiteY20" fmla="*/ 254508 h 254508"/>
              <a:gd name="connsiteX21" fmla="*/ 57150 w 254517"/>
              <a:gd name="connsiteY21" fmla="*/ 241554 h 254508"/>
              <a:gd name="connsiteX22" fmla="*/ 70104 w 254517"/>
              <a:gd name="connsiteY22" fmla="*/ 228600 h 254508"/>
              <a:gd name="connsiteX23" fmla="*/ 83058 w 254517"/>
              <a:gd name="connsiteY23" fmla="*/ 241554 h 254508"/>
              <a:gd name="connsiteX24" fmla="*/ 70104 w 254517"/>
              <a:gd name="connsiteY24" fmla="*/ 254508 h 254508"/>
              <a:gd name="connsiteX25" fmla="*/ 70104 w 254517"/>
              <a:gd name="connsiteY25" fmla="*/ 235458 h 254508"/>
              <a:gd name="connsiteX26" fmla="*/ 64008 w 254517"/>
              <a:gd name="connsiteY26" fmla="*/ 241554 h 254508"/>
              <a:gd name="connsiteX27" fmla="*/ 70104 w 254517"/>
              <a:gd name="connsiteY27" fmla="*/ 247650 h 254508"/>
              <a:gd name="connsiteX28" fmla="*/ 76200 w 254517"/>
              <a:gd name="connsiteY28" fmla="*/ 241554 h 254508"/>
              <a:gd name="connsiteX29" fmla="*/ 70104 w 254517"/>
              <a:gd name="connsiteY29" fmla="*/ 235458 h 254508"/>
              <a:gd name="connsiteX30" fmla="*/ 254508 w 254517"/>
              <a:gd name="connsiteY30" fmla="*/ 251079 h 254508"/>
              <a:gd name="connsiteX31" fmla="*/ 247650 w 254517"/>
              <a:gd name="connsiteY31" fmla="*/ 251079 h 254508"/>
              <a:gd name="connsiteX32" fmla="*/ 247650 w 254517"/>
              <a:gd name="connsiteY32" fmla="*/ 232029 h 254508"/>
              <a:gd name="connsiteX33" fmla="*/ 254518 w 254517"/>
              <a:gd name="connsiteY33" fmla="*/ 232029 h 254508"/>
              <a:gd name="connsiteX34" fmla="*/ 254508 w 254517"/>
              <a:gd name="connsiteY34" fmla="*/ 251079 h 254508"/>
              <a:gd name="connsiteX35" fmla="*/ 254508 w 254517"/>
              <a:gd name="connsiteY35" fmla="*/ 251079 h 254508"/>
              <a:gd name="connsiteX36" fmla="*/ 35433 w 254517"/>
              <a:gd name="connsiteY36" fmla="*/ 251079 h 254508"/>
              <a:gd name="connsiteX37" fmla="*/ 28575 w 254517"/>
              <a:gd name="connsiteY37" fmla="*/ 251079 h 254508"/>
              <a:gd name="connsiteX38" fmla="*/ 28575 w 254517"/>
              <a:gd name="connsiteY38" fmla="*/ 232029 h 254508"/>
              <a:gd name="connsiteX39" fmla="*/ 35433 w 254517"/>
              <a:gd name="connsiteY39" fmla="*/ 232029 h 254508"/>
              <a:gd name="connsiteX40" fmla="*/ 35433 w 254517"/>
              <a:gd name="connsiteY40" fmla="*/ 251079 h 254508"/>
              <a:gd name="connsiteX41" fmla="*/ 6858 w 254517"/>
              <a:gd name="connsiteY41" fmla="*/ 251079 h 254508"/>
              <a:gd name="connsiteX42" fmla="*/ 0 w 254517"/>
              <a:gd name="connsiteY42" fmla="*/ 251079 h 254508"/>
              <a:gd name="connsiteX43" fmla="*/ 0 w 254517"/>
              <a:gd name="connsiteY43" fmla="*/ 232029 h 254508"/>
              <a:gd name="connsiteX44" fmla="*/ 6858 w 254517"/>
              <a:gd name="connsiteY44" fmla="*/ 232029 h 254508"/>
              <a:gd name="connsiteX45" fmla="*/ 6858 w 254517"/>
              <a:gd name="connsiteY45" fmla="*/ 251079 h 254508"/>
              <a:gd name="connsiteX46" fmla="*/ 174879 w 254517"/>
              <a:gd name="connsiteY46" fmla="*/ 244983 h 254508"/>
              <a:gd name="connsiteX47" fmla="*/ 155829 w 254517"/>
              <a:gd name="connsiteY47" fmla="*/ 244983 h 254508"/>
              <a:gd name="connsiteX48" fmla="*/ 155829 w 254517"/>
              <a:gd name="connsiteY48" fmla="*/ 238125 h 254508"/>
              <a:gd name="connsiteX49" fmla="*/ 174879 w 254517"/>
              <a:gd name="connsiteY49" fmla="*/ 238125 h 254508"/>
              <a:gd name="connsiteX50" fmla="*/ 174879 w 254517"/>
              <a:gd name="connsiteY50" fmla="*/ 244983 h 254508"/>
              <a:gd name="connsiteX51" fmla="*/ 241554 w 254517"/>
              <a:gd name="connsiteY51" fmla="*/ 178308 h 254508"/>
              <a:gd name="connsiteX52" fmla="*/ 228600 w 254517"/>
              <a:gd name="connsiteY52" fmla="*/ 165354 h 254508"/>
              <a:gd name="connsiteX53" fmla="*/ 241554 w 254517"/>
              <a:gd name="connsiteY53" fmla="*/ 152400 h 254508"/>
              <a:gd name="connsiteX54" fmla="*/ 254508 w 254517"/>
              <a:gd name="connsiteY54" fmla="*/ 165354 h 254508"/>
              <a:gd name="connsiteX55" fmla="*/ 241554 w 254517"/>
              <a:gd name="connsiteY55" fmla="*/ 178308 h 254508"/>
              <a:gd name="connsiteX56" fmla="*/ 241554 w 254517"/>
              <a:gd name="connsiteY56" fmla="*/ 159258 h 254508"/>
              <a:gd name="connsiteX57" fmla="*/ 235458 w 254517"/>
              <a:gd name="connsiteY57" fmla="*/ 165354 h 254508"/>
              <a:gd name="connsiteX58" fmla="*/ 241554 w 254517"/>
              <a:gd name="connsiteY58" fmla="*/ 171450 h 254508"/>
              <a:gd name="connsiteX59" fmla="*/ 247650 w 254517"/>
              <a:gd name="connsiteY59" fmla="*/ 165354 h 254508"/>
              <a:gd name="connsiteX60" fmla="*/ 241554 w 254517"/>
              <a:gd name="connsiteY60" fmla="*/ 159258 h 254508"/>
              <a:gd name="connsiteX61" fmla="*/ 127254 w 254517"/>
              <a:gd name="connsiteY61" fmla="*/ 178308 h 254508"/>
              <a:gd name="connsiteX62" fmla="*/ 114300 w 254517"/>
              <a:gd name="connsiteY62" fmla="*/ 165354 h 254508"/>
              <a:gd name="connsiteX63" fmla="*/ 127254 w 254517"/>
              <a:gd name="connsiteY63" fmla="*/ 152400 h 254508"/>
              <a:gd name="connsiteX64" fmla="*/ 140208 w 254517"/>
              <a:gd name="connsiteY64" fmla="*/ 165354 h 254508"/>
              <a:gd name="connsiteX65" fmla="*/ 127254 w 254517"/>
              <a:gd name="connsiteY65" fmla="*/ 178308 h 254508"/>
              <a:gd name="connsiteX66" fmla="*/ 127254 w 254517"/>
              <a:gd name="connsiteY66" fmla="*/ 159258 h 254508"/>
              <a:gd name="connsiteX67" fmla="*/ 121158 w 254517"/>
              <a:gd name="connsiteY67" fmla="*/ 165354 h 254508"/>
              <a:gd name="connsiteX68" fmla="*/ 127254 w 254517"/>
              <a:gd name="connsiteY68" fmla="*/ 171450 h 254508"/>
              <a:gd name="connsiteX69" fmla="*/ 133350 w 254517"/>
              <a:gd name="connsiteY69" fmla="*/ 165354 h 254508"/>
              <a:gd name="connsiteX70" fmla="*/ 127254 w 254517"/>
              <a:gd name="connsiteY70" fmla="*/ 159258 h 254508"/>
              <a:gd name="connsiteX71" fmla="*/ 12954 w 254517"/>
              <a:gd name="connsiteY71" fmla="*/ 178308 h 254508"/>
              <a:gd name="connsiteX72" fmla="*/ 0 w 254517"/>
              <a:gd name="connsiteY72" fmla="*/ 165354 h 254508"/>
              <a:gd name="connsiteX73" fmla="*/ 12954 w 254517"/>
              <a:gd name="connsiteY73" fmla="*/ 152400 h 254508"/>
              <a:gd name="connsiteX74" fmla="*/ 25908 w 254517"/>
              <a:gd name="connsiteY74" fmla="*/ 165354 h 254508"/>
              <a:gd name="connsiteX75" fmla="*/ 12954 w 254517"/>
              <a:gd name="connsiteY75" fmla="*/ 178308 h 254508"/>
              <a:gd name="connsiteX76" fmla="*/ 12954 w 254517"/>
              <a:gd name="connsiteY76" fmla="*/ 159258 h 254508"/>
              <a:gd name="connsiteX77" fmla="*/ 6858 w 254517"/>
              <a:gd name="connsiteY77" fmla="*/ 165354 h 254508"/>
              <a:gd name="connsiteX78" fmla="*/ 12954 w 254517"/>
              <a:gd name="connsiteY78" fmla="*/ 171450 h 254508"/>
              <a:gd name="connsiteX79" fmla="*/ 19050 w 254517"/>
              <a:gd name="connsiteY79" fmla="*/ 165354 h 254508"/>
              <a:gd name="connsiteX80" fmla="*/ 12954 w 254517"/>
              <a:gd name="connsiteY80" fmla="*/ 159258 h 254508"/>
              <a:gd name="connsiteX81" fmla="*/ 203454 w 254517"/>
              <a:gd name="connsiteY81" fmla="*/ 168783 h 254508"/>
              <a:gd name="connsiteX82" fmla="*/ 165354 w 254517"/>
              <a:gd name="connsiteY82" fmla="*/ 168783 h 254508"/>
              <a:gd name="connsiteX83" fmla="*/ 165354 w 254517"/>
              <a:gd name="connsiteY83" fmla="*/ 161925 h 254508"/>
              <a:gd name="connsiteX84" fmla="*/ 203454 w 254517"/>
              <a:gd name="connsiteY84" fmla="*/ 161925 h 254508"/>
              <a:gd name="connsiteX85" fmla="*/ 203454 w 254517"/>
              <a:gd name="connsiteY85" fmla="*/ 168783 h 254508"/>
              <a:gd name="connsiteX86" fmla="*/ 89154 w 254517"/>
              <a:gd name="connsiteY86" fmla="*/ 168783 h 254508"/>
              <a:gd name="connsiteX87" fmla="*/ 51054 w 254517"/>
              <a:gd name="connsiteY87" fmla="*/ 168783 h 254508"/>
              <a:gd name="connsiteX88" fmla="*/ 51054 w 254517"/>
              <a:gd name="connsiteY88" fmla="*/ 161925 h 254508"/>
              <a:gd name="connsiteX89" fmla="*/ 89154 w 254517"/>
              <a:gd name="connsiteY89" fmla="*/ 161925 h 254508"/>
              <a:gd name="connsiteX90" fmla="*/ 89154 w 254517"/>
              <a:gd name="connsiteY90" fmla="*/ 168783 h 254508"/>
              <a:gd name="connsiteX91" fmla="*/ 117729 w 254517"/>
              <a:gd name="connsiteY91" fmla="*/ 102108 h 254508"/>
              <a:gd name="connsiteX92" fmla="*/ 104775 w 254517"/>
              <a:gd name="connsiteY92" fmla="*/ 89154 h 254508"/>
              <a:gd name="connsiteX93" fmla="*/ 117729 w 254517"/>
              <a:gd name="connsiteY93" fmla="*/ 76200 h 254508"/>
              <a:gd name="connsiteX94" fmla="*/ 130683 w 254517"/>
              <a:gd name="connsiteY94" fmla="*/ 89154 h 254508"/>
              <a:gd name="connsiteX95" fmla="*/ 117729 w 254517"/>
              <a:gd name="connsiteY95" fmla="*/ 102108 h 254508"/>
              <a:gd name="connsiteX96" fmla="*/ 117729 w 254517"/>
              <a:gd name="connsiteY96" fmla="*/ 83058 h 254508"/>
              <a:gd name="connsiteX97" fmla="*/ 111633 w 254517"/>
              <a:gd name="connsiteY97" fmla="*/ 89154 h 254508"/>
              <a:gd name="connsiteX98" fmla="*/ 117729 w 254517"/>
              <a:gd name="connsiteY98" fmla="*/ 95250 h 254508"/>
              <a:gd name="connsiteX99" fmla="*/ 123825 w 254517"/>
              <a:gd name="connsiteY99" fmla="*/ 89154 h 254508"/>
              <a:gd name="connsiteX100" fmla="*/ 117729 w 254517"/>
              <a:gd name="connsiteY100" fmla="*/ 83058 h 254508"/>
              <a:gd name="connsiteX101" fmla="*/ 70104 w 254517"/>
              <a:gd name="connsiteY101" fmla="*/ 102108 h 254508"/>
              <a:gd name="connsiteX102" fmla="*/ 57150 w 254517"/>
              <a:gd name="connsiteY102" fmla="*/ 89154 h 254508"/>
              <a:gd name="connsiteX103" fmla="*/ 70104 w 254517"/>
              <a:gd name="connsiteY103" fmla="*/ 76200 h 254508"/>
              <a:gd name="connsiteX104" fmla="*/ 83058 w 254517"/>
              <a:gd name="connsiteY104" fmla="*/ 89154 h 254508"/>
              <a:gd name="connsiteX105" fmla="*/ 70104 w 254517"/>
              <a:gd name="connsiteY105" fmla="*/ 102108 h 254508"/>
              <a:gd name="connsiteX106" fmla="*/ 70104 w 254517"/>
              <a:gd name="connsiteY106" fmla="*/ 83058 h 254508"/>
              <a:gd name="connsiteX107" fmla="*/ 64008 w 254517"/>
              <a:gd name="connsiteY107" fmla="*/ 89154 h 254508"/>
              <a:gd name="connsiteX108" fmla="*/ 70104 w 254517"/>
              <a:gd name="connsiteY108" fmla="*/ 95250 h 254508"/>
              <a:gd name="connsiteX109" fmla="*/ 76200 w 254517"/>
              <a:gd name="connsiteY109" fmla="*/ 89154 h 254508"/>
              <a:gd name="connsiteX110" fmla="*/ 70104 w 254517"/>
              <a:gd name="connsiteY110" fmla="*/ 83058 h 254508"/>
              <a:gd name="connsiteX111" fmla="*/ 254508 w 254517"/>
              <a:gd name="connsiteY111" fmla="*/ 98679 h 254508"/>
              <a:gd name="connsiteX112" fmla="*/ 247650 w 254517"/>
              <a:gd name="connsiteY112" fmla="*/ 98679 h 254508"/>
              <a:gd name="connsiteX113" fmla="*/ 247650 w 254517"/>
              <a:gd name="connsiteY113" fmla="*/ 79629 h 254508"/>
              <a:gd name="connsiteX114" fmla="*/ 254518 w 254517"/>
              <a:gd name="connsiteY114" fmla="*/ 79629 h 254508"/>
              <a:gd name="connsiteX115" fmla="*/ 254508 w 254517"/>
              <a:gd name="connsiteY115" fmla="*/ 98679 h 254508"/>
              <a:gd name="connsiteX116" fmla="*/ 254508 w 254517"/>
              <a:gd name="connsiteY116" fmla="*/ 98679 h 254508"/>
              <a:gd name="connsiteX117" fmla="*/ 159258 w 254517"/>
              <a:gd name="connsiteY117" fmla="*/ 98679 h 254508"/>
              <a:gd name="connsiteX118" fmla="*/ 152400 w 254517"/>
              <a:gd name="connsiteY118" fmla="*/ 98679 h 254508"/>
              <a:gd name="connsiteX119" fmla="*/ 152400 w 254517"/>
              <a:gd name="connsiteY119" fmla="*/ 79629 h 254508"/>
              <a:gd name="connsiteX120" fmla="*/ 159268 w 254517"/>
              <a:gd name="connsiteY120" fmla="*/ 79629 h 254508"/>
              <a:gd name="connsiteX121" fmla="*/ 159258 w 254517"/>
              <a:gd name="connsiteY121" fmla="*/ 98679 h 254508"/>
              <a:gd name="connsiteX122" fmla="*/ 159258 w 254517"/>
              <a:gd name="connsiteY122" fmla="*/ 98679 h 254508"/>
              <a:gd name="connsiteX123" fmla="*/ 35433 w 254517"/>
              <a:gd name="connsiteY123" fmla="*/ 98679 h 254508"/>
              <a:gd name="connsiteX124" fmla="*/ 28575 w 254517"/>
              <a:gd name="connsiteY124" fmla="*/ 98679 h 254508"/>
              <a:gd name="connsiteX125" fmla="*/ 28575 w 254517"/>
              <a:gd name="connsiteY125" fmla="*/ 79629 h 254508"/>
              <a:gd name="connsiteX126" fmla="*/ 35433 w 254517"/>
              <a:gd name="connsiteY126" fmla="*/ 79629 h 254508"/>
              <a:gd name="connsiteX127" fmla="*/ 35433 w 254517"/>
              <a:gd name="connsiteY127" fmla="*/ 98679 h 254508"/>
              <a:gd name="connsiteX128" fmla="*/ 6858 w 254517"/>
              <a:gd name="connsiteY128" fmla="*/ 98679 h 254508"/>
              <a:gd name="connsiteX129" fmla="*/ 0 w 254517"/>
              <a:gd name="connsiteY129" fmla="*/ 98679 h 254508"/>
              <a:gd name="connsiteX130" fmla="*/ 0 w 254517"/>
              <a:gd name="connsiteY130" fmla="*/ 79629 h 254508"/>
              <a:gd name="connsiteX131" fmla="*/ 6858 w 254517"/>
              <a:gd name="connsiteY131" fmla="*/ 79629 h 254508"/>
              <a:gd name="connsiteX132" fmla="*/ 6858 w 254517"/>
              <a:gd name="connsiteY132" fmla="*/ 98679 h 254508"/>
              <a:gd name="connsiteX133" fmla="*/ 222504 w 254517"/>
              <a:gd name="connsiteY133" fmla="*/ 92583 h 254508"/>
              <a:gd name="connsiteX134" fmla="*/ 184404 w 254517"/>
              <a:gd name="connsiteY134" fmla="*/ 92583 h 254508"/>
              <a:gd name="connsiteX135" fmla="*/ 184404 w 254517"/>
              <a:gd name="connsiteY135" fmla="*/ 85725 h 254508"/>
              <a:gd name="connsiteX136" fmla="*/ 222504 w 254517"/>
              <a:gd name="connsiteY136" fmla="*/ 85725 h 254508"/>
              <a:gd name="connsiteX137" fmla="*/ 222504 w 254517"/>
              <a:gd name="connsiteY137" fmla="*/ 92583 h 254508"/>
              <a:gd name="connsiteX138" fmla="*/ 241554 w 254517"/>
              <a:gd name="connsiteY138" fmla="*/ 25908 h 254508"/>
              <a:gd name="connsiteX139" fmla="*/ 228600 w 254517"/>
              <a:gd name="connsiteY139" fmla="*/ 12954 h 254508"/>
              <a:gd name="connsiteX140" fmla="*/ 241554 w 254517"/>
              <a:gd name="connsiteY140" fmla="*/ 0 h 254508"/>
              <a:gd name="connsiteX141" fmla="*/ 254508 w 254517"/>
              <a:gd name="connsiteY141" fmla="*/ 12954 h 254508"/>
              <a:gd name="connsiteX142" fmla="*/ 241554 w 254517"/>
              <a:gd name="connsiteY142" fmla="*/ 25908 h 254508"/>
              <a:gd name="connsiteX143" fmla="*/ 241554 w 254517"/>
              <a:gd name="connsiteY143" fmla="*/ 6858 h 254508"/>
              <a:gd name="connsiteX144" fmla="*/ 235458 w 254517"/>
              <a:gd name="connsiteY144" fmla="*/ 12954 h 254508"/>
              <a:gd name="connsiteX145" fmla="*/ 241554 w 254517"/>
              <a:gd name="connsiteY145" fmla="*/ 19050 h 254508"/>
              <a:gd name="connsiteX146" fmla="*/ 247650 w 254517"/>
              <a:gd name="connsiteY146" fmla="*/ 12954 h 254508"/>
              <a:gd name="connsiteX147" fmla="*/ 241554 w 254517"/>
              <a:gd name="connsiteY147" fmla="*/ 6858 h 254508"/>
              <a:gd name="connsiteX148" fmla="*/ 193929 w 254517"/>
              <a:gd name="connsiteY148" fmla="*/ 25908 h 254508"/>
              <a:gd name="connsiteX149" fmla="*/ 180975 w 254517"/>
              <a:gd name="connsiteY149" fmla="*/ 12954 h 254508"/>
              <a:gd name="connsiteX150" fmla="*/ 193929 w 254517"/>
              <a:gd name="connsiteY150" fmla="*/ 0 h 254508"/>
              <a:gd name="connsiteX151" fmla="*/ 206883 w 254517"/>
              <a:gd name="connsiteY151" fmla="*/ 12954 h 254508"/>
              <a:gd name="connsiteX152" fmla="*/ 193929 w 254517"/>
              <a:gd name="connsiteY152" fmla="*/ 25908 h 254508"/>
              <a:gd name="connsiteX153" fmla="*/ 193929 w 254517"/>
              <a:gd name="connsiteY153" fmla="*/ 6858 h 254508"/>
              <a:gd name="connsiteX154" fmla="*/ 187833 w 254517"/>
              <a:gd name="connsiteY154" fmla="*/ 12954 h 254508"/>
              <a:gd name="connsiteX155" fmla="*/ 193929 w 254517"/>
              <a:gd name="connsiteY155" fmla="*/ 19050 h 254508"/>
              <a:gd name="connsiteX156" fmla="*/ 200025 w 254517"/>
              <a:gd name="connsiteY156" fmla="*/ 12954 h 254508"/>
              <a:gd name="connsiteX157" fmla="*/ 193929 w 254517"/>
              <a:gd name="connsiteY157" fmla="*/ 6858 h 254508"/>
              <a:gd name="connsiteX158" fmla="*/ 117729 w 254517"/>
              <a:gd name="connsiteY158" fmla="*/ 25908 h 254508"/>
              <a:gd name="connsiteX159" fmla="*/ 104775 w 254517"/>
              <a:gd name="connsiteY159" fmla="*/ 12954 h 254508"/>
              <a:gd name="connsiteX160" fmla="*/ 117729 w 254517"/>
              <a:gd name="connsiteY160" fmla="*/ 0 h 254508"/>
              <a:gd name="connsiteX161" fmla="*/ 130683 w 254517"/>
              <a:gd name="connsiteY161" fmla="*/ 12954 h 254508"/>
              <a:gd name="connsiteX162" fmla="*/ 117729 w 254517"/>
              <a:gd name="connsiteY162" fmla="*/ 25908 h 254508"/>
              <a:gd name="connsiteX163" fmla="*/ 117729 w 254517"/>
              <a:gd name="connsiteY163" fmla="*/ 6858 h 254508"/>
              <a:gd name="connsiteX164" fmla="*/ 111633 w 254517"/>
              <a:gd name="connsiteY164" fmla="*/ 12954 h 254508"/>
              <a:gd name="connsiteX165" fmla="*/ 117729 w 254517"/>
              <a:gd name="connsiteY165" fmla="*/ 19050 h 254508"/>
              <a:gd name="connsiteX166" fmla="*/ 123825 w 254517"/>
              <a:gd name="connsiteY166" fmla="*/ 12954 h 254508"/>
              <a:gd name="connsiteX167" fmla="*/ 117729 w 254517"/>
              <a:gd name="connsiteY167" fmla="*/ 6858 h 254508"/>
              <a:gd name="connsiteX168" fmla="*/ 159258 w 254517"/>
              <a:gd name="connsiteY168" fmla="*/ 22479 h 254508"/>
              <a:gd name="connsiteX169" fmla="*/ 152400 w 254517"/>
              <a:gd name="connsiteY169" fmla="*/ 22479 h 254508"/>
              <a:gd name="connsiteX170" fmla="*/ 152400 w 254517"/>
              <a:gd name="connsiteY170" fmla="*/ 3429 h 254508"/>
              <a:gd name="connsiteX171" fmla="*/ 159268 w 254517"/>
              <a:gd name="connsiteY171" fmla="*/ 3429 h 254508"/>
              <a:gd name="connsiteX172" fmla="*/ 159258 w 254517"/>
              <a:gd name="connsiteY172" fmla="*/ 22479 h 254508"/>
              <a:gd name="connsiteX173" fmla="*/ 159258 w 254517"/>
              <a:gd name="connsiteY173" fmla="*/ 22479 h 254508"/>
              <a:gd name="connsiteX174" fmla="*/ 35433 w 254517"/>
              <a:gd name="connsiteY174" fmla="*/ 22479 h 254508"/>
              <a:gd name="connsiteX175" fmla="*/ 28575 w 254517"/>
              <a:gd name="connsiteY175" fmla="*/ 22479 h 254508"/>
              <a:gd name="connsiteX176" fmla="*/ 28575 w 254517"/>
              <a:gd name="connsiteY176" fmla="*/ 3429 h 254508"/>
              <a:gd name="connsiteX177" fmla="*/ 35433 w 254517"/>
              <a:gd name="connsiteY177" fmla="*/ 3429 h 254508"/>
              <a:gd name="connsiteX178" fmla="*/ 35433 w 254517"/>
              <a:gd name="connsiteY178" fmla="*/ 22479 h 254508"/>
              <a:gd name="connsiteX179" fmla="*/ 6858 w 254517"/>
              <a:gd name="connsiteY179" fmla="*/ 22479 h 254508"/>
              <a:gd name="connsiteX180" fmla="*/ 0 w 254517"/>
              <a:gd name="connsiteY180" fmla="*/ 22479 h 254508"/>
              <a:gd name="connsiteX181" fmla="*/ 0 w 254517"/>
              <a:gd name="connsiteY181" fmla="*/ 3429 h 254508"/>
              <a:gd name="connsiteX182" fmla="*/ 6858 w 254517"/>
              <a:gd name="connsiteY182" fmla="*/ 3429 h 254508"/>
              <a:gd name="connsiteX183" fmla="*/ 6858 w 254517"/>
              <a:gd name="connsiteY183" fmla="*/ 22479 h 254508"/>
              <a:gd name="connsiteX184" fmla="*/ 79629 w 254517"/>
              <a:gd name="connsiteY184" fmla="*/ 16383 h 254508"/>
              <a:gd name="connsiteX185" fmla="*/ 60579 w 254517"/>
              <a:gd name="connsiteY185" fmla="*/ 16383 h 254508"/>
              <a:gd name="connsiteX186" fmla="*/ 60579 w 254517"/>
              <a:gd name="connsiteY186" fmla="*/ 9525 h 254508"/>
              <a:gd name="connsiteX187" fmla="*/ 79629 w 254517"/>
              <a:gd name="connsiteY187" fmla="*/ 9525 h 254508"/>
              <a:gd name="connsiteX188" fmla="*/ 79629 w 254517"/>
              <a:gd name="connsiteY188" fmla="*/ 16383 h 25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254517" h="254508">
                <a:moveTo>
                  <a:pt x="212979" y="254508"/>
                </a:moveTo>
                <a:cubicBezTo>
                  <a:pt x="205835" y="254508"/>
                  <a:pt x="200025" y="248698"/>
                  <a:pt x="200025" y="241554"/>
                </a:cubicBezTo>
                <a:cubicBezTo>
                  <a:pt x="200025" y="234410"/>
                  <a:pt x="205835" y="228600"/>
                  <a:pt x="212979" y="228600"/>
                </a:cubicBezTo>
                <a:cubicBezTo>
                  <a:pt x="220123" y="228600"/>
                  <a:pt x="225933" y="234410"/>
                  <a:pt x="225933" y="241554"/>
                </a:cubicBezTo>
                <a:cubicBezTo>
                  <a:pt x="225933" y="248698"/>
                  <a:pt x="220123" y="254508"/>
                  <a:pt x="212979" y="254508"/>
                </a:cubicBezTo>
                <a:close/>
                <a:moveTo>
                  <a:pt x="212979" y="235458"/>
                </a:moveTo>
                <a:cubicBezTo>
                  <a:pt x="209617" y="235458"/>
                  <a:pt x="206883" y="238192"/>
                  <a:pt x="206883" y="241554"/>
                </a:cubicBezTo>
                <a:cubicBezTo>
                  <a:pt x="206883" y="244916"/>
                  <a:pt x="209617" y="247650"/>
                  <a:pt x="212979" y="247650"/>
                </a:cubicBezTo>
                <a:cubicBezTo>
                  <a:pt x="216341" y="247650"/>
                  <a:pt x="219075" y="244916"/>
                  <a:pt x="219075" y="241554"/>
                </a:cubicBezTo>
                <a:cubicBezTo>
                  <a:pt x="219075" y="238192"/>
                  <a:pt x="216341" y="235458"/>
                  <a:pt x="212979" y="235458"/>
                </a:cubicBezTo>
                <a:close/>
                <a:moveTo>
                  <a:pt x="117729" y="254508"/>
                </a:moveTo>
                <a:cubicBezTo>
                  <a:pt x="110585" y="254508"/>
                  <a:pt x="104775" y="248698"/>
                  <a:pt x="104775" y="241554"/>
                </a:cubicBezTo>
                <a:cubicBezTo>
                  <a:pt x="104775" y="234410"/>
                  <a:pt x="110585" y="228600"/>
                  <a:pt x="117729" y="228600"/>
                </a:cubicBezTo>
                <a:cubicBezTo>
                  <a:pt x="124873" y="228600"/>
                  <a:pt x="130683" y="234410"/>
                  <a:pt x="130683" y="241554"/>
                </a:cubicBezTo>
                <a:cubicBezTo>
                  <a:pt x="130683" y="248698"/>
                  <a:pt x="124873" y="254508"/>
                  <a:pt x="117729" y="254508"/>
                </a:cubicBezTo>
                <a:close/>
                <a:moveTo>
                  <a:pt x="117729" y="235458"/>
                </a:moveTo>
                <a:cubicBezTo>
                  <a:pt x="114367" y="235458"/>
                  <a:pt x="111633" y="238192"/>
                  <a:pt x="111633" y="241554"/>
                </a:cubicBezTo>
                <a:cubicBezTo>
                  <a:pt x="111633" y="244916"/>
                  <a:pt x="114367" y="247650"/>
                  <a:pt x="117729" y="247650"/>
                </a:cubicBezTo>
                <a:cubicBezTo>
                  <a:pt x="121091" y="247650"/>
                  <a:pt x="123825" y="244916"/>
                  <a:pt x="123825" y="241554"/>
                </a:cubicBezTo>
                <a:cubicBezTo>
                  <a:pt x="123825" y="238192"/>
                  <a:pt x="121091" y="235458"/>
                  <a:pt x="117729" y="235458"/>
                </a:cubicBezTo>
                <a:close/>
                <a:moveTo>
                  <a:pt x="70104" y="254508"/>
                </a:moveTo>
                <a:cubicBezTo>
                  <a:pt x="62960" y="254508"/>
                  <a:pt x="57150" y="248698"/>
                  <a:pt x="57150" y="241554"/>
                </a:cubicBezTo>
                <a:cubicBezTo>
                  <a:pt x="57150" y="234410"/>
                  <a:pt x="62960" y="228600"/>
                  <a:pt x="70104" y="228600"/>
                </a:cubicBezTo>
                <a:cubicBezTo>
                  <a:pt x="77248" y="228600"/>
                  <a:pt x="83058" y="234410"/>
                  <a:pt x="83058" y="241554"/>
                </a:cubicBezTo>
                <a:cubicBezTo>
                  <a:pt x="83058" y="248698"/>
                  <a:pt x="77248" y="254508"/>
                  <a:pt x="70104" y="254508"/>
                </a:cubicBezTo>
                <a:close/>
                <a:moveTo>
                  <a:pt x="70104" y="235458"/>
                </a:moveTo>
                <a:cubicBezTo>
                  <a:pt x="66742" y="235458"/>
                  <a:pt x="64008" y="238192"/>
                  <a:pt x="64008" y="241554"/>
                </a:cubicBezTo>
                <a:cubicBezTo>
                  <a:pt x="64008" y="244916"/>
                  <a:pt x="66742" y="247650"/>
                  <a:pt x="70104" y="247650"/>
                </a:cubicBezTo>
                <a:cubicBezTo>
                  <a:pt x="73466" y="247650"/>
                  <a:pt x="76200" y="244916"/>
                  <a:pt x="76200" y="241554"/>
                </a:cubicBezTo>
                <a:cubicBezTo>
                  <a:pt x="76200" y="238192"/>
                  <a:pt x="73466" y="235458"/>
                  <a:pt x="70104" y="235458"/>
                </a:cubicBezTo>
                <a:close/>
                <a:moveTo>
                  <a:pt x="254508" y="251079"/>
                </a:moveTo>
                <a:lnTo>
                  <a:pt x="247650" y="251079"/>
                </a:lnTo>
                <a:lnTo>
                  <a:pt x="247650" y="232029"/>
                </a:lnTo>
                <a:lnTo>
                  <a:pt x="254518" y="232029"/>
                </a:lnTo>
                <a:lnTo>
                  <a:pt x="254508" y="251079"/>
                </a:lnTo>
                <a:lnTo>
                  <a:pt x="254508" y="251079"/>
                </a:lnTo>
                <a:close/>
                <a:moveTo>
                  <a:pt x="35433" y="251079"/>
                </a:moveTo>
                <a:lnTo>
                  <a:pt x="28575" y="251079"/>
                </a:lnTo>
                <a:lnTo>
                  <a:pt x="28575" y="232029"/>
                </a:lnTo>
                <a:lnTo>
                  <a:pt x="35433" y="232029"/>
                </a:lnTo>
                <a:cubicBezTo>
                  <a:pt x="35433" y="232029"/>
                  <a:pt x="35433" y="251079"/>
                  <a:pt x="35433" y="251079"/>
                </a:cubicBezTo>
                <a:close/>
                <a:moveTo>
                  <a:pt x="6858" y="251079"/>
                </a:moveTo>
                <a:lnTo>
                  <a:pt x="0" y="251079"/>
                </a:lnTo>
                <a:lnTo>
                  <a:pt x="0" y="232029"/>
                </a:lnTo>
                <a:lnTo>
                  <a:pt x="6858" y="232029"/>
                </a:lnTo>
                <a:cubicBezTo>
                  <a:pt x="6858" y="232029"/>
                  <a:pt x="6858" y="251079"/>
                  <a:pt x="6858" y="251079"/>
                </a:cubicBezTo>
                <a:close/>
                <a:moveTo>
                  <a:pt x="174879" y="244983"/>
                </a:moveTo>
                <a:lnTo>
                  <a:pt x="155829" y="244983"/>
                </a:lnTo>
                <a:lnTo>
                  <a:pt x="155829" y="238125"/>
                </a:lnTo>
                <a:lnTo>
                  <a:pt x="174879" y="238125"/>
                </a:lnTo>
                <a:lnTo>
                  <a:pt x="174879" y="244983"/>
                </a:lnTo>
                <a:close/>
                <a:moveTo>
                  <a:pt x="241554" y="178308"/>
                </a:moveTo>
                <a:cubicBezTo>
                  <a:pt x="234410" y="178308"/>
                  <a:pt x="228600" y="172498"/>
                  <a:pt x="228600" y="165354"/>
                </a:cubicBezTo>
                <a:cubicBezTo>
                  <a:pt x="228600" y="158210"/>
                  <a:pt x="234410" y="152400"/>
                  <a:pt x="241554" y="152400"/>
                </a:cubicBezTo>
                <a:cubicBezTo>
                  <a:pt x="248698" y="152400"/>
                  <a:pt x="254508" y="158210"/>
                  <a:pt x="254508" y="165354"/>
                </a:cubicBezTo>
                <a:cubicBezTo>
                  <a:pt x="254508" y="172498"/>
                  <a:pt x="248698" y="178308"/>
                  <a:pt x="241554" y="178308"/>
                </a:cubicBezTo>
                <a:close/>
                <a:moveTo>
                  <a:pt x="241554" y="159258"/>
                </a:moveTo>
                <a:cubicBezTo>
                  <a:pt x="238192" y="159258"/>
                  <a:pt x="235458" y="161992"/>
                  <a:pt x="235458" y="165354"/>
                </a:cubicBezTo>
                <a:cubicBezTo>
                  <a:pt x="235458" y="168716"/>
                  <a:pt x="238192" y="171450"/>
                  <a:pt x="241554" y="171450"/>
                </a:cubicBezTo>
                <a:cubicBezTo>
                  <a:pt x="244916" y="171450"/>
                  <a:pt x="247650" y="168716"/>
                  <a:pt x="247650" y="165354"/>
                </a:cubicBezTo>
                <a:cubicBezTo>
                  <a:pt x="247650" y="161992"/>
                  <a:pt x="244916" y="159258"/>
                  <a:pt x="241554" y="159258"/>
                </a:cubicBezTo>
                <a:close/>
                <a:moveTo>
                  <a:pt x="127254" y="178308"/>
                </a:moveTo>
                <a:cubicBezTo>
                  <a:pt x="120110" y="178308"/>
                  <a:pt x="114300" y="172498"/>
                  <a:pt x="114300" y="165354"/>
                </a:cubicBezTo>
                <a:cubicBezTo>
                  <a:pt x="114300" y="158210"/>
                  <a:pt x="120110" y="152400"/>
                  <a:pt x="127254" y="152400"/>
                </a:cubicBezTo>
                <a:cubicBezTo>
                  <a:pt x="134398" y="152400"/>
                  <a:pt x="140208" y="158210"/>
                  <a:pt x="140208" y="165354"/>
                </a:cubicBezTo>
                <a:cubicBezTo>
                  <a:pt x="140208" y="172498"/>
                  <a:pt x="134398" y="178308"/>
                  <a:pt x="127254" y="178308"/>
                </a:cubicBezTo>
                <a:close/>
                <a:moveTo>
                  <a:pt x="127254" y="159258"/>
                </a:moveTo>
                <a:cubicBezTo>
                  <a:pt x="123892" y="159258"/>
                  <a:pt x="121158" y="161992"/>
                  <a:pt x="121158" y="165354"/>
                </a:cubicBezTo>
                <a:cubicBezTo>
                  <a:pt x="121158" y="168716"/>
                  <a:pt x="123892" y="171450"/>
                  <a:pt x="127254" y="171450"/>
                </a:cubicBezTo>
                <a:cubicBezTo>
                  <a:pt x="130616" y="171450"/>
                  <a:pt x="133350" y="168716"/>
                  <a:pt x="133350" y="165354"/>
                </a:cubicBezTo>
                <a:cubicBezTo>
                  <a:pt x="133350" y="161992"/>
                  <a:pt x="130616" y="159258"/>
                  <a:pt x="127254" y="159258"/>
                </a:cubicBezTo>
                <a:close/>
                <a:moveTo>
                  <a:pt x="12954" y="178308"/>
                </a:moveTo>
                <a:cubicBezTo>
                  <a:pt x="5810" y="178308"/>
                  <a:pt x="0" y="172498"/>
                  <a:pt x="0" y="165354"/>
                </a:cubicBezTo>
                <a:cubicBezTo>
                  <a:pt x="0" y="158210"/>
                  <a:pt x="5810" y="152400"/>
                  <a:pt x="12954" y="152400"/>
                </a:cubicBezTo>
                <a:cubicBezTo>
                  <a:pt x="20098" y="152400"/>
                  <a:pt x="25908" y="158210"/>
                  <a:pt x="25908" y="165354"/>
                </a:cubicBezTo>
                <a:cubicBezTo>
                  <a:pt x="25908" y="172498"/>
                  <a:pt x="20098" y="178308"/>
                  <a:pt x="12954" y="178308"/>
                </a:cubicBezTo>
                <a:close/>
                <a:moveTo>
                  <a:pt x="12954" y="159258"/>
                </a:moveTo>
                <a:cubicBezTo>
                  <a:pt x="9592" y="159258"/>
                  <a:pt x="6858" y="161992"/>
                  <a:pt x="6858" y="165354"/>
                </a:cubicBezTo>
                <a:cubicBezTo>
                  <a:pt x="6858" y="168716"/>
                  <a:pt x="9592" y="171450"/>
                  <a:pt x="12954" y="171450"/>
                </a:cubicBezTo>
                <a:cubicBezTo>
                  <a:pt x="16316" y="171450"/>
                  <a:pt x="19050" y="168716"/>
                  <a:pt x="19050" y="165354"/>
                </a:cubicBezTo>
                <a:cubicBezTo>
                  <a:pt x="19050" y="161992"/>
                  <a:pt x="16316" y="159258"/>
                  <a:pt x="12954" y="159258"/>
                </a:cubicBezTo>
                <a:close/>
                <a:moveTo>
                  <a:pt x="203454" y="168783"/>
                </a:moveTo>
                <a:lnTo>
                  <a:pt x="165354" y="168783"/>
                </a:lnTo>
                <a:lnTo>
                  <a:pt x="165354" y="161925"/>
                </a:lnTo>
                <a:lnTo>
                  <a:pt x="203454" y="161925"/>
                </a:lnTo>
                <a:lnTo>
                  <a:pt x="203454" y="168783"/>
                </a:lnTo>
                <a:close/>
                <a:moveTo>
                  <a:pt x="89154" y="168783"/>
                </a:moveTo>
                <a:lnTo>
                  <a:pt x="51054" y="168783"/>
                </a:lnTo>
                <a:lnTo>
                  <a:pt x="51054" y="161925"/>
                </a:lnTo>
                <a:lnTo>
                  <a:pt x="89154" y="161925"/>
                </a:lnTo>
                <a:lnTo>
                  <a:pt x="89154" y="168783"/>
                </a:lnTo>
                <a:close/>
                <a:moveTo>
                  <a:pt x="117729" y="102108"/>
                </a:moveTo>
                <a:cubicBezTo>
                  <a:pt x="110585" y="102108"/>
                  <a:pt x="104775" y="96298"/>
                  <a:pt x="104775" y="89154"/>
                </a:cubicBezTo>
                <a:cubicBezTo>
                  <a:pt x="104775" y="82010"/>
                  <a:pt x="110585" y="76200"/>
                  <a:pt x="117729" y="76200"/>
                </a:cubicBezTo>
                <a:cubicBezTo>
                  <a:pt x="124873" y="76200"/>
                  <a:pt x="130683" y="82010"/>
                  <a:pt x="130683" y="89154"/>
                </a:cubicBezTo>
                <a:cubicBezTo>
                  <a:pt x="130683" y="96298"/>
                  <a:pt x="124873" y="102108"/>
                  <a:pt x="117729" y="102108"/>
                </a:cubicBezTo>
                <a:close/>
                <a:moveTo>
                  <a:pt x="117729" y="83058"/>
                </a:moveTo>
                <a:cubicBezTo>
                  <a:pt x="114367" y="83058"/>
                  <a:pt x="111633" y="85792"/>
                  <a:pt x="111633" y="89154"/>
                </a:cubicBezTo>
                <a:cubicBezTo>
                  <a:pt x="111633" y="92516"/>
                  <a:pt x="114367" y="95250"/>
                  <a:pt x="117729" y="95250"/>
                </a:cubicBezTo>
                <a:cubicBezTo>
                  <a:pt x="121091" y="95250"/>
                  <a:pt x="123825" y="92516"/>
                  <a:pt x="123825" y="89154"/>
                </a:cubicBezTo>
                <a:cubicBezTo>
                  <a:pt x="123825" y="85792"/>
                  <a:pt x="121091" y="83058"/>
                  <a:pt x="117729" y="83058"/>
                </a:cubicBezTo>
                <a:close/>
                <a:moveTo>
                  <a:pt x="70104" y="102108"/>
                </a:moveTo>
                <a:cubicBezTo>
                  <a:pt x="62960" y="102108"/>
                  <a:pt x="57150" y="96298"/>
                  <a:pt x="57150" y="89154"/>
                </a:cubicBezTo>
                <a:cubicBezTo>
                  <a:pt x="57150" y="82010"/>
                  <a:pt x="62960" y="76200"/>
                  <a:pt x="70104" y="76200"/>
                </a:cubicBezTo>
                <a:cubicBezTo>
                  <a:pt x="77248" y="76200"/>
                  <a:pt x="83058" y="82010"/>
                  <a:pt x="83058" y="89154"/>
                </a:cubicBezTo>
                <a:cubicBezTo>
                  <a:pt x="83058" y="96298"/>
                  <a:pt x="77248" y="102108"/>
                  <a:pt x="70104" y="102108"/>
                </a:cubicBezTo>
                <a:close/>
                <a:moveTo>
                  <a:pt x="70104" y="83058"/>
                </a:moveTo>
                <a:cubicBezTo>
                  <a:pt x="66742" y="83058"/>
                  <a:pt x="64008" y="85792"/>
                  <a:pt x="64008" y="89154"/>
                </a:cubicBezTo>
                <a:cubicBezTo>
                  <a:pt x="64008" y="92516"/>
                  <a:pt x="66742" y="95250"/>
                  <a:pt x="70104" y="95250"/>
                </a:cubicBezTo>
                <a:cubicBezTo>
                  <a:pt x="73466" y="95250"/>
                  <a:pt x="76200" y="92516"/>
                  <a:pt x="76200" y="89154"/>
                </a:cubicBezTo>
                <a:cubicBezTo>
                  <a:pt x="76200" y="85792"/>
                  <a:pt x="73466" y="83058"/>
                  <a:pt x="70104" y="83058"/>
                </a:cubicBezTo>
                <a:close/>
                <a:moveTo>
                  <a:pt x="254508" y="98679"/>
                </a:moveTo>
                <a:lnTo>
                  <a:pt x="247650" y="98679"/>
                </a:lnTo>
                <a:lnTo>
                  <a:pt x="247650" y="79629"/>
                </a:lnTo>
                <a:lnTo>
                  <a:pt x="254518" y="79629"/>
                </a:lnTo>
                <a:lnTo>
                  <a:pt x="254508" y="98679"/>
                </a:lnTo>
                <a:lnTo>
                  <a:pt x="254508" y="98679"/>
                </a:lnTo>
                <a:close/>
                <a:moveTo>
                  <a:pt x="159258" y="98679"/>
                </a:moveTo>
                <a:lnTo>
                  <a:pt x="152400" y="98679"/>
                </a:lnTo>
                <a:lnTo>
                  <a:pt x="152400" y="79629"/>
                </a:lnTo>
                <a:lnTo>
                  <a:pt x="159268" y="79629"/>
                </a:lnTo>
                <a:lnTo>
                  <a:pt x="159258" y="98679"/>
                </a:lnTo>
                <a:lnTo>
                  <a:pt x="159258" y="98679"/>
                </a:lnTo>
                <a:close/>
                <a:moveTo>
                  <a:pt x="35433" y="98679"/>
                </a:moveTo>
                <a:lnTo>
                  <a:pt x="28575" y="98679"/>
                </a:lnTo>
                <a:lnTo>
                  <a:pt x="28575" y="79629"/>
                </a:lnTo>
                <a:lnTo>
                  <a:pt x="35433" y="79629"/>
                </a:lnTo>
                <a:cubicBezTo>
                  <a:pt x="35433" y="79629"/>
                  <a:pt x="35433" y="98679"/>
                  <a:pt x="35433" y="98679"/>
                </a:cubicBezTo>
                <a:close/>
                <a:moveTo>
                  <a:pt x="6858" y="98679"/>
                </a:moveTo>
                <a:lnTo>
                  <a:pt x="0" y="98679"/>
                </a:lnTo>
                <a:lnTo>
                  <a:pt x="0" y="79629"/>
                </a:lnTo>
                <a:lnTo>
                  <a:pt x="6858" y="79629"/>
                </a:lnTo>
                <a:cubicBezTo>
                  <a:pt x="6858" y="79629"/>
                  <a:pt x="6858" y="98679"/>
                  <a:pt x="6858" y="98679"/>
                </a:cubicBezTo>
                <a:close/>
                <a:moveTo>
                  <a:pt x="222504" y="92583"/>
                </a:moveTo>
                <a:lnTo>
                  <a:pt x="184404" y="92583"/>
                </a:lnTo>
                <a:lnTo>
                  <a:pt x="184404" y="85725"/>
                </a:lnTo>
                <a:lnTo>
                  <a:pt x="222504" y="85725"/>
                </a:lnTo>
                <a:lnTo>
                  <a:pt x="222504" y="92583"/>
                </a:lnTo>
                <a:close/>
                <a:moveTo>
                  <a:pt x="241554" y="25908"/>
                </a:moveTo>
                <a:cubicBezTo>
                  <a:pt x="234410" y="25908"/>
                  <a:pt x="228600" y="20098"/>
                  <a:pt x="228600" y="12954"/>
                </a:cubicBezTo>
                <a:cubicBezTo>
                  <a:pt x="228600" y="5810"/>
                  <a:pt x="234410" y="0"/>
                  <a:pt x="241554" y="0"/>
                </a:cubicBezTo>
                <a:cubicBezTo>
                  <a:pt x="248698" y="0"/>
                  <a:pt x="254508" y="5810"/>
                  <a:pt x="254508" y="12954"/>
                </a:cubicBezTo>
                <a:cubicBezTo>
                  <a:pt x="254508" y="20098"/>
                  <a:pt x="248698" y="25908"/>
                  <a:pt x="241554" y="25908"/>
                </a:cubicBezTo>
                <a:close/>
                <a:moveTo>
                  <a:pt x="241554" y="6858"/>
                </a:moveTo>
                <a:cubicBezTo>
                  <a:pt x="238192" y="6858"/>
                  <a:pt x="235458" y="9592"/>
                  <a:pt x="235458" y="12954"/>
                </a:cubicBezTo>
                <a:cubicBezTo>
                  <a:pt x="235458" y="16316"/>
                  <a:pt x="238192" y="19050"/>
                  <a:pt x="241554" y="19050"/>
                </a:cubicBezTo>
                <a:cubicBezTo>
                  <a:pt x="244916" y="19050"/>
                  <a:pt x="247650" y="16316"/>
                  <a:pt x="247650" y="12954"/>
                </a:cubicBezTo>
                <a:cubicBezTo>
                  <a:pt x="247650" y="9592"/>
                  <a:pt x="244916" y="6858"/>
                  <a:pt x="241554" y="6858"/>
                </a:cubicBezTo>
                <a:close/>
                <a:moveTo>
                  <a:pt x="193929" y="25908"/>
                </a:moveTo>
                <a:cubicBezTo>
                  <a:pt x="186785" y="25908"/>
                  <a:pt x="180975" y="20098"/>
                  <a:pt x="180975" y="12954"/>
                </a:cubicBezTo>
                <a:cubicBezTo>
                  <a:pt x="180975" y="5810"/>
                  <a:pt x="186785" y="0"/>
                  <a:pt x="193929" y="0"/>
                </a:cubicBezTo>
                <a:cubicBezTo>
                  <a:pt x="201073" y="0"/>
                  <a:pt x="206883" y="5810"/>
                  <a:pt x="206883" y="12954"/>
                </a:cubicBezTo>
                <a:cubicBezTo>
                  <a:pt x="206883" y="20098"/>
                  <a:pt x="201073" y="25908"/>
                  <a:pt x="193929" y="25908"/>
                </a:cubicBezTo>
                <a:close/>
                <a:moveTo>
                  <a:pt x="193929" y="6858"/>
                </a:moveTo>
                <a:cubicBezTo>
                  <a:pt x="190567" y="6858"/>
                  <a:pt x="187833" y="9592"/>
                  <a:pt x="187833" y="12954"/>
                </a:cubicBezTo>
                <a:cubicBezTo>
                  <a:pt x="187833" y="16316"/>
                  <a:pt x="190567" y="19050"/>
                  <a:pt x="193929" y="19050"/>
                </a:cubicBezTo>
                <a:cubicBezTo>
                  <a:pt x="197291" y="19050"/>
                  <a:pt x="200025" y="16316"/>
                  <a:pt x="200025" y="12954"/>
                </a:cubicBezTo>
                <a:cubicBezTo>
                  <a:pt x="200025" y="9592"/>
                  <a:pt x="197291" y="6858"/>
                  <a:pt x="193929" y="6858"/>
                </a:cubicBezTo>
                <a:close/>
                <a:moveTo>
                  <a:pt x="117729" y="25908"/>
                </a:moveTo>
                <a:cubicBezTo>
                  <a:pt x="110585" y="25908"/>
                  <a:pt x="104775" y="20098"/>
                  <a:pt x="104775" y="12954"/>
                </a:cubicBezTo>
                <a:cubicBezTo>
                  <a:pt x="104775" y="5810"/>
                  <a:pt x="110585" y="0"/>
                  <a:pt x="117729" y="0"/>
                </a:cubicBezTo>
                <a:cubicBezTo>
                  <a:pt x="124873" y="0"/>
                  <a:pt x="130683" y="5810"/>
                  <a:pt x="130683" y="12954"/>
                </a:cubicBezTo>
                <a:cubicBezTo>
                  <a:pt x="130683" y="20098"/>
                  <a:pt x="124873" y="25908"/>
                  <a:pt x="117729" y="25908"/>
                </a:cubicBezTo>
                <a:close/>
                <a:moveTo>
                  <a:pt x="117729" y="6858"/>
                </a:moveTo>
                <a:cubicBezTo>
                  <a:pt x="114367" y="6858"/>
                  <a:pt x="111633" y="9592"/>
                  <a:pt x="111633" y="12954"/>
                </a:cubicBezTo>
                <a:cubicBezTo>
                  <a:pt x="111633" y="16316"/>
                  <a:pt x="114367" y="19050"/>
                  <a:pt x="117729" y="19050"/>
                </a:cubicBezTo>
                <a:cubicBezTo>
                  <a:pt x="121091" y="19050"/>
                  <a:pt x="123825" y="16316"/>
                  <a:pt x="123825" y="12954"/>
                </a:cubicBezTo>
                <a:cubicBezTo>
                  <a:pt x="123825" y="9592"/>
                  <a:pt x="121091" y="6858"/>
                  <a:pt x="117729" y="6858"/>
                </a:cubicBezTo>
                <a:close/>
                <a:moveTo>
                  <a:pt x="159258" y="22479"/>
                </a:moveTo>
                <a:lnTo>
                  <a:pt x="152400" y="22479"/>
                </a:lnTo>
                <a:lnTo>
                  <a:pt x="152400" y="3429"/>
                </a:lnTo>
                <a:lnTo>
                  <a:pt x="159268" y="3429"/>
                </a:lnTo>
                <a:lnTo>
                  <a:pt x="159258" y="22479"/>
                </a:lnTo>
                <a:lnTo>
                  <a:pt x="159258" y="22479"/>
                </a:lnTo>
                <a:close/>
                <a:moveTo>
                  <a:pt x="35433" y="22479"/>
                </a:moveTo>
                <a:lnTo>
                  <a:pt x="28575" y="22479"/>
                </a:lnTo>
                <a:lnTo>
                  <a:pt x="28575" y="3429"/>
                </a:lnTo>
                <a:lnTo>
                  <a:pt x="35433" y="3429"/>
                </a:lnTo>
                <a:cubicBezTo>
                  <a:pt x="35433" y="3429"/>
                  <a:pt x="35433" y="22479"/>
                  <a:pt x="35433" y="22479"/>
                </a:cubicBezTo>
                <a:close/>
                <a:moveTo>
                  <a:pt x="6858" y="22479"/>
                </a:moveTo>
                <a:lnTo>
                  <a:pt x="0" y="22479"/>
                </a:lnTo>
                <a:lnTo>
                  <a:pt x="0" y="3429"/>
                </a:lnTo>
                <a:lnTo>
                  <a:pt x="6858" y="3429"/>
                </a:lnTo>
                <a:cubicBezTo>
                  <a:pt x="6858" y="3429"/>
                  <a:pt x="6858" y="22479"/>
                  <a:pt x="6858" y="22479"/>
                </a:cubicBezTo>
                <a:close/>
                <a:moveTo>
                  <a:pt x="79629" y="16383"/>
                </a:moveTo>
                <a:lnTo>
                  <a:pt x="60579" y="16383"/>
                </a:lnTo>
                <a:lnTo>
                  <a:pt x="60579" y="9525"/>
                </a:lnTo>
                <a:lnTo>
                  <a:pt x="79629" y="9525"/>
                </a:lnTo>
                <a:lnTo>
                  <a:pt x="79629" y="16383"/>
                </a:lnTo>
                <a:close/>
              </a:path>
            </a:pathLst>
          </a:custGeom>
          <a:solidFill>
            <a:srgbClr val="0F62FE"/>
          </a:solidFill>
          <a:ln w="9525"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77948E30-F617-5AA0-BC47-28FF6A8F0138}"/>
              </a:ext>
            </a:extLst>
          </p:cNvPr>
          <p:cNvSpPr>
            <a:spLocks noChangeAspect="1"/>
          </p:cNvSpPr>
          <p:nvPr/>
        </p:nvSpPr>
        <p:spPr>
          <a:xfrm>
            <a:off x="14199274" y="5168556"/>
            <a:ext cx="783896" cy="974121"/>
          </a:xfrm>
          <a:custGeom>
            <a:avLst/>
            <a:gdLst>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77308 w 284502"/>
              <a:gd name="connsiteY39" fmla="*/ 158258 h 292608"/>
              <a:gd name="connsiteX40" fmla="*/ 172450 w 284502"/>
              <a:gd name="connsiteY40" fmla="*/ 153410 h 292608"/>
              <a:gd name="connsiteX41" fmla="*/ 185652 w 284502"/>
              <a:gd name="connsiteY41" fmla="*/ 140208 h 292608"/>
              <a:gd name="connsiteX42" fmla="*/ 41529 w 284502"/>
              <a:gd name="connsiteY42" fmla="*/ 140208 h 292608"/>
              <a:gd name="connsiteX43" fmla="*/ 41529 w 284502"/>
              <a:gd name="connsiteY43" fmla="*/ 133350 h 292608"/>
              <a:gd name="connsiteX44" fmla="*/ 185652 w 284502"/>
              <a:gd name="connsiteY44" fmla="*/ 133350 h 292608"/>
              <a:gd name="connsiteX45" fmla="*/ 172450 w 284502"/>
              <a:gd name="connsiteY45" fmla="*/ 120148 h 292608"/>
              <a:gd name="connsiteX46" fmla="*/ 185652 w 284502"/>
              <a:gd name="connsiteY46" fmla="*/ 247650 h 292608"/>
              <a:gd name="connsiteX47" fmla="*/ 172450 w 284502"/>
              <a:gd name="connsiteY47" fmla="*/ 234458 h 292608"/>
              <a:gd name="connsiteX48" fmla="*/ 177308 w 284502"/>
              <a:gd name="connsiteY48" fmla="*/ 229600 h 292608"/>
              <a:gd name="connsiteX49" fmla="*/ 198777 w 284502"/>
              <a:gd name="connsiteY49" fmla="*/ 251079 h 292608"/>
              <a:gd name="connsiteX50" fmla="*/ 177308 w 284502"/>
              <a:gd name="connsiteY50" fmla="*/ 272558 h 292608"/>
              <a:gd name="connsiteX51" fmla="*/ 172450 w 284502"/>
              <a:gd name="connsiteY51" fmla="*/ 267700 h 292608"/>
              <a:gd name="connsiteX52" fmla="*/ 185652 w 284502"/>
              <a:gd name="connsiteY52" fmla="*/ 254508 h 292608"/>
              <a:gd name="connsiteX53" fmla="*/ 41529 w 284502"/>
              <a:gd name="connsiteY53" fmla="*/ 254508 h 292608"/>
              <a:gd name="connsiteX54" fmla="*/ 41529 w 284502"/>
              <a:gd name="connsiteY54" fmla="*/ 247650 h 292608"/>
              <a:gd name="connsiteX55" fmla="*/ 185652 w 284502"/>
              <a:gd name="connsiteY55" fmla="*/ 247650 h 292608"/>
              <a:gd name="connsiteX56" fmla="*/ 41529 w 284502"/>
              <a:gd name="connsiteY56" fmla="*/ 209550 h 292608"/>
              <a:gd name="connsiteX57" fmla="*/ 138017 w 284502"/>
              <a:gd name="connsiteY57" fmla="*/ 209550 h 292608"/>
              <a:gd name="connsiteX58" fmla="*/ 124825 w 284502"/>
              <a:gd name="connsiteY58" fmla="*/ 196358 h 292608"/>
              <a:gd name="connsiteX59" fmla="*/ 129673 w 284502"/>
              <a:gd name="connsiteY59" fmla="*/ 191500 h 292608"/>
              <a:gd name="connsiteX60" fmla="*/ 151152 w 284502"/>
              <a:gd name="connsiteY60" fmla="*/ 212979 h 292608"/>
              <a:gd name="connsiteX61" fmla="*/ 129673 w 284502"/>
              <a:gd name="connsiteY61" fmla="*/ 234458 h 292608"/>
              <a:gd name="connsiteX62" fmla="*/ 124825 w 284502"/>
              <a:gd name="connsiteY62" fmla="*/ 229600 h 292608"/>
              <a:gd name="connsiteX63" fmla="*/ 138017 w 284502"/>
              <a:gd name="connsiteY63" fmla="*/ 216408 h 292608"/>
              <a:gd name="connsiteX64" fmla="*/ 41529 w 284502"/>
              <a:gd name="connsiteY64" fmla="*/ 216408 h 292608"/>
              <a:gd name="connsiteX65" fmla="*/ 41529 w 284502"/>
              <a:gd name="connsiteY65"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77308 w 284502"/>
              <a:gd name="connsiteY39" fmla="*/ 158258 h 292608"/>
              <a:gd name="connsiteX40" fmla="*/ 172450 w 284502"/>
              <a:gd name="connsiteY40" fmla="*/ 153410 h 292608"/>
              <a:gd name="connsiteX41" fmla="*/ 185652 w 284502"/>
              <a:gd name="connsiteY41" fmla="*/ 140208 h 292608"/>
              <a:gd name="connsiteX42" fmla="*/ 41529 w 284502"/>
              <a:gd name="connsiteY42" fmla="*/ 140208 h 292608"/>
              <a:gd name="connsiteX43" fmla="*/ 185652 w 284502"/>
              <a:gd name="connsiteY43" fmla="*/ 133350 h 292608"/>
              <a:gd name="connsiteX44" fmla="*/ 172450 w 284502"/>
              <a:gd name="connsiteY44" fmla="*/ 120148 h 292608"/>
              <a:gd name="connsiteX45" fmla="*/ 185652 w 284502"/>
              <a:gd name="connsiteY45" fmla="*/ 247650 h 292608"/>
              <a:gd name="connsiteX46" fmla="*/ 172450 w 284502"/>
              <a:gd name="connsiteY46" fmla="*/ 234458 h 292608"/>
              <a:gd name="connsiteX47" fmla="*/ 177308 w 284502"/>
              <a:gd name="connsiteY47" fmla="*/ 229600 h 292608"/>
              <a:gd name="connsiteX48" fmla="*/ 198777 w 284502"/>
              <a:gd name="connsiteY48" fmla="*/ 251079 h 292608"/>
              <a:gd name="connsiteX49" fmla="*/ 177308 w 284502"/>
              <a:gd name="connsiteY49" fmla="*/ 272558 h 292608"/>
              <a:gd name="connsiteX50" fmla="*/ 172450 w 284502"/>
              <a:gd name="connsiteY50" fmla="*/ 267700 h 292608"/>
              <a:gd name="connsiteX51" fmla="*/ 185652 w 284502"/>
              <a:gd name="connsiteY51" fmla="*/ 254508 h 292608"/>
              <a:gd name="connsiteX52" fmla="*/ 41529 w 284502"/>
              <a:gd name="connsiteY52" fmla="*/ 254508 h 292608"/>
              <a:gd name="connsiteX53" fmla="*/ 41529 w 284502"/>
              <a:gd name="connsiteY53" fmla="*/ 247650 h 292608"/>
              <a:gd name="connsiteX54" fmla="*/ 185652 w 284502"/>
              <a:gd name="connsiteY54" fmla="*/ 247650 h 292608"/>
              <a:gd name="connsiteX55" fmla="*/ 41529 w 284502"/>
              <a:gd name="connsiteY55" fmla="*/ 209550 h 292608"/>
              <a:gd name="connsiteX56" fmla="*/ 138017 w 284502"/>
              <a:gd name="connsiteY56" fmla="*/ 209550 h 292608"/>
              <a:gd name="connsiteX57" fmla="*/ 124825 w 284502"/>
              <a:gd name="connsiteY57" fmla="*/ 196358 h 292608"/>
              <a:gd name="connsiteX58" fmla="*/ 129673 w 284502"/>
              <a:gd name="connsiteY58" fmla="*/ 191500 h 292608"/>
              <a:gd name="connsiteX59" fmla="*/ 151152 w 284502"/>
              <a:gd name="connsiteY59" fmla="*/ 212979 h 292608"/>
              <a:gd name="connsiteX60" fmla="*/ 129673 w 284502"/>
              <a:gd name="connsiteY60" fmla="*/ 234458 h 292608"/>
              <a:gd name="connsiteX61" fmla="*/ 124825 w 284502"/>
              <a:gd name="connsiteY61" fmla="*/ 229600 h 292608"/>
              <a:gd name="connsiteX62" fmla="*/ 138017 w 284502"/>
              <a:gd name="connsiteY62" fmla="*/ 216408 h 292608"/>
              <a:gd name="connsiteX63" fmla="*/ 41529 w 284502"/>
              <a:gd name="connsiteY63" fmla="*/ 216408 h 292608"/>
              <a:gd name="connsiteX64" fmla="*/ 41529 w 284502"/>
              <a:gd name="connsiteY64"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77308 w 284502"/>
              <a:gd name="connsiteY39" fmla="*/ 158258 h 292608"/>
              <a:gd name="connsiteX40" fmla="*/ 172450 w 284502"/>
              <a:gd name="connsiteY40" fmla="*/ 153410 h 292608"/>
              <a:gd name="connsiteX41" fmla="*/ 185652 w 284502"/>
              <a:gd name="connsiteY41" fmla="*/ 140208 h 292608"/>
              <a:gd name="connsiteX42" fmla="*/ 185652 w 284502"/>
              <a:gd name="connsiteY42" fmla="*/ 133350 h 292608"/>
              <a:gd name="connsiteX43" fmla="*/ 172450 w 284502"/>
              <a:gd name="connsiteY43" fmla="*/ 120148 h 292608"/>
              <a:gd name="connsiteX44" fmla="*/ 185652 w 284502"/>
              <a:gd name="connsiteY44" fmla="*/ 247650 h 292608"/>
              <a:gd name="connsiteX45" fmla="*/ 172450 w 284502"/>
              <a:gd name="connsiteY45" fmla="*/ 234458 h 292608"/>
              <a:gd name="connsiteX46" fmla="*/ 177308 w 284502"/>
              <a:gd name="connsiteY46" fmla="*/ 229600 h 292608"/>
              <a:gd name="connsiteX47" fmla="*/ 198777 w 284502"/>
              <a:gd name="connsiteY47" fmla="*/ 251079 h 292608"/>
              <a:gd name="connsiteX48" fmla="*/ 177308 w 284502"/>
              <a:gd name="connsiteY48" fmla="*/ 272558 h 292608"/>
              <a:gd name="connsiteX49" fmla="*/ 172450 w 284502"/>
              <a:gd name="connsiteY49" fmla="*/ 267700 h 292608"/>
              <a:gd name="connsiteX50" fmla="*/ 185652 w 284502"/>
              <a:gd name="connsiteY50" fmla="*/ 254508 h 292608"/>
              <a:gd name="connsiteX51" fmla="*/ 41529 w 284502"/>
              <a:gd name="connsiteY51" fmla="*/ 254508 h 292608"/>
              <a:gd name="connsiteX52" fmla="*/ 41529 w 284502"/>
              <a:gd name="connsiteY52" fmla="*/ 247650 h 292608"/>
              <a:gd name="connsiteX53" fmla="*/ 185652 w 284502"/>
              <a:gd name="connsiteY53" fmla="*/ 247650 h 292608"/>
              <a:gd name="connsiteX54" fmla="*/ 41529 w 284502"/>
              <a:gd name="connsiteY54" fmla="*/ 209550 h 292608"/>
              <a:gd name="connsiteX55" fmla="*/ 138017 w 284502"/>
              <a:gd name="connsiteY55" fmla="*/ 209550 h 292608"/>
              <a:gd name="connsiteX56" fmla="*/ 124825 w 284502"/>
              <a:gd name="connsiteY56" fmla="*/ 196358 h 292608"/>
              <a:gd name="connsiteX57" fmla="*/ 129673 w 284502"/>
              <a:gd name="connsiteY57" fmla="*/ 191500 h 292608"/>
              <a:gd name="connsiteX58" fmla="*/ 151152 w 284502"/>
              <a:gd name="connsiteY58" fmla="*/ 212979 h 292608"/>
              <a:gd name="connsiteX59" fmla="*/ 129673 w 284502"/>
              <a:gd name="connsiteY59" fmla="*/ 234458 h 292608"/>
              <a:gd name="connsiteX60" fmla="*/ 124825 w 284502"/>
              <a:gd name="connsiteY60" fmla="*/ 229600 h 292608"/>
              <a:gd name="connsiteX61" fmla="*/ 138017 w 284502"/>
              <a:gd name="connsiteY61" fmla="*/ 216408 h 292608"/>
              <a:gd name="connsiteX62" fmla="*/ 41529 w 284502"/>
              <a:gd name="connsiteY62" fmla="*/ 216408 h 292608"/>
              <a:gd name="connsiteX63" fmla="*/ 41529 w 284502"/>
              <a:gd name="connsiteY63"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77308 w 284502"/>
              <a:gd name="connsiteY39" fmla="*/ 158258 h 292608"/>
              <a:gd name="connsiteX40" fmla="*/ 185652 w 284502"/>
              <a:gd name="connsiteY40" fmla="*/ 140208 h 292608"/>
              <a:gd name="connsiteX41" fmla="*/ 185652 w 284502"/>
              <a:gd name="connsiteY41" fmla="*/ 133350 h 292608"/>
              <a:gd name="connsiteX42" fmla="*/ 172450 w 284502"/>
              <a:gd name="connsiteY42" fmla="*/ 120148 h 292608"/>
              <a:gd name="connsiteX43" fmla="*/ 185652 w 284502"/>
              <a:gd name="connsiteY43" fmla="*/ 247650 h 292608"/>
              <a:gd name="connsiteX44" fmla="*/ 172450 w 284502"/>
              <a:gd name="connsiteY44" fmla="*/ 234458 h 292608"/>
              <a:gd name="connsiteX45" fmla="*/ 177308 w 284502"/>
              <a:gd name="connsiteY45" fmla="*/ 229600 h 292608"/>
              <a:gd name="connsiteX46" fmla="*/ 198777 w 284502"/>
              <a:gd name="connsiteY46" fmla="*/ 251079 h 292608"/>
              <a:gd name="connsiteX47" fmla="*/ 177308 w 284502"/>
              <a:gd name="connsiteY47" fmla="*/ 272558 h 292608"/>
              <a:gd name="connsiteX48" fmla="*/ 172450 w 284502"/>
              <a:gd name="connsiteY48" fmla="*/ 267700 h 292608"/>
              <a:gd name="connsiteX49" fmla="*/ 185652 w 284502"/>
              <a:gd name="connsiteY49" fmla="*/ 254508 h 292608"/>
              <a:gd name="connsiteX50" fmla="*/ 41529 w 284502"/>
              <a:gd name="connsiteY50" fmla="*/ 254508 h 292608"/>
              <a:gd name="connsiteX51" fmla="*/ 41529 w 284502"/>
              <a:gd name="connsiteY51" fmla="*/ 247650 h 292608"/>
              <a:gd name="connsiteX52" fmla="*/ 185652 w 284502"/>
              <a:gd name="connsiteY52" fmla="*/ 247650 h 292608"/>
              <a:gd name="connsiteX53" fmla="*/ 41529 w 284502"/>
              <a:gd name="connsiteY53" fmla="*/ 209550 h 292608"/>
              <a:gd name="connsiteX54" fmla="*/ 138017 w 284502"/>
              <a:gd name="connsiteY54" fmla="*/ 209550 h 292608"/>
              <a:gd name="connsiteX55" fmla="*/ 124825 w 284502"/>
              <a:gd name="connsiteY55" fmla="*/ 196358 h 292608"/>
              <a:gd name="connsiteX56" fmla="*/ 129673 w 284502"/>
              <a:gd name="connsiteY56" fmla="*/ 191500 h 292608"/>
              <a:gd name="connsiteX57" fmla="*/ 151152 w 284502"/>
              <a:gd name="connsiteY57" fmla="*/ 212979 h 292608"/>
              <a:gd name="connsiteX58" fmla="*/ 129673 w 284502"/>
              <a:gd name="connsiteY58" fmla="*/ 234458 h 292608"/>
              <a:gd name="connsiteX59" fmla="*/ 124825 w 284502"/>
              <a:gd name="connsiteY59" fmla="*/ 229600 h 292608"/>
              <a:gd name="connsiteX60" fmla="*/ 138017 w 284502"/>
              <a:gd name="connsiteY60" fmla="*/ 216408 h 292608"/>
              <a:gd name="connsiteX61" fmla="*/ 41529 w 284502"/>
              <a:gd name="connsiteY61" fmla="*/ 216408 h 292608"/>
              <a:gd name="connsiteX62" fmla="*/ 41529 w 284502"/>
              <a:gd name="connsiteY62"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85652 w 284502"/>
              <a:gd name="connsiteY39" fmla="*/ 140208 h 292608"/>
              <a:gd name="connsiteX40" fmla="*/ 185652 w 284502"/>
              <a:gd name="connsiteY40" fmla="*/ 133350 h 292608"/>
              <a:gd name="connsiteX41" fmla="*/ 172450 w 284502"/>
              <a:gd name="connsiteY41" fmla="*/ 120148 h 292608"/>
              <a:gd name="connsiteX42" fmla="*/ 185652 w 284502"/>
              <a:gd name="connsiteY42" fmla="*/ 247650 h 292608"/>
              <a:gd name="connsiteX43" fmla="*/ 172450 w 284502"/>
              <a:gd name="connsiteY43" fmla="*/ 234458 h 292608"/>
              <a:gd name="connsiteX44" fmla="*/ 177308 w 284502"/>
              <a:gd name="connsiteY44" fmla="*/ 229600 h 292608"/>
              <a:gd name="connsiteX45" fmla="*/ 198777 w 284502"/>
              <a:gd name="connsiteY45" fmla="*/ 251079 h 292608"/>
              <a:gd name="connsiteX46" fmla="*/ 177308 w 284502"/>
              <a:gd name="connsiteY46" fmla="*/ 272558 h 292608"/>
              <a:gd name="connsiteX47" fmla="*/ 172450 w 284502"/>
              <a:gd name="connsiteY47" fmla="*/ 267700 h 292608"/>
              <a:gd name="connsiteX48" fmla="*/ 185652 w 284502"/>
              <a:gd name="connsiteY48" fmla="*/ 254508 h 292608"/>
              <a:gd name="connsiteX49" fmla="*/ 41529 w 284502"/>
              <a:gd name="connsiteY49" fmla="*/ 254508 h 292608"/>
              <a:gd name="connsiteX50" fmla="*/ 41529 w 284502"/>
              <a:gd name="connsiteY50" fmla="*/ 247650 h 292608"/>
              <a:gd name="connsiteX51" fmla="*/ 185652 w 284502"/>
              <a:gd name="connsiteY51" fmla="*/ 247650 h 292608"/>
              <a:gd name="connsiteX52" fmla="*/ 41529 w 284502"/>
              <a:gd name="connsiteY52" fmla="*/ 209550 h 292608"/>
              <a:gd name="connsiteX53" fmla="*/ 138017 w 284502"/>
              <a:gd name="connsiteY53" fmla="*/ 209550 h 292608"/>
              <a:gd name="connsiteX54" fmla="*/ 124825 w 284502"/>
              <a:gd name="connsiteY54" fmla="*/ 196358 h 292608"/>
              <a:gd name="connsiteX55" fmla="*/ 129673 w 284502"/>
              <a:gd name="connsiteY55" fmla="*/ 191500 h 292608"/>
              <a:gd name="connsiteX56" fmla="*/ 151152 w 284502"/>
              <a:gd name="connsiteY56" fmla="*/ 212979 h 292608"/>
              <a:gd name="connsiteX57" fmla="*/ 129673 w 284502"/>
              <a:gd name="connsiteY57" fmla="*/ 234458 h 292608"/>
              <a:gd name="connsiteX58" fmla="*/ 124825 w 284502"/>
              <a:gd name="connsiteY58" fmla="*/ 229600 h 292608"/>
              <a:gd name="connsiteX59" fmla="*/ 138017 w 284502"/>
              <a:gd name="connsiteY59" fmla="*/ 216408 h 292608"/>
              <a:gd name="connsiteX60" fmla="*/ 41529 w 284502"/>
              <a:gd name="connsiteY60" fmla="*/ 216408 h 292608"/>
              <a:gd name="connsiteX61" fmla="*/ 41529 w 284502"/>
              <a:gd name="connsiteY61"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98777 w 284502"/>
              <a:gd name="connsiteY38" fmla="*/ 136779 h 292608"/>
              <a:gd name="connsiteX39" fmla="*/ 185652 w 284502"/>
              <a:gd name="connsiteY39" fmla="*/ 133350 h 292608"/>
              <a:gd name="connsiteX40" fmla="*/ 172450 w 284502"/>
              <a:gd name="connsiteY40" fmla="*/ 120148 h 292608"/>
              <a:gd name="connsiteX41" fmla="*/ 185652 w 284502"/>
              <a:gd name="connsiteY41" fmla="*/ 247650 h 292608"/>
              <a:gd name="connsiteX42" fmla="*/ 172450 w 284502"/>
              <a:gd name="connsiteY42" fmla="*/ 234458 h 292608"/>
              <a:gd name="connsiteX43" fmla="*/ 177308 w 284502"/>
              <a:gd name="connsiteY43" fmla="*/ 229600 h 292608"/>
              <a:gd name="connsiteX44" fmla="*/ 198777 w 284502"/>
              <a:gd name="connsiteY44" fmla="*/ 251079 h 292608"/>
              <a:gd name="connsiteX45" fmla="*/ 177308 w 284502"/>
              <a:gd name="connsiteY45" fmla="*/ 272558 h 292608"/>
              <a:gd name="connsiteX46" fmla="*/ 172450 w 284502"/>
              <a:gd name="connsiteY46" fmla="*/ 267700 h 292608"/>
              <a:gd name="connsiteX47" fmla="*/ 185652 w 284502"/>
              <a:gd name="connsiteY47" fmla="*/ 254508 h 292608"/>
              <a:gd name="connsiteX48" fmla="*/ 41529 w 284502"/>
              <a:gd name="connsiteY48" fmla="*/ 254508 h 292608"/>
              <a:gd name="connsiteX49" fmla="*/ 41529 w 284502"/>
              <a:gd name="connsiteY49" fmla="*/ 247650 h 292608"/>
              <a:gd name="connsiteX50" fmla="*/ 185652 w 284502"/>
              <a:gd name="connsiteY50" fmla="*/ 247650 h 292608"/>
              <a:gd name="connsiteX51" fmla="*/ 41529 w 284502"/>
              <a:gd name="connsiteY51" fmla="*/ 209550 h 292608"/>
              <a:gd name="connsiteX52" fmla="*/ 138017 w 284502"/>
              <a:gd name="connsiteY52" fmla="*/ 209550 h 292608"/>
              <a:gd name="connsiteX53" fmla="*/ 124825 w 284502"/>
              <a:gd name="connsiteY53" fmla="*/ 196358 h 292608"/>
              <a:gd name="connsiteX54" fmla="*/ 129673 w 284502"/>
              <a:gd name="connsiteY54" fmla="*/ 191500 h 292608"/>
              <a:gd name="connsiteX55" fmla="*/ 151152 w 284502"/>
              <a:gd name="connsiteY55" fmla="*/ 212979 h 292608"/>
              <a:gd name="connsiteX56" fmla="*/ 129673 w 284502"/>
              <a:gd name="connsiteY56" fmla="*/ 234458 h 292608"/>
              <a:gd name="connsiteX57" fmla="*/ 124825 w 284502"/>
              <a:gd name="connsiteY57" fmla="*/ 229600 h 292608"/>
              <a:gd name="connsiteX58" fmla="*/ 138017 w 284502"/>
              <a:gd name="connsiteY58" fmla="*/ 216408 h 292608"/>
              <a:gd name="connsiteX59" fmla="*/ 41529 w 284502"/>
              <a:gd name="connsiteY59" fmla="*/ 216408 h 292608"/>
              <a:gd name="connsiteX60" fmla="*/ 41529 w 284502"/>
              <a:gd name="connsiteY60"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85652 w 284502"/>
              <a:gd name="connsiteY38" fmla="*/ 133350 h 292608"/>
              <a:gd name="connsiteX39" fmla="*/ 172450 w 284502"/>
              <a:gd name="connsiteY39" fmla="*/ 120148 h 292608"/>
              <a:gd name="connsiteX40" fmla="*/ 185652 w 284502"/>
              <a:gd name="connsiteY40" fmla="*/ 247650 h 292608"/>
              <a:gd name="connsiteX41" fmla="*/ 172450 w 284502"/>
              <a:gd name="connsiteY41" fmla="*/ 234458 h 292608"/>
              <a:gd name="connsiteX42" fmla="*/ 177308 w 284502"/>
              <a:gd name="connsiteY42" fmla="*/ 229600 h 292608"/>
              <a:gd name="connsiteX43" fmla="*/ 198777 w 284502"/>
              <a:gd name="connsiteY43" fmla="*/ 251079 h 292608"/>
              <a:gd name="connsiteX44" fmla="*/ 177308 w 284502"/>
              <a:gd name="connsiteY44" fmla="*/ 272558 h 292608"/>
              <a:gd name="connsiteX45" fmla="*/ 172450 w 284502"/>
              <a:gd name="connsiteY45" fmla="*/ 267700 h 292608"/>
              <a:gd name="connsiteX46" fmla="*/ 185652 w 284502"/>
              <a:gd name="connsiteY46" fmla="*/ 254508 h 292608"/>
              <a:gd name="connsiteX47" fmla="*/ 41529 w 284502"/>
              <a:gd name="connsiteY47" fmla="*/ 254508 h 292608"/>
              <a:gd name="connsiteX48" fmla="*/ 41529 w 284502"/>
              <a:gd name="connsiteY48" fmla="*/ 247650 h 292608"/>
              <a:gd name="connsiteX49" fmla="*/ 185652 w 284502"/>
              <a:gd name="connsiteY49" fmla="*/ 247650 h 292608"/>
              <a:gd name="connsiteX50" fmla="*/ 41529 w 284502"/>
              <a:gd name="connsiteY50" fmla="*/ 209550 h 292608"/>
              <a:gd name="connsiteX51" fmla="*/ 138017 w 284502"/>
              <a:gd name="connsiteY51" fmla="*/ 209550 h 292608"/>
              <a:gd name="connsiteX52" fmla="*/ 124825 w 284502"/>
              <a:gd name="connsiteY52" fmla="*/ 196358 h 292608"/>
              <a:gd name="connsiteX53" fmla="*/ 129673 w 284502"/>
              <a:gd name="connsiteY53" fmla="*/ 191500 h 292608"/>
              <a:gd name="connsiteX54" fmla="*/ 151152 w 284502"/>
              <a:gd name="connsiteY54" fmla="*/ 212979 h 292608"/>
              <a:gd name="connsiteX55" fmla="*/ 129673 w 284502"/>
              <a:gd name="connsiteY55" fmla="*/ 234458 h 292608"/>
              <a:gd name="connsiteX56" fmla="*/ 124825 w 284502"/>
              <a:gd name="connsiteY56" fmla="*/ 229600 h 292608"/>
              <a:gd name="connsiteX57" fmla="*/ 138017 w 284502"/>
              <a:gd name="connsiteY57" fmla="*/ 216408 h 292608"/>
              <a:gd name="connsiteX58" fmla="*/ 41529 w 284502"/>
              <a:gd name="connsiteY58" fmla="*/ 216408 h 292608"/>
              <a:gd name="connsiteX59" fmla="*/ 41529 w 284502"/>
              <a:gd name="connsiteY59"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72450 w 284502"/>
              <a:gd name="connsiteY36" fmla="*/ 120148 h 292608"/>
              <a:gd name="connsiteX37" fmla="*/ 177308 w 284502"/>
              <a:gd name="connsiteY37" fmla="*/ 115300 h 292608"/>
              <a:gd name="connsiteX38" fmla="*/ 172450 w 284502"/>
              <a:gd name="connsiteY38" fmla="*/ 120148 h 292608"/>
              <a:gd name="connsiteX39" fmla="*/ 185652 w 284502"/>
              <a:gd name="connsiteY39" fmla="*/ 247650 h 292608"/>
              <a:gd name="connsiteX40" fmla="*/ 172450 w 284502"/>
              <a:gd name="connsiteY40" fmla="*/ 234458 h 292608"/>
              <a:gd name="connsiteX41" fmla="*/ 177308 w 284502"/>
              <a:gd name="connsiteY41" fmla="*/ 229600 h 292608"/>
              <a:gd name="connsiteX42" fmla="*/ 198777 w 284502"/>
              <a:gd name="connsiteY42" fmla="*/ 251079 h 292608"/>
              <a:gd name="connsiteX43" fmla="*/ 177308 w 284502"/>
              <a:gd name="connsiteY43" fmla="*/ 272558 h 292608"/>
              <a:gd name="connsiteX44" fmla="*/ 172450 w 284502"/>
              <a:gd name="connsiteY44" fmla="*/ 267700 h 292608"/>
              <a:gd name="connsiteX45" fmla="*/ 185652 w 284502"/>
              <a:gd name="connsiteY45" fmla="*/ 254508 h 292608"/>
              <a:gd name="connsiteX46" fmla="*/ 41529 w 284502"/>
              <a:gd name="connsiteY46" fmla="*/ 254508 h 292608"/>
              <a:gd name="connsiteX47" fmla="*/ 41529 w 284502"/>
              <a:gd name="connsiteY47" fmla="*/ 247650 h 292608"/>
              <a:gd name="connsiteX48" fmla="*/ 185652 w 284502"/>
              <a:gd name="connsiteY48" fmla="*/ 247650 h 292608"/>
              <a:gd name="connsiteX49" fmla="*/ 41529 w 284502"/>
              <a:gd name="connsiteY49" fmla="*/ 209550 h 292608"/>
              <a:gd name="connsiteX50" fmla="*/ 138017 w 284502"/>
              <a:gd name="connsiteY50" fmla="*/ 209550 h 292608"/>
              <a:gd name="connsiteX51" fmla="*/ 124825 w 284502"/>
              <a:gd name="connsiteY51" fmla="*/ 196358 h 292608"/>
              <a:gd name="connsiteX52" fmla="*/ 129673 w 284502"/>
              <a:gd name="connsiteY52" fmla="*/ 191500 h 292608"/>
              <a:gd name="connsiteX53" fmla="*/ 151152 w 284502"/>
              <a:gd name="connsiteY53" fmla="*/ 212979 h 292608"/>
              <a:gd name="connsiteX54" fmla="*/ 129673 w 284502"/>
              <a:gd name="connsiteY54" fmla="*/ 234458 h 292608"/>
              <a:gd name="connsiteX55" fmla="*/ 124825 w 284502"/>
              <a:gd name="connsiteY55" fmla="*/ 229600 h 292608"/>
              <a:gd name="connsiteX56" fmla="*/ 138017 w 284502"/>
              <a:gd name="connsiteY56" fmla="*/ 216408 h 292608"/>
              <a:gd name="connsiteX57" fmla="*/ 41529 w 284502"/>
              <a:gd name="connsiteY57" fmla="*/ 216408 h 292608"/>
              <a:gd name="connsiteX58" fmla="*/ 41529 w 284502"/>
              <a:gd name="connsiteY58"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85652 w 284502"/>
              <a:gd name="connsiteY36" fmla="*/ 247650 h 292608"/>
              <a:gd name="connsiteX37" fmla="*/ 172450 w 284502"/>
              <a:gd name="connsiteY37" fmla="*/ 234458 h 292608"/>
              <a:gd name="connsiteX38" fmla="*/ 177308 w 284502"/>
              <a:gd name="connsiteY38" fmla="*/ 229600 h 292608"/>
              <a:gd name="connsiteX39" fmla="*/ 198777 w 284502"/>
              <a:gd name="connsiteY39" fmla="*/ 251079 h 292608"/>
              <a:gd name="connsiteX40" fmla="*/ 177308 w 284502"/>
              <a:gd name="connsiteY40" fmla="*/ 272558 h 292608"/>
              <a:gd name="connsiteX41" fmla="*/ 172450 w 284502"/>
              <a:gd name="connsiteY41" fmla="*/ 267700 h 292608"/>
              <a:gd name="connsiteX42" fmla="*/ 185652 w 284502"/>
              <a:gd name="connsiteY42" fmla="*/ 254508 h 292608"/>
              <a:gd name="connsiteX43" fmla="*/ 41529 w 284502"/>
              <a:gd name="connsiteY43" fmla="*/ 254508 h 292608"/>
              <a:gd name="connsiteX44" fmla="*/ 41529 w 284502"/>
              <a:gd name="connsiteY44" fmla="*/ 247650 h 292608"/>
              <a:gd name="connsiteX45" fmla="*/ 185652 w 284502"/>
              <a:gd name="connsiteY45" fmla="*/ 247650 h 292608"/>
              <a:gd name="connsiteX46" fmla="*/ 41529 w 284502"/>
              <a:gd name="connsiteY46" fmla="*/ 209550 h 292608"/>
              <a:gd name="connsiteX47" fmla="*/ 138017 w 284502"/>
              <a:gd name="connsiteY47" fmla="*/ 209550 h 292608"/>
              <a:gd name="connsiteX48" fmla="*/ 124825 w 284502"/>
              <a:gd name="connsiteY48" fmla="*/ 196358 h 292608"/>
              <a:gd name="connsiteX49" fmla="*/ 129673 w 284502"/>
              <a:gd name="connsiteY49" fmla="*/ 191500 h 292608"/>
              <a:gd name="connsiteX50" fmla="*/ 151152 w 284502"/>
              <a:gd name="connsiteY50" fmla="*/ 212979 h 292608"/>
              <a:gd name="connsiteX51" fmla="*/ 129673 w 284502"/>
              <a:gd name="connsiteY51" fmla="*/ 234458 h 292608"/>
              <a:gd name="connsiteX52" fmla="*/ 124825 w 284502"/>
              <a:gd name="connsiteY52" fmla="*/ 229600 h 292608"/>
              <a:gd name="connsiteX53" fmla="*/ 138017 w 284502"/>
              <a:gd name="connsiteY53" fmla="*/ 216408 h 292608"/>
              <a:gd name="connsiteX54" fmla="*/ 41529 w 284502"/>
              <a:gd name="connsiteY54" fmla="*/ 216408 h 292608"/>
              <a:gd name="connsiteX55" fmla="*/ 41529 w 284502"/>
              <a:gd name="connsiteY55"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85652 w 284502"/>
              <a:gd name="connsiteY36" fmla="*/ 247650 h 292608"/>
              <a:gd name="connsiteX37" fmla="*/ 172450 w 284502"/>
              <a:gd name="connsiteY37" fmla="*/ 234458 h 292608"/>
              <a:gd name="connsiteX38" fmla="*/ 177308 w 284502"/>
              <a:gd name="connsiteY38" fmla="*/ 229600 h 292608"/>
              <a:gd name="connsiteX39" fmla="*/ 198777 w 284502"/>
              <a:gd name="connsiteY39" fmla="*/ 251079 h 292608"/>
              <a:gd name="connsiteX40" fmla="*/ 177308 w 284502"/>
              <a:gd name="connsiteY40" fmla="*/ 272558 h 292608"/>
              <a:gd name="connsiteX41" fmla="*/ 172450 w 284502"/>
              <a:gd name="connsiteY41" fmla="*/ 267700 h 292608"/>
              <a:gd name="connsiteX42" fmla="*/ 185652 w 284502"/>
              <a:gd name="connsiteY42" fmla="*/ 254508 h 292608"/>
              <a:gd name="connsiteX43" fmla="*/ 41529 w 284502"/>
              <a:gd name="connsiteY43" fmla="*/ 254508 h 292608"/>
              <a:gd name="connsiteX44" fmla="*/ 185652 w 284502"/>
              <a:gd name="connsiteY44" fmla="*/ 247650 h 292608"/>
              <a:gd name="connsiteX45" fmla="*/ 41529 w 284502"/>
              <a:gd name="connsiteY45" fmla="*/ 209550 h 292608"/>
              <a:gd name="connsiteX46" fmla="*/ 138017 w 284502"/>
              <a:gd name="connsiteY46" fmla="*/ 209550 h 292608"/>
              <a:gd name="connsiteX47" fmla="*/ 124825 w 284502"/>
              <a:gd name="connsiteY47" fmla="*/ 196358 h 292608"/>
              <a:gd name="connsiteX48" fmla="*/ 129673 w 284502"/>
              <a:gd name="connsiteY48" fmla="*/ 191500 h 292608"/>
              <a:gd name="connsiteX49" fmla="*/ 151152 w 284502"/>
              <a:gd name="connsiteY49" fmla="*/ 212979 h 292608"/>
              <a:gd name="connsiteX50" fmla="*/ 129673 w 284502"/>
              <a:gd name="connsiteY50" fmla="*/ 234458 h 292608"/>
              <a:gd name="connsiteX51" fmla="*/ 124825 w 284502"/>
              <a:gd name="connsiteY51" fmla="*/ 229600 h 292608"/>
              <a:gd name="connsiteX52" fmla="*/ 138017 w 284502"/>
              <a:gd name="connsiteY52" fmla="*/ 216408 h 292608"/>
              <a:gd name="connsiteX53" fmla="*/ 41529 w 284502"/>
              <a:gd name="connsiteY53" fmla="*/ 216408 h 292608"/>
              <a:gd name="connsiteX54" fmla="*/ 41529 w 284502"/>
              <a:gd name="connsiteY54"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41529 w 284502"/>
              <a:gd name="connsiteY26" fmla="*/ 178318 h 292608"/>
              <a:gd name="connsiteX27" fmla="*/ 228600 w 284502"/>
              <a:gd name="connsiteY27" fmla="*/ 178318 h 292608"/>
              <a:gd name="connsiteX28" fmla="*/ 228600 w 284502"/>
              <a:gd name="connsiteY28" fmla="*/ 285750 h 292608"/>
              <a:gd name="connsiteX29" fmla="*/ 6858 w 284502"/>
              <a:gd name="connsiteY29" fmla="*/ 285750 h 292608"/>
              <a:gd name="connsiteX30" fmla="*/ 6858 w 284502"/>
              <a:gd name="connsiteY30" fmla="*/ 6858 h 292608"/>
              <a:gd name="connsiteX31" fmla="*/ 171450 w 284502"/>
              <a:gd name="connsiteY31" fmla="*/ 6858 h 292608"/>
              <a:gd name="connsiteX32" fmla="*/ 171450 w 284502"/>
              <a:gd name="connsiteY32" fmla="*/ 60579 h 292608"/>
              <a:gd name="connsiteX33" fmla="*/ 174879 w 284502"/>
              <a:gd name="connsiteY33" fmla="*/ 64008 h 292608"/>
              <a:gd name="connsiteX34" fmla="*/ 228600 w 284502"/>
              <a:gd name="connsiteY34" fmla="*/ 64008 h 292608"/>
              <a:gd name="connsiteX35" fmla="*/ 228600 w 284502"/>
              <a:gd name="connsiteY35" fmla="*/ 171450 h 292608"/>
              <a:gd name="connsiteX36" fmla="*/ 185652 w 284502"/>
              <a:gd name="connsiteY36" fmla="*/ 247650 h 292608"/>
              <a:gd name="connsiteX37" fmla="*/ 172450 w 284502"/>
              <a:gd name="connsiteY37" fmla="*/ 234458 h 292608"/>
              <a:gd name="connsiteX38" fmla="*/ 177308 w 284502"/>
              <a:gd name="connsiteY38" fmla="*/ 229600 h 292608"/>
              <a:gd name="connsiteX39" fmla="*/ 198777 w 284502"/>
              <a:gd name="connsiteY39" fmla="*/ 251079 h 292608"/>
              <a:gd name="connsiteX40" fmla="*/ 177308 w 284502"/>
              <a:gd name="connsiteY40" fmla="*/ 272558 h 292608"/>
              <a:gd name="connsiteX41" fmla="*/ 172450 w 284502"/>
              <a:gd name="connsiteY41" fmla="*/ 267700 h 292608"/>
              <a:gd name="connsiteX42" fmla="*/ 185652 w 284502"/>
              <a:gd name="connsiteY42" fmla="*/ 254508 h 292608"/>
              <a:gd name="connsiteX43" fmla="*/ 185652 w 284502"/>
              <a:gd name="connsiteY43" fmla="*/ 247650 h 292608"/>
              <a:gd name="connsiteX44" fmla="*/ 41529 w 284502"/>
              <a:gd name="connsiteY44" fmla="*/ 209550 h 292608"/>
              <a:gd name="connsiteX45" fmla="*/ 138017 w 284502"/>
              <a:gd name="connsiteY45" fmla="*/ 209550 h 292608"/>
              <a:gd name="connsiteX46" fmla="*/ 124825 w 284502"/>
              <a:gd name="connsiteY46" fmla="*/ 196358 h 292608"/>
              <a:gd name="connsiteX47" fmla="*/ 129673 w 284502"/>
              <a:gd name="connsiteY47" fmla="*/ 191500 h 292608"/>
              <a:gd name="connsiteX48" fmla="*/ 151152 w 284502"/>
              <a:gd name="connsiteY48" fmla="*/ 212979 h 292608"/>
              <a:gd name="connsiteX49" fmla="*/ 129673 w 284502"/>
              <a:gd name="connsiteY49" fmla="*/ 234458 h 292608"/>
              <a:gd name="connsiteX50" fmla="*/ 124825 w 284502"/>
              <a:gd name="connsiteY50" fmla="*/ 229600 h 292608"/>
              <a:gd name="connsiteX51" fmla="*/ 138017 w 284502"/>
              <a:gd name="connsiteY51" fmla="*/ 216408 h 292608"/>
              <a:gd name="connsiteX52" fmla="*/ 41529 w 284502"/>
              <a:gd name="connsiteY52" fmla="*/ 216408 h 292608"/>
              <a:gd name="connsiteX53" fmla="*/ 41529 w 284502"/>
              <a:gd name="connsiteY53"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41529 w 284502"/>
              <a:gd name="connsiteY25" fmla="*/ 171450 h 292608"/>
              <a:gd name="connsiteX26" fmla="*/ 228600 w 284502"/>
              <a:gd name="connsiteY26" fmla="*/ 178318 h 292608"/>
              <a:gd name="connsiteX27" fmla="*/ 228600 w 284502"/>
              <a:gd name="connsiteY27" fmla="*/ 285750 h 292608"/>
              <a:gd name="connsiteX28" fmla="*/ 6858 w 284502"/>
              <a:gd name="connsiteY28" fmla="*/ 285750 h 292608"/>
              <a:gd name="connsiteX29" fmla="*/ 6858 w 284502"/>
              <a:gd name="connsiteY29" fmla="*/ 6858 h 292608"/>
              <a:gd name="connsiteX30" fmla="*/ 171450 w 284502"/>
              <a:gd name="connsiteY30" fmla="*/ 6858 h 292608"/>
              <a:gd name="connsiteX31" fmla="*/ 171450 w 284502"/>
              <a:gd name="connsiteY31" fmla="*/ 60579 h 292608"/>
              <a:gd name="connsiteX32" fmla="*/ 174879 w 284502"/>
              <a:gd name="connsiteY32" fmla="*/ 64008 h 292608"/>
              <a:gd name="connsiteX33" fmla="*/ 228600 w 284502"/>
              <a:gd name="connsiteY33" fmla="*/ 64008 h 292608"/>
              <a:gd name="connsiteX34" fmla="*/ 228600 w 284502"/>
              <a:gd name="connsiteY34" fmla="*/ 171450 h 292608"/>
              <a:gd name="connsiteX35" fmla="*/ 185652 w 284502"/>
              <a:gd name="connsiteY35" fmla="*/ 247650 h 292608"/>
              <a:gd name="connsiteX36" fmla="*/ 172450 w 284502"/>
              <a:gd name="connsiteY36" fmla="*/ 234458 h 292608"/>
              <a:gd name="connsiteX37" fmla="*/ 177308 w 284502"/>
              <a:gd name="connsiteY37" fmla="*/ 229600 h 292608"/>
              <a:gd name="connsiteX38" fmla="*/ 198777 w 284502"/>
              <a:gd name="connsiteY38" fmla="*/ 251079 h 292608"/>
              <a:gd name="connsiteX39" fmla="*/ 177308 w 284502"/>
              <a:gd name="connsiteY39" fmla="*/ 272558 h 292608"/>
              <a:gd name="connsiteX40" fmla="*/ 172450 w 284502"/>
              <a:gd name="connsiteY40" fmla="*/ 267700 h 292608"/>
              <a:gd name="connsiteX41" fmla="*/ 185652 w 284502"/>
              <a:gd name="connsiteY41" fmla="*/ 254508 h 292608"/>
              <a:gd name="connsiteX42" fmla="*/ 185652 w 284502"/>
              <a:gd name="connsiteY42" fmla="*/ 247650 h 292608"/>
              <a:gd name="connsiteX43" fmla="*/ 41529 w 284502"/>
              <a:gd name="connsiteY43" fmla="*/ 209550 h 292608"/>
              <a:gd name="connsiteX44" fmla="*/ 138017 w 284502"/>
              <a:gd name="connsiteY44" fmla="*/ 209550 h 292608"/>
              <a:gd name="connsiteX45" fmla="*/ 124825 w 284502"/>
              <a:gd name="connsiteY45" fmla="*/ 196358 h 292608"/>
              <a:gd name="connsiteX46" fmla="*/ 129673 w 284502"/>
              <a:gd name="connsiteY46" fmla="*/ 191500 h 292608"/>
              <a:gd name="connsiteX47" fmla="*/ 151152 w 284502"/>
              <a:gd name="connsiteY47" fmla="*/ 212979 h 292608"/>
              <a:gd name="connsiteX48" fmla="*/ 129673 w 284502"/>
              <a:gd name="connsiteY48" fmla="*/ 234458 h 292608"/>
              <a:gd name="connsiteX49" fmla="*/ 124825 w 284502"/>
              <a:gd name="connsiteY49" fmla="*/ 229600 h 292608"/>
              <a:gd name="connsiteX50" fmla="*/ 138017 w 284502"/>
              <a:gd name="connsiteY50" fmla="*/ 216408 h 292608"/>
              <a:gd name="connsiteX51" fmla="*/ 41529 w 284502"/>
              <a:gd name="connsiteY51" fmla="*/ 216408 h 292608"/>
              <a:gd name="connsiteX52" fmla="*/ 41529 w 284502"/>
              <a:gd name="connsiteY52"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185652 w 284502"/>
              <a:gd name="connsiteY34" fmla="*/ 247650 h 292608"/>
              <a:gd name="connsiteX35" fmla="*/ 172450 w 284502"/>
              <a:gd name="connsiteY35" fmla="*/ 234458 h 292608"/>
              <a:gd name="connsiteX36" fmla="*/ 177308 w 284502"/>
              <a:gd name="connsiteY36" fmla="*/ 229600 h 292608"/>
              <a:gd name="connsiteX37" fmla="*/ 198777 w 284502"/>
              <a:gd name="connsiteY37" fmla="*/ 251079 h 292608"/>
              <a:gd name="connsiteX38" fmla="*/ 177308 w 284502"/>
              <a:gd name="connsiteY38" fmla="*/ 272558 h 292608"/>
              <a:gd name="connsiteX39" fmla="*/ 172450 w 284502"/>
              <a:gd name="connsiteY39" fmla="*/ 267700 h 292608"/>
              <a:gd name="connsiteX40" fmla="*/ 185652 w 284502"/>
              <a:gd name="connsiteY40" fmla="*/ 254508 h 292608"/>
              <a:gd name="connsiteX41" fmla="*/ 185652 w 284502"/>
              <a:gd name="connsiteY41" fmla="*/ 247650 h 292608"/>
              <a:gd name="connsiteX42" fmla="*/ 41529 w 284502"/>
              <a:gd name="connsiteY42" fmla="*/ 209550 h 292608"/>
              <a:gd name="connsiteX43" fmla="*/ 138017 w 284502"/>
              <a:gd name="connsiteY43" fmla="*/ 209550 h 292608"/>
              <a:gd name="connsiteX44" fmla="*/ 124825 w 284502"/>
              <a:gd name="connsiteY44" fmla="*/ 196358 h 292608"/>
              <a:gd name="connsiteX45" fmla="*/ 129673 w 284502"/>
              <a:gd name="connsiteY45" fmla="*/ 191500 h 292608"/>
              <a:gd name="connsiteX46" fmla="*/ 151152 w 284502"/>
              <a:gd name="connsiteY46" fmla="*/ 212979 h 292608"/>
              <a:gd name="connsiteX47" fmla="*/ 129673 w 284502"/>
              <a:gd name="connsiteY47" fmla="*/ 234458 h 292608"/>
              <a:gd name="connsiteX48" fmla="*/ 124825 w 284502"/>
              <a:gd name="connsiteY48" fmla="*/ 229600 h 292608"/>
              <a:gd name="connsiteX49" fmla="*/ 138017 w 284502"/>
              <a:gd name="connsiteY49" fmla="*/ 216408 h 292608"/>
              <a:gd name="connsiteX50" fmla="*/ 41529 w 284502"/>
              <a:gd name="connsiteY50" fmla="*/ 216408 h 292608"/>
              <a:gd name="connsiteX51" fmla="*/ 41529 w 284502"/>
              <a:gd name="connsiteY51"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185652 w 284502"/>
              <a:gd name="connsiteY34" fmla="*/ 247650 h 292608"/>
              <a:gd name="connsiteX35" fmla="*/ 172450 w 284502"/>
              <a:gd name="connsiteY35" fmla="*/ 234458 h 292608"/>
              <a:gd name="connsiteX36" fmla="*/ 177308 w 284502"/>
              <a:gd name="connsiteY36" fmla="*/ 229600 h 292608"/>
              <a:gd name="connsiteX37" fmla="*/ 198777 w 284502"/>
              <a:gd name="connsiteY37" fmla="*/ 251079 h 292608"/>
              <a:gd name="connsiteX38" fmla="*/ 177308 w 284502"/>
              <a:gd name="connsiteY38" fmla="*/ 272558 h 292608"/>
              <a:gd name="connsiteX39" fmla="*/ 185652 w 284502"/>
              <a:gd name="connsiteY39" fmla="*/ 254508 h 292608"/>
              <a:gd name="connsiteX40" fmla="*/ 185652 w 284502"/>
              <a:gd name="connsiteY40" fmla="*/ 247650 h 292608"/>
              <a:gd name="connsiteX41" fmla="*/ 41529 w 284502"/>
              <a:gd name="connsiteY41" fmla="*/ 209550 h 292608"/>
              <a:gd name="connsiteX42" fmla="*/ 138017 w 284502"/>
              <a:gd name="connsiteY42" fmla="*/ 209550 h 292608"/>
              <a:gd name="connsiteX43" fmla="*/ 124825 w 284502"/>
              <a:gd name="connsiteY43" fmla="*/ 196358 h 292608"/>
              <a:gd name="connsiteX44" fmla="*/ 129673 w 284502"/>
              <a:gd name="connsiteY44" fmla="*/ 191500 h 292608"/>
              <a:gd name="connsiteX45" fmla="*/ 151152 w 284502"/>
              <a:gd name="connsiteY45" fmla="*/ 212979 h 292608"/>
              <a:gd name="connsiteX46" fmla="*/ 129673 w 284502"/>
              <a:gd name="connsiteY46" fmla="*/ 234458 h 292608"/>
              <a:gd name="connsiteX47" fmla="*/ 124825 w 284502"/>
              <a:gd name="connsiteY47" fmla="*/ 229600 h 292608"/>
              <a:gd name="connsiteX48" fmla="*/ 138017 w 284502"/>
              <a:gd name="connsiteY48" fmla="*/ 216408 h 292608"/>
              <a:gd name="connsiteX49" fmla="*/ 41529 w 284502"/>
              <a:gd name="connsiteY49" fmla="*/ 216408 h 292608"/>
              <a:gd name="connsiteX50" fmla="*/ 41529 w 284502"/>
              <a:gd name="connsiteY50"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185652 w 284502"/>
              <a:gd name="connsiteY34" fmla="*/ 247650 h 292608"/>
              <a:gd name="connsiteX35" fmla="*/ 172450 w 284502"/>
              <a:gd name="connsiteY35" fmla="*/ 234458 h 292608"/>
              <a:gd name="connsiteX36" fmla="*/ 177308 w 284502"/>
              <a:gd name="connsiteY36" fmla="*/ 229600 h 292608"/>
              <a:gd name="connsiteX37" fmla="*/ 198777 w 284502"/>
              <a:gd name="connsiteY37" fmla="*/ 251079 h 292608"/>
              <a:gd name="connsiteX38" fmla="*/ 185652 w 284502"/>
              <a:gd name="connsiteY38" fmla="*/ 254508 h 292608"/>
              <a:gd name="connsiteX39" fmla="*/ 185652 w 284502"/>
              <a:gd name="connsiteY39" fmla="*/ 247650 h 292608"/>
              <a:gd name="connsiteX40" fmla="*/ 41529 w 284502"/>
              <a:gd name="connsiteY40" fmla="*/ 209550 h 292608"/>
              <a:gd name="connsiteX41" fmla="*/ 138017 w 284502"/>
              <a:gd name="connsiteY41" fmla="*/ 209550 h 292608"/>
              <a:gd name="connsiteX42" fmla="*/ 124825 w 284502"/>
              <a:gd name="connsiteY42" fmla="*/ 196358 h 292608"/>
              <a:gd name="connsiteX43" fmla="*/ 129673 w 284502"/>
              <a:gd name="connsiteY43" fmla="*/ 191500 h 292608"/>
              <a:gd name="connsiteX44" fmla="*/ 151152 w 284502"/>
              <a:gd name="connsiteY44" fmla="*/ 212979 h 292608"/>
              <a:gd name="connsiteX45" fmla="*/ 129673 w 284502"/>
              <a:gd name="connsiteY45" fmla="*/ 234458 h 292608"/>
              <a:gd name="connsiteX46" fmla="*/ 124825 w 284502"/>
              <a:gd name="connsiteY46" fmla="*/ 229600 h 292608"/>
              <a:gd name="connsiteX47" fmla="*/ 138017 w 284502"/>
              <a:gd name="connsiteY47" fmla="*/ 216408 h 292608"/>
              <a:gd name="connsiteX48" fmla="*/ 41529 w 284502"/>
              <a:gd name="connsiteY48" fmla="*/ 216408 h 292608"/>
              <a:gd name="connsiteX49" fmla="*/ 41529 w 284502"/>
              <a:gd name="connsiteY49"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185652 w 284502"/>
              <a:gd name="connsiteY34" fmla="*/ 247650 h 292608"/>
              <a:gd name="connsiteX35" fmla="*/ 172450 w 284502"/>
              <a:gd name="connsiteY35" fmla="*/ 234458 h 292608"/>
              <a:gd name="connsiteX36" fmla="*/ 177308 w 284502"/>
              <a:gd name="connsiteY36" fmla="*/ 229600 h 292608"/>
              <a:gd name="connsiteX37" fmla="*/ 198777 w 284502"/>
              <a:gd name="connsiteY37" fmla="*/ 251079 h 292608"/>
              <a:gd name="connsiteX38" fmla="*/ 185652 w 284502"/>
              <a:gd name="connsiteY38" fmla="*/ 247650 h 292608"/>
              <a:gd name="connsiteX39" fmla="*/ 41529 w 284502"/>
              <a:gd name="connsiteY39" fmla="*/ 209550 h 292608"/>
              <a:gd name="connsiteX40" fmla="*/ 138017 w 284502"/>
              <a:gd name="connsiteY40" fmla="*/ 209550 h 292608"/>
              <a:gd name="connsiteX41" fmla="*/ 124825 w 284502"/>
              <a:gd name="connsiteY41" fmla="*/ 196358 h 292608"/>
              <a:gd name="connsiteX42" fmla="*/ 129673 w 284502"/>
              <a:gd name="connsiteY42" fmla="*/ 191500 h 292608"/>
              <a:gd name="connsiteX43" fmla="*/ 151152 w 284502"/>
              <a:gd name="connsiteY43" fmla="*/ 212979 h 292608"/>
              <a:gd name="connsiteX44" fmla="*/ 129673 w 284502"/>
              <a:gd name="connsiteY44" fmla="*/ 234458 h 292608"/>
              <a:gd name="connsiteX45" fmla="*/ 124825 w 284502"/>
              <a:gd name="connsiteY45" fmla="*/ 229600 h 292608"/>
              <a:gd name="connsiteX46" fmla="*/ 138017 w 284502"/>
              <a:gd name="connsiteY46" fmla="*/ 216408 h 292608"/>
              <a:gd name="connsiteX47" fmla="*/ 41529 w 284502"/>
              <a:gd name="connsiteY47" fmla="*/ 216408 h 292608"/>
              <a:gd name="connsiteX48" fmla="*/ 41529 w 284502"/>
              <a:gd name="connsiteY48"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185652 w 284502"/>
              <a:gd name="connsiteY34" fmla="*/ 247650 h 292608"/>
              <a:gd name="connsiteX35" fmla="*/ 177308 w 284502"/>
              <a:gd name="connsiteY35" fmla="*/ 229600 h 292608"/>
              <a:gd name="connsiteX36" fmla="*/ 198777 w 284502"/>
              <a:gd name="connsiteY36" fmla="*/ 251079 h 292608"/>
              <a:gd name="connsiteX37" fmla="*/ 185652 w 284502"/>
              <a:gd name="connsiteY37" fmla="*/ 247650 h 292608"/>
              <a:gd name="connsiteX38" fmla="*/ 41529 w 284502"/>
              <a:gd name="connsiteY38" fmla="*/ 209550 h 292608"/>
              <a:gd name="connsiteX39" fmla="*/ 138017 w 284502"/>
              <a:gd name="connsiteY39" fmla="*/ 209550 h 292608"/>
              <a:gd name="connsiteX40" fmla="*/ 124825 w 284502"/>
              <a:gd name="connsiteY40" fmla="*/ 196358 h 292608"/>
              <a:gd name="connsiteX41" fmla="*/ 129673 w 284502"/>
              <a:gd name="connsiteY41" fmla="*/ 191500 h 292608"/>
              <a:gd name="connsiteX42" fmla="*/ 151152 w 284502"/>
              <a:gd name="connsiteY42" fmla="*/ 212979 h 292608"/>
              <a:gd name="connsiteX43" fmla="*/ 129673 w 284502"/>
              <a:gd name="connsiteY43" fmla="*/ 234458 h 292608"/>
              <a:gd name="connsiteX44" fmla="*/ 124825 w 284502"/>
              <a:gd name="connsiteY44" fmla="*/ 229600 h 292608"/>
              <a:gd name="connsiteX45" fmla="*/ 138017 w 284502"/>
              <a:gd name="connsiteY45" fmla="*/ 216408 h 292608"/>
              <a:gd name="connsiteX46" fmla="*/ 41529 w 284502"/>
              <a:gd name="connsiteY46" fmla="*/ 216408 h 292608"/>
              <a:gd name="connsiteX47" fmla="*/ 41529 w 284502"/>
              <a:gd name="connsiteY47"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185652 w 284502"/>
              <a:gd name="connsiteY34" fmla="*/ 247650 h 292608"/>
              <a:gd name="connsiteX35" fmla="*/ 177308 w 284502"/>
              <a:gd name="connsiteY35" fmla="*/ 229600 h 292608"/>
              <a:gd name="connsiteX36" fmla="*/ 185652 w 284502"/>
              <a:gd name="connsiteY36" fmla="*/ 247650 h 292608"/>
              <a:gd name="connsiteX37" fmla="*/ 41529 w 284502"/>
              <a:gd name="connsiteY37" fmla="*/ 209550 h 292608"/>
              <a:gd name="connsiteX38" fmla="*/ 138017 w 284502"/>
              <a:gd name="connsiteY38" fmla="*/ 209550 h 292608"/>
              <a:gd name="connsiteX39" fmla="*/ 124825 w 284502"/>
              <a:gd name="connsiteY39" fmla="*/ 196358 h 292608"/>
              <a:gd name="connsiteX40" fmla="*/ 129673 w 284502"/>
              <a:gd name="connsiteY40" fmla="*/ 191500 h 292608"/>
              <a:gd name="connsiteX41" fmla="*/ 151152 w 284502"/>
              <a:gd name="connsiteY41" fmla="*/ 212979 h 292608"/>
              <a:gd name="connsiteX42" fmla="*/ 129673 w 284502"/>
              <a:gd name="connsiteY42" fmla="*/ 234458 h 292608"/>
              <a:gd name="connsiteX43" fmla="*/ 124825 w 284502"/>
              <a:gd name="connsiteY43" fmla="*/ 229600 h 292608"/>
              <a:gd name="connsiteX44" fmla="*/ 138017 w 284502"/>
              <a:gd name="connsiteY44" fmla="*/ 216408 h 292608"/>
              <a:gd name="connsiteX45" fmla="*/ 41529 w 284502"/>
              <a:gd name="connsiteY45" fmla="*/ 216408 h 292608"/>
              <a:gd name="connsiteX46" fmla="*/ 41529 w 284502"/>
              <a:gd name="connsiteY46"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124825 w 284502"/>
              <a:gd name="connsiteY36" fmla="*/ 196358 h 292608"/>
              <a:gd name="connsiteX37" fmla="*/ 129673 w 284502"/>
              <a:gd name="connsiteY37" fmla="*/ 191500 h 292608"/>
              <a:gd name="connsiteX38" fmla="*/ 151152 w 284502"/>
              <a:gd name="connsiteY38" fmla="*/ 212979 h 292608"/>
              <a:gd name="connsiteX39" fmla="*/ 129673 w 284502"/>
              <a:gd name="connsiteY39" fmla="*/ 234458 h 292608"/>
              <a:gd name="connsiteX40" fmla="*/ 124825 w 284502"/>
              <a:gd name="connsiteY40" fmla="*/ 229600 h 292608"/>
              <a:gd name="connsiteX41" fmla="*/ 138017 w 284502"/>
              <a:gd name="connsiteY41" fmla="*/ 216408 h 292608"/>
              <a:gd name="connsiteX42" fmla="*/ 41529 w 284502"/>
              <a:gd name="connsiteY42" fmla="*/ 216408 h 292608"/>
              <a:gd name="connsiteX43" fmla="*/ 41529 w 284502"/>
              <a:gd name="connsiteY43"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124825 w 284502"/>
              <a:gd name="connsiteY36" fmla="*/ 196358 h 292608"/>
              <a:gd name="connsiteX37" fmla="*/ 129673 w 284502"/>
              <a:gd name="connsiteY37" fmla="*/ 191500 h 292608"/>
              <a:gd name="connsiteX38" fmla="*/ 151152 w 284502"/>
              <a:gd name="connsiteY38" fmla="*/ 212979 h 292608"/>
              <a:gd name="connsiteX39" fmla="*/ 124825 w 284502"/>
              <a:gd name="connsiteY39" fmla="*/ 229600 h 292608"/>
              <a:gd name="connsiteX40" fmla="*/ 138017 w 284502"/>
              <a:gd name="connsiteY40" fmla="*/ 216408 h 292608"/>
              <a:gd name="connsiteX41" fmla="*/ 41529 w 284502"/>
              <a:gd name="connsiteY41" fmla="*/ 216408 h 292608"/>
              <a:gd name="connsiteX42" fmla="*/ 41529 w 284502"/>
              <a:gd name="connsiteY42"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124825 w 284502"/>
              <a:gd name="connsiteY36" fmla="*/ 196358 h 292608"/>
              <a:gd name="connsiteX37" fmla="*/ 129673 w 284502"/>
              <a:gd name="connsiteY37" fmla="*/ 191500 h 292608"/>
              <a:gd name="connsiteX38" fmla="*/ 151152 w 284502"/>
              <a:gd name="connsiteY38" fmla="*/ 212979 h 292608"/>
              <a:gd name="connsiteX39" fmla="*/ 138017 w 284502"/>
              <a:gd name="connsiteY39" fmla="*/ 216408 h 292608"/>
              <a:gd name="connsiteX40" fmla="*/ 41529 w 284502"/>
              <a:gd name="connsiteY40" fmla="*/ 216408 h 292608"/>
              <a:gd name="connsiteX41" fmla="*/ 41529 w 284502"/>
              <a:gd name="connsiteY41"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129673 w 284502"/>
              <a:gd name="connsiteY36" fmla="*/ 191500 h 292608"/>
              <a:gd name="connsiteX37" fmla="*/ 151152 w 284502"/>
              <a:gd name="connsiteY37" fmla="*/ 212979 h 292608"/>
              <a:gd name="connsiteX38" fmla="*/ 138017 w 284502"/>
              <a:gd name="connsiteY38" fmla="*/ 216408 h 292608"/>
              <a:gd name="connsiteX39" fmla="*/ 41529 w 284502"/>
              <a:gd name="connsiteY39" fmla="*/ 216408 h 292608"/>
              <a:gd name="connsiteX40" fmla="*/ 41529 w 284502"/>
              <a:gd name="connsiteY40"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151152 w 284502"/>
              <a:gd name="connsiteY36" fmla="*/ 212979 h 292608"/>
              <a:gd name="connsiteX37" fmla="*/ 138017 w 284502"/>
              <a:gd name="connsiteY37" fmla="*/ 216408 h 292608"/>
              <a:gd name="connsiteX38" fmla="*/ 41529 w 284502"/>
              <a:gd name="connsiteY38" fmla="*/ 216408 h 292608"/>
              <a:gd name="connsiteX39" fmla="*/ 41529 w 284502"/>
              <a:gd name="connsiteY39"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138017 w 284502"/>
              <a:gd name="connsiteY36" fmla="*/ 216408 h 292608"/>
              <a:gd name="connsiteX37" fmla="*/ 41529 w 284502"/>
              <a:gd name="connsiteY37" fmla="*/ 216408 h 292608"/>
              <a:gd name="connsiteX38" fmla="*/ 41529 w 284502"/>
              <a:gd name="connsiteY38"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138017 w 284502"/>
              <a:gd name="connsiteY35" fmla="*/ 209550 h 292608"/>
              <a:gd name="connsiteX36" fmla="*/ 41529 w 284502"/>
              <a:gd name="connsiteY36" fmla="*/ 216408 h 292608"/>
              <a:gd name="connsiteX37" fmla="*/ 41529 w 284502"/>
              <a:gd name="connsiteY37"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34" fmla="*/ 41529 w 284502"/>
              <a:gd name="connsiteY34" fmla="*/ 209550 h 292608"/>
              <a:gd name="connsiteX35" fmla="*/ 41529 w 284502"/>
              <a:gd name="connsiteY35" fmla="*/ 216408 h 292608"/>
              <a:gd name="connsiteX36" fmla="*/ 41529 w 284502"/>
              <a:gd name="connsiteY36" fmla="*/ 2095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63023 w 284502"/>
              <a:gd name="connsiteY17" fmla="*/ 196358 h 292608"/>
              <a:gd name="connsiteX18" fmla="*/ 284502 w 284502"/>
              <a:gd name="connsiteY18" fmla="*/ 174879 h 292608"/>
              <a:gd name="connsiteX19" fmla="*/ 263033 w 284502"/>
              <a:gd name="connsiteY19" fmla="*/ 153410 h 292608"/>
              <a:gd name="connsiteX20" fmla="*/ 178308 w 284502"/>
              <a:gd name="connsiteY20" fmla="*/ 11706 h 292608"/>
              <a:gd name="connsiteX21" fmla="*/ 223752 w 284502"/>
              <a:gd name="connsiteY21" fmla="*/ 57150 h 292608"/>
              <a:gd name="connsiteX22" fmla="*/ 178308 w 284502"/>
              <a:gd name="connsiteY22" fmla="*/ 57150 h 292608"/>
              <a:gd name="connsiteX23" fmla="*/ 178308 w 284502"/>
              <a:gd name="connsiteY23" fmla="*/ 11706 h 292608"/>
              <a:gd name="connsiteX24" fmla="*/ 228600 w 284502"/>
              <a:gd name="connsiteY24" fmla="*/ 171450 h 292608"/>
              <a:gd name="connsiteX25" fmla="*/ 228600 w 284502"/>
              <a:gd name="connsiteY25" fmla="*/ 178318 h 292608"/>
              <a:gd name="connsiteX26" fmla="*/ 228600 w 284502"/>
              <a:gd name="connsiteY26" fmla="*/ 285750 h 292608"/>
              <a:gd name="connsiteX27" fmla="*/ 6858 w 284502"/>
              <a:gd name="connsiteY27" fmla="*/ 285750 h 292608"/>
              <a:gd name="connsiteX28" fmla="*/ 6858 w 284502"/>
              <a:gd name="connsiteY28" fmla="*/ 6858 h 292608"/>
              <a:gd name="connsiteX29" fmla="*/ 171450 w 284502"/>
              <a:gd name="connsiteY29" fmla="*/ 6858 h 292608"/>
              <a:gd name="connsiteX30" fmla="*/ 171450 w 284502"/>
              <a:gd name="connsiteY30" fmla="*/ 60579 h 292608"/>
              <a:gd name="connsiteX31" fmla="*/ 174879 w 284502"/>
              <a:gd name="connsiteY31" fmla="*/ 64008 h 292608"/>
              <a:gd name="connsiteX32" fmla="*/ 228600 w 284502"/>
              <a:gd name="connsiteY32" fmla="*/ 64008 h 292608"/>
              <a:gd name="connsiteX33" fmla="*/ 228600 w 284502"/>
              <a:gd name="connsiteY33" fmla="*/ 1714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58166 w 284502"/>
              <a:gd name="connsiteY16" fmla="*/ 191500 h 292608"/>
              <a:gd name="connsiteX17" fmla="*/ 284502 w 284502"/>
              <a:gd name="connsiteY17" fmla="*/ 174879 h 292608"/>
              <a:gd name="connsiteX18" fmla="*/ 263033 w 284502"/>
              <a:gd name="connsiteY18" fmla="*/ 153410 h 292608"/>
              <a:gd name="connsiteX19" fmla="*/ 178308 w 284502"/>
              <a:gd name="connsiteY19" fmla="*/ 11706 h 292608"/>
              <a:gd name="connsiteX20" fmla="*/ 223752 w 284502"/>
              <a:gd name="connsiteY20" fmla="*/ 57150 h 292608"/>
              <a:gd name="connsiteX21" fmla="*/ 178308 w 284502"/>
              <a:gd name="connsiteY21" fmla="*/ 57150 h 292608"/>
              <a:gd name="connsiteX22" fmla="*/ 178308 w 284502"/>
              <a:gd name="connsiteY22" fmla="*/ 11706 h 292608"/>
              <a:gd name="connsiteX23" fmla="*/ 228600 w 284502"/>
              <a:gd name="connsiteY23" fmla="*/ 171450 h 292608"/>
              <a:gd name="connsiteX24" fmla="*/ 228600 w 284502"/>
              <a:gd name="connsiteY24" fmla="*/ 178318 h 292608"/>
              <a:gd name="connsiteX25" fmla="*/ 228600 w 284502"/>
              <a:gd name="connsiteY25" fmla="*/ 285750 h 292608"/>
              <a:gd name="connsiteX26" fmla="*/ 6858 w 284502"/>
              <a:gd name="connsiteY26" fmla="*/ 285750 h 292608"/>
              <a:gd name="connsiteX27" fmla="*/ 6858 w 284502"/>
              <a:gd name="connsiteY27" fmla="*/ 6858 h 292608"/>
              <a:gd name="connsiteX28" fmla="*/ 171450 w 284502"/>
              <a:gd name="connsiteY28" fmla="*/ 6858 h 292608"/>
              <a:gd name="connsiteX29" fmla="*/ 171450 w 284502"/>
              <a:gd name="connsiteY29" fmla="*/ 60579 h 292608"/>
              <a:gd name="connsiteX30" fmla="*/ 174879 w 284502"/>
              <a:gd name="connsiteY30" fmla="*/ 64008 h 292608"/>
              <a:gd name="connsiteX31" fmla="*/ 228600 w 284502"/>
              <a:gd name="connsiteY31" fmla="*/ 64008 h 292608"/>
              <a:gd name="connsiteX32" fmla="*/ 228600 w 284502"/>
              <a:gd name="connsiteY32" fmla="*/ 171450 h 292608"/>
              <a:gd name="connsiteX0" fmla="*/ 263033 w 284502"/>
              <a:gd name="connsiteY0" fmla="*/ 153410 h 292608"/>
              <a:gd name="connsiteX1" fmla="*/ 258175 w 284502"/>
              <a:gd name="connsiteY1" fmla="*/ 158258 h 292608"/>
              <a:gd name="connsiteX2" fmla="*/ 271377 w 284502"/>
              <a:gd name="connsiteY2" fmla="*/ 171450 h 292608"/>
              <a:gd name="connsiteX3" fmla="*/ 235468 w 284502"/>
              <a:gd name="connsiteY3" fmla="*/ 171450 h 292608"/>
              <a:gd name="connsiteX4" fmla="*/ 235468 w 284502"/>
              <a:gd name="connsiteY4" fmla="*/ 60579 h 292608"/>
              <a:gd name="connsiteX5" fmla="*/ 234467 w 284502"/>
              <a:gd name="connsiteY5" fmla="*/ 58160 h 292608"/>
              <a:gd name="connsiteX6" fmla="*/ 177317 w 284502"/>
              <a:gd name="connsiteY6" fmla="*/ 1010 h 292608"/>
              <a:gd name="connsiteX7" fmla="*/ 174879 w 284502"/>
              <a:gd name="connsiteY7" fmla="*/ 0 h 292608"/>
              <a:gd name="connsiteX8" fmla="*/ 3429 w 284502"/>
              <a:gd name="connsiteY8" fmla="*/ 0 h 292608"/>
              <a:gd name="connsiteX9" fmla="*/ 0 w 284502"/>
              <a:gd name="connsiteY9" fmla="*/ 3429 h 292608"/>
              <a:gd name="connsiteX10" fmla="*/ 0 w 284502"/>
              <a:gd name="connsiteY10" fmla="*/ 289179 h 292608"/>
              <a:gd name="connsiteX11" fmla="*/ 3429 w 284502"/>
              <a:gd name="connsiteY11" fmla="*/ 292608 h 292608"/>
              <a:gd name="connsiteX12" fmla="*/ 232029 w 284502"/>
              <a:gd name="connsiteY12" fmla="*/ 292608 h 292608"/>
              <a:gd name="connsiteX13" fmla="*/ 235458 w 284502"/>
              <a:gd name="connsiteY13" fmla="*/ 289179 h 292608"/>
              <a:gd name="connsiteX14" fmla="*/ 235458 w 284502"/>
              <a:gd name="connsiteY14" fmla="*/ 178308 h 292608"/>
              <a:gd name="connsiteX15" fmla="*/ 271367 w 284502"/>
              <a:gd name="connsiteY15" fmla="*/ 178308 h 292608"/>
              <a:gd name="connsiteX16" fmla="*/ 284502 w 284502"/>
              <a:gd name="connsiteY16" fmla="*/ 174879 h 292608"/>
              <a:gd name="connsiteX17" fmla="*/ 263033 w 284502"/>
              <a:gd name="connsiteY17" fmla="*/ 153410 h 292608"/>
              <a:gd name="connsiteX18" fmla="*/ 178308 w 284502"/>
              <a:gd name="connsiteY18" fmla="*/ 11706 h 292608"/>
              <a:gd name="connsiteX19" fmla="*/ 223752 w 284502"/>
              <a:gd name="connsiteY19" fmla="*/ 57150 h 292608"/>
              <a:gd name="connsiteX20" fmla="*/ 178308 w 284502"/>
              <a:gd name="connsiteY20" fmla="*/ 57150 h 292608"/>
              <a:gd name="connsiteX21" fmla="*/ 178308 w 284502"/>
              <a:gd name="connsiteY21" fmla="*/ 11706 h 292608"/>
              <a:gd name="connsiteX22" fmla="*/ 228600 w 284502"/>
              <a:gd name="connsiteY22" fmla="*/ 171450 h 292608"/>
              <a:gd name="connsiteX23" fmla="*/ 228600 w 284502"/>
              <a:gd name="connsiteY23" fmla="*/ 178318 h 292608"/>
              <a:gd name="connsiteX24" fmla="*/ 228600 w 284502"/>
              <a:gd name="connsiteY24" fmla="*/ 285750 h 292608"/>
              <a:gd name="connsiteX25" fmla="*/ 6858 w 284502"/>
              <a:gd name="connsiteY25" fmla="*/ 285750 h 292608"/>
              <a:gd name="connsiteX26" fmla="*/ 6858 w 284502"/>
              <a:gd name="connsiteY26" fmla="*/ 6858 h 292608"/>
              <a:gd name="connsiteX27" fmla="*/ 171450 w 284502"/>
              <a:gd name="connsiteY27" fmla="*/ 6858 h 292608"/>
              <a:gd name="connsiteX28" fmla="*/ 171450 w 284502"/>
              <a:gd name="connsiteY28" fmla="*/ 60579 h 292608"/>
              <a:gd name="connsiteX29" fmla="*/ 174879 w 284502"/>
              <a:gd name="connsiteY29" fmla="*/ 64008 h 292608"/>
              <a:gd name="connsiteX30" fmla="*/ 228600 w 284502"/>
              <a:gd name="connsiteY30" fmla="*/ 64008 h 292608"/>
              <a:gd name="connsiteX31" fmla="*/ 228600 w 284502"/>
              <a:gd name="connsiteY31" fmla="*/ 171450 h 292608"/>
              <a:gd name="connsiteX0" fmla="*/ 263033 w 284502"/>
              <a:gd name="connsiteY0" fmla="*/ 153410 h 292608"/>
              <a:gd name="connsiteX1" fmla="*/ 271377 w 284502"/>
              <a:gd name="connsiteY1" fmla="*/ 171450 h 292608"/>
              <a:gd name="connsiteX2" fmla="*/ 235468 w 284502"/>
              <a:gd name="connsiteY2" fmla="*/ 171450 h 292608"/>
              <a:gd name="connsiteX3" fmla="*/ 235468 w 284502"/>
              <a:gd name="connsiteY3" fmla="*/ 60579 h 292608"/>
              <a:gd name="connsiteX4" fmla="*/ 234467 w 284502"/>
              <a:gd name="connsiteY4" fmla="*/ 58160 h 292608"/>
              <a:gd name="connsiteX5" fmla="*/ 177317 w 284502"/>
              <a:gd name="connsiteY5" fmla="*/ 1010 h 292608"/>
              <a:gd name="connsiteX6" fmla="*/ 174879 w 284502"/>
              <a:gd name="connsiteY6" fmla="*/ 0 h 292608"/>
              <a:gd name="connsiteX7" fmla="*/ 3429 w 284502"/>
              <a:gd name="connsiteY7" fmla="*/ 0 h 292608"/>
              <a:gd name="connsiteX8" fmla="*/ 0 w 284502"/>
              <a:gd name="connsiteY8" fmla="*/ 3429 h 292608"/>
              <a:gd name="connsiteX9" fmla="*/ 0 w 284502"/>
              <a:gd name="connsiteY9" fmla="*/ 289179 h 292608"/>
              <a:gd name="connsiteX10" fmla="*/ 3429 w 284502"/>
              <a:gd name="connsiteY10" fmla="*/ 292608 h 292608"/>
              <a:gd name="connsiteX11" fmla="*/ 232029 w 284502"/>
              <a:gd name="connsiteY11" fmla="*/ 292608 h 292608"/>
              <a:gd name="connsiteX12" fmla="*/ 235458 w 284502"/>
              <a:gd name="connsiteY12" fmla="*/ 289179 h 292608"/>
              <a:gd name="connsiteX13" fmla="*/ 235458 w 284502"/>
              <a:gd name="connsiteY13" fmla="*/ 178308 h 292608"/>
              <a:gd name="connsiteX14" fmla="*/ 271367 w 284502"/>
              <a:gd name="connsiteY14" fmla="*/ 178308 h 292608"/>
              <a:gd name="connsiteX15" fmla="*/ 284502 w 284502"/>
              <a:gd name="connsiteY15" fmla="*/ 174879 h 292608"/>
              <a:gd name="connsiteX16" fmla="*/ 263033 w 284502"/>
              <a:gd name="connsiteY16" fmla="*/ 153410 h 292608"/>
              <a:gd name="connsiteX17" fmla="*/ 178308 w 284502"/>
              <a:gd name="connsiteY17" fmla="*/ 11706 h 292608"/>
              <a:gd name="connsiteX18" fmla="*/ 223752 w 284502"/>
              <a:gd name="connsiteY18" fmla="*/ 57150 h 292608"/>
              <a:gd name="connsiteX19" fmla="*/ 178308 w 284502"/>
              <a:gd name="connsiteY19" fmla="*/ 57150 h 292608"/>
              <a:gd name="connsiteX20" fmla="*/ 178308 w 284502"/>
              <a:gd name="connsiteY20" fmla="*/ 11706 h 292608"/>
              <a:gd name="connsiteX21" fmla="*/ 228600 w 284502"/>
              <a:gd name="connsiteY21" fmla="*/ 171450 h 292608"/>
              <a:gd name="connsiteX22" fmla="*/ 228600 w 284502"/>
              <a:gd name="connsiteY22" fmla="*/ 178318 h 292608"/>
              <a:gd name="connsiteX23" fmla="*/ 228600 w 284502"/>
              <a:gd name="connsiteY23" fmla="*/ 285750 h 292608"/>
              <a:gd name="connsiteX24" fmla="*/ 6858 w 284502"/>
              <a:gd name="connsiteY24" fmla="*/ 285750 h 292608"/>
              <a:gd name="connsiteX25" fmla="*/ 6858 w 284502"/>
              <a:gd name="connsiteY25" fmla="*/ 6858 h 292608"/>
              <a:gd name="connsiteX26" fmla="*/ 171450 w 284502"/>
              <a:gd name="connsiteY26" fmla="*/ 6858 h 292608"/>
              <a:gd name="connsiteX27" fmla="*/ 171450 w 284502"/>
              <a:gd name="connsiteY27" fmla="*/ 60579 h 292608"/>
              <a:gd name="connsiteX28" fmla="*/ 174879 w 284502"/>
              <a:gd name="connsiteY28" fmla="*/ 64008 h 292608"/>
              <a:gd name="connsiteX29" fmla="*/ 228600 w 284502"/>
              <a:gd name="connsiteY29" fmla="*/ 64008 h 292608"/>
              <a:gd name="connsiteX30" fmla="*/ 228600 w 284502"/>
              <a:gd name="connsiteY30" fmla="*/ 171450 h 292608"/>
              <a:gd name="connsiteX0" fmla="*/ 263033 w 271377"/>
              <a:gd name="connsiteY0" fmla="*/ 153410 h 292608"/>
              <a:gd name="connsiteX1" fmla="*/ 271377 w 271377"/>
              <a:gd name="connsiteY1" fmla="*/ 171450 h 292608"/>
              <a:gd name="connsiteX2" fmla="*/ 235468 w 271377"/>
              <a:gd name="connsiteY2" fmla="*/ 171450 h 292608"/>
              <a:gd name="connsiteX3" fmla="*/ 235468 w 271377"/>
              <a:gd name="connsiteY3" fmla="*/ 60579 h 292608"/>
              <a:gd name="connsiteX4" fmla="*/ 234467 w 271377"/>
              <a:gd name="connsiteY4" fmla="*/ 58160 h 292608"/>
              <a:gd name="connsiteX5" fmla="*/ 177317 w 271377"/>
              <a:gd name="connsiteY5" fmla="*/ 1010 h 292608"/>
              <a:gd name="connsiteX6" fmla="*/ 174879 w 271377"/>
              <a:gd name="connsiteY6" fmla="*/ 0 h 292608"/>
              <a:gd name="connsiteX7" fmla="*/ 3429 w 271377"/>
              <a:gd name="connsiteY7" fmla="*/ 0 h 292608"/>
              <a:gd name="connsiteX8" fmla="*/ 0 w 271377"/>
              <a:gd name="connsiteY8" fmla="*/ 3429 h 292608"/>
              <a:gd name="connsiteX9" fmla="*/ 0 w 271377"/>
              <a:gd name="connsiteY9" fmla="*/ 289179 h 292608"/>
              <a:gd name="connsiteX10" fmla="*/ 3429 w 271377"/>
              <a:gd name="connsiteY10" fmla="*/ 292608 h 292608"/>
              <a:gd name="connsiteX11" fmla="*/ 232029 w 271377"/>
              <a:gd name="connsiteY11" fmla="*/ 292608 h 292608"/>
              <a:gd name="connsiteX12" fmla="*/ 235458 w 271377"/>
              <a:gd name="connsiteY12" fmla="*/ 289179 h 292608"/>
              <a:gd name="connsiteX13" fmla="*/ 235458 w 271377"/>
              <a:gd name="connsiteY13" fmla="*/ 178308 h 292608"/>
              <a:gd name="connsiteX14" fmla="*/ 271367 w 271377"/>
              <a:gd name="connsiteY14" fmla="*/ 178308 h 292608"/>
              <a:gd name="connsiteX15" fmla="*/ 263033 w 271377"/>
              <a:gd name="connsiteY15" fmla="*/ 153410 h 292608"/>
              <a:gd name="connsiteX16" fmla="*/ 178308 w 271377"/>
              <a:gd name="connsiteY16" fmla="*/ 11706 h 292608"/>
              <a:gd name="connsiteX17" fmla="*/ 223752 w 271377"/>
              <a:gd name="connsiteY17" fmla="*/ 57150 h 292608"/>
              <a:gd name="connsiteX18" fmla="*/ 178308 w 271377"/>
              <a:gd name="connsiteY18" fmla="*/ 57150 h 292608"/>
              <a:gd name="connsiteX19" fmla="*/ 178308 w 271377"/>
              <a:gd name="connsiteY19" fmla="*/ 11706 h 292608"/>
              <a:gd name="connsiteX20" fmla="*/ 228600 w 271377"/>
              <a:gd name="connsiteY20" fmla="*/ 171450 h 292608"/>
              <a:gd name="connsiteX21" fmla="*/ 228600 w 271377"/>
              <a:gd name="connsiteY21" fmla="*/ 178318 h 292608"/>
              <a:gd name="connsiteX22" fmla="*/ 228600 w 271377"/>
              <a:gd name="connsiteY22" fmla="*/ 285750 h 292608"/>
              <a:gd name="connsiteX23" fmla="*/ 6858 w 271377"/>
              <a:gd name="connsiteY23" fmla="*/ 285750 h 292608"/>
              <a:gd name="connsiteX24" fmla="*/ 6858 w 271377"/>
              <a:gd name="connsiteY24" fmla="*/ 6858 h 292608"/>
              <a:gd name="connsiteX25" fmla="*/ 171450 w 271377"/>
              <a:gd name="connsiteY25" fmla="*/ 6858 h 292608"/>
              <a:gd name="connsiteX26" fmla="*/ 171450 w 271377"/>
              <a:gd name="connsiteY26" fmla="*/ 60579 h 292608"/>
              <a:gd name="connsiteX27" fmla="*/ 174879 w 271377"/>
              <a:gd name="connsiteY27" fmla="*/ 64008 h 292608"/>
              <a:gd name="connsiteX28" fmla="*/ 228600 w 271377"/>
              <a:gd name="connsiteY28" fmla="*/ 64008 h 292608"/>
              <a:gd name="connsiteX29" fmla="*/ 228600 w 271377"/>
              <a:gd name="connsiteY29" fmla="*/ 171450 h 292608"/>
              <a:gd name="connsiteX0" fmla="*/ 263033 w 271367"/>
              <a:gd name="connsiteY0" fmla="*/ 153410 h 292608"/>
              <a:gd name="connsiteX1" fmla="*/ 235468 w 271367"/>
              <a:gd name="connsiteY1" fmla="*/ 171450 h 292608"/>
              <a:gd name="connsiteX2" fmla="*/ 235468 w 271367"/>
              <a:gd name="connsiteY2" fmla="*/ 60579 h 292608"/>
              <a:gd name="connsiteX3" fmla="*/ 234467 w 271367"/>
              <a:gd name="connsiteY3" fmla="*/ 58160 h 292608"/>
              <a:gd name="connsiteX4" fmla="*/ 177317 w 271367"/>
              <a:gd name="connsiteY4" fmla="*/ 1010 h 292608"/>
              <a:gd name="connsiteX5" fmla="*/ 174879 w 271367"/>
              <a:gd name="connsiteY5" fmla="*/ 0 h 292608"/>
              <a:gd name="connsiteX6" fmla="*/ 3429 w 271367"/>
              <a:gd name="connsiteY6" fmla="*/ 0 h 292608"/>
              <a:gd name="connsiteX7" fmla="*/ 0 w 271367"/>
              <a:gd name="connsiteY7" fmla="*/ 3429 h 292608"/>
              <a:gd name="connsiteX8" fmla="*/ 0 w 271367"/>
              <a:gd name="connsiteY8" fmla="*/ 289179 h 292608"/>
              <a:gd name="connsiteX9" fmla="*/ 3429 w 271367"/>
              <a:gd name="connsiteY9" fmla="*/ 292608 h 292608"/>
              <a:gd name="connsiteX10" fmla="*/ 232029 w 271367"/>
              <a:gd name="connsiteY10" fmla="*/ 292608 h 292608"/>
              <a:gd name="connsiteX11" fmla="*/ 235458 w 271367"/>
              <a:gd name="connsiteY11" fmla="*/ 289179 h 292608"/>
              <a:gd name="connsiteX12" fmla="*/ 235458 w 271367"/>
              <a:gd name="connsiteY12" fmla="*/ 178308 h 292608"/>
              <a:gd name="connsiteX13" fmla="*/ 271367 w 271367"/>
              <a:gd name="connsiteY13" fmla="*/ 178308 h 292608"/>
              <a:gd name="connsiteX14" fmla="*/ 263033 w 271367"/>
              <a:gd name="connsiteY14" fmla="*/ 153410 h 292608"/>
              <a:gd name="connsiteX15" fmla="*/ 178308 w 271367"/>
              <a:gd name="connsiteY15" fmla="*/ 11706 h 292608"/>
              <a:gd name="connsiteX16" fmla="*/ 223752 w 271367"/>
              <a:gd name="connsiteY16" fmla="*/ 57150 h 292608"/>
              <a:gd name="connsiteX17" fmla="*/ 178308 w 271367"/>
              <a:gd name="connsiteY17" fmla="*/ 57150 h 292608"/>
              <a:gd name="connsiteX18" fmla="*/ 178308 w 271367"/>
              <a:gd name="connsiteY18" fmla="*/ 11706 h 292608"/>
              <a:gd name="connsiteX19" fmla="*/ 228600 w 271367"/>
              <a:gd name="connsiteY19" fmla="*/ 171450 h 292608"/>
              <a:gd name="connsiteX20" fmla="*/ 228600 w 271367"/>
              <a:gd name="connsiteY20" fmla="*/ 178318 h 292608"/>
              <a:gd name="connsiteX21" fmla="*/ 228600 w 271367"/>
              <a:gd name="connsiteY21" fmla="*/ 285750 h 292608"/>
              <a:gd name="connsiteX22" fmla="*/ 6858 w 271367"/>
              <a:gd name="connsiteY22" fmla="*/ 285750 h 292608"/>
              <a:gd name="connsiteX23" fmla="*/ 6858 w 271367"/>
              <a:gd name="connsiteY23" fmla="*/ 6858 h 292608"/>
              <a:gd name="connsiteX24" fmla="*/ 171450 w 271367"/>
              <a:gd name="connsiteY24" fmla="*/ 6858 h 292608"/>
              <a:gd name="connsiteX25" fmla="*/ 171450 w 271367"/>
              <a:gd name="connsiteY25" fmla="*/ 60579 h 292608"/>
              <a:gd name="connsiteX26" fmla="*/ 174879 w 271367"/>
              <a:gd name="connsiteY26" fmla="*/ 64008 h 292608"/>
              <a:gd name="connsiteX27" fmla="*/ 228600 w 271367"/>
              <a:gd name="connsiteY27" fmla="*/ 64008 h 292608"/>
              <a:gd name="connsiteX28" fmla="*/ 228600 w 271367"/>
              <a:gd name="connsiteY28" fmla="*/ 171450 h 292608"/>
              <a:gd name="connsiteX0" fmla="*/ 263033 w 263033"/>
              <a:gd name="connsiteY0" fmla="*/ 153410 h 292608"/>
              <a:gd name="connsiteX1" fmla="*/ 235468 w 263033"/>
              <a:gd name="connsiteY1" fmla="*/ 171450 h 292608"/>
              <a:gd name="connsiteX2" fmla="*/ 235468 w 263033"/>
              <a:gd name="connsiteY2" fmla="*/ 60579 h 292608"/>
              <a:gd name="connsiteX3" fmla="*/ 234467 w 263033"/>
              <a:gd name="connsiteY3" fmla="*/ 58160 h 292608"/>
              <a:gd name="connsiteX4" fmla="*/ 177317 w 263033"/>
              <a:gd name="connsiteY4" fmla="*/ 1010 h 292608"/>
              <a:gd name="connsiteX5" fmla="*/ 174879 w 263033"/>
              <a:gd name="connsiteY5" fmla="*/ 0 h 292608"/>
              <a:gd name="connsiteX6" fmla="*/ 3429 w 263033"/>
              <a:gd name="connsiteY6" fmla="*/ 0 h 292608"/>
              <a:gd name="connsiteX7" fmla="*/ 0 w 263033"/>
              <a:gd name="connsiteY7" fmla="*/ 3429 h 292608"/>
              <a:gd name="connsiteX8" fmla="*/ 0 w 263033"/>
              <a:gd name="connsiteY8" fmla="*/ 289179 h 292608"/>
              <a:gd name="connsiteX9" fmla="*/ 3429 w 263033"/>
              <a:gd name="connsiteY9" fmla="*/ 292608 h 292608"/>
              <a:gd name="connsiteX10" fmla="*/ 232029 w 263033"/>
              <a:gd name="connsiteY10" fmla="*/ 292608 h 292608"/>
              <a:gd name="connsiteX11" fmla="*/ 235458 w 263033"/>
              <a:gd name="connsiteY11" fmla="*/ 289179 h 292608"/>
              <a:gd name="connsiteX12" fmla="*/ 235458 w 263033"/>
              <a:gd name="connsiteY12" fmla="*/ 178308 h 292608"/>
              <a:gd name="connsiteX13" fmla="*/ 263033 w 263033"/>
              <a:gd name="connsiteY13" fmla="*/ 153410 h 292608"/>
              <a:gd name="connsiteX14" fmla="*/ 178308 w 263033"/>
              <a:gd name="connsiteY14" fmla="*/ 11706 h 292608"/>
              <a:gd name="connsiteX15" fmla="*/ 223752 w 263033"/>
              <a:gd name="connsiteY15" fmla="*/ 57150 h 292608"/>
              <a:gd name="connsiteX16" fmla="*/ 178308 w 263033"/>
              <a:gd name="connsiteY16" fmla="*/ 57150 h 292608"/>
              <a:gd name="connsiteX17" fmla="*/ 178308 w 263033"/>
              <a:gd name="connsiteY17" fmla="*/ 11706 h 292608"/>
              <a:gd name="connsiteX18" fmla="*/ 228600 w 263033"/>
              <a:gd name="connsiteY18" fmla="*/ 171450 h 292608"/>
              <a:gd name="connsiteX19" fmla="*/ 228600 w 263033"/>
              <a:gd name="connsiteY19" fmla="*/ 178318 h 292608"/>
              <a:gd name="connsiteX20" fmla="*/ 228600 w 263033"/>
              <a:gd name="connsiteY20" fmla="*/ 285750 h 292608"/>
              <a:gd name="connsiteX21" fmla="*/ 6858 w 263033"/>
              <a:gd name="connsiteY21" fmla="*/ 285750 h 292608"/>
              <a:gd name="connsiteX22" fmla="*/ 6858 w 263033"/>
              <a:gd name="connsiteY22" fmla="*/ 6858 h 292608"/>
              <a:gd name="connsiteX23" fmla="*/ 171450 w 263033"/>
              <a:gd name="connsiteY23" fmla="*/ 6858 h 292608"/>
              <a:gd name="connsiteX24" fmla="*/ 171450 w 263033"/>
              <a:gd name="connsiteY24" fmla="*/ 60579 h 292608"/>
              <a:gd name="connsiteX25" fmla="*/ 174879 w 263033"/>
              <a:gd name="connsiteY25" fmla="*/ 64008 h 292608"/>
              <a:gd name="connsiteX26" fmla="*/ 228600 w 263033"/>
              <a:gd name="connsiteY26" fmla="*/ 64008 h 292608"/>
              <a:gd name="connsiteX27" fmla="*/ 228600 w 263033"/>
              <a:gd name="connsiteY27" fmla="*/ 171450 h 292608"/>
              <a:gd name="connsiteX0" fmla="*/ 235458 w 235468"/>
              <a:gd name="connsiteY0" fmla="*/ 178308 h 292608"/>
              <a:gd name="connsiteX1" fmla="*/ 235468 w 235468"/>
              <a:gd name="connsiteY1" fmla="*/ 171450 h 292608"/>
              <a:gd name="connsiteX2" fmla="*/ 235468 w 235468"/>
              <a:gd name="connsiteY2" fmla="*/ 60579 h 292608"/>
              <a:gd name="connsiteX3" fmla="*/ 234467 w 235468"/>
              <a:gd name="connsiteY3" fmla="*/ 58160 h 292608"/>
              <a:gd name="connsiteX4" fmla="*/ 177317 w 235468"/>
              <a:gd name="connsiteY4" fmla="*/ 1010 h 292608"/>
              <a:gd name="connsiteX5" fmla="*/ 174879 w 235468"/>
              <a:gd name="connsiteY5" fmla="*/ 0 h 292608"/>
              <a:gd name="connsiteX6" fmla="*/ 3429 w 235468"/>
              <a:gd name="connsiteY6" fmla="*/ 0 h 292608"/>
              <a:gd name="connsiteX7" fmla="*/ 0 w 235468"/>
              <a:gd name="connsiteY7" fmla="*/ 3429 h 292608"/>
              <a:gd name="connsiteX8" fmla="*/ 0 w 235468"/>
              <a:gd name="connsiteY8" fmla="*/ 289179 h 292608"/>
              <a:gd name="connsiteX9" fmla="*/ 3429 w 235468"/>
              <a:gd name="connsiteY9" fmla="*/ 292608 h 292608"/>
              <a:gd name="connsiteX10" fmla="*/ 232029 w 235468"/>
              <a:gd name="connsiteY10" fmla="*/ 292608 h 292608"/>
              <a:gd name="connsiteX11" fmla="*/ 235458 w 235468"/>
              <a:gd name="connsiteY11" fmla="*/ 289179 h 292608"/>
              <a:gd name="connsiteX12" fmla="*/ 235458 w 235468"/>
              <a:gd name="connsiteY12" fmla="*/ 178308 h 292608"/>
              <a:gd name="connsiteX13" fmla="*/ 178308 w 235468"/>
              <a:gd name="connsiteY13" fmla="*/ 11706 h 292608"/>
              <a:gd name="connsiteX14" fmla="*/ 223752 w 235468"/>
              <a:gd name="connsiteY14" fmla="*/ 57150 h 292608"/>
              <a:gd name="connsiteX15" fmla="*/ 178308 w 235468"/>
              <a:gd name="connsiteY15" fmla="*/ 57150 h 292608"/>
              <a:gd name="connsiteX16" fmla="*/ 178308 w 235468"/>
              <a:gd name="connsiteY16" fmla="*/ 11706 h 292608"/>
              <a:gd name="connsiteX17" fmla="*/ 228600 w 235468"/>
              <a:gd name="connsiteY17" fmla="*/ 171450 h 292608"/>
              <a:gd name="connsiteX18" fmla="*/ 228600 w 235468"/>
              <a:gd name="connsiteY18" fmla="*/ 178318 h 292608"/>
              <a:gd name="connsiteX19" fmla="*/ 228600 w 235468"/>
              <a:gd name="connsiteY19" fmla="*/ 285750 h 292608"/>
              <a:gd name="connsiteX20" fmla="*/ 6858 w 235468"/>
              <a:gd name="connsiteY20" fmla="*/ 285750 h 292608"/>
              <a:gd name="connsiteX21" fmla="*/ 6858 w 235468"/>
              <a:gd name="connsiteY21" fmla="*/ 6858 h 292608"/>
              <a:gd name="connsiteX22" fmla="*/ 171450 w 235468"/>
              <a:gd name="connsiteY22" fmla="*/ 6858 h 292608"/>
              <a:gd name="connsiteX23" fmla="*/ 171450 w 235468"/>
              <a:gd name="connsiteY23" fmla="*/ 60579 h 292608"/>
              <a:gd name="connsiteX24" fmla="*/ 174879 w 235468"/>
              <a:gd name="connsiteY24" fmla="*/ 64008 h 292608"/>
              <a:gd name="connsiteX25" fmla="*/ 228600 w 235468"/>
              <a:gd name="connsiteY25" fmla="*/ 64008 h 292608"/>
              <a:gd name="connsiteX26" fmla="*/ 228600 w 235468"/>
              <a:gd name="connsiteY26" fmla="*/ 171450 h 29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5468" h="292608">
                <a:moveTo>
                  <a:pt x="235458" y="178308"/>
                </a:moveTo>
                <a:cubicBezTo>
                  <a:pt x="235461" y="176022"/>
                  <a:pt x="235465" y="173736"/>
                  <a:pt x="235468" y="171450"/>
                </a:cubicBezTo>
                <a:lnTo>
                  <a:pt x="235468" y="60579"/>
                </a:lnTo>
                <a:cubicBezTo>
                  <a:pt x="235468" y="59665"/>
                  <a:pt x="235106" y="58798"/>
                  <a:pt x="234467" y="58160"/>
                </a:cubicBezTo>
                <a:lnTo>
                  <a:pt x="177317" y="1010"/>
                </a:lnTo>
                <a:cubicBezTo>
                  <a:pt x="176670" y="362"/>
                  <a:pt x="175793" y="0"/>
                  <a:pt x="174879" y="0"/>
                </a:cubicBezTo>
                <a:lnTo>
                  <a:pt x="3429" y="0"/>
                </a:lnTo>
                <a:cubicBezTo>
                  <a:pt x="1534" y="0"/>
                  <a:pt x="0" y="1534"/>
                  <a:pt x="0" y="3429"/>
                </a:cubicBezTo>
                <a:lnTo>
                  <a:pt x="0" y="289179"/>
                </a:lnTo>
                <a:cubicBezTo>
                  <a:pt x="0" y="291074"/>
                  <a:pt x="1534" y="292608"/>
                  <a:pt x="3429" y="292608"/>
                </a:cubicBezTo>
                <a:lnTo>
                  <a:pt x="232029" y="292608"/>
                </a:lnTo>
                <a:cubicBezTo>
                  <a:pt x="233924" y="292608"/>
                  <a:pt x="235458" y="291074"/>
                  <a:pt x="235458" y="289179"/>
                </a:cubicBezTo>
                <a:lnTo>
                  <a:pt x="235458" y="178308"/>
                </a:lnTo>
                <a:close/>
                <a:moveTo>
                  <a:pt x="178308" y="11706"/>
                </a:moveTo>
                <a:lnTo>
                  <a:pt x="223752" y="57150"/>
                </a:lnTo>
                <a:lnTo>
                  <a:pt x="178308" y="57150"/>
                </a:lnTo>
                <a:lnTo>
                  <a:pt x="178308" y="11706"/>
                </a:lnTo>
                <a:close/>
                <a:moveTo>
                  <a:pt x="228600" y="171450"/>
                </a:moveTo>
                <a:lnTo>
                  <a:pt x="228600" y="178318"/>
                </a:lnTo>
                <a:lnTo>
                  <a:pt x="228600" y="285750"/>
                </a:lnTo>
                <a:lnTo>
                  <a:pt x="6858" y="285750"/>
                </a:lnTo>
                <a:lnTo>
                  <a:pt x="6858" y="6858"/>
                </a:lnTo>
                <a:lnTo>
                  <a:pt x="171450" y="6858"/>
                </a:lnTo>
                <a:lnTo>
                  <a:pt x="171450" y="60579"/>
                </a:lnTo>
                <a:cubicBezTo>
                  <a:pt x="171450" y="62474"/>
                  <a:pt x="172984" y="64008"/>
                  <a:pt x="174879" y="64008"/>
                </a:cubicBezTo>
                <a:lnTo>
                  <a:pt x="228600" y="64008"/>
                </a:lnTo>
                <a:lnTo>
                  <a:pt x="228600" y="171450"/>
                </a:lnTo>
                <a:close/>
              </a:path>
            </a:pathLst>
          </a:custGeom>
          <a:solidFill>
            <a:srgbClr val="0F62FE"/>
          </a:solidFill>
          <a:ln w="9525" cap="flat">
            <a:noFill/>
            <a:prstDash val="solid"/>
            <a:miter/>
          </a:ln>
        </p:spPr>
        <p:txBody>
          <a:bodyPr rtlCol="0" anchor="ctr"/>
          <a:lstStyle/>
          <a:p>
            <a:endParaRPr lang="en-US"/>
          </a:p>
        </p:txBody>
      </p:sp>
      <p:grpSp>
        <p:nvGrpSpPr>
          <p:cNvPr id="27" name="Group 26">
            <a:extLst>
              <a:ext uri="{FF2B5EF4-FFF2-40B4-BE49-F238E27FC236}">
                <a16:creationId xmlns:a16="http://schemas.microsoft.com/office/drawing/2014/main" id="{3A95313A-1C49-D8BA-9347-B1EB0B559CED}"/>
              </a:ext>
            </a:extLst>
          </p:cNvPr>
          <p:cNvGrpSpPr/>
          <p:nvPr/>
        </p:nvGrpSpPr>
        <p:grpSpPr>
          <a:xfrm>
            <a:off x="14408840" y="9288718"/>
            <a:ext cx="928964" cy="967037"/>
            <a:chOff x="14708380" y="9288718"/>
            <a:chExt cx="928964" cy="967037"/>
          </a:xfrm>
        </p:grpSpPr>
        <p:sp>
          <p:nvSpPr>
            <p:cNvPr id="23" name="Freeform 22">
              <a:extLst>
                <a:ext uri="{FF2B5EF4-FFF2-40B4-BE49-F238E27FC236}">
                  <a16:creationId xmlns:a16="http://schemas.microsoft.com/office/drawing/2014/main" id="{A937A6FB-AA63-5AE6-6454-6A887AB4588F}"/>
                </a:ext>
              </a:extLst>
            </p:cNvPr>
            <p:cNvSpPr>
              <a:spLocks noChangeAspect="1"/>
            </p:cNvSpPr>
            <p:nvPr/>
          </p:nvSpPr>
          <p:spPr>
            <a:xfrm>
              <a:off x="14708380" y="9288718"/>
              <a:ext cx="240889" cy="967037"/>
            </a:xfrm>
            <a:custGeom>
              <a:avLst/>
              <a:gdLst>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56864 w 289179"/>
                <a:gd name="connsiteY17" fmla="*/ 146304 h 292608"/>
                <a:gd name="connsiteX18" fmla="*/ 35433 w 289179"/>
                <a:gd name="connsiteY18" fmla="*/ 170926 h 292608"/>
                <a:gd name="connsiteX19" fmla="*/ 35433 w 289179"/>
                <a:gd name="connsiteY19" fmla="*/ 243230 h 292608"/>
                <a:gd name="connsiteX20" fmla="*/ 49721 w 289179"/>
                <a:gd name="connsiteY20" fmla="*/ 260604 h 292608"/>
                <a:gd name="connsiteX21" fmla="*/ 32004 w 289179"/>
                <a:gd name="connsiteY21" fmla="*/ 278321 h 292608"/>
                <a:gd name="connsiteX22" fmla="*/ 32004 w 289179"/>
                <a:gd name="connsiteY22" fmla="*/ 249746 h 292608"/>
                <a:gd name="connsiteX23" fmla="*/ 21146 w 289179"/>
                <a:gd name="connsiteY23" fmla="*/ 260604 h 292608"/>
                <a:gd name="connsiteX24" fmla="*/ 32004 w 289179"/>
                <a:gd name="connsiteY24" fmla="*/ 271463 h 292608"/>
                <a:gd name="connsiteX25" fmla="*/ 42863 w 289179"/>
                <a:gd name="connsiteY25" fmla="*/ 260604 h 292608"/>
                <a:gd name="connsiteX26" fmla="*/ 32252 w 289179"/>
                <a:gd name="connsiteY26" fmla="*/ 249746 h 292608"/>
                <a:gd name="connsiteX27" fmla="*/ 32004 w 289179"/>
                <a:gd name="connsiteY27" fmla="*/ 249746 h 292608"/>
                <a:gd name="connsiteX28" fmla="*/ 32004 w 289179"/>
                <a:gd name="connsiteY28" fmla="*/ 128302 h 292608"/>
                <a:gd name="connsiteX29" fmla="*/ 14002 w 289179"/>
                <a:gd name="connsiteY29" fmla="*/ 146304 h 292608"/>
                <a:gd name="connsiteX30" fmla="*/ 32004 w 289179"/>
                <a:gd name="connsiteY30" fmla="*/ 164306 h 292608"/>
                <a:gd name="connsiteX31" fmla="*/ 50006 w 289179"/>
                <a:gd name="connsiteY31" fmla="*/ 146304 h 292608"/>
                <a:gd name="connsiteX32" fmla="*/ 32385 w 289179"/>
                <a:gd name="connsiteY32" fmla="*/ 128302 h 292608"/>
                <a:gd name="connsiteX33" fmla="*/ 32004 w 289179"/>
                <a:gd name="connsiteY33" fmla="*/ 128302 h 292608"/>
                <a:gd name="connsiteX34" fmla="*/ 32004 w 289179"/>
                <a:gd name="connsiteY34" fmla="*/ 6858 h 292608"/>
                <a:gd name="connsiteX35" fmla="*/ 6858 w 289179"/>
                <a:gd name="connsiteY35" fmla="*/ 32004 h 292608"/>
                <a:gd name="connsiteX36" fmla="*/ 32004 w 289179"/>
                <a:gd name="connsiteY36" fmla="*/ 57150 h 292608"/>
                <a:gd name="connsiteX37" fmla="*/ 57150 w 289179"/>
                <a:gd name="connsiteY37" fmla="*/ 32004 h 292608"/>
                <a:gd name="connsiteX38" fmla="*/ 32004 w 289179"/>
                <a:gd name="connsiteY38" fmla="*/ 6858 h 292608"/>
                <a:gd name="connsiteX39" fmla="*/ 289179 w 289179"/>
                <a:gd name="connsiteY39" fmla="*/ 264033 h 292608"/>
                <a:gd name="connsiteX40" fmla="*/ 117729 w 289179"/>
                <a:gd name="connsiteY40" fmla="*/ 264033 h 292608"/>
                <a:gd name="connsiteX41" fmla="*/ 117729 w 289179"/>
                <a:gd name="connsiteY41" fmla="*/ 257175 h 292608"/>
                <a:gd name="connsiteX42" fmla="*/ 289179 w 289179"/>
                <a:gd name="connsiteY42" fmla="*/ 257175 h 292608"/>
                <a:gd name="connsiteX43" fmla="*/ 289179 w 289179"/>
                <a:gd name="connsiteY43" fmla="*/ 264033 h 292608"/>
                <a:gd name="connsiteX44" fmla="*/ 289179 w 289179"/>
                <a:gd name="connsiteY44" fmla="*/ 235458 h 292608"/>
                <a:gd name="connsiteX45" fmla="*/ 117729 w 289179"/>
                <a:gd name="connsiteY45" fmla="*/ 235458 h 292608"/>
                <a:gd name="connsiteX46" fmla="*/ 117729 w 289179"/>
                <a:gd name="connsiteY46" fmla="*/ 228600 h 292608"/>
                <a:gd name="connsiteX47" fmla="*/ 289179 w 289179"/>
                <a:gd name="connsiteY47" fmla="*/ 228600 h 292608"/>
                <a:gd name="connsiteX48" fmla="*/ 289179 w 289179"/>
                <a:gd name="connsiteY48" fmla="*/ 235458 h 292608"/>
                <a:gd name="connsiteX49" fmla="*/ 289179 w 289179"/>
                <a:gd name="connsiteY49" fmla="*/ 178308 h 292608"/>
                <a:gd name="connsiteX50" fmla="*/ 117729 w 289179"/>
                <a:gd name="connsiteY50" fmla="*/ 178308 h 292608"/>
                <a:gd name="connsiteX51" fmla="*/ 117729 w 289179"/>
                <a:gd name="connsiteY51" fmla="*/ 171450 h 292608"/>
                <a:gd name="connsiteX52" fmla="*/ 289179 w 289179"/>
                <a:gd name="connsiteY52" fmla="*/ 171450 h 292608"/>
                <a:gd name="connsiteX53" fmla="*/ 289179 w 289179"/>
                <a:gd name="connsiteY53" fmla="*/ 178308 h 292608"/>
                <a:gd name="connsiteX54" fmla="*/ 289179 w 289179"/>
                <a:gd name="connsiteY54" fmla="*/ 149733 h 292608"/>
                <a:gd name="connsiteX55" fmla="*/ 117729 w 289179"/>
                <a:gd name="connsiteY55" fmla="*/ 149733 h 292608"/>
                <a:gd name="connsiteX56" fmla="*/ 117729 w 289179"/>
                <a:gd name="connsiteY56" fmla="*/ 142875 h 292608"/>
                <a:gd name="connsiteX57" fmla="*/ 289179 w 289179"/>
                <a:gd name="connsiteY57" fmla="*/ 142875 h 292608"/>
                <a:gd name="connsiteX58" fmla="*/ 289179 w 289179"/>
                <a:gd name="connsiteY58" fmla="*/ 149733 h 292608"/>
                <a:gd name="connsiteX59" fmla="*/ 289179 w 289179"/>
                <a:gd name="connsiteY59" fmla="*/ 121158 h 292608"/>
                <a:gd name="connsiteX60" fmla="*/ 117729 w 289179"/>
                <a:gd name="connsiteY60" fmla="*/ 121158 h 292608"/>
                <a:gd name="connsiteX61" fmla="*/ 117729 w 289179"/>
                <a:gd name="connsiteY61" fmla="*/ 114300 h 292608"/>
                <a:gd name="connsiteX62" fmla="*/ 289179 w 289179"/>
                <a:gd name="connsiteY62" fmla="*/ 114300 h 292608"/>
                <a:gd name="connsiteX63" fmla="*/ 289179 w 289179"/>
                <a:gd name="connsiteY63" fmla="*/ 121158 h 292608"/>
                <a:gd name="connsiteX64" fmla="*/ 289179 w 289179"/>
                <a:gd name="connsiteY64" fmla="*/ 64008 h 292608"/>
                <a:gd name="connsiteX65" fmla="*/ 117729 w 289179"/>
                <a:gd name="connsiteY65" fmla="*/ 64008 h 292608"/>
                <a:gd name="connsiteX66" fmla="*/ 117729 w 289179"/>
                <a:gd name="connsiteY66" fmla="*/ 57150 h 292608"/>
                <a:gd name="connsiteX67" fmla="*/ 289179 w 289179"/>
                <a:gd name="connsiteY67" fmla="*/ 57150 h 292608"/>
                <a:gd name="connsiteX68" fmla="*/ 289179 w 289179"/>
                <a:gd name="connsiteY68" fmla="*/ 64008 h 292608"/>
                <a:gd name="connsiteX69" fmla="*/ 289179 w 289179"/>
                <a:gd name="connsiteY69" fmla="*/ 35433 h 292608"/>
                <a:gd name="connsiteX70" fmla="*/ 117729 w 289179"/>
                <a:gd name="connsiteY70" fmla="*/ 35433 h 292608"/>
                <a:gd name="connsiteX71" fmla="*/ 117729 w 289179"/>
                <a:gd name="connsiteY71" fmla="*/ 28575 h 292608"/>
                <a:gd name="connsiteX72" fmla="*/ 289179 w 289179"/>
                <a:gd name="connsiteY72" fmla="*/ 28575 h 292608"/>
                <a:gd name="connsiteX73" fmla="*/ 289179 w 289179"/>
                <a:gd name="connsiteY73" fmla="*/ 35433 h 292608"/>
                <a:gd name="connsiteX74" fmla="*/ 289179 w 289179"/>
                <a:gd name="connsiteY74" fmla="*/ 6858 h 292608"/>
                <a:gd name="connsiteX75" fmla="*/ 117729 w 289179"/>
                <a:gd name="connsiteY75" fmla="*/ 6858 h 292608"/>
                <a:gd name="connsiteX76" fmla="*/ 117729 w 289179"/>
                <a:gd name="connsiteY76" fmla="*/ 0 h 292608"/>
                <a:gd name="connsiteX77" fmla="*/ 289179 w 289179"/>
                <a:gd name="connsiteY77" fmla="*/ 0 h 292608"/>
                <a:gd name="connsiteX78" fmla="*/ 289179 w 289179"/>
                <a:gd name="connsiteY78"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56864 w 289179"/>
                <a:gd name="connsiteY17" fmla="*/ 146304 h 292608"/>
                <a:gd name="connsiteX18" fmla="*/ 35433 w 289179"/>
                <a:gd name="connsiteY18" fmla="*/ 170926 h 292608"/>
                <a:gd name="connsiteX19" fmla="*/ 35433 w 289179"/>
                <a:gd name="connsiteY19" fmla="*/ 243230 h 292608"/>
                <a:gd name="connsiteX20" fmla="*/ 49721 w 289179"/>
                <a:gd name="connsiteY20" fmla="*/ 260604 h 292608"/>
                <a:gd name="connsiteX21" fmla="*/ 32004 w 289179"/>
                <a:gd name="connsiteY21" fmla="*/ 278321 h 292608"/>
                <a:gd name="connsiteX22" fmla="*/ 32004 w 289179"/>
                <a:gd name="connsiteY22" fmla="*/ 249746 h 292608"/>
                <a:gd name="connsiteX23" fmla="*/ 21146 w 289179"/>
                <a:gd name="connsiteY23" fmla="*/ 260604 h 292608"/>
                <a:gd name="connsiteX24" fmla="*/ 32004 w 289179"/>
                <a:gd name="connsiteY24" fmla="*/ 271463 h 292608"/>
                <a:gd name="connsiteX25" fmla="*/ 42863 w 289179"/>
                <a:gd name="connsiteY25" fmla="*/ 260604 h 292608"/>
                <a:gd name="connsiteX26" fmla="*/ 32252 w 289179"/>
                <a:gd name="connsiteY26" fmla="*/ 249746 h 292608"/>
                <a:gd name="connsiteX27" fmla="*/ 32004 w 289179"/>
                <a:gd name="connsiteY27" fmla="*/ 249746 h 292608"/>
                <a:gd name="connsiteX28" fmla="*/ 32004 w 289179"/>
                <a:gd name="connsiteY28" fmla="*/ 128302 h 292608"/>
                <a:gd name="connsiteX29" fmla="*/ 14002 w 289179"/>
                <a:gd name="connsiteY29" fmla="*/ 146304 h 292608"/>
                <a:gd name="connsiteX30" fmla="*/ 32004 w 289179"/>
                <a:gd name="connsiteY30" fmla="*/ 164306 h 292608"/>
                <a:gd name="connsiteX31" fmla="*/ 32385 w 289179"/>
                <a:gd name="connsiteY31" fmla="*/ 128302 h 292608"/>
                <a:gd name="connsiteX32" fmla="*/ 32004 w 289179"/>
                <a:gd name="connsiteY32" fmla="*/ 128302 h 292608"/>
                <a:gd name="connsiteX33" fmla="*/ 32004 w 289179"/>
                <a:gd name="connsiteY33" fmla="*/ 6858 h 292608"/>
                <a:gd name="connsiteX34" fmla="*/ 6858 w 289179"/>
                <a:gd name="connsiteY34" fmla="*/ 32004 h 292608"/>
                <a:gd name="connsiteX35" fmla="*/ 32004 w 289179"/>
                <a:gd name="connsiteY35" fmla="*/ 57150 h 292608"/>
                <a:gd name="connsiteX36" fmla="*/ 57150 w 289179"/>
                <a:gd name="connsiteY36" fmla="*/ 32004 h 292608"/>
                <a:gd name="connsiteX37" fmla="*/ 32004 w 289179"/>
                <a:gd name="connsiteY37" fmla="*/ 6858 h 292608"/>
                <a:gd name="connsiteX38" fmla="*/ 289179 w 289179"/>
                <a:gd name="connsiteY38" fmla="*/ 264033 h 292608"/>
                <a:gd name="connsiteX39" fmla="*/ 117729 w 289179"/>
                <a:gd name="connsiteY39" fmla="*/ 264033 h 292608"/>
                <a:gd name="connsiteX40" fmla="*/ 117729 w 289179"/>
                <a:gd name="connsiteY40" fmla="*/ 257175 h 292608"/>
                <a:gd name="connsiteX41" fmla="*/ 289179 w 289179"/>
                <a:gd name="connsiteY41" fmla="*/ 257175 h 292608"/>
                <a:gd name="connsiteX42" fmla="*/ 289179 w 289179"/>
                <a:gd name="connsiteY42" fmla="*/ 264033 h 292608"/>
                <a:gd name="connsiteX43" fmla="*/ 289179 w 289179"/>
                <a:gd name="connsiteY43" fmla="*/ 235458 h 292608"/>
                <a:gd name="connsiteX44" fmla="*/ 117729 w 289179"/>
                <a:gd name="connsiteY44" fmla="*/ 235458 h 292608"/>
                <a:gd name="connsiteX45" fmla="*/ 117729 w 289179"/>
                <a:gd name="connsiteY45" fmla="*/ 228600 h 292608"/>
                <a:gd name="connsiteX46" fmla="*/ 289179 w 289179"/>
                <a:gd name="connsiteY46" fmla="*/ 228600 h 292608"/>
                <a:gd name="connsiteX47" fmla="*/ 289179 w 289179"/>
                <a:gd name="connsiteY47" fmla="*/ 235458 h 292608"/>
                <a:gd name="connsiteX48" fmla="*/ 289179 w 289179"/>
                <a:gd name="connsiteY48" fmla="*/ 178308 h 292608"/>
                <a:gd name="connsiteX49" fmla="*/ 117729 w 289179"/>
                <a:gd name="connsiteY49" fmla="*/ 178308 h 292608"/>
                <a:gd name="connsiteX50" fmla="*/ 117729 w 289179"/>
                <a:gd name="connsiteY50" fmla="*/ 171450 h 292608"/>
                <a:gd name="connsiteX51" fmla="*/ 289179 w 289179"/>
                <a:gd name="connsiteY51" fmla="*/ 171450 h 292608"/>
                <a:gd name="connsiteX52" fmla="*/ 289179 w 289179"/>
                <a:gd name="connsiteY52" fmla="*/ 178308 h 292608"/>
                <a:gd name="connsiteX53" fmla="*/ 289179 w 289179"/>
                <a:gd name="connsiteY53" fmla="*/ 149733 h 292608"/>
                <a:gd name="connsiteX54" fmla="*/ 117729 w 289179"/>
                <a:gd name="connsiteY54" fmla="*/ 149733 h 292608"/>
                <a:gd name="connsiteX55" fmla="*/ 117729 w 289179"/>
                <a:gd name="connsiteY55" fmla="*/ 142875 h 292608"/>
                <a:gd name="connsiteX56" fmla="*/ 289179 w 289179"/>
                <a:gd name="connsiteY56" fmla="*/ 142875 h 292608"/>
                <a:gd name="connsiteX57" fmla="*/ 289179 w 289179"/>
                <a:gd name="connsiteY57" fmla="*/ 149733 h 292608"/>
                <a:gd name="connsiteX58" fmla="*/ 289179 w 289179"/>
                <a:gd name="connsiteY58" fmla="*/ 121158 h 292608"/>
                <a:gd name="connsiteX59" fmla="*/ 117729 w 289179"/>
                <a:gd name="connsiteY59" fmla="*/ 121158 h 292608"/>
                <a:gd name="connsiteX60" fmla="*/ 117729 w 289179"/>
                <a:gd name="connsiteY60" fmla="*/ 114300 h 292608"/>
                <a:gd name="connsiteX61" fmla="*/ 289179 w 289179"/>
                <a:gd name="connsiteY61" fmla="*/ 114300 h 292608"/>
                <a:gd name="connsiteX62" fmla="*/ 289179 w 289179"/>
                <a:gd name="connsiteY62" fmla="*/ 121158 h 292608"/>
                <a:gd name="connsiteX63" fmla="*/ 289179 w 289179"/>
                <a:gd name="connsiteY63" fmla="*/ 64008 h 292608"/>
                <a:gd name="connsiteX64" fmla="*/ 117729 w 289179"/>
                <a:gd name="connsiteY64" fmla="*/ 64008 h 292608"/>
                <a:gd name="connsiteX65" fmla="*/ 117729 w 289179"/>
                <a:gd name="connsiteY65" fmla="*/ 57150 h 292608"/>
                <a:gd name="connsiteX66" fmla="*/ 289179 w 289179"/>
                <a:gd name="connsiteY66" fmla="*/ 57150 h 292608"/>
                <a:gd name="connsiteX67" fmla="*/ 289179 w 289179"/>
                <a:gd name="connsiteY67" fmla="*/ 64008 h 292608"/>
                <a:gd name="connsiteX68" fmla="*/ 289179 w 289179"/>
                <a:gd name="connsiteY68" fmla="*/ 35433 h 292608"/>
                <a:gd name="connsiteX69" fmla="*/ 117729 w 289179"/>
                <a:gd name="connsiteY69" fmla="*/ 35433 h 292608"/>
                <a:gd name="connsiteX70" fmla="*/ 117729 w 289179"/>
                <a:gd name="connsiteY70" fmla="*/ 28575 h 292608"/>
                <a:gd name="connsiteX71" fmla="*/ 289179 w 289179"/>
                <a:gd name="connsiteY71" fmla="*/ 28575 h 292608"/>
                <a:gd name="connsiteX72" fmla="*/ 289179 w 289179"/>
                <a:gd name="connsiteY72" fmla="*/ 35433 h 292608"/>
                <a:gd name="connsiteX73" fmla="*/ 289179 w 289179"/>
                <a:gd name="connsiteY73" fmla="*/ 6858 h 292608"/>
                <a:gd name="connsiteX74" fmla="*/ 117729 w 289179"/>
                <a:gd name="connsiteY74" fmla="*/ 6858 h 292608"/>
                <a:gd name="connsiteX75" fmla="*/ 117729 w 289179"/>
                <a:gd name="connsiteY75" fmla="*/ 0 h 292608"/>
                <a:gd name="connsiteX76" fmla="*/ 289179 w 289179"/>
                <a:gd name="connsiteY76" fmla="*/ 0 h 292608"/>
                <a:gd name="connsiteX77" fmla="*/ 289179 w 289179"/>
                <a:gd name="connsiteY77"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78321 h 292608"/>
                <a:gd name="connsiteX21" fmla="*/ 32004 w 289179"/>
                <a:gd name="connsiteY21" fmla="*/ 249746 h 292608"/>
                <a:gd name="connsiteX22" fmla="*/ 21146 w 289179"/>
                <a:gd name="connsiteY22" fmla="*/ 260604 h 292608"/>
                <a:gd name="connsiteX23" fmla="*/ 32004 w 289179"/>
                <a:gd name="connsiteY23" fmla="*/ 271463 h 292608"/>
                <a:gd name="connsiteX24" fmla="*/ 42863 w 289179"/>
                <a:gd name="connsiteY24" fmla="*/ 260604 h 292608"/>
                <a:gd name="connsiteX25" fmla="*/ 32252 w 289179"/>
                <a:gd name="connsiteY25" fmla="*/ 249746 h 292608"/>
                <a:gd name="connsiteX26" fmla="*/ 32004 w 289179"/>
                <a:gd name="connsiteY26" fmla="*/ 249746 h 292608"/>
                <a:gd name="connsiteX27" fmla="*/ 32004 w 289179"/>
                <a:gd name="connsiteY27" fmla="*/ 128302 h 292608"/>
                <a:gd name="connsiteX28" fmla="*/ 14002 w 289179"/>
                <a:gd name="connsiteY28" fmla="*/ 146304 h 292608"/>
                <a:gd name="connsiteX29" fmla="*/ 32004 w 289179"/>
                <a:gd name="connsiteY29" fmla="*/ 164306 h 292608"/>
                <a:gd name="connsiteX30" fmla="*/ 32385 w 289179"/>
                <a:gd name="connsiteY30" fmla="*/ 128302 h 292608"/>
                <a:gd name="connsiteX31" fmla="*/ 32004 w 289179"/>
                <a:gd name="connsiteY31" fmla="*/ 128302 h 292608"/>
                <a:gd name="connsiteX32" fmla="*/ 32004 w 289179"/>
                <a:gd name="connsiteY32" fmla="*/ 6858 h 292608"/>
                <a:gd name="connsiteX33" fmla="*/ 6858 w 289179"/>
                <a:gd name="connsiteY33" fmla="*/ 32004 h 292608"/>
                <a:gd name="connsiteX34" fmla="*/ 32004 w 289179"/>
                <a:gd name="connsiteY34" fmla="*/ 57150 h 292608"/>
                <a:gd name="connsiteX35" fmla="*/ 57150 w 289179"/>
                <a:gd name="connsiteY35" fmla="*/ 32004 h 292608"/>
                <a:gd name="connsiteX36" fmla="*/ 32004 w 289179"/>
                <a:gd name="connsiteY36" fmla="*/ 6858 h 292608"/>
                <a:gd name="connsiteX37" fmla="*/ 289179 w 289179"/>
                <a:gd name="connsiteY37" fmla="*/ 264033 h 292608"/>
                <a:gd name="connsiteX38" fmla="*/ 117729 w 289179"/>
                <a:gd name="connsiteY38" fmla="*/ 264033 h 292608"/>
                <a:gd name="connsiteX39" fmla="*/ 117729 w 289179"/>
                <a:gd name="connsiteY39" fmla="*/ 257175 h 292608"/>
                <a:gd name="connsiteX40" fmla="*/ 289179 w 289179"/>
                <a:gd name="connsiteY40" fmla="*/ 257175 h 292608"/>
                <a:gd name="connsiteX41" fmla="*/ 289179 w 289179"/>
                <a:gd name="connsiteY41" fmla="*/ 264033 h 292608"/>
                <a:gd name="connsiteX42" fmla="*/ 289179 w 289179"/>
                <a:gd name="connsiteY42" fmla="*/ 235458 h 292608"/>
                <a:gd name="connsiteX43" fmla="*/ 117729 w 289179"/>
                <a:gd name="connsiteY43" fmla="*/ 235458 h 292608"/>
                <a:gd name="connsiteX44" fmla="*/ 117729 w 289179"/>
                <a:gd name="connsiteY44" fmla="*/ 228600 h 292608"/>
                <a:gd name="connsiteX45" fmla="*/ 289179 w 289179"/>
                <a:gd name="connsiteY45" fmla="*/ 228600 h 292608"/>
                <a:gd name="connsiteX46" fmla="*/ 289179 w 289179"/>
                <a:gd name="connsiteY46" fmla="*/ 235458 h 292608"/>
                <a:gd name="connsiteX47" fmla="*/ 289179 w 289179"/>
                <a:gd name="connsiteY47" fmla="*/ 178308 h 292608"/>
                <a:gd name="connsiteX48" fmla="*/ 117729 w 289179"/>
                <a:gd name="connsiteY48" fmla="*/ 178308 h 292608"/>
                <a:gd name="connsiteX49" fmla="*/ 117729 w 289179"/>
                <a:gd name="connsiteY49" fmla="*/ 171450 h 292608"/>
                <a:gd name="connsiteX50" fmla="*/ 289179 w 289179"/>
                <a:gd name="connsiteY50" fmla="*/ 171450 h 292608"/>
                <a:gd name="connsiteX51" fmla="*/ 289179 w 289179"/>
                <a:gd name="connsiteY51" fmla="*/ 178308 h 292608"/>
                <a:gd name="connsiteX52" fmla="*/ 289179 w 289179"/>
                <a:gd name="connsiteY52" fmla="*/ 149733 h 292608"/>
                <a:gd name="connsiteX53" fmla="*/ 117729 w 289179"/>
                <a:gd name="connsiteY53" fmla="*/ 149733 h 292608"/>
                <a:gd name="connsiteX54" fmla="*/ 117729 w 289179"/>
                <a:gd name="connsiteY54" fmla="*/ 142875 h 292608"/>
                <a:gd name="connsiteX55" fmla="*/ 289179 w 289179"/>
                <a:gd name="connsiteY55" fmla="*/ 142875 h 292608"/>
                <a:gd name="connsiteX56" fmla="*/ 289179 w 289179"/>
                <a:gd name="connsiteY56" fmla="*/ 149733 h 292608"/>
                <a:gd name="connsiteX57" fmla="*/ 289179 w 289179"/>
                <a:gd name="connsiteY57" fmla="*/ 121158 h 292608"/>
                <a:gd name="connsiteX58" fmla="*/ 117729 w 289179"/>
                <a:gd name="connsiteY58" fmla="*/ 121158 h 292608"/>
                <a:gd name="connsiteX59" fmla="*/ 117729 w 289179"/>
                <a:gd name="connsiteY59" fmla="*/ 114300 h 292608"/>
                <a:gd name="connsiteX60" fmla="*/ 289179 w 289179"/>
                <a:gd name="connsiteY60" fmla="*/ 114300 h 292608"/>
                <a:gd name="connsiteX61" fmla="*/ 289179 w 289179"/>
                <a:gd name="connsiteY61" fmla="*/ 121158 h 292608"/>
                <a:gd name="connsiteX62" fmla="*/ 289179 w 289179"/>
                <a:gd name="connsiteY62" fmla="*/ 64008 h 292608"/>
                <a:gd name="connsiteX63" fmla="*/ 117729 w 289179"/>
                <a:gd name="connsiteY63" fmla="*/ 64008 h 292608"/>
                <a:gd name="connsiteX64" fmla="*/ 117729 w 289179"/>
                <a:gd name="connsiteY64" fmla="*/ 57150 h 292608"/>
                <a:gd name="connsiteX65" fmla="*/ 289179 w 289179"/>
                <a:gd name="connsiteY65" fmla="*/ 57150 h 292608"/>
                <a:gd name="connsiteX66" fmla="*/ 289179 w 289179"/>
                <a:gd name="connsiteY66" fmla="*/ 64008 h 292608"/>
                <a:gd name="connsiteX67" fmla="*/ 289179 w 289179"/>
                <a:gd name="connsiteY67" fmla="*/ 35433 h 292608"/>
                <a:gd name="connsiteX68" fmla="*/ 117729 w 289179"/>
                <a:gd name="connsiteY68" fmla="*/ 35433 h 292608"/>
                <a:gd name="connsiteX69" fmla="*/ 117729 w 289179"/>
                <a:gd name="connsiteY69" fmla="*/ 28575 h 292608"/>
                <a:gd name="connsiteX70" fmla="*/ 289179 w 289179"/>
                <a:gd name="connsiteY70" fmla="*/ 28575 h 292608"/>
                <a:gd name="connsiteX71" fmla="*/ 289179 w 289179"/>
                <a:gd name="connsiteY71" fmla="*/ 35433 h 292608"/>
                <a:gd name="connsiteX72" fmla="*/ 289179 w 289179"/>
                <a:gd name="connsiteY72" fmla="*/ 6858 h 292608"/>
                <a:gd name="connsiteX73" fmla="*/ 117729 w 289179"/>
                <a:gd name="connsiteY73" fmla="*/ 6858 h 292608"/>
                <a:gd name="connsiteX74" fmla="*/ 117729 w 289179"/>
                <a:gd name="connsiteY74" fmla="*/ 0 h 292608"/>
                <a:gd name="connsiteX75" fmla="*/ 289179 w 289179"/>
                <a:gd name="connsiteY75" fmla="*/ 0 h 292608"/>
                <a:gd name="connsiteX76" fmla="*/ 289179 w 289179"/>
                <a:gd name="connsiteY76"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78321 h 292608"/>
                <a:gd name="connsiteX21" fmla="*/ 32004 w 289179"/>
                <a:gd name="connsiteY21" fmla="*/ 249746 h 292608"/>
                <a:gd name="connsiteX22" fmla="*/ 21146 w 289179"/>
                <a:gd name="connsiteY22" fmla="*/ 260604 h 292608"/>
                <a:gd name="connsiteX23" fmla="*/ 42863 w 289179"/>
                <a:gd name="connsiteY23" fmla="*/ 260604 h 292608"/>
                <a:gd name="connsiteX24" fmla="*/ 32252 w 289179"/>
                <a:gd name="connsiteY24" fmla="*/ 249746 h 292608"/>
                <a:gd name="connsiteX25" fmla="*/ 32004 w 289179"/>
                <a:gd name="connsiteY25" fmla="*/ 249746 h 292608"/>
                <a:gd name="connsiteX26" fmla="*/ 32004 w 289179"/>
                <a:gd name="connsiteY26" fmla="*/ 128302 h 292608"/>
                <a:gd name="connsiteX27" fmla="*/ 14002 w 289179"/>
                <a:gd name="connsiteY27" fmla="*/ 146304 h 292608"/>
                <a:gd name="connsiteX28" fmla="*/ 32004 w 289179"/>
                <a:gd name="connsiteY28" fmla="*/ 164306 h 292608"/>
                <a:gd name="connsiteX29" fmla="*/ 32385 w 289179"/>
                <a:gd name="connsiteY29" fmla="*/ 128302 h 292608"/>
                <a:gd name="connsiteX30" fmla="*/ 32004 w 289179"/>
                <a:gd name="connsiteY30" fmla="*/ 128302 h 292608"/>
                <a:gd name="connsiteX31" fmla="*/ 32004 w 289179"/>
                <a:gd name="connsiteY31" fmla="*/ 6858 h 292608"/>
                <a:gd name="connsiteX32" fmla="*/ 6858 w 289179"/>
                <a:gd name="connsiteY32" fmla="*/ 32004 h 292608"/>
                <a:gd name="connsiteX33" fmla="*/ 32004 w 289179"/>
                <a:gd name="connsiteY33" fmla="*/ 57150 h 292608"/>
                <a:gd name="connsiteX34" fmla="*/ 57150 w 289179"/>
                <a:gd name="connsiteY34" fmla="*/ 32004 h 292608"/>
                <a:gd name="connsiteX35" fmla="*/ 32004 w 289179"/>
                <a:gd name="connsiteY35" fmla="*/ 6858 h 292608"/>
                <a:gd name="connsiteX36" fmla="*/ 289179 w 289179"/>
                <a:gd name="connsiteY36" fmla="*/ 264033 h 292608"/>
                <a:gd name="connsiteX37" fmla="*/ 117729 w 289179"/>
                <a:gd name="connsiteY37" fmla="*/ 264033 h 292608"/>
                <a:gd name="connsiteX38" fmla="*/ 117729 w 289179"/>
                <a:gd name="connsiteY38" fmla="*/ 257175 h 292608"/>
                <a:gd name="connsiteX39" fmla="*/ 289179 w 289179"/>
                <a:gd name="connsiteY39" fmla="*/ 257175 h 292608"/>
                <a:gd name="connsiteX40" fmla="*/ 289179 w 289179"/>
                <a:gd name="connsiteY40" fmla="*/ 264033 h 292608"/>
                <a:gd name="connsiteX41" fmla="*/ 289179 w 289179"/>
                <a:gd name="connsiteY41" fmla="*/ 235458 h 292608"/>
                <a:gd name="connsiteX42" fmla="*/ 117729 w 289179"/>
                <a:gd name="connsiteY42" fmla="*/ 235458 h 292608"/>
                <a:gd name="connsiteX43" fmla="*/ 117729 w 289179"/>
                <a:gd name="connsiteY43" fmla="*/ 228600 h 292608"/>
                <a:gd name="connsiteX44" fmla="*/ 289179 w 289179"/>
                <a:gd name="connsiteY44" fmla="*/ 228600 h 292608"/>
                <a:gd name="connsiteX45" fmla="*/ 289179 w 289179"/>
                <a:gd name="connsiteY45" fmla="*/ 235458 h 292608"/>
                <a:gd name="connsiteX46" fmla="*/ 289179 w 289179"/>
                <a:gd name="connsiteY46" fmla="*/ 178308 h 292608"/>
                <a:gd name="connsiteX47" fmla="*/ 117729 w 289179"/>
                <a:gd name="connsiteY47" fmla="*/ 178308 h 292608"/>
                <a:gd name="connsiteX48" fmla="*/ 117729 w 289179"/>
                <a:gd name="connsiteY48" fmla="*/ 171450 h 292608"/>
                <a:gd name="connsiteX49" fmla="*/ 289179 w 289179"/>
                <a:gd name="connsiteY49" fmla="*/ 171450 h 292608"/>
                <a:gd name="connsiteX50" fmla="*/ 289179 w 289179"/>
                <a:gd name="connsiteY50" fmla="*/ 178308 h 292608"/>
                <a:gd name="connsiteX51" fmla="*/ 289179 w 289179"/>
                <a:gd name="connsiteY51" fmla="*/ 149733 h 292608"/>
                <a:gd name="connsiteX52" fmla="*/ 117729 w 289179"/>
                <a:gd name="connsiteY52" fmla="*/ 149733 h 292608"/>
                <a:gd name="connsiteX53" fmla="*/ 117729 w 289179"/>
                <a:gd name="connsiteY53" fmla="*/ 142875 h 292608"/>
                <a:gd name="connsiteX54" fmla="*/ 289179 w 289179"/>
                <a:gd name="connsiteY54" fmla="*/ 142875 h 292608"/>
                <a:gd name="connsiteX55" fmla="*/ 289179 w 289179"/>
                <a:gd name="connsiteY55" fmla="*/ 149733 h 292608"/>
                <a:gd name="connsiteX56" fmla="*/ 289179 w 289179"/>
                <a:gd name="connsiteY56" fmla="*/ 121158 h 292608"/>
                <a:gd name="connsiteX57" fmla="*/ 117729 w 289179"/>
                <a:gd name="connsiteY57" fmla="*/ 121158 h 292608"/>
                <a:gd name="connsiteX58" fmla="*/ 117729 w 289179"/>
                <a:gd name="connsiteY58" fmla="*/ 114300 h 292608"/>
                <a:gd name="connsiteX59" fmla="*/ 289179 w 289179"/>
                <a:gd name="connsiteY59" fmla="*/ 114300 h 292608"/>
                <a:gd name="connsiteX60" fmla="*/ 289179 w 289179"/>
                <a:gd name="connsiteY60" fmla="*/ 121158 h 292608"/>
                <a:gd name="connsiteX61" fmla="*/ 289179 w 289179"/>
                <a:gd name="connsiteY61" fmla="*/ 64008 h 292608"/>
                <a:gd name="connsiteX62" fmla="*/ 117729 w 289179"/>
                <a:gd name="connsiteY62" fmla="*/ 64008 h 292608"/>
                <a:gd name="connsiteX63" fmla="*/ 117729 w 289179"/>
                <a:gd name="connsiteY63" fmla="*/ 57150 h 292608"/>
                <a:gd name="connsiteX64" fmla="*/ 289179 w 289179"/>
                <a:gd name="connsiteY64" fmla="*/ 57150 h 292608"/>
                <a:gd name="connsiteX65" fmla="*/ 289179 w 289179"/>
                <a:gd name="connsiteY65" fmla="*/ 64008 h 292608"/>
                <a:gd name="connsiteX66" fmla="*/ 289179 w 289179"/>
                <a:gd name="connsiteY66" fmla="*/ 35433 h 292608"/>
                <a:gd name="connsiteX67" fmla="*/ 117729 w 289179"/>
                <a:gd name="connsiteY67" fmla="*/ 35433 h 292608"/>
                <a:gd name="connsiteX68" fmla="*/ 117729 w 289179"/>
                <a:gd name="connsiteY68" fmla="*/ 28575 h 292608"/>
                <a:gd name="connsiteX69" fmla="*/ 289179 w 289179"/>
                <a:gd name="connsiteY69" fmla="*/ 28575 h 292608"/>
                <a:gd name="connsiteX70" fmla="*/ 289179 w 289179"/>
                <a:gd name="connsiteY70" fmla="*/ 35433 h 292608"/>
                <a:gd name="connsiteX71" fmla="*/ 289179 w 289179"/>
                <a:gd name="connsiteY71" fmla="*/ 6858 h 292608"/>
                <a:gd name="connsiteX72" fmla="*/ 117729 w 289179"/>
                <a:gd name="connsiteY72" fmla="*/ 6858 h 292608"/>
                <a:gd name="connsiteX73" fmla="*/ 117729 w 289179"/>
                <a:gd name="connsiteY73" fmla="*/ 0 h 292608"/>
                <a:gd name="connsiteX74" fmla="*/ 289179 w 289179"/>
                <a:gd name="connsiteY74" fmla="*/ 0 h 292608"/>
                <a:gd name="connsiteX75" fmla="*/ 289179 w 289179"/>
                <a:gd name="connsiteY75"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49746 h 292608"/>
                <a:gd name="connsiteX21" fmla="*/ 21146 w 289179"/>
                <a:gd name="connsiteY21" fmla="*/ 260604 h 292608"/>
                <a:gd name="connsiteX22" fmla="*/ 42863 w 289179"/>
                <a:gd name="connsiteY22" fmla="*/ 260604 h 292608"/>
                <a:gd name="connsiteX23" fmla="*/ 32252 w 289179"/>
                <a:gd name="connsiteY23" fmla="*/ 249746 h 292608"/>
                <a:gd name="connsiteX24" fmla="*/ 32004 w 289179"/>
                <a:gd name="connsiteY24" fmla="*/ 249746 h 292608"/>
                <a:gd name="connsiteX25" fmla="*/ 32004 w 289179"/>
                <a:gd name="connsiteY25" fmla="*/ 128302 h 292608"/>
                <a:gd name="connsiteX26" fmla="*/ 14002 w 289179"/>
                <a:gd name="connsiteY26" fmla="*/ 146304 h 292608"/>
                <a:gd name="connsiteX27" fmla="*/ 32004 w 289179"/>
                <a:gd name="connsiteY27" fmla="*/ 164306 h 292608"/>
                <a:gd name="connsiteX28" fmla="*/ 32385 w 289179"/>
                <a:gd name="connsiteY28" fmla="*/ 128302 h 292608"/>
                <a:gd name="connsiteX29" fmla="*/ 32004 w 289179"/>
                <a:gd name="connsiteY29" fmla="*/ 128302 h 292608"/>
                <a:gd name="connsiteX30" fmla="*/ 32004 w 289179"/>
                <a:gd name="connsiteY30" fmla="*/ 6858 h 292608"/>
                <a:gd name="connsiteX31" fmla="*/ 6858 w 289179"/>
                <a:gd name="connsiteY31" fmla="*/ 32004 h 292608"/>
                <a:gd name="connsiteX32" fmla="*/ 32004 w 289179"/>
                <a:gd name="connsiteY32" fmla="*/ 57150 h 292608"/>
                <a:gd name="connsiteX33" fmla="*/ 57150 w 289179"/>
                <a:gd name="connsiteY33" fmla="*/ 32004 h 292608"/>
                <a:gd name="connsiteX34" fmla="*/ 32004 w 289179"/>
                <a:gd name="connsiteY34" fmla="*/ 6858 h 292608"/>
                <a:gd name="connsiteX35" fmla="*/ 289179 w 289179"/>
                <a:gd name="connsiteY35" fmla="*/ 264033 h 292608"/>
                <a:gd name="connsiteX36" fmla="*/ 117729 w 289179"/>
                <a:gd name="connsiteY36" fmla="*/ 264033 h 292608"/>
                <a:gd name="connsiteX37" fmla="*/ 117729 w 289179"/>
                <a:gd name="connsiteY37" fmla="*/ 257175 h 292608"/>
                <a:gd name="connsiteX38" fmla="*/ 289179 w 289179"/>
                <a:gd name="connsiteY38" fmla="*/ 257175 h 292608"/>
                <a:gd name="connsiteX39" fmla="*/ 289179 w 289179"/>
                <a:gd name="connsiteY39" fmla="*/ 264033 h 292608"/>
                <a:gd name="connsiteX40" fmla="*/ 289179 w 289179"/>
                <a:gd name="connsiteY40" fmla="*/ 235458 h 292608"/>
                <a:gd name="connsiteX41" fmla="*/ 117729 w 289179"/>
                <a:gd name="connsiteY41" fmla="*/ 235458 h 292608"/>
                <a:gd name="connsiteX42" fmla="*/ 117729 w 289179"/>
                <a:gd name="connsiteY42" fmla="*/ 228600 h 292608"/>
                <a:gd name="connsiteX43" fmla="*/ 289179 w 289179"/>
                <a:gd name="connsiteY43" fmla="*/ 228600 h 292608"/>
                <a:gd name="connsiteX44" fmla="*/ 289179 w 289179"/>
                <a:gd name="connsiteY44" fmla="*/ 235458 h 292608"/>
                <a:gd name="connsiteX45" fmla="*/ 289179 w 289179"/>
                <a:gd name="connsiteY45" fmla="*/ 178308 h 292608"/>
                <a:gd name="connsiteX46" fmla="*/ 117729 w 289179"/>
                <a:gd name="connsiteY46" fmla="*/ 178308 h 292608"/>
                <a:gd name="connsiteX47" fmla="*/ 117729 w 289179"/>
                <a:gd name="connsiteY47" fmla="*/ 171450 h 292608"/>
                <a:gd name="connsiteX48" fmla="*/ 289179 w 289179"/>
                <a:gd name="connsiteY48" fmla="*/ 171450 h 292608"/>
                <a:gd name="connsiteX49" fmla="*/ 289179 w 289179"/>
                <a:gd name="connsiteY49" fmla="*/ 178308 h 292608"/>
                <a:gd name="connsiteX50" fmla="*/ 289179 w 289179"/>
                <a:gd name="connsiteY50" fmla="*/ 149733 h 292608"/>
                <a:gd name="connsiteX51" fmla="*/ 117729 w 289179"/>
                <a:gd name="connsiteY51" fmla="*/ 149733 h 292608"/>
                <a:gd name="connsiteX52" fmla="*/ 117729 w 289179"/>
                <a:gd name="connsiteY52" fmla="*/ 142875 h 292608"/>
                <a:gd name="connsiteX53" fmla="*/ 289179 w 289179"/>
                <a:gd name="connsiteY53" fmla="*/ 142875 h 292608"/>
                <a:gd name="connsiteX54" fmla="*/ 289179 w 289179"/>
                <a:gd name="connsiteY54" fmla="*/ 149733 h 292608"/>
                <a:gd name="connsiteX55" fmla="*/ 289179 w 289179"/>
                <a:gd name="connsiteY55" fmla="*/ 121158 h 292608"/>
                <a:gd name="connsiteX56" fmla="*/ 117729 w 289179"/>
                <a:gd name="connsiteY56" fmla="*/ 121158 h 292608"/>
                <a:gd name="connsiteX57" fmla="*/ 117729 w 289179"/>
                <a:gd name="connsiteY57" fmla="*/ 114300 h 292608"/>
                <a:gd name="connsiteX58" fmla="*/ 289179 w 289179"/>
                <a:gd name="connsiteY58" fmla="*/ 114300 h 292608"/>
                <a:gd name="connsiteX59" fmla="*/ 289179 w 289179"/>
                <a:gd name="connsiteY59" fmla="*/ 121158 h 292608"/>
                <a:gd name="connsiteX60" fmla="*/ 289179 w 289179"/>
                <a:gd name="connsiteY60" fmla="*/ 64008 h 292608"/>
                <a:gd name="connsiteX61" fmla="*/ 117729 w 289179"/>
                <a:gd name="connsiteY61" fmla="*/ 64008 h 292608"/>
                <a:gd name="connsiteX62" fmla="*/ 117729 w 289179"/>
                <a:gd name="connsiteY62" fmla="*/ 57150 h 292608"/>
                <a:gd name="connsiteX63" fmla="*/ 289179 w 289179"/>
                <a:gd name="connsiteY63" fmla="*/ 57150 h 292608"/>
                <a:gd name="connsiteX64" fmla="*/ 289179 w 289179"/>
                <a:gd name="connsiteY64" fmla="*/ 64008 h 292608"/>
                <a:gd name="connsiteX65" fmla="*/ 289179 w 289179"/>
                <a:gd name="connsiteY65" fmla="*/ 35433 h 292608"/>
                <a:gd name="connsiteX66" fmla="*/ 117729 w 289179"/>
                <a:gd name="connsiteY66" fmla="*/ 35433 h 292608"/>
                <a:gd name="connsiteX67" fmla="*/ 117729 w 289179"/>
                <a:gd name="connsiteY67" fmla="*/ 28575 h 292608"/>
                <a:gd name="connsiteX68" fmla="*/ 289179 w 289179"/>
                <a:gd name="connsiteY68" fmla="*/ 28575 h 292608"/>
                <a:gd name="connsiteX69" fmla="*/ 289179 w 289179"/>
                <a:gd name="connsiteY69" fmla="*/ 35433 h 292608"/>
                <a:gd name="connsiteX70" fmla="*/ 289179 w 289179"/>
                <a:gd name="connsiteY70" fmla="*/ 6858 h 292608"/>
                <a:gd name="connsiteX71" fmla="*/ 117729 w 289179"/>
                <a:gd name="connsiteY71" fmla="*/ 6858 h 292608"/>
                <a:gd name="connsiteX72" fmla="*/ 117729 w 289179"/>
                <a:gd name="connsiteY72" fmla="*/ 0 h 292608"/>
                <a:gd name="connsiteX73" fmla="*/ 289179 w 289179"/>
                <a:gd name="connsiteY73" fmla="*/ 0 h 292608"/>
                <a:gd name="connsiteX74" fmla="*/ 289179 w 289179"/>
                <a:gd name="connsiteY74"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49746 h 292608"/>
                <a:gd name="connsiteX21" fmla="*/ 21146 w 289179"/>
                <a:gd name="connsiteY21" fmla="*/ 260604 h 292608"/>
                <a:gd name="connsiteX22" fmla="*/ 32252 w 289179"/>
                <a:gd name="connsiteY22" fmla="*/ 249746 h 292608"/>
                <a:gd name="connsiteX23" fmla="*/ 32004 w 289179"/>
                <a:gd name="connsiteY23" fmla="*/ 249746 h 292608"/>
                <a:gd name="connsiteX24" fmla="*/ 32004 w 289179"/>
                <a:gd name="connsiteY24" fmla="*/ 128302 h 292608"/>
                <a:gd name="connsiteX25" fmla="*/ 14002 w 289179"/>
                <a:gd name="connsiteY25" fmla="*/ 146304 h 292608"/>
                <a:gd name="connsiteX26" fmla="*/ 32004 w 289179"/>
                <a:gd name="connsiteY26" fmla="*/ 164306 h 292608"/>
                <a:gd name="connsiteX27" fmla="*/ 32385 w 289179"/>
                <a:gd name="connsiteY27" fmla="*/ 128302 h 292608"/>
                <a:gd name="connsiteX28" fmla="*/ 32004 w 289179"/>
                <a:gd name="connsiteY28" fmla="*/ 128302 h 292608"/>
                <a:gd name="connsiteX29" fmla="*/ 32004 w 289179"/>
                <a:gd name="connsiteY29" fmla="*/ 6858 h 292608"/>
                <a:gd name="connsiteX30" fmla="*/ 6858 w 289179"/>
                <a:gd name="connsiteY30" fmla="*/ 32004 h 292608"/>
                <a:gd name="connsiteX31" fmla="*/ 32004 w 289179"/>
                <a:gd name="connsiteY31" fmla="*/ 57150 h 292608"/>
                <a:gd name="connsiteX32" fmla="*/ 57150 w 289179"/>
                <a:gd name="connsiteY32" fmla="*/ 32004 h 292608"/>
                <a:gd name="connsiteX33" fmla="*/ 32004 w 289179"/>
                <a:gd name="connsiteY33" fmla="*/ 6858 h 292608"/>
                <a:gd name="connsiteX34" fmla="*/ 289179 w 289179"/>
                <a:gd name="connsiteY34" fmla="*/ 264033 h 292608"/>
                <a:gd name="connsiteX35" fmla="*/ 117729 w 289179"/>
                <a:gd name="connsiteY35" fmla="*/ 264033 h 292608"/>
                <a:gd name="connsiteX36" fmla="*/ 117729 w 289179"/>
                <a:gd name="connsiteY36" fmla="*/ 257175 h 292608"/>
                <a:gd name="connsiteX37" fmla="*/ 289179 w 289179"/>
                <a:gd name="connsiteY37" fmla="*/ 257175 h 292608"/>
                <a:gd name="connsiteX38" fmla="*/ 289179 w 289179"/>
                <a:gd name="connsiteY38" fmla="*/ 264033 h 292608"/>
                <a:gd name="connsiteX39" fmla="*/ 289179 w 289179"/>
                <a:gd name="connsiteY39" fmla="*/ 235458 h 292608"/>
                <a:gd name="connsiteX40" fmla="*/ 117729 w 289179"/>
                <a:gd name="connsiteY40" fmla="*/ 235458 h 292608"/>
                <a:gd name="connsiteX41" fmla="*/ 117729 w 289179"/>
                <a:gd name="connsiteY41" fmla="*/ 228600 h 292608"/>
                <a:gd name="connsiteX42" fmla="*/ 289179 w 289179"/>
                <a:gd name="connsiteY42" fmla="*/ 228600 h 292608"/>
                <a:gd name="connsiteX43" fmla="*/ 289179 w 289179"/>
                <a:gd name="connsiteY43" fmla="*/ 235458 h 292608"/>
                <a:gd name="connsiteX44" fmla="*/ 289179 w 289179"/>
                <a:gd name="connsiteY44" fmla="*/ 178308 h 292608"/>
                <a:gd name="connsiteX45" fmla="*/ 117729 w 289179"/>
                <a:gd name="connsiteY45" fmla="*/ 178308 h 292608"/>
                <a:gd name="connsiteX46" fmla="*/ 117729 w 289179"/>
                <a:gd name="connsiteY46" fmla="*/ 171450 h 292608"/>
                <a:gd name="connsiteX47" fmla="*/ 289179 w 289179"/>
                <a:gd name="connsiteY47" fmla="*/ 171450 h 292608"/>
                <a:gd name="connsiteX48" fmla="*/ 289179 w 289179"/>
                <a:gd name="connsiteY48" fmla="*/ 178308 h 292608"/>
                <a:gd name="connsiteX49" fmla="*/ 289179 w 289179"/>
                <a:gd name="connsiteY49" fmla="*/ 149733 h 292608"/>
                <a:gd name="connsiteX50" fmla="*/ 117729 w 289179"/>
                <a:gd name="connsiteY50" fmla="*/ 149733 h 292608"/>
                <a:gd name="connsiteX51" fmla="*/ 117729 w 289179"/>
                <a:gd name="connsiteY51" fmla="*/ 142875 h 292608"/>
                <a:gd name="connsiteX52" fmla="*/ 289179 w 289179"/>
                <a:gd name="connsiteY52" fmla="*/ 142875 h 292608"/>
                <a:gd name="connsiteX53" fmla="*/ 289179 w 289179"/>
                <a:gd name="connsiteY53" fmla="*/ 149733 h 292608"/>
                <a:gd name="connsiteX54" fmla="*/ 289179 w 289179"/>
                <a:gd name="connsiteY54" fmla="*/ 121158 h 292608"/>
                <a:gd name="connsiteX55" fmla="*/ 117729 w 289179"/>
                <a:gd name="connsiteY55" fmla="*/ 121158 h 292608"/>
                <a:gd name="connsiteX56" fmla="*/ 117729 w 289179"/>
                <a:gd name="connsiteY56" fmla="*/ 114300 h 292608"/>
                <a:gd name="connsiteX57" fmla="*/ 289179 w 289179"/>
                <a:gd name="connsiteY57" fmla="*/ 114300 h 292608"/>
                <a:gd name="connsiteX58" fmla="*/ 289179 w 289179"/>
                <a:gd name="connsiteY58" fmla="*/ 121158 h 292608"/>
                <a:gd name="connsiteX59" fmla="*/ 289179 w 289179"/>
                <a:gd name="connsiteY59" fmla="*/ 64008 h 292608"/>
                <a:gd name="connsiteX60" fmla="*/ 117729 w 289179"/>
                <a:gd name="connsiteY60" fmla="*/ 64008 h 292608"/>
                <a:gd name="connsiteX61" fmla="*/ 117729 w 289179"/>
                <a:gd name="connsiteY61" fmla="*/ 57150 h 292608"/>
                <a:gd name="connsiteX62" fmla="*/ 289179 w 289179"/>
                <a:gd name="connsiteY62" fmla="*/ 57150 h 292608"/>
                <a:gd name="connsiteX63" fmla="*/ 289179 w 289179"/>
                <a:gd name="connsiteY63" fmla="*/ 64008 h 292608"/>
                <a:gd name="connsiteX64" fmla="*/ 289179 w 289179"/>
                <a:gd name="connsiteY64" fmla="*/ 35433 h 292608"/>
                <a:gd name="connsiteX65" fmla="*/ 117729 w 289179"/>
                <a:gd name="connsiteY65" fmla="*/ 35433 h 292608"/>
                <a:gd name="connsiteX66" fmla="*/ 117729 w 289179"/>
                <a:gd name="connsiteY66" fmla="*/ 28575 h 292608"/>
                <a:gd name="connsiteX67" fmla="*/ 289179 w 289179"/>
                <a:gd name="connsiteY67" fmla="*/ 28575 h 292608"/>
                <a:gd name="connsiteX68" fmla="*/ 289179 w 289179"/>
                <a:gd name="connsiteY68" fmla="*/ 35433 h 292608"/>
                <a:gd name="connsiteX69" fmla="*/ 289179 w 289179"/>
                <a:gd name="connsiteY69" fmla="*/ 6858 h 292608"/>
                <a:gd name="connsiteX70" fmla="*/ 117729 w 289179"/>
                <a:gd name="connsiteY70" fmla="*/ 6858 h 292608"/>
                <a:gd name="connsiteX71" fmla="*/ 117729 w 289179"/>
                <a:gd name="connsiteY71" fmla="*/ 0 h 292608"/>
                <a:gd name="connsiteX72" fmla="*/ 289179 w 289179"/>
                <a:gd name="connsiteY72" fmla="*/ 0 h 292608"/>
                <a:gd name="connsiteX73" fmla="*/ 289179 w 289179"/>
                <a:gd name="connsiteY73"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252 w 289179"/>
                <a:gd name="connsiteY20" fmla="*/ 249746 h 292608"/>
                <a:gd name="connsiteX21" fmla="*/ 21146 w 289179"/>
                <a:gd name="connsiteY21" fmla="*/ 260604 h 292608"/>
                <a:gd name="connsiteX22" fmla="*/ 32252 w 289179"/>
                <a:gd name="connsiteY22" fmla="*/ 249746 h 292608"/>
                <a:gd name="connsiteX23" fmla="*/ 32004 w 289179"/>
                <a:gd name="connsiteY23" fmla="*/ 128302 h 292608"/>
                <a:gd name="connsiteX24" fmla="*/ 14002 w 289179"/>
                <a:gd name="connsiteY24" fmla="*/ 146304 h 292608"/>
                <a:gd name="connsiteX25" fmla="*/ 32004 w 289179"/>
                <a:gd name="connsiteY25" fmla="*/ 164306 h 292608"/>
                <a:gd name="connsiteX26" fmla="*/ 32385 w 289179"/>
                <a:gd name="connsiteY26" fmla="*/ 128302 h 292608"/>
                <a:gd name="connsiteX27" fmla="*/ 32004 w 289179"/>
                <a:gd name="connsiteY27" fmla="*/ 128302 h 292608"/>
                <a:gd name="connsiteX28" fmla="*/ 32004 w 289179"/>
                <a:gd name="connsiteY28" fmla="*/ 6858 h 292608"/>
                <a:gd name="connsiteX29" fmla="*/ 6858 w 289179"/>
                <a:gd name="connsiteY29" fmla="*/ 32004 h 292608"/>
                <a:gd name="connsiteX30" fmla="*/ 32004 w 289179"/>
                <a:gd name="connsiteY30" fmla="*/ 57150 h 292608"/>
                <a:gd name="connsiteX31" fmla="*/ 57150 w 289179"/>
                <a:gd name="connsiteY31" fmla="*/ 32004 h 292608"/>
                <a:gd name="connsiteX32" fmla="*/ 32004 w 289179"/>
                <a:gd name="connsiteY32" fmla="*/ 6858 h 292608"/>
                <a:gd name="connsiteX33" fmla="*/ 289179 w 289179"/>
                <a:gd name="connsiteY33" fmla="*/ 264033 h 292608"/>
                <a:gd name="connsiteX34" fmla="*/ 117729 w 289179"/>
                <a:gd name="connsiteY34" fmla="*/ 264033 h 292608"/>
                <a:gd name="connsiteX35" fmla="*/ 117729 w 289179"/>
                <a:gd name="connsiteY35" fmla="*/ 257175 h 292608"/>
                <a:gd name="connsiteX36" fmla="*/ 289179 w 289179"/>
                <a:gd name="connsiteY36" fmla="*/ 257175 h 292608"/>
                <a:gd name="connsiteX37" fmla="*/ 289179 w 289179"/>
                <a:gd name="connsiteY37" fmla="*/ 264033 h 292608"/>
                <a:gd name="connsiteX38" fmla="*/ 289179 w 289179"/>
                <a:gd name="connsiteY38" fmla="*/ 235458 h 292608"/>
                <a:gd name="connsiteX39" fmla="*/ 117729 w 289179"/>
                <a:gd name="connsiteY39" fmla="*/ 235458 h 292608"/>
                <a:gd name="connsiteX40" fmla="*/ 117729 w 289179"/>
                <a:gd name="connsiteY40" fmla="*/ 228600 h 292608"/>
                <a:gd name="connsiteX41" fmla="*/ 289179 w 289179"/>
                <a:gd name="connsiteY41" fmla="*/ 228600 h 292608"/>
                <a:gd name="connsiteX42" fmla="*/ 289179 w 289179"/>
                <a:gd name="connsiteY42" fmla="*/ 235458 h 292608"/>
                <a:gd name="connsiteX43" fmla="*/ 289179 w 289179"/>
                <a:gd name="connsiteY43" fmla="*/ 178308 h 292608"/>
                <a:gd name="connsiteX44" fmla="*/ 117729 w 289179"/>
                <a:gd name="connsiteY44" fmla="*/ 178308 h 292608"/>
                <a:gd name="connsiteX45" fmla="*/ 117729 w 289179"/>
                <a:gd name="connsiteY45" fmla="*/ 171450 h 292608"/>
                <a:gd name="connsiteX46" fmla="*/ 289179 w 289179"/>
                <a:gd name="connsiteY46" fmla="*/ 171450 h 292608"/>
                <a:gd name="connsiteX47" fmla="*/ 289179 w 289179"/>
                <a:gd name="connsiteY47" fmla="*/ 178308 h 292608"/>
                <a:gd name="connsiteX48" fmla="*/ 289179 w 289179"/>
                <a:gd name="connsiteY48" fmla="*/ 149733 h 292608"/>
                <a:gd name="connsiteX49" fmla="*/ 117729 w 289179"/>
                <a:gd name="connsiteY49" fmla="*/ 149733 h 292608"/>
                <a:gd name="connsiteX50" fmla="*/ 117729 w 289179"/>
                <a:gd name="connsiteY50" fmla="*/ 142875 h 292608"/>
                <a:gd name="connsiteX51" fmla="*/ 289179 w 289179"/>
                <a:gd name="connsiteY51" fmla="*/ 142875 h 292608"/>
                <a:gd name="connsiteX52" fmla="*/ 289179 w 289179"/>
                <a:gd name="connsiteY52" fmla="*/ 149733 h 292608"/>
                <a:gd name="connsiteX53" fmla="*/ 289179 w 289179"/>
                <a:gd name="connsiteY53" fmla="*/ 121158 h 292608"/>
                <a:gd name="connsiteX54" fmla="*/ 117729 w 289179"/>
                <a:gd name="connsiteY54" fmla="*/ 121158 h 292608"/>
                <a:gd name="connsiteX55" fmla="*/ 117729 w 289179"/>
                <a:gd name="connsiteY55" fmla="*/ 114300 h 292608"/>
                <a:gd name="connsiteX56" fmla="*/ 289179 w 289179"/>
                <a:gd name="connsiteY56" fmla="*/ 114300 h 292608"/>
                <a:gd name="connsiteX57" fmla="*/ 289179 w 289179"/>
                <a:gd name="connsiteY57" fmla="*/ 121158 h 292608"/>
                <a:gd name="connsiteX58" fmla="*/ 289179 w 289179"/>
                <a:gd name="connsiteY58" fmla="*/ 64008 h 292608"/>
                <a:gd name="connsiteX59" fmla="*/ 117729 w 289179"/>
                <a:gd name="connsiteY59" fmla="*/ 64008 h 292608"/>
                <a:gd name="connsiteX60" fmla="*/ 117729 w 289179"/>
                <a:gd name="connsiteY60" fmla="*/ 57150 h 292608"/>
                <a:gd name="connsiteX61" fmla="*/ 289179 w 289179"/>
                <a:gd name="connsiteY61" fmla="*/ 57150 h 292608"/>
                <a:gd name="connsiteX62" fmla="*/ 289179 w 289179"/>
                <a:gd name="connsiteY62" fmla="*/ 64008 h 292608"/>
                <a:gd name="connsiteX63" fmla="*/ 289179 w 289179"/>
                <a:gd name="connsiteY63" fmla="*/ 35433 h 292608"/>
                <a:gd name="connsiteX64" fmla="*/ 117729 w 289179"/>
                <a:gd name="connsiteY64" fmla="*/ 35433 h 292608"/>
                <a:gd name="connsiteX65" fmla="*/ 117729 w 289179"/>
                <a:gd name="connsiteY65" fmla="*/ 28575 h 292608"/>
                <a:gd name="connsiteX66" fmla="*/ 289179 w 289179"/>
                <a:gd name="connsiteY66" fmla="*/ 28575 h 292608"/>
                <a:gd name="connsiteX67" fmla="*/ 289179 w 289179"/>
                <a:gd name="connsiteY67" fmla="*/ 35433 h 292608"/>
                <a:gd name="connsiteX68" fmla="*/ 289179 w 289179"/>
                <a:gd name="connsiteY68" fmla="*/ 6858 h 292608"/>
                <a:gd name="connsiteX69" fmla="*/ 117729 w 289179"/>
                <a:gd name="connsiteY69" fmla="*/ 6858 h 292608"/>
                <a:gd name="connsiteX70" fmla="*/ 117729 w 289179"/>
                <a:gd name="connsiteY70" fmla="*/ 0 h 292608"/>
                <a:gd name="connsiteX71" fmla="*/ 289179 w 289179"/>
                <a:gd name="connsiteY71" fmla="*/ 0 h 292608"/>
                <a:gd name="connsiteX72" fmla="*/ 289179 w 289179"/>
                <a:gd name="connsiteY72"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128302 h 292608"/>
                <a:gd name="connsiteX21" fmla="*/ 14002 w 289179"/>
                <a:gd name="connsiteY21" fmla="*/ 146304 h 292608"/>
                <a:gd name="connsiteX22" fmla="*/ 32004 w 289179"/>
                <a:gd name="connsiteY22" fmla="*/ 164306 h 292608"/>
                <a:gd name="connsiteX23" fmla="*/ 32385 w 289179"/>
                <a:gd name="connsiteY23" fmla="*/ 128302 h 292608"/>
                <a:gd name="connsiteX24" fmla="*/ 32004 w 289179"/>
                <a:gd name="connsiteY24" fmla="*/ 128302 h 292608"/>
                <a:gd name="connsiteX25" fmla="*/ 32004 w 289179"/>
                <a:gd name="connsiteY25" fmla="*/ 6858 h 292608"/>
                <a:gd name="connsiteX26" fmla="*/ 6858 w 289179"/>
                <a:gd name="connsiteY26" fmla="*/ 32004 h 292608"/>
                <a:gd name="connsiteX27" fmla="*/ 32004 w 289179"/>
                <a:gd name="connsiteY27" fmla="*/ 57150 h 292608"/>
                <a:gd name="connsiteX28" fmla="*/ 57150 w 289179"/>
                <a:gd name="connsiteY28" fmla="*/ 32004 h 292608"/>
                <a:gd name="connsiteX29" fmla="*/ 32004 w 289179"/>
                <a:gd name="connsiteY29" fmla="*/ 6858 h 292608"/>
                <a:gd name="connsiteX30" fmla="*/ 289179 w 289179"/>
                <a:gd name="connsiteY30" fmla="*/ 264033 h 292608"/>
                <a:gd name="connsiteX31" fmla="*/ 117729 w 289179"/>
                <a:gd name="connsiteY31" fmla="*/ 264033 h 292608"/>
                <a:gd name="connsiteX32" fmla="*/ 117729 w 289179"/>
                <a:gd name="connsiteY32" fmla="*/ 257175 h 292608"/>
                <a:gd name="connsiteX33" fmla="*/ 289179 w 289179"/>
                <a:gd name="connsiteY33" fmla="*/ 257175 h 292608"/>
                <a:gd name="connsiteX34" fmla="*/ 289179 w 289179"/>
                <a:gd name="connsiteY34" fmla="*/ 264033 h 292608"/>
                <a:gd name="connsiteX35" fmla="*/ 289179 w 289179"/>
                <a:gd name="connsiteY35" fmla="*/ 235458 h 292608"/>
                <a:gd name="connsiteX36" fmla="*/ 117729 w 289179"/>
                <a:gd name="connsiteY36" fmla="*/ 235458 h 292608"/>
                <a:gd name="connsiteX37" fmla="*/ 117729 w 289179"/>
                <a:gd name="connsiteY37" fmla="*/ 228600 h 292608"/>
                <a:gd name="connsiteX38" fmla="*/ 289179 w 289179"/>
                <a:gd name="connsiteY38" fmla="*/ 228600 h 292608"/>
                <a:gd name="connsiteX39" fmla="*/ 289179 w 289179"/>
                <a:gd name="connsiteY39" fmla="*/ 235458 h 292608"/>
                <a:gd name="connsiteX40" fmla="*/ 289179 w 289179"/>
                <a:gd name="connsiteY40" fmla="*/ 178308 h 292608"/>
                <a:gd name="connsiteX41" fmla="*/ 117729 w 289179"/>
                <a:gd name="connsiteY41" fmla="*/ 178308 h 292608"/>
                <a:gd name="connsiteX42" fmla="*/ 117729 w 289179"/>
                <a:gd name="connsiteY42" fmla="*/ 171450 h 292608"/>
                <a:gd name="connsiteX43" fmla="*/ 289179 w 289179"/>
                <a:gd name="connsiteY43" fmla="*/ 171450 h 292608"/>
                <a:gd name="connsiteX44" fmla="*/ 289179 w 289179"/>
                <a:gd name="connsiteY44" fmla="*/ 178308 h 292608"/>
                <a:gd name="connsiteX45" fmla="*/ 289179 w 289179"/>
                <a:gd name="connsiteY45" fmla="*/ 149733 h 292608"/>
                <a:gd name="connsiteX46" fmla="*/ 117729 w 289179"/>
                <a:gd name="connsiteY46" fmla="*/ 149733 h 292608"/>
                <a:gd name="connsiteX47" fmla="*/ 117729 w 289179"/>
                <a:gd name="connsiteY47" fmla="*/ 142875 h 292608"/>
                <a:gd name="connsiteX48" fmla="*/ 289179 w 289179"/>
                <a:gd name="connsiteY48" fmla="*/ 142875 h 292608"/>
                <a:gd name="connsiteX49" fmla="*/ 289179 w 289179"/>
                <a:gd name="connsiteY49" fmla="*/ 149733 h 292608"/>
                <a:gd name="connsiteX50" fmla="*/ 289179 w 289179"/>
                <a:gd name="connsiteY50" fmla="*/ 121158 h 292608"/>
                <a:gd name="connsiteX51" fmla="*/ 117729 w 289179"/>
                <a:gd name="connsiteY51" fmla="*/ 121158 h 292608"/>
                <a:gd name="connsiteX52" fmla="*/ 117729 w 289179"/>
                <a:gd name="connsiteY52" fmla="*/ 114300 h 292608"/>
                <a:gd name="connsiteX53" fmla="*/ 289179 w 289179"/>
                <a:gd name="connsiteY53" fmla="*/ 114300 h 292608"/>
                <a:gd name="connsiteX54" fmla="*/ 289179 w 289179"/>
                <a:gd name="connsiteY54" fmla="*/ 121158 h 292608"/>
                <a:gd name="connsiteX55" fmla="*/ 289179 w 289179"/>
                <a:gd name="connsiteY55" fmla="*/ 64008 h 292608"/>
                <a:gd name="connsiteX56" fmla="*/ 117729 w 289179"/>
                <a:gd name="connsiteY56" fmla="*/ 64008 h 292608"/>
                <a:gd name="connsiteX57" fmla="*/ 117729 w 289179"/>
                <a:gd name="connsiteY57" fmla="*/ 57150 h 292608"/>
                <a:gd name="connsiteX58" fmla="*/ 289179 w 289179"/>
                <a:gd name="connsiteY58" fmla="*/ 57150 h 292608"/>
                <a:gd name="connsiteX59" fmla="*/ 289179 w 289179"/>
                <a:gd name="connsiteY59" fmla="*/ 64008 h 292608"/>
                <a:gd name="connsiteX60" fmla="*/ 289179 w 289179"/>
                <a:gd name="connsiteY60" fmla="*/ 35433 h 292608"/>
                <a:gd name="connsiteX61" fmla="*/ 117729 w 289179"/>
                <a:gd name="connsiteY61" fmla="*/ 35433 h 292608"/>
                <a:gd name="connsiteX62" fmla="*/ 117729 w 289179"/>
                <a:gd name="connsiteY62" fmla="*/ 28575 h 292608"/>
                <a:gd name="connsiteX63" fmla="*/ 289179 w 289179"/>
                <a:gd name="connsiteY63" fmla="*/ 28575 h 292608"/>
                <a:gd name="connsiteX64" fmla="*/ 289179 w 289179"/>
                <a:gd name="connsiteY64" fmla="*/ 35433 h 292608"/>
                <a:gd name="connsiteX65" fmla="*/ 289179 w 289179"/>
                <a:gd name="connsiteY65" fmla="*/ 6858 h 292608"/>
                <a:gd name="connsiteX66" fmla="*/ 117729 w 289179"/>
                <a:gd name="connsiteY66" fmla="*/ 6858 h 292608"/>
                <a:gd name="connsiteX67" fmla="*/ 117729 w 289179"/>
                <a:gd name="connsiteY67" fmla="*/ 0 h 292608"/>
                <a:gd name="connsiteX68" fmla="*/ 289179 w 289179"/>
                <a:gd name="connsiteY68" fmla="*/ 0 h 292608"/>
                <a:gd name="connsiteX69" fmla="*/ 289179 w 289179"/>
                <a:gd name="connsiteY69"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243230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32004 w 289179"/>
                <a:gd name="connsiteY19" fmla="*/ 128302 h 292608"/>
                <a:gd name="connsiteX20" fmla="*/ 14002 w 289179"/>
                <a:gd name="connsiteY20" fmla="*/ 146304 h 292608"/>
                <a:gd name="connsiteX21" fmla="*/ 32004 w 289179"/>
                <a:gd name="connsiteY21" fmla="*/ 164306 h 292608"/>
                <a:gd name="connsiteX22" fmla="*/ 32385 w 289179"/>
                <a:gd name="connsiteY22" fmla="*/ 128302 h 292608"/>
                <a:gd name="connsiteX23" fmla="*/ 32004 w 289179"/>
                <a:gd name="connsiteY23" fmla="*/ 128302 h 292608"/>
                <a:gd name="connsiteX24" fmla="*/ 32004 w 289179"/>
                <a:gd name="connsiteY24" fmla="*/ 6858 h 292608"/>
                <a:gd name="connsiteX25" fmla="*/ 6858 w 289179"/>
                <a:gd name="connsiteY25" fmla="*/ 32004 h 292608"/>
                <a:gd name="connsiteX26" fmla="*/ 32004 w 289179"/>
                <a:gd name="connsiteY26" fmla="*/ 57150 h 292608"/>
                <a:gd name="connsiteX27" fmla="*/ 57150 w 289179"/>
                <a:gd name="connsiteY27" fmla="*/ 32004 h 292608"/>
                <a:gd name="connsiteX28" fmla="*/ 32004 w 289179"/>
                <a:gd name="connsiteY28" fmla="*/ 6858 h 292608"/>
                <a:gd name="connsiteX29" fmla="*/ 289179 w 289179"/>
                <a:gd name="connsiteY29" fmla="*/ 264033 h 292608"/>
                <a:gd name="connsiteX30" fmla="*/ 117729 w 289179"/>
                <a:gd name="connsiteY30" fmla="*/ 264033 h 292608"/>
                <a:gd name="connsiteX31" fmla="*/ 117729 w 289179"/>
                <a:gd name="connsiteY31" fmla="*/ 257175 h 292608"/>
                <a:gd name="connsiteX32" fmla="*/ 289179 w 289179"/>
                <a:gd name="connsiteY32" fmla="*/ 257175 h 292608"/>
                <a:gd name="connsiteX33" fmla="*/ 289179 w 289179"/>
                <a:gd name="connsiteY33" fmla="*/ 264033 h 292608"/>
                <a:gd name="connsiteX34" fmla="*/ 289179 w 289179"/>
                <a:gd name="connsiteY34" fmla="*/ 235458 h 292608"/>
                <a:gd name="connsiteX35" fmla="*/ 117729 w 289179"/>
                <a:gd name="connsiteY35" fmla="*/ 235458 h 292608"/>
                <a:gd name="connsiteX36" fmla="*/ 117729 w 289179"/>
                <a:gd name="connsiteY36" fmla="*/ 228600 h 292608"/>
                <a:gd name="connsiteX37" fmla="*/ 289179 w 289179"/>
                <a:gd name="connsiteY37" fmla="*/ 228600 h 292608"/>
                <a:gd name="connsiteX38" fmla="*/ 289179 w 289179"/>
                <a:gd name="connsiteY38" fmla="*/ 235458 h 292608"/>
                <a:gd name="connsiteX39" fmla="*/ 289179 w 289179"/>
                <a:gd name="connsiteY39" fmla="*/ 178308 h 292608"/>
                <a:gd name="connsiteX40" fmla="*/ 117729 w 289179"/>
                <a:gd name="connsiteY40" fmla="*/ 178308 h 292608"/>
                <a:gd name="connsiteX41" fmla="*/ 117729 w 289179"/>
                <a:gd name="connsiteY41" fmla="*/ 171450 h 292608"/>
                <a:gd name="connsiteX42" fmla="*/ 289179 w 289179"/>
                <a:gd name="connsiteY42" fmla="*/ 171450 h 292608"/>
                <a:gd name="connsiteX43" fmla="*/ 289179 w 289179"/>
                <a:gd name="connsiteY43" fmla="*/ 178308 h 292608"/>
                <a:gd name="connsiteX44" fmla="*/ 289179 w 289179"/>
                <a:gd name="connsiteY44" fmla="*/ 149733 h 292608"/>
                <a:gd name="connsiteX45" fmla="*/ 117729 w 289179"/>
                <a:gd name="connsiteY45" fmla="*/ 149733 h 292608"/>
                <a:gd name="connsiteX46" fmla="*/ 117729 w 289179"/>
                <a:gd name="connsiteY46" fmla="*/ 142875 h 292608"/>
                <a:gd name="connsiteX47" fmla="*/ 289179 w 289179"/>
                <a:gd name="connsiteY47" fmla="*/ 142875 h 292608"/>
                <a:gd name="connsiteX48" fmla="*/ 289179 w 289179"/>
                <a:gd name="connsiteY48" fmla="*/ 149733 h 292608"/>
                <a:gd name="connsiteX49" fmla="*/ 289179 w 289179"/>
                <a:gd name="connsiteY49" fmla="*/ 121158 h 292608"/>
                <a:gd name="connsiteX50" fmla="*/ 117729 w 289179"/>
                <a:gd name="connsiteY50" fmla="*/ 121158 h 292608"/>
                <a:gd name="connsiteX51" fmla="*/ 117729 w 289179"/>
                <a:gd name="connsiteY51" fmla="*/ 114300 h 292608"/>
                <a:gd name="connsiteX52" fmla="*/ 289179 w 289179"/>
                <a:gd name="connsiteY52" fmla="*/ 114300 h 292608"/>
                <a:gd name="connsiteX53" fmla="*/ 289179 w 289179"/>
                <a:gd name="connsiteY53" fmla="*/ 121158 h 292608"/>
                <a:gd name="connsiteX54" fmla="*/ 289179 w 289179"/>
                <a:gd name="connsiteY54" fmla="*/ 64008 h 292608"/>
                <a:gd name="connsiteX55" fmla="*/ 117729 w 289179"/>
                <a:gd name="connsiteY55" fmla="*/ 64008 h 292608"/>
                <a:gd name="connsiteX56" fmla="*/ 117729 w 289179"/>
                <a:gd name="connsiteY56" fmla="*/ 57150 h 292608"/>
                <a:gd name="connsiteX57" fmla="*/ 289179 w 289179"/>
                <a:gd name="connsiteY57" fmla="*/ 57150 h 292608"/>
                <a:gd name="connsiteX58" fmla="*/ 289179 w 289179"/>
                <a:gd name="connsiteY58" fmla="*/ 64008 h 292608"/>
                <a:gd name="connsiteX59" fmla="*/ 289179 w 289179"/>
                <a:gd name="connsiteY59" fmla="*/ 35433 h 292608"/>
                <a:gd name="connsiteX60" fmla="*/ 117729 w 289179"/>
                <a:gd name="connsiteY60" fmla="*/ 35433 h 292608"/>
                <a:gd name="connsiteX61" fmla="*/ 117729 w 289179"/>
                <a:gd name="connsiteY61" fmla="*/ 28575 h 292608"/>
                <a:gd name="connsiteX62" fmla="*/ 289179 w 289179"/>
                <a:gd name="connsiteY62" fmla="*/ 28575 h 292608"/>
                <a:gd name="connsiteX63" fmla="*/ 289179 w 289179"/>
                <a:gd name="connsiteY63" fmla="*/ 35433 h 292608"/>
                <a:gd name="connsiteX64" fmla="*/ 289179 w 289179"/>
                <a:gd name="connsiteY64" fmla="*/ 6858 h 292608"/>
                <a:gd name="connsiteX65" fmla="*/ 117729 w 289179"/>
                <a:gd name="connsiteY65" fmla="*/ 6858 h 292608"/>
                <a:gd name="connsiteX66" fmla="*/ 117729 w 289179"/>
                <a:gd name="connsiteY66" fmla="*/ 0 h 292608"/>
                <a:gd name="connsiteX67" fmla="*/ 289179 w 289179"/>
                <a:gd name="connsiteY67" fmla="*/ 0 h 292608"/>
                <a:gd name="connsiteX68" fmla="*/ 289179 w 289179"/>
                <a:gd name="connsiteY68"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2004 w 289179"/>
                <a:gd name="connsiteY18" fmla="*/ 128302 h 292608"/>
                <a:gd name="connsiteX19" fmla="*/ 14002 w 289179"/>
                <a:gd name="connsiteY19" fmla="*/ 146304 h 292608"/>
                <a:gd name="connsiteX20" fmla="*/ 32004 w 289179"/>
                <a:gd name="connsiteY20" fmla="*/ 164306 h 292608"/>
                <a:gd name="connsiteX21" fmla="*/ 32385 w 289179"/>
                <a:gd name="connsiteY21" fmla="*/ 128302 h 292608"/>
                <a:gd name="connsiteX22" fmla="*/ 32004 w 289179"/>
                <a:gd name="connsiteY22" fmla="*/ 128302 h 292608"/>
                <a:gd name="connsiteX23" fmla="*/ 32004 w 289179"/>
                <a:gd name="connsiteY23" fmla="*/ 6858 h 292608"/>
                <a:gd name="connsiteX24" fmla="*/ 6858 w 289179"/>
                <a:gd name="connsiteY24" fmla="*/ 32004 h 292608"/>
                <a:gd name="connsiteX25" fmla="*/ 32004 w 289179"/>
                <a:gd name="connsiteY25" fmla="*/ 57150 h 292608"/>
                <a:gd name="connsiteX26" fmla="*/ 57150 w 289179"/>
                <a:gd name="connsiteY26" fmla="*/ 32004 h 292608"/>
                <a:gd name="connsiteX27" fmla="*/ 32004 w 289179"/>
                <a:gd name="connsiteY27" fmla="*/ 6858 h 292608"/>
                <a:gd name="connsiteX28" fmla="*/ 289179 w 289179"/>
                <a:gd name="connsiteY28" fmla="*/ 264033 h 292608"/>
                <a:gd name="connsiteX29" fmla="*/ 117729 w 289179"/>
                <a:gd name="connsiteY29" fmla="*/ 264033 h 292608"/>
                <a:gd name="connsiteX30" fmla="*/ 117729 w 289179"/>
                <a:gd name="connsiteY30" fmla="*/ 257175 h 292608"/>
                <a:gd name="connsiteX31" fmla="*/ 289179 w 289179"/>
                <a:gd name="connsiteY31" fmla="*/ 257175 h 292608"/>
                <a:gd name="connsiteX32" fmla="*/ 289179 w 289179"/>
                <a:gd name="connsiteY32" fmla="*/ 264033 h 292608"/>
                <a:gd name="connsiteX33" fmla="*/ 289179 w 289179"/>
                <a:gd name="connsiteY33" fmla="*/ 235458 h 292608"/>
                <a:gd name="connsiteX34" fmla="*/ 117729 w 289179"/>
                <a:gd name="connsiteY34" fmla="*/ 235458 h 292608"/>
                <a:gd name="connsiteX35" fmla="*/ 117729 w 289179"/>
                <a:gd name="connsiteY35" fmla="*/ 228600 h 292608"/>
                <a:gd name="connsiteX36" fmla="*/ 289179 w 289179"/>
                <a:gd name="connsiteY36" fmla="*/ 228600 h 292608"/>
                <a:gd name="connsiteX37" fmla="*/ 289179 w 289179"/>
                <a:gd name="connsiteY37" fmla="*/ 235458 h 292608"/>
                <a:gd name="connsiteX38" fmla="*/ 289179 w 289179"/>
                <a:gd name="connsiteY38" fmla="*/ 178308 h 292608"/>
                <a:gd name="connsiteX39" fmla="*/ 117729 w 289179"/>
                <a:gd name="connsiteY39" fmla="*/ 178308 h 292608"/>
                <a:gd name="connsiteX40" fmla="*/ 117729 w 289179"/>
                <a:gd name="connsiteY40" fmla="*/ 171450 h 292608"/>
                <a:gd name="connsiteX41" fmla="*/ 289179 w 289179"/>
                <a:gd name="connsiteY41" fmla="*/ 171450 h 292608"/>
                <a:gd name="connsiteX42" fmla="*/ 289179 w 289179"/>
                <a:gd name="connsiteY42" fmla="*/ 178308 h 292608"/>
                <a:gd name="connsiteX43" fmla="*/ 289179 w 289179"/>
                <a:gd name="connsiteY43" fmla="*/ 149733 h 292608"/>
                <a:gd name="connsiteX44" fmla="*/ 117729 w 289179"/>
                <a:gd name="connsiteY44" fmla="*/ 149733 h 292608"/>
                <a:gd name="connsiteX45" fmla="*/ 117729 w 289179"/>
                <a:gd name="connsiteY45" fmla="*/ 142875 h 292608"/>
                <a:gd name="connsiteX46" fmla="*/ 289179 w 289179"/>
                <a:gd name="connsiteY46" fmla="*/ 142875 h 292608"/>
                <a:gd name="connsiteX47" fmla="*/ 289179 w 289179"/>
                <a:gd name="connsiteY47" fmla="*/ 149733 h 292608"/>
                <a:gd name="connsiteX48" fmla="*/ 289179 w 289179"/>
                <a:gd name="connsiteY48" fmla="*/ 121158 h 292608"/>
                <a:gd name="connsiteX49" fmla="*/ 117729 w 289179"/>
                <a:gd name="connsiteY49" fmla="*/ 121158 h 292608"/>
                <a:gd name="connsiteX50" fmla="*/ 117729 w 289179"/>
                <a:gd name="connsiteY50" fmla="*/ 114300 h 292608"/>
                <a:gd name="connsiteX51" fmla="*/ 289179 w 289179"/>
                <a:gd name="connsiteY51" fmla="*/ 114300 h 292608"/>
                <a:gd name="connsiteX52" fmla="*/ 289179 w 289179"/>
                <a:gd name="connsiteY52" fmla="*/ 121158 h 292608"/>
                <a:gd name="connsiteX53" fmla="*/ 289179 w 289179"/>
                <a:gd name="connsiteY53" fmla="*/ 64008 h 292608"/>
                <a:gd name="connsiteX54" fmla="*/ 117729 w 289179"/>
                <a:gd name="connsiteY54" fmla="*/ 64008 h 292608"/>
                <a:gd name="connsiteX55" fmla="*/ 117729 w 289179"/>
                <a:gd name="connsiteY55" fmla="*/ 57150 h 292608"/>
                <a:gd name="connsiteX56" fmla="*/ 289179 w 289179"/>
                <a:gd name="connsiteY56" fmla="*/ 57150 h 292608"/>
                <a:gd name="connsiteX57" fmla="*/ 289179 w 289179"/>
                <a:gd name="connsiteY57" fmla="*/ 64008 h 292608"/>
                <a:gd name="connsiteX58" fmla="*/ 289179 w 289179"/>
                <a:gd name="connsiteY58" fmla="*/ 35433 h 292608"/>
                <a:gd name="connsiteX59" fmla="*/ 117729 w 289179"/>
                <a:gd name="connsiteY59" fmla="*/ 35433 h 292608"/>
                <a:gd name="connsiteX60" fmla="*/ 117729 w 289179"/>
                <a:gd name="connsiteY60" fmla="*/ 28575 h 292608"/>
                <a:gd name="connsiteX61" fmla="*/ 289179 w 289179"/>
                <a:gd name="connsiteY61" fmla="*/ 28575 h 292608"/>
                <a:gd name="connsiteX62" fmla="*/ 289179 w 289179"/>
                <a:gd name="connsiteY62" fmla="*/ 35433 h 292608"/>
                <a:gd name="connsiteX63" fmla="*/ 289179 w 289179"/>
                <a:gd name="connsiteY63" fmla="*/ 6858 h 292608"/>
                <a:gd name="connsiteX64" fmla="*/ 117729 w 289179"/>
                <a:gd name="connsiteY64" fmla="*/ 6858 h 292608"/>
                <a:gd name="connsiteX65" fmla="*/ 117729 w 289179"/>
                <a:gd name="connsiteY65" fmla="*/ 0 h 292608"/>
                <a:gd name="connsiteX66" fmla="*/ 289179 w 289179"/>
                <a:gd name="connsiteY66" fmla="*/ 0 h 292608"/>
                <a:gd name="connsiteX67" fmla="*/ 289179 w 289179"/>
                <a:gd name="connsiteY67"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28575 w 289179"/>
                <a:gd name="connsiteY7" fmla="*/ 170926 h 292608"/>
                <a:gd name="connsiteX8" fmla="*/ 7144 w 289179"/>
                <a:gd name="connsiteY8" fmla="*/ 146304 h 292608"/>
                <a:gd name="connsiteX9" fmla="*/ 28575 w 289179"/>
                <a:gd name="connsiteY9" fmla="*/ 121682 h 292608"/>
                <a:gd name="connsiteX10" fmla="*/ 28575 w 289179"/>
                <a:gd name="connsiteY10" fmla="*/ 63827 h 292608"/>
                <a:gd name="connsiteX11" fmla="*/ 0 w 289179"/>
                <a:gd name="connsiteY11" fmla="*/ 32004 h 292608"/>
                <a:gd name="connsiteX12" fmla="*/ 32004 w 289179"/>
                <a:gd name="connsiteY12" fmla="*/ 0 h 292608"/>
                <a:gd name="connsiteX13" fmla="*/ 64008 w 289179"/>
                <a:gd name="connsiteY13" fmla="*/ 32004 h 292608"/>
                <a:gd name="connsiteX14" fmla="*/ 35433 w 289179"/>
                <a:gd name="connsiteY14" fmla="*/ 63827 h 292608"/>
                <a:gd name="connsiteX15" fmla="*/ 35433 w 289179"/>
                <a:gd name="connsiteY15" fmla="*/ 121682 h 292608"/>
                <a:gd name="connsiteX16" fmla="*/ 35433 w 289179"/>
                <a:gd name="connsiteY16" fmla="*/ 170926 h 292608"/>
                <a:gd name="connsiteX17" fmla="*/ 32004 w 289179"/>
                <a:gd name="connsiteY17" fmla="*/ 128302 h 292608"/>
                <a:gd name="connsiteX18" fmla="*/ 14002 w 289179"/>
                <a:gd name="connsiteY18" fmla="*/ 146304 h 292608"/>
                <a:gd name="connsiteX19" fmla="*/ 32004 w 289179"/>
                <a:gd name="connsiteY19" fmla="*/ 164306 h 292608"/>
                <a:gd name="connsiteX20" fmla="*/ 32385 w 289179"/>
                <a:gd name="connsiteY20" fmla="*/ 128302 h 292608"/>
                <a:gd name="connsiteX21" fmla="*/ 32004 w 289179"/>
                <a:gd name="connsiteY21" fmla="*/ 128302 h 292608"/>
                <a:gd name="connsiteX22" fmla="*/ 32004 w 289179"/>
                <a:gd name="connsiteY22" fmla="*/ 6858 h 292608"/>
                <a:gd name="connsiteX23" fmla="*/ 6858 w 289179"/>
                <a:gd name="connsiteY23" fmla="*/ 32004 h 292608"/>
                <a:gd name="connsiteX24" fmla="*/ 32004 w 289179"/>
                <a:gd name="connsiteY24" fmla="*/ 57150 h 292608"/>
                <a:gd name="connsiteX25" fmla="*/ 57150 w 289179"/>
                <a:gd name="connsiteY25" fmla="*/ 32004 h 292608"/>
                <a:gd name="connsiteX26" fmla="*/ 32004 w 289179"/>
                <a:gd name="connsiteY26" fmla="*/ 6858 h 292608"/>
                <a:gd name="connsiteX27" fmla="*/ 289179 w 289179"/>
                <a:gd name="connsiteY27" fmla="*/ 264033 h 292608"/>
                <a:gd name="connsiteX28" fmla="*/ 117729 w 289179"/>
                <a:gd name="connsiteY28" fmla="*/ 264033 h 292608"/>
                <a:gd name="connsiteX29" fmla="*/ 117729 w 289179"/>
                <a:gd name="connsiteY29" fmla="*/ 257175 h 292608"/>
                <a:gd name="connsiteX30" fmla="*/ 289179 w 289179"/>
                <a:gd name="connsiteY30" fmla="*/ 257175 h 292608"/>
                <a:gd name="connsiteX31" fmla="*/ 289179 w 289179"/>
                <a:gd name="connsiteY31" fmla="*/ 264033 h 292608"/>
                <a:gd name="connsiteX32" fmla="*/ 289179 w 289179"/>
                <a:gd name="connsiteY32" fmla="*/ 235458 h 292608"/>
                <a:gd name="connsiteX33" fmla="*/ 117729 w 289179"/>
                <a:gd name="connsiteY33" fmla="*/ 235458 h 292608"/>
                <a:gd name="connsiteX34" fmla="*/ 117729 w 289179"/>
                <a:gd name="connsiteY34" fmla="*/ 228600 h 292608"/>
                <a:gd name="connsiteX35" fmla="*/ 289179 w 289179"/>
                <a:gd name="connsiteY35" fmla="*/ 228600 h 292608"/>
                <a:gd name="connsiteX36" fmla="*/ 289179 w 289179"/>
                <a:gd name="connsiteY36" fmla="*/ 235458 h 292608"/>
                <a:gd name="connsiteX37" fmla="*/ 289179 w 289179"/>
                <a:gd name="connsiteY37" fmla="*/ 178308 h 292608"/>
                <a:gd name="connsiteX38" fmla="*/ 117729 w 289179"/>
                <a:gd name="connsiteY38" fmla="*/ 178308 h 292608"/>
                <a:gd name="connsiteX39" fmla="*/ 117729 w 289179"/>
                <a:gd name="connsiteY39" fmla="*/ 171450 h 292608"/>
                <a:gd name="connsiteX40" fmla="*/ 289179 w 289179"/>
                <a:gd name="connsiteY40" fmla="*/ 171450 h 292608"/>
                <a:gd name="connsiteX41" fmla="*/ 289179 w 289179"/>
                <a:gd name="connsiteY41" fmla="*/ 178308 h 292608"/>
                <a:gd name="connsiteX42" fmla="*/ 289179 w 289179"/>
                <a:gd name="connsiteY42" fmla="*/ 149733 h 292608"/>
                <a:gd name="connsiteX43" fmla="*/ 117729 w 289179"/>
                <a:gd name="connsiteY43" fmla="*/ 149733 h 292608"/>
                <a:gd name="connsiteX44" fmla="*/ 117729 w 289179"/>
                <a:gd name="connsiteY44" fmla="*/ 142875 h 292608"/>
                <a:gd name="connsiteX45" fmla="*/ 289179 w 289179"/>
                <a:gd name="connsiteY45" fmla="*/ 142875 h 292608"/>
                <a:gd name="connsiteX46" fmla="*/ 289179 w 289179"/>
                <a:gd name="connsiteY46" fmla="*/ 149733 h 292608"/>
                <a:gd name="connsiteX47" fmla="*/ 289179 w 289179"/>
                <a:gd name="connsiteY47" fmla="*/ 121158 h 292608"/>
                <a:gd name="connsiteX48" fmla="*/ 117729 w 289179"/>
                <a:gd name="connsiteY48" fmla="*/ 121158 h 292608"/>
                <a:gd name="connsiteX49" fmla="*/ 117729 w 289179"/>
                <a:gd name="connsiteY49" fmla="*/ 114300 h 292608"/>
                <a:gd name="connsiteX50" fmla="*/ 289179 w 289179"/>
                <a:gd name="connsiteY50" fmla="*/ 114300 h 292608"/>
                <a:gd name="connsiteX51" fmla="*/ 289179 w 289179"/>
                <a:gd name="connsiteY51" fmla="*/ 121158 h 292608"/>
                <a:gd name="connsiteX52" fmla="*/ 289179 w 289179"/>
                <a:gd name="connsiteY52" fmla="*/ 64008 h 292608"/>
                <a:gd name="connsiteX53" fmla="*/ 117729 w 289179"/>
                <a:gd name="connsiteY53" fmla="*/ 64008 h 292608"/>
                <a:gd name="connsiteX54" fmla="*/ 117729 w 289179"/>
                <a:gd name="connsiteY54" fmla="*/ 57150 h 292608"/>
                <a:gd name="connsiteX55" fmla="*/ 289179 w 289179"/>
                <a:gd name="connsiteY55" fmla="*/ 57150 h 292608"/>
                <a:gd name="connsiteX56" fmla="*/ 289179 w 289179"/>
                <a:gd name="connsiteY56" fmla="*/ 64008 h 292608"/>
                <a:gd name="connsiteX57" fmla="*/ 289179 w 289179"/>
                <a:gd name="connsiteY57" fmla="*/ 35433 h 292608"/>
                <a:gd name="connsiteX58" fmla="*/ 117729 w 289179"/>
                <a:gd name="connsiteY58" fmla="*/ 35433 h 292608"/>
                <a:gd name="connsiteX59" fmla="*/ 117729 w 289179"/>
                <a:gd name="connsiteY59" fmla="*/ 28575 h 292608"/>
                <a:gd name="connsiteX60" fmla="*/ 289179 w 289179"/>
                <a:gd name="connsiteY60" fmla="*/ 28575 h 292608"/>
                <a:gd name="connsiteX61" fmla="*/ 289179 w 289179"/>
                <a:gd name="connsiteY61" fmla="*/ 35433 h 292608"/>
                <a:gd name="connsiteX62" fmla="*/ 289179 w 289179"/>
                <a:gd name="connsiteY62" fmla="*/ 6858 h 292608"/>
                <a:gd name="connsiteX63" fmla="*/ 117729 w 289179"/>
                <a:gd name="connsiteY63" fmla="*/ 6858 h 292608"/>
                <a:gd name="connsiteX64" fmla="*/ 117729 w 289179"/>
                <a:gd name="connsiteY64" fmla="*/ 0 h 292608"/>
                <a:gd name="connsiteX65" fmla="*/ 289179 w 289179"/>
                <a:gd name="connsiteY65" fmla="*/ 0 h 292608"/>
                <a:gd name="connsiteX66" fmla="*/ 289179 w 289179"/>
                <a:gd name="connsiteY66"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004 w 289179"/>
                <a:gd name="connsiteY16" fmla="*/ 128302 h 292608"/>
                <a:gd name="connsiteX17" fmla="*/ 14002 w 289179"/>
                <a:gd name="connsiteY17" fmla="*/ 146304 h 292608"/>
                <a:gd name="connsiteX18" fmla="*/ 32004 w 289179"/>
                <a:gd name="connsiteY18" fmla="*/ 164306 h 292608"/>
                <a:gd name="connsiteX19" fmla="*/ 32385 w 289179"/>
                <a:gd name="connsiteY19" fmla="*/ 128302 h 292608"/>
                <a:gd name="connsiteX20" fmla="*/ 32004 w 289179"/>
                <a:gd name="connsiteY20" fmla="*/ 128302 h 292608"/>
                <a:gd name="connsiteX21" fmla="*/ 32004 w 289179"/>
                <a:gd name="connsiteY21" fmla="*/ 6858 h 292608"/>
                <a:gd name="connsiteX22" fmla="*/ 6858 w 289179"/>
                <a:gd name="connsiteY22" fmla="*/ 32004 h 292608"/>
                <a:gd name="connsiteX23" fmla="*/ 32004 w 289179"/>
                <a:gd name="connsiteY23" fmla="*/ 57150 h 292608"/>
                <a:gd name="connsiteX24" fmla="*/ 57150 w 289179"/>
                <a:gd name="connsiteY24" fmla="*/ 32004 h 292608"/>
                <a:gd name="connsiteX25" fmla="*/ 32004 w 289179"/>
                <a:gd name="connsiteY25" fmla="*/ 6858 h 292608"/>
                <a:gd name="connsiteX26" fmla="*/ 289179 w 289179"/>
                <a:gd name="connsiteY26" fmla="*/ 264033 h 292608"/>
                <a:gd name="connsiteX27" fmla="*/ 117729 w 289179"/>
                <a:gd name="connsiteY27" fmla="*/ 264033 h 292608"/>
                <a:gd name="connsiteX28" fmla="*/ 117729 w 289179"/>
                <a:gd name="connsiteY28" fmla="*/ 257175 h 292608"/>
                <a:gd name="connsiteX29" fmla="*/ 289179 w 289179"/>
                <a:gd name="connsiteY29" fmla="*/ 257175 h 292608"/>
                <a:gd name="connsiteX30" fmla="*/ 289179 w 289179"/>
                <a:gd name="connsiteY30" fmla="*/ 264033 h 292608"/>
                <a:gd name="connsiteX31" fmla="*/ 289179 w 289179"/>
                <a:gd name="connsiteY31" fmla="*/ 235458 h 292608"/>
                <a:gd name="connsiteX32" fmla="*/ 117729 w 289179"/>
                <a:gd name="connsiteY32" fmla="*/ 235458 h 292608"/>
                <a:gd name="connsiteX33" fmla="*/ 117729 w 289179"/>
                <a:gd name="connsiteY33" fmla="*/ 228600 h 292608"/>
                <a:gd name="connsiteX34" fmla="*/ 289179 w 289179"/>
                <a:gd name="connsiteY34" fmla="*/ 228600 h 292608"/>
                <a:gd name="connsiteX35" fmla="*/ 289179 w 289179"/>
                <a:gd name="connsiteY35" fmla="*/ 235458 h 292608"/>
                <a:gd name="connsiteX36" fmla="*/ 289179 w 289179"/>
                <a:gd name="connsiteY36" fmla="*/ 178308 h 292608"/>
                <a:gd name="connsiteX37" fmla="*/ 117729 w 289179"/>
                <a:gd name="connsiteY37" fmla="*/ 178308 h 292608"/>
                <a:gd name="connsiteX38" fmla="*/ 117729 w 289179"/>
                <a:gd name="connsiteY38" fmla="*/ 171450 h 292608"/>
                <a:gd name="connsiteX39" fmla="*/ 289179 w 289179"/>
                <a:gd name="connsiteY39" fmla="*/ 171450 h 292608"/>
                <a:gd name="connsiteX40" fmla="*/ 289179 w 289179"/>
                <a:gd name="connsiteY40" fmla="*/ 178308 h 292608"/>
                <a:gd name="connsiteX41" fmla="*/ 289179 w 289179"/>
                <a:gd name="connsiteY41" fmla="*/ 149733 h 292608"/>
                <a:gd name="connsiteX42" fmla="*/ 117729 w 289179"/>
                <a:gd name="connsiteY42" fmla="*/ 149733 h 292608"/>
                <a:gd name="connsiteX43" fmla="*/ 117729 w 289179"/>
                <a:gd name="connsiteY43" fmla="*/ 142875 h 292608"/>
                <a:gd name="connsiteX44" fmla="*/ 289179 w 289179"/>
                <a:gd name="connsiteY44" fmla="*/ 142875 h 292608"/>
                <a:gd name="connsiteX45" fmla="*/ 289179 w 289179"/>
                <a:gd name="connsiteY45" fmla="*/ 149733 h 292608"/>
                <a:gd name="connsiteX46" fmla="*/ 289179 w 289179"/>
                <a:gd name="connsiteY46" fmla="*/ 121158 h 292608"/>
                <a:gd name="connsiteX47" fmla="*/ 117729 w 289179"/>
                <a:gd name="connsiteY47" fmla="*/ 121158 h 292608"/>
                <a:gd name="connsiteX48" fmla="*/ 117729 w 289179"/>
                <a:gd name="connsiteY48" fmla="*/ 114300 h 292608"/>
                <a:gd name="connsiteX49" fmla="*/ 289179 w 289179"/>
                <a:gd name="connsiteY49" fmla="*/ 114300 h 292608"/>
                <a:gd name="connsiteX50" fmla="*/ 289179 w 289179"/>
                <a:gd name="connsiteY50" fmla="*/ 121158 h 292608"/>
                <a:gd name="connsiteX51" fmla="*/ 289179 w 289179"/>
                <a:gd name="connsiteY51" fmla="*/ 64008 h 292608"/>
                <a:gd name="connsiteX52" fmla="*/ 117729 w 289179"/>
                <a:gd name="connsiteY52" fmla="*/ 64008 h 292608"/>
                <a:gd name="connsiteX53" fmla="*/ 117729 w 289179"/>
                <a:gd name="connsiteY53" fmla="*/ 57150 h 292608"/>
                <a:gd name="connsiteX54" fmla="*/ 289179 w 289179"/>
                <a:gd name="connsiteY54" fmla="*/ 57150 h 292608"/>
                <a:gd name="connsiteX55" fmla="*/ 289179 w 289179"/>
                <a:gd name="connsiteY55" fmla="*/ 64008 h 292608"/>
                <a:gd name="connsiteX56" fmla="*/ 289179 w 289179"/>
                <a:gd name="connsiteY56" fmla="*/ 35433 h 292608"/>
                <a:gd name="connsiteX57" fmla="*/ 117729 w 289179"/>
                <a:gd name="connsiteY57" fmla="*/ 35433 h 292608"/>
                <a:gd name="connsiteX58" fmla="*/ 117729 w 289179"/>
                <a:gd name="connsiteY58" fmla="*/ 28575 h 292608"/>
                <a:gd name="connsiteX59" fmla="*/ 289179 w 289179"/>
                <a:gd name="connsiteY59" fmla="*/ 28575 h 292608"/>
                <a:gd name="connsiteX60" fmla="*/ 289179 w 289179"/>
                <a:gd name="connsiteY60" fmla="*/ 35433 h 292608"/>
                <a:gd name="connsiteX61" fmla="*/ 289179 w 289179"/>
                <a:gd name="connsiteY61" fmla="*/ 6858 h 292608"/>
                <a:gd name="connsiteX62" fmla="*/ 117729 w 289179"/>
                <a:gd name="connsiteY62" fmla="*/ 6858 h 292608"/>
                <a:gd name="connsiteX63" fmla="*/ 117729 w 289179"/>
                <a:gd name="connsiteY63" fmla="*/ 0 h 292608"/>
                <a:gd name="connsiteX64" fmla="*/ 289179 w 289179"/>
                <a:gd name="connsiteY64" fmla="*/ 0 h 292608"/>
                <a:gd name="connsiteX65" fmla="*/ 289179 w 289179"/>
                <a:gd name="connsiteY65"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004 w 289179"/>
                <a:gd name="connsiteY16" fmla="*/ 128302 h 292608"/>
                <a:gd name="connsiteX17" fmla="*/ 32004 w 289179"/>
                <a:gd name="connsiteY17" fmla="*/ 164306 h 292608"/>
                <a:gd name="connsiteX18" fmla="*/ 32385 w 289179"/>
                <a:gd name="connsiteY18" fmla="*/ 128302 h 292608"/>
                <a:gd name="connsiteX19" fmla="*/ 32004 w 289179"/>
                <a:gd name="connsiteY19" fmla="*/ 128302 h 292608"/>
                <a:gd name="connsiteX20" fmla="*/ 32004 w 289179"/>
                <a:gd name="connsiteY20" fmla="*/ 6858 h 292608"/>
                <a:gd name="connsiteX21" fmla="*/ 6858 w 289179"/>
                <a:gd name="connsiteY21" fmla="*/ 32004 h 292608"/>
                <a:gd name="connsiteX22" fmla="*/ 32004 w 289179"/>
                <a:gd name="connsiteY22" fmla="*/ 57150 h 292608"/>
                <a:gd name="connsiteX23" fmla="*/ 57150 w 289179"/>
                <a:gd name="connsiteY23" fmla="*/ 32004 h 292608"/>
                <a:gd name="connsiteX24" fmla="*/ 32004 w 289179"/>
                <a:gd name="connsiteY24" fmla="*/ 6858 h 292608"/>
                <a:gd name="connsiteX25" fmla="*/ 289179 w 289179"/>
                <a:gd name="connsiteY25" fmla="*/ 264033 h 292608"/>
                <a:gd name="connsiteX26" fmla="*/ 117729 w 289179"/>
                <a:gd name="connsiteY26" fmla="*/ 264033 h 292608"/>
                <a:gd name="connsiteX27" fmla="*/ 117729 w 289179"/>
                <a:gd name="connsiteY27" fmla="*/ 257175 h 292608"/>
                <a:gd name="connsiteX28" fmla="*/ 289179 w 289179"/>
                <a:gd name="connsiteY28" fmla="*/ 257175 h 292608"/>
                <a:gd name="connsiteX29" fmla="*/ 289179 w 289179"/>
                <a:gd name="connsiteY29" fmla="*/ 264033 h 292608"/>
                <a:gd name="connsiteX30" fmla="*/ 289179 w 289179"/>
                <a:gd name="connsiteY30" fmla="*/ 235458 h 292608"/>
                <a:gd name="connsiteX31" fmla="*/ 117729 w 289179"/>
                <a:gd name="connsiteY31" fmla="*/ 235458 h 292608"/>
                <a:gd name="connsiteX32" fmla="*/ 117729 w 289179"/>
                <a:gd name="connsiteY32" fmla="*/ 228600 h 292608"/>
                <a:gd name="connsiteX33" fmla="*/ 289179 w 289179"/>
                <a:gd name="connsiteY33" fmla="*/ 228600 h 292608"/>
                <a:gd name="connsiteX34" fmla="*/ 289179 w 289179"/>
                <a:gd name="connsiteY34" fmla="*/ 235458 h 292608"/>
                <a:gd name="connsiteX35" fmla="*/ 289179 w 289179"/>
                <a:gd name="connsiteY35" fmla="*/ 178308 h 292608"/>
                <a:gd name="connsiteX36" fmla="*/ 117729 w 289179"/>
                <a:gd name="connsiteY36" fmla="*/ 178308 h 292608"/>
                <a:gd name="connsiteX37" fmla="*/ 117729 w 289179"/>
                <a:gd name="connsiteY37" fmla="*/ 171450 h 292608"/>
                <a:gd name="connsiteX38" fmla="*/ 289179 w 289179"/>
                <a:gd name="connsiteY38" fmla="*/ 171450 h 292608"/>
                <a:gd name="connsiteX39" fmla="*/ 289179 w 289179"/>
                <a:gd name="connsiteY39" fmla="*/ 178308 h 292608"/>
                <a:gd name="connsiteX40" fmla="*/ 289179 w 289179"/>
                <a:gd name="connsiteY40" fmla="*/ 149733 h 292608"/>
                <a:gd name="connsiteX41" fmla="*/ 117729 w 289179"/>
                <a:gd name="connsiteY41" fmla="*/ 149733 h 292608"/>
                <a:gd name="connsiteX42" fmla="*/ 117729 w 289179"/>
                <a:gd name="connsiteY42" fmla="*/ 142875 h 292608"/>
                <a:gd name="connsiteX43" fmla="*/ 289179 w 289179"/>
                <a:gd name="connsiteY43" fmla="*/ 142875 h 292608"/>
                <a:gd name="connsiteX44" fmla="*/ 289179 w 289179"/>
                <a:gd name="connsiteY44" fmla="*/ 149733 h 292608"/>
                <a:gd name="connsiteX45" fmla="*/ 289179 w 289179"/>
                <a:gd name="connsiteY45" fmla="*/ 121158 h 292608"/>
                <a:gd name="connsiteX46" fmla="*/ 117729 w 289179"/>
                <a:gd name="connsiteY46" fmla="*/ 121158 h 292608"/>
                <a:gd name="connsiteX47" fmla="*/ 117729 w 289179"/>
                <a:gd name="connsiteY47" fmla="*/ 114300 h 292608"/>
                <a:gd name="connsiteX48" fmla="*/ 289179 w 289179"/>
                <a:gd name="connsiteY48" fmla="*/ 114300 h 292608"/>
                <a:gd name="connsiteX49" fmla="*/ 289179 w 289179"/>
                <a:gd name="connsiteY49" fmla="*/ 121158 h 292608"/>
                <a:gd name="connsiteX50" fmla="*/ 289179 w 289179"/>
                <a:gd name="connsiteY50" fmla="*/ 64008 h 292608"/>
                <a:gd name="connsiteX51" fmla="*/ 117729 w 289179"/>
                <a:gd name="connsiteY51" fmla="*/ 64008 h 292608"/>
                <a:gd name="connsiteX52" fmla="*/ 117729 w 289179"/>
                <a:gd name="connsiteY52" fmla="*/ 57150 h 292608"/>
                <a:gd name="connsiteX53" fmla="*/ 289179 w 289179"/>
                <a:gd name="connsiteY53" fmla="*/ 57150 h 292608"/>
                <a:gd name="connsiteX54" fmla="*/ 289179 w 289179"/>
                <a:gd name="connsiteY54" fmla="*/ 64008 h 292608"/>
                <a:gd name="connsiteX55" fmla="*/ 289179 w 289179"/>
                <a:gd name="connsiteY55" fmla="*/ 35433 h 292608"/>
                <a:gd name="connsiteX56" fmla="*/ 117729 w 289179"/>
                <a:gd name="connsiteY56" fmla="*/ 35433 h 292608"/>
                <a:gd name="connsiteX57" fmla="*/ 117729 w 289179"/>
                <a:gd name="connsiteY57" fmla="*/ 28575 h 292608"/>
                <a:gd name="connsiteX58" fmla="*/ 289179 w 289179"/>
                <a:gd name="connsiteY58" fmla="*/ 28575 h 292608"/>
                <a:gd name="connsiteX59" fmla="*/ 289179 w 289179"/>
                <a:gd name="connsiteY59" fmla="*/ 35433 h 292608"/>
                <a:gd name="connsiteX60" fmla="*/ 289179 w 289179"/>
                <a:gd name="connsiteY60" fmla="*/ 6858 h 292608"/>
                <a:gd name="connsiteX61" fmla="*/ 117729 w 289179"/>
                <a:gd name="connsiteY61" fmla="*/ 6858 h 292608"/>
                <a:gd name="connsiteX62" fmla="*/ 117729 w 289179"/>
                <a:gd name="connsiteY62" fmla="*/ 0 h 292608"/>
                <a:gd name="connsiteX63" fmla="*/ 289179 w 289179"/>
                <a:gd name="connsiteY63" fmla="*/ 0 h 292608"/>
                <a:gd name="connsiteX64" fmla="*/ 289179 w 289179"/>
                <a:gd name="connsiteY64"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385 w 289179"/>
                <a:gd name="connsiteY16" fmla="*/ 128302 h 292608"/>
                <a:gd name="connsiteX17" fmla="*/ 32004 w 289179"/>
                <a:gd name="connsiteY17" fmla="*/ 164306 h 292608"/>
                <a:gd name="connsiteX18" fmla="*/ 32385 w 289179"/>
                <a:gd name="connsiteY18" fmla="*/ 128302 h 292608"/>
                <a:gd name="connsiteX19" fmla="*/ 32004 w 289179"/>
                <a:gd name="connsiteY19" fmla="*/ 6858 h 292608"/>
                <a:gd name="connsiteX20" fmla="*/ 6858 w 289179"/>
                <a:gd name="connsiteY20" fmla="*/ 32004 h 292608"/>
                <a:gd name="connsiteX21" fmla="*/ 32004 w 289179"/>
                <a:gd name="connsiteY21" fmla="*/ 57150 h 292608"/>
                <a:gd name="connsiteX22" fmla="*/ 57150 w 289179"/>
                <a:gd name="connsiteY22" fmla="*/ 32004 h 292608"/>
                <a:gd name="connsiteX23" fmla="*/ 32004 w 289179"/>
                <a:gd name="connsiteY23" fmla="*/ 6858 h 292608"/>
                <a:gd name="connsiteX24" fmla="*/ 289179 w 289179"/>
                <a:gd name="connsiteY24" fmla="*/ 264033 h 292608"/>
                <a:gd name="connsiteX25" fmla="*/ 117729 w 289179"/>
                <a:gd name="connsiteY25" fmla="*/ 264033 h 292608"/>
                <a:gd name="connsiteX26" fmla="*/ 117729 w 289179"/>
                <a:gd name="connsiteY26" fmla="*/ 257175 h 292608"/>
                <a:gd name="connsiteX27" fmla="*/ 289179 w 289179"/>
                <a:gd name="connsiteY27" fmla="*/ 257175 h 292608"/>
                <a:gd name="connsiteX28" fmla="*/ 289179 w 289179"/>
                <a:gd name="connsiteY28" fmla="*/ 264033 h 292608"/>
                <a:gd name="connsiteX29" fmla="*/ 289179 w 289179"/>
                <a:gd name="connsiteY29" fmla="*/ 235458 h 292608"/>
                <a:gd name="connsiteX30" fmla="*/ 117729 w 289179"/>
                <a:gd name="connsiteY30" fmla="*/ 235458 h 292608"/>
                <a:gd name="connsiteX31" fmla="*/ 117729 w 289179"/>
                <a:gd name="connsiteY31" fmla="*/ 228600 h 292608"/>
                <a:gd name="connsiteX32" fmla="*/ 289179 w 289179"/>
                <a:gd name="connsiteY32" fmla="*/ 228600 h 292608"/>
                <a:gd name="connsiteX33" fmla="*/ 289179 w 289179"/>
                <a:gd name="connsiteY33" fmla="*/ 235458 h 292608"/>
                <a:gd name="connsiteX34" fmla="*/ 289179 w 289179"/>
                <a:gd name="connsiteY34" fmla="*/ 178308 h 292608"/>
                <a:gd name="connsiteX35" fmla="*/ 117729 w 289179"/>
                <a:gd name="connsiteY35" fmla="*/ 178308 h 292608"/>
                <a:gd name="connsiteX36" fmla="*/ 117729 w 289179"/>
                <a:gd name="connsiteY36" fmla="*/ 171450 h 292608"/>
                <a:gd name="connsiteX37" fmla="*/ 289179 w 289179"/>
                <a:gd name="connsiteY37" fmla="*/ 171450 h 292608"/>
                <a:gd name="connsiteX38" fmla="*/ 289179 w 289179"/>
                <a:gd name="connsiteY38" fmla="*/ 178308 h 292608"/>
                <a:gd name="connsiteX39" fmla="*/ 289179 w 289179"/>
                <a:gd name="connsiteY39" fmla="*/ 149733 h 292608"/>
                <a:gd name="connsiteX40" fmla="*/ 117729 w 289179"/>
                <a:gd name="connsiteY40" fmla="*/ 149733 h 292608"/>
                <a:gd name="connsiteX41" fmla="*/ 117729 w 289179"/>
                <a:gd name="connsiteY41" fmla="*/ 142875 h 292608"/>
                <a:gd name="connsiteX42" fmla="*/ 289179 w 289179"/>
                <a:gd name="connsiteY42" fmla="*/ 142875 h 292608"/>
                <a:gd name="connsiteX43" fmla="*/ 289179 w 289179"/>
                <a:gd name="connsiteY43" fmla="*/ 149733 h 292608"/>
                <a:gd name="connsiteX44" fmla="*/ 289179 w 289179"/>
                <a:gd name="connsiteY44" fmla="*/ 121158 h 292608"/>
                <a:gd name="connsiteX45" fmla="*/ 117729 w 289179"/>
                <a:gd name="connsiteY45" fmla="*/ 121158 h 292608"/>
                <a:gd name="connsiteX46" fmla="*/ 117729 w 289179"/>
                <a:gd name="connsiteY46" fmla="*/ 114300 h 292608"/>
                <a:gd name="connsiteX47" fmla="*/ 289179 w 289179"/>
                <a:gd name="connsiteY47" fmla="*/ 114300 h 292608"/>
                <a:gd name="connsiteX48" fmla="*/ 289179 w 289179"/>
                <a:gd name="connsiteY48" fmla="*/ 121158 h 292608"/>
                <a:gd name="connsiteX49" fmla="*/ 289179 w 289179"/>
                <a:gd name="connsiteY49" fmla="*/ 64008 h 292608"/>
                <a:gd name="connsiteX50" fmla="*/ 117729 w 289179"/>
                <a:gd name="connsiteY50" fmla="*/ 64008 h 292608"/>
                <a:gd name="connsiteX51" fmla="*/ 117729 w 289179"/>
                <a:gd name="connsiteY51" fmla="*/ 57150 h 292608"/>
                <a:gd name="connsiteX52" fmla="*/ 289179 w 289179"/>
                <a:gd name="connsiteY52" fmla="*/ 57150 h 292608"/>
                <a:gd name="connsiteX53" fmla="*/ 289179 w 289179"/>
                <a:gd name="connsiteY53" fmla="*/ 64008 h 292608"/>
                <a:gd name="connsiteX54" fmla="*/ 289179 w 289179"/>
                <a:gd name="connsiteY54" fmla="*/ 35433 h 292608"/>
                <a:gd name="connsiteX55" fmla="*/ 117729 w 289179"/>
                <a:gd name="connsiteY55" fmla="*/ 35433 h 292608"/>
                <a:gd name="connsiteX56" fmla="*/ 117729 w 289179"/>
                <a:gd name="connsiteY56" fmla="*/ 28575 h 292608"/>
                <a:gd name="connsiteX57" fmla="*/ 289179 w 289179"/>
                <a:gd name="connsiteY57" fmla="*/ 28575 h 292608"/>
                <a:gd name="connsiteX58" fmla="*/ 289179 w 289179"/>
                <a:gd name="connsiteY58" fmla="*/ 35433 h 292608"/>
                <a:gd name="connsiteX59" fmla="*/ 289179 w 289179"/>
                <a:gd name="connsiteY59" fmla="*/ 6858 h 292608"/>
                <a:gd name="connsiteX60" fmla="*/ 117729 w 289179"/>
                <a:gd name="connsiteY60" fmla="*/ 6858 h 292608"/>
                <a:gd name="connsiteX61" fmla="*/ 117729 w 289179"/>
                <a:gd name="connsiteY61" fmla="*/ 0 h 292608"/>
                <a:gd name="connsiteX62" fmla="*/ 289179 w 289179"/>
                <a:gd name="connsiteY62" fmla="*/ 0 h 292608"/>
                <a:gd name="connsiteX63" fmla="*/ 289179 w 289179"/>
                <a:gd name="connsiteY63"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004 w 289179"/>
                <a:gd name="connsiteY16" fmla="*/ 6858 h 292608"/>
                <a:gd name="connsiteX17" fmla="*/ 6858 w 289179"/>
                <a:gd name="connsiteY17" fmla="*/ 32004 h 292608"/>
                <a:gd name="connsiteX18" fmla="*/ 32004 w 289179"/>
                <a:gd name="connsiteY18" fmla="*/ 57150 h 292608"/>
                <a:gd name="connsiteX19" fmla="*/ 57150 w 289179"/>
                <a:gd name="connsiteY19" fmla="*/ 32004 h 292608"/>
                <a:gd name="connsiteX20" fmla="*/ 32004 w 289179"/>
                <a:gd name="connsiteY20" fmla="*/ 6858 h 292608"/>
                <a:gd name="connsiteX21" fmla="*/ 289179 w 289179"/>
                <a:gd name="connsiteY21" fmla="*/ 264033 h 292608"/>
                <a:gd name="connsiteX22" fmla="*/ 117729 w 289179"/>
                <a:gd name="connsiteY22" fmla="*/ 264033 h 292608"/>
                <a:gd name="connsiteX23" fmla="*/ 117729 w 289179"/>
                <a:gd name="connsiteY23" fmla="*/ 257175 h 292608"/>
                <a:gd name="connsiteX24" fmla="*/ 289179 w 289179"/>
                <a:gd name="connsiteY24" fmla="*/ 257175 h 292608"/>
                <a:gd name="connsiteX25" fmla="*/ 289179 w 289179"/>
                <a:gd name="connsiteY25" fmla="*/ 264033 h 292608"/>
                <a:gd name="connsiteX26" fmla="*/ 289179 w 289179"/>
                <a:gd name="connsiteY26" fmla="*/ 235458 h 292608"/>
                <a:gd name="connsiteX27" fmla="*/ 117729 w 289179"/>
                <a:gd name="connsiteY27" fmla="*/ 235458 h 292608"/>
                <a:gd name="connsiteX28" fmla="*/ 117729 w 289179"/>
                <a:gd name="connsiteY28" fmla="*/ 228600 h 292608"/>
                <a:gd name="connsiteX29" fmla="*/ 289179 w 289179"/>
                <a:gd name="connsiteY29" fmla="*/ 228600 h 292608"/>
                <a:gd name="connsiteX30" fmla="*/ 289179 w 289179"/>
                <a:gd name="connsiteY30" fmla="*/ 235458 h 292608"/>
                <a:gd name="connsiteX31" fmla="*/ 289179 w 289179"/>
                <a:gd name="connsiteY31" fmla="*/ 178308 h 292608"/>
                <a:gd name="connsiteX32" fmla="*/ 117729 w 289179"/>
                <a:gd name="connsiteY32" fmla="*/ 178308 h 292608"/>
                <a:gd name="connsiteX33" fmla="*/ 117729 w 289179"/>
                <a:gd name="connsiteY33" fmla="*/ 171450 h 292608"/>
                <a:gd name="connsiteX34" fmla="*/ 289179 w 289179"/>
                <a:gd name="connsiteY34" fmla="*/ 171450 h 292608"/>
                <a:gd name="connsiteX35" fmla="*/ 289179 w 289179"/>
                <a:gd name="connsiteY35" fmla="*/ 178308 h 292608"/>
                <a:gd name="connsiteX36" fmla="*/ 289179 w 289179"/>
                <a:gd name="connsiteY36" fmla="*/ 149733 h 292608"/>
                <a:gd name="connsiteX37" fmla="*/ 117729 w 289179"/>
                <a:gd name="connsiteY37" fmla="*/ 149733 h 292608"/>
                <a:gd name="connsiteX38" fmla="*/ 117729 w 289179"/>
                <a:gd name="connsiteY38" fmla="*/ 142875 h 292608"/>
                <a:gd name="connsiteX39" fmla="*/ 289179 w 289179"/>
                <a:gd name="connsiteY39" fmla="*/ 142875 h 292608"/>
                <a:gd name="connsiteX40" fmla="*/ 289179 w 289179"/>
                <a:gd name="connsiteY40" fmla="*/ 149733 h 292608"/>
                <a:gd name="connsiteX41" fmla="*/ 289179 w 289179"/>
                <a:gd name="connsiteY41" fmla="*/ 121158 h 292608"/>
                <a:gd name="connsiteX42" fmla="*/ 117729 w 289179"/>
                <a:gd name="connsiteY42" fmla="*/ 121158 h 292608"/>
                <a:gd name="connsiteX43" fmla="*/ 117729 w 289179"/>
                <a:gd name="connsiteY43" fmla="*/ 114300 h 292608"/>
                <a:gd name="connsiteX44" fmla="*/ 289179 w 289179"/>
                <a:gd name="connsiteY44" fmla="*/ 114300 h 292608"/>
                <a:gd name="connsiteX45" fmla="*/ 289179 w 289179"/>
                <a:gd name="connsiteY45" fmla="*/ 121158 h 292608"/>
                <a:gd name="connsiteX46" fmla="*/ 289179 w 289179"/>
                <a:gd name="connsiteY46" fmla="*/ 64008 h 292608"/>
                <a:gd name="connsiteX47" fmla="*/ 117729 w 289179"/>
                <a:gd name="connsiteY47" fmla="*/ 64008 h 292608"/>
                <a:gd name="connsiteX48" fmla="*/ 117729 w 289179"/>
                <a:gd name="connsiteY48" fmla="*/ 57150 h 292608"/>
                <a:gd name="connsiteX49" fmla="*/ 289179 w 289179"/>
                <a:gd name="connsiteY49" fmla="*/ 57150 h 292608"/>
                <a:gd name="connsiteX50" fmla="*/ 289179 w 289179"/>
                <a:gd name="connsiteY50" fmla="*/ 64008 h 292608"/>
                <a:gd name="connsiteX51" fmla="*/ 289179 w 289179"/>
                <a:gd name="connsiteY51" fmla="*/ 35433 h 292608"/>
                <a:gd name="connsiteX52" fmla="*/ 117729 w 289179"/>
                <a:gd name="connsiteY52" fmla="*/ 35433 h 292608"/>
                <a:gd name="connsiteX53" fmla="*/ 117729 w 289179"/>
                <a:gd name="connsiteY53" fmla="*/ 28575 h 292608"/>
                <a:gd name="connsiteX54" fmla="*/ 289179 w 289179"/>
                <a:gd name="connsiteY54" fmla="*/ 28575 h 292608"/>
                <a:gd name="connsiteX55" fmla="*/ 289179 w 289179"/>
                <a:gd name="connsiteY55" fmla="*/ 35433 h 292608"/>
                <a:gd name="connsiteX56" fmla="*/ 289179 w 289179"/>
                <a:gd name="connsiteY56" fmla="*/ 6858 h 292608"/>
                <a:gd name="connsiteX57" fmla="*/ 117729 w 289179"/>
                <a:gd name="connsiteY57" fmla="*/ 6858 h 292608"/>
                <a:gd name="connsiteX58" fmla="*/ 117729 w 289179"/>
                <a:gd name="connsiteY58" fmla="*/ 0 h 292608"/>
                <a:gd name="connsiteX59" fmla="*/ 289179 w 289179"/>
                <a:gd name="connsiteY59" fmla="*/ 0 h 292608"/>
                <a:gd name="connsiteX60" fmla="*/ 289179 w 289179"/>
                <a:gd name="connsiteY60"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63827 h 292608"/>
                <a:gd name="connsiteX9" fmla="*/ 0 w 289179"/>
                <a:gd name="connsiteY9" fmla="*/ 32004 h 292608"/>
                <a:gd name="connsiteX10" fmla="*/ 32004 w 289179"/>
                <a:gd name="connsiteY10" fmla="*/ 0 h 292608"/>
                <a:gd name="connsiteX11" fmla="*/ 64008 w 289179"/>
                <a:gd name="connsiteY11" fmla="*/ 32004 h 292608"/>
                <a:gd name="connsiteX12" fmla="*/ 35433 w 289179"/>
                <a:gd name="connsiteY12" fmla="*/ 63827 h 292608"/>
                <a:gd name="connsiteX13" fmla="*/ 35433 w 289179"/>
                <a:gd name="connsiteY13" fmla="*/ 121682 h 292608"/>
                <a:gd name="connsiteX14" fmla="*/ 35433 w 289179"/>
                <a:gd name="connsiteY14" fmla="*/ 170926 h 292608"/>
                <a:gd name="connsiteX15" fmla="*/ 32004 w 289179"/>
                <a:gd name="connsiteY15" fmla="*/ 6858 h 292608"/>
                <a:gd name="connsiteX16" fmla="*/ 6858 w 289179"/>
                <a:gd name="connsiteY16" fmla="*/ 32004 h 292608"/>
                <a:gd name="connsiteX17" fmla="*/ 32004 w 289179"/>
                <a:gd name="connsiteY17" fmla="*/ 57150 h 292608"/>
                <a:gd name="connsiteX18" fmla="*/ 57150 w 289179"/>
                <a:gd name="connsiteY18" fmla="*/ 32004 h 292608"/>
                <a:gd name="connsiteX19" fmla="*/ 32004 w 289179"/>
                <a:gd name="connsiteY19" fmla="*/ 6858 h 292608"/>
                <a:gd name="connsiteX20" fmla="*/ 289179 w 289179"/>
                <a:gd name="connsiteY20" fmla="*/ 264033 h 292608"/>
                <a:gd name="connsiteX21" fmla="*/ 117729 w 289179"/>
                <a:gd name="connsiteY21" fmla="*/ 264033 h 292608"/>
                <a:gd name="connsiteX22" fmla="*/ 117729 w 289179"/>
                <a:gd name="connsiteY22" fmla="*/ 257175 h 292608"/>
                <a:gd name="connsiteX23" fmla="*/ 289179 w 289179"/>
                <a:gd name="connsiteY23" fmla="*/ 257175 h 292608"/>
                <a:gd name="connsiteX24" fmla="*/ 289179 w 289179"/>
                <a:gd name="connsiteY24" fmla="*/ 264033 h 292608"/>
                <a:gd name="connsiteX25" fmla="*/ 289179 w 289179"/>
                <a:gd name="connsiteY25" fmla="*/ 235458 h 292608"/>
                <a:gd name="connsiteX26" fmla="*/ 117729 w 289179"/>
                <a:gd name="connsiteY26" fmla="*/ 235458 h 292608"/>
                <a:gd name="connsiteX27" fmla="*/ 117729 w 289179"/>
                <a:gd name="connsiteY27" fmla="*/ 228600 h 292608"/>
                <a:gd name="connsiteX28" fmla="*/ 289179 w 289179"/>
                <a:gd name="connsiteY28" fmla="*/ 228600 h 292608"/>
                <a:gd name="connsiteX29" fmla="*/ 289179 w 289179"/>
                <a:gd name="connsiteY29" fmla="*/ 235458 h 292608"/>
                <a:gd name="connsiteX30" fmla="*/ 289179 w 289179"/>
                <a:gd name="connsiteY30" fmla="*/ 178308 h 292608"/>
                <a:gd name="connsiteX31" fmla="*/ 117729 w 289179"/>
                <a:gd name="connsiteY31" fmla="*/ 178308 h 292608"/>
                <a:gd name="connsiteX32" fmla="*/ 117729 w 289179"/>
                <a:gd name="connsiteY32" fmla="*/ 171450 h 292608"/>
                <a:gd name="connsiteX33" fmla="*/ 289179 w 289179"/>
                <a:gd name="connsiteY33" fmla="*/ 171450 h 292608"/>
                <a:gd name="connsiteX34" fmla="*/ 289179 w 289179"/>
                <a:gd name="connsiteY34" fmla="*/ 178308 h 292608"/>
                <a:gd name="connsiteX35" fmla="*/ 289179 w 289179"/>
                <a:gd name="connsiteY35" fmla="*/ 149733 h 292608"/>
                <a:gd name="connsiteX36" fmla="*/ 117729 w 289179"/>
                <a:gd name="connsiteY36" fmla="*/ 149733 h 292608"/>
                <a:gd name="connsiteX37" fmla="*/ 117729 w 289179"/>
                <a:gd name="connsiteY37" fmla="*/ 142875 h 292608"/>
                <a:gd name="connsiteX38" fmla="*/ 289179 w 289179"/>
                <a:gd name="connsiteY38" fmla="*/ 142875 h 292608"/>
                <a:gd name="connsiteX39" fmla="*/ 289179 w 289179"/>
                <a:gd name="connsiteY39" fmla="*/ 149733 h 292608"/>
                <a:gd name="connsiteX40" fmla="*/ 289179 w 289179"/>
                <a:gd name="connsiteY40" fmla="*/ 121158 h 292608"/>
                <a:gd name="connsiteX41" fmla="*/ 117729 w 289179"/>
                <a:gd name="connsiteY41" fmla="*/ 121158 h 292608"/>
                <a:gd name="connsiteX42" fmla="*/ 117729 w 289179"/>
                <a:gd name="connsiteY42" fmla="*/ 114300 h 292608"/>
                <a:gd name="connsiteX43" fmla="*/ 289179 w 289179"/>
                <a:gd name="connsiteY43" fmla="*/ 114300 h 292608"/>
                <a:gd name="connsiteX44" fmla="*/ 289179 w 289179"/>
                <a:gd name="connsiteY44" fmla="*/ 121158 h 292608"/>
                <a:gd name="connsiteX45" fmla="*/ 289179 w 289179"/>
                <a:gd name="connsiteY45" fmla="*/ 64008 h 292608"/>
                <a:gd name="connsiteX46" fmla="*/ 117729 w 289179"/>
                <a:gd name="connsiteY46" fmla="*/ 64008 h 292608"/>
                <a:gd name="connsiteX47" fmla="*/ 117729 w 289179"/>
                <a:gd name="connsiteY47" fmla="*/ 57150 h 292608"/>
                <a:gd name="connsiteX48" fmla="*/ 289179 w 289179"/>
                <a:gd name="connsiteY48" fmla="*/ 57150 h 292608"/>
                <a:gd name="connsiteX49" fmla="*/ 289179 w 289179"/>
                <a:gd name="connsiteY49" fmla="*/ 64008 h 292608"/>
                <a:gd name="connsiteX50" fmla="*/ 289179 w 289179"/>
                <a:gd name="connsiteY50" fmla="*/ 35433 h 292608"/>
                <a:gd name="connsiteX51" fmla="*/ 117729 w 289179"/>
                <a:gd name="connsiteY51" fmla="*/ 35433 h 292608"/>
                <a:gd name="connsiteX52" fmla="*/ 117729 w 289179"/>
                <a:gd name="connsiteY52" fmla="*/ 28575 h 292608"/>
                <a:gd name="connsiteX53" fmla="*/ 289179 w 289179"/>
                <a:gd name="connsiteY53" fmla="*/ 28575 h 292608"/>
                <a:gd name="connsiteX54" fmla="*/ 289179 w 289179"/>
                <a:gd name="connsiteY54" fmla="*/ 35433 h 292608"/>
                <a:gd name="connsiteX55" fmla="*/ 289179 w 289179"/>
                <a:gd name="connsiteY55" fmla="*/ 6858 h 292608"/>
                <a:gd name="connsiteX56" fmla="*/ 117729 w 289179"/>
                <a:gd name="connsiteY56" fmla="*/ 6858 h 292608"/>
                <a:gd name="connsiteX57" fmla="*/ 117729 w 289179"/>
                <a:gd name="connsiteY57" fmla="*/ 0 h 292608"/>
                <a:gd name="connsiteX58" fmla="*/ 289179 w 289179"/>
                <a:gd name="connsiteY58" fmla="*/ 0 h 292608"/>
                <a:gd name="connsiteX59" fmla="*/ 289179 w 289179"/>
                <a:gd name="connsiteY59" fmla="*/ 6858 h 292608"/>
                <a:gd name="connsiteX0" fmla="*/ 290262 w 290262"/>
                <a:gd name="connsiteY0" fmla="*/ 292608 h 292608"/>
                <a:gd name="connsiteX1" fmla="*/ 118812 w 290262"/>
                <a:gd name="connsiteY1" fmla="*/ 292608 h 292608"/>
                <a:gd name="connsiteX2" fmla="*/ 118812 w 290262"/>
                <a:gd name="connsiteY2" fmla="*/ 285750 h 292608"/>
                <a:gd name="connsiteX3" fmla="*/ 290262 w 290262"/>
                <a:gd name="connsiteY3" fmla="*/ 285750 h 292608"/>
                <a:gd name="connsiteX4" fmla="*/ 290262 w 290262"/>
                <a:gd name="connsiteY4" fmla="*/ 292608 h 292608"/>
                <a:gd name="connsiteX5" fmla="*/ 36516 w 290262"/>
                <a:gd name="connsiteY5" fmla="*/ 170926 h 292608"/>
                <a:gd name="connsiteX6" fmla="*/ 15371 w 290262"/>
                <a:gd name="connsiteY6" fmla="*/ 260604 h 292608"/>
                <a:gd name="connsiteX7" fmla="*/ 8227 w 290262"/>
                <a:gd name="connsiteY7" fmla="*/ 146304 h 292608"/>
                <a:gd name="connsiteX8" fmla="*/ 1083 w 290262"/>
                <a:gd name="connsiteY8" fmla="*/ 32004 h 292608"/>
                <a:gd name="connsiteX9" fmla="*/ 33087 w 290262"/>
                <a:gd name="connsiteY9" fmla="*/ 0 h 292608"/>
                <a:gd name="connsiteX10" fmla="*/ 65091 w 290262"/>
                <a:gd name="connsiteY10" fmla="*/ 32004 h 292608"/>
                <a:gd name="connsiteX11" fmla="*/ 36516 w 290262"/>
                <a:gd name="connsiteY11" fmla="*/ 63827 h 292608"/>
                <a:gd name="connsiteX12" fmla="*/ 36516 w 290262"/>
                <a:gd name="connsiteY12" fmla="*/ 121682 h 292608"/>
                <a:gd name="connsiteX13" fmla="*/ 36516 w 290262"/>
                <a:gd name="connsiteY13" fmla="*/ 170926 h 292608"/>
                <a:gd name="connsiteX14" fmla="*/ 33087 w 290262"/>
                <a:gd name="connsiteY14" fmla="*/ 6858 h 292608"/>
                <a:gd name="connsiteX15" fmla="*/ 7941 w 290262"/>
                <a:gd name="connsiteY15" fmla="*/ 32004 h 292608"/>
                <a:gd name="connsiteX16" fmla="*/ 33087 w 290262"/>
                <a:gd name="connsiteY16" fmla="*/ 57150 h 292608"/>
                <a:gd name="connsiteX17" fmla="*/ 58233 w 290262"/>
                <a:gd name="connsiteY17" fmla="*/ 32004 h 292608"/>
                <a:gd name="connsiteX18" fmla="*/ 33087 w 290262"/>
                <a:gd name="connsiteY18" fmla="*/ 6858 h 292608"/>
                <a:gd name="connsiteX19" fmla="*/ 290262 w 290262"/>
                <a:gd name="connsiteY19" fmla="*/ 264033 h 292608"/>
                <a:gd name="connsiteX20" fmla="*/ 118812 w 290262"/>
                <a:gd name="connsiteY20" fmla="*/ 264033 h 292608"/>
                <a:gd name="connsiteX21" fmla="*/ 118812 w 290262"/>
                <a:gd name="connsiteY21" fmla="*/ 257175 h 292608"/>
                <a:gd name="connsiteX22" fmla="*/ 290262 w 290262"/>
                <a:gd name="connsiteY22" fmla="*/ 257175 h 292608"/>
                <a:gd name="connsiteX23" fmla="*/ 290262 w 290262"/>
                <a:gd name="connsiteY23" fmla="*/ 264033 h 292608"/>
                <a:gd name="connsiteX24" fmla="*/ 290262 w 290262"/>
                <a:gd name="connsiteY24" fmla="*/ 235458 h 292608"/>
                <a:gd name="connsiteX25" fmla="*/ 118812 w 290262"/>
                <a:gd name="connsiteY25" fmla="*/ 235458 h 292608"/>
                <a:gd name="connsiteX26" fmla="*/ 118812 w 290262"/>
                <a:gd name="connsiteY26" fmla="*/ 228600 h 292608"/>
                <a:gd name="connsiteX27" fmla="*/ 290262 w 290262"/>
                <a:gd name="connsiteY27" fmla="*/ 228600 h 292608"/>
                <a:gd name="connsiteX28" fmla="*/ 290262 w 290262"/>
                <a:gd name="connsiteY28" fmla="*/ 235458 h 292608"/>
                <a:gd name="connsiteX29" fmla="*/ 290262 w 290262"/>
                <a:gd name="connsiteY29" fmla="*/ 178308 h 292608"/>
                <a:gd name="connsiteX30" fmla="*/ 118812 w 290262"/>
                <a:gd name="connsiteY30" fmla="*/ 178308 h 292608"/>
                <a:gd name="connsiteX31" fmla="*/ 118812 w 290262"/>
                <a:gd name="connsiteY31" fmla="*/ 171450 h 292608"/>
                <a:gd name="connsiteX32" fmla="*/ 290262 w 290262"/>
                <a:gd name="connsiteY32" fmla="*/ 171450 h 292608"/>
                <a:gd name="connsiteX33" fmla="*/ 290262 w 290262"/>
                <a:gd name="connsiteY33" fmla="*/ 178308 h 292608"/>
                <a:gd name="connsiteX34" fmla="*/ 290262 w 290262"/>
                <a:gd name="connsiteY34" fmla="*/ 149733 h 292608"/>
                <a:gd name="connsiteX35" fmla="*/ 118812 w 290262"/>
                <a:gd name="connsiteY35" fmla="*/ 149733 h 292608"/>
                <a:gd name="connsiteX36" fmla="*/ 118812 w 290262"/>
                <a:gd name="connsiteY36" fmla="*/ 142875 h 292608"/>
                <a:gd name="connsiteX37" fmla="*/ 290262 w 290262"/>
                <a:gd name="connsiteY37" fmla="*/ 142875 h 292608"/>
                <a:gd name="connsiteX38" fmla="*/ 290262 w 290262"/>
                <a:gd name="connsiteY38" fmla="*/ 149733 h 292608"/>
                <a:gd name="connsiteX39" fmla="*/ 290262 w 290262"/>
                <a:gd name="connsiteY39" fmla="*/ 121158 h 292608"/>
                <a:gd name="connsiteX40" fmla="*/ 118812 w 290262"/>
                <a:gd name="connsiteY40" fmla="*/ 121158 h 292608"/>
                <a:gd name="connsiteX41" fmla="*/ 118812 w 290262"/>
                <a:gd name="connsiteY41" fmla="*/ 114300 h 292608"/>
                <a:gd name="connsiteX42" fmla="*/ 290262 w 290262"/>
                <a:gd name="connsiteY42" fmla="*/ 114300 h 292608"/>
                <a:gd name="connsiteX43" fmla="*/ 290262 w 290262"/>
                <a:gd name="connsiteY43" fmla="*/ 121158 h 292608"/>
                <a:gd name="connsiteX44" fmla="*/ 290262 w 290262"/>
                <a:gd name="connsiteY44" fmla="*/ 64008 h 292608"/>
                <a:gd name="connsiteX45" fmla="*/ 118812 w 290262"/>
                <a:gd name="connsiteY45" fmla="*/ 64008 h 292608"/>
                <a:gd name="connsiteX46" fmla="*/ 118812 w 290262"/>
                <a:gd name="connsiteY46" fmla="*/ 57150 h 292608"/>
                <a:gd name="connsiteX47" fmla="*/ 290262 w 290262"/>
                <a:gd name="connsiteY47" fmla="*/ 57150 h 292608"/>
                <a:gd name="connsiteX48" fmla="*/ 290262 w 290262"/>
                <a:gd name="connsiteY48" fmla="*/ 64008 h 292608"/>
                <a:gd name="connsiteX49" fmla="*/ 290262 w 290262"/>
                <a:gd name="connsiteY49" fmla="*/ 35433 h 292608"/>
                <a:gd name="connsiteX50" fmla="*/ 118812 w 290262"/>
                <a:gd name="connsiteY50" fmla="*/ 35433 h 292608"/>
                <a:gd name="connsiteX51" fmla="*/ 118812 w 290262"/>
                <a:gd name="connsiteY51" fmla="*/ 28575 h 292608"/>
                <a:gd name="connsiteX52" fmla="*/ 290262 w 290262"/>
                <a:gd name="connsiteY52" fmla="*/ 28575 h 292608"/>
                <a:gd name="connsiteX53" fmla="*/ 290262 w 290262"/>
                <a:gd name="connsiteY53" fmla="*/ 35433 h 292608"/>
                <a:gd name="connsiteX54" fmla="*/ 290262 w 290262"/>
                <a:gd name="connsiteY54" fmla="*/ 6858 h 292608"/>
                <a:gd name="connsiteX55" fmla="*/ 118812 w 290262"/>
                <a:gd name="connsiteY55" fmla="*/ 6858 h 292608"/>
                <a:gd name="connsiteX56" fmla="*/ 118812 w 290262"/>
                <a:gd name="connsiteY56" fmla="*/ 0 h 292608"/>
                <a:gd name="connsiteX57" fmla="*/ 290262 w 290262"/>
                <a:gd name="connsiteY57" fmla="*/ 0 h 292608"/>
                <a:gd name="connsiteX58" fmla="*/ 290262 w 290262"/>
                <a:gd name="connsiteY58" fmla="*/ 6858 h 292608"/>
                <a:gd name="connsiteX0" fmla="*/ 290262 w 290262"/>
                <a:gd name="connsiteY0" fmla="*/ 292608 h 292608"/>
                <a:gd name="connsiteX1" fmla="*/ 118812 w 290262"/>
                <a:gd name="connsiteY1" fmla="*/ 292608 h 292608"/>
                <a:gd name="connsiteX2" fmla="*/ 118812 w 290262"/>
                <a:gd name="connsiteY2" fmla="*/ 285750 h 292608"/>
                <a:gd name="connsiteX3" fmla="*/ 290262 w 290262"/>
                <a:gd name="connsiteY3" fmla="*/ 285750 h 292608"/>
                <a:gd name="connsiteX4" fmla="*/ 290262 w 290262"/>
                <a:gd name="connsiteY4" fmla="*/ 292608 h 292608"/>
                <a:gd name="connsiteX5" fmla="*/ 36516 w 290262"/>
                <a:gd name="connsiteY5" fmla="*/ 170926 h 292608"/>
                <a:gd name="connsiteX6" fmla="*/ 15371 w 290262"/>
                <a:gd name="connsiteY6" fmla="*/ 260604 h 292608"/>
                <a:gd name="connsiteX7" fmla="*/ 8227 w 290262"/>
                <a:gd name="connsiteY7" fmla="*/ 146304 h 292608"/>
                <a:gd name="connsiteX8" fmla="*/ 1083 w 290262"/>
                <a:gd name="connsiteY8" fmla="*/ 32004 h 292608"/>
                <a:gd name="connsiteX9" fmla="*/ 33087 w 290262"/>
                <a:gd name="connsiteY9" fmla="*/ 0 h 292608"/>
                <a:gd name="connsiteX10" fmla="*/ 65091 w 290262"/>
                <a:gd name="connsiteY10" fmla="*/ 32004 h 292608"/>
                <a:gd name="connsiteX11" fmla="*/ 36516 w 290262"/>
                <a:gd name="connsiteY11" fmla="*/ 121682 h 292608"/>
                <a:gd name="connsiteX12" fmla="*/ 36516 w 290262"/>
                <a:gd name="connsiteY12" fmla="*/ 170926 h 292608"/>
                <a:gd name="connsiteX13" fmla="*/ 33087 w 290262"/>
                <a:gd name="connsiteY13" fmla="*/ 6858 h 292608"/>
                <a:gd name="connsiteX14" fmla="*/ 7941 w 290262"/>
                <a:gd name="connsiteY14" fmla="*/ 32004 h 292608"/>
                <a:gd name="connsiteX15" fmla="*/ 33087 w 290262"/>
                <a:gd name="connsiteY15" fmla="*/ 57150 h 292608"/>
                <a:gd name="connsiteX16" fmla="*/ 58233 w 290262"/>
                <a:gd name="connsiteY16" fmla="*/ 32004 h 292608"/>
                <a:gd name="connsiteX17" fmla="*/ 33087 w 290262"/>
                <a:gd name="connsiteY17" fmla="*/ 6858 h 292608"/>
                <a:gd name="connsiteX18" fmla="*/ 290262 w 290262"/>
                <a:gd name="connsiteY18" fmla="*/ 264033 h 292608"/>
                <a:gd name="connsiteX19" fmla="*/ 118812 w 290262"/>
                <a:gd name="connsiteY19" fmla="*/ 264033 h 292608"/>
                <a:gd name="connsiteX20" fmla="*/ 118812 w 290262"/>
                <a:gd name="connsiteY20" fmla="*/ 257175 h 292608"/>
                <a:gd name="connsiteX21" fmla="*/ 290262 w 290262"/>
                <a:gd name="connsiteY21" fmla="*/ 257175 h 292608"/>
                <a:gd name="connsiteX22" fmla="*/ 290262 w 290262"/>
                <a:gd name="connsiteY22" fmla="*/ 264033 h 292608"/>
                <a:gd name="connsiteX23" fmla="*/ 290262 w 290262"/>
                <a:gd name="connsiteY23" fmla="*/ 235458 h 292608"/>
                <a:gd name="connsiteX24" fmla="*/ 118812 w 290262"/>
                <a:gd name="connsiteY24" fmla="*/ 235458 h 292608"/>
                <a:gd name="connsiteX25" fmla="*/ 118812 w 290262"/>
                <a:gd name="connsiteY25" fmla="*/ 228600 h 292608"/>
                <a:gd name="connsiteX26" fmla="*/ 290262 w 290262"/>
                <a:gd name="connsiteY26" fmla="*/ 228600 h 292608"/>
                <a:gd name="connsiteX27" fmla="*/ 290262 w 290262"/>
                <a:gd name="connsiteY27" fmla="*/ 235458 h 292608"/>
                <a:gd name="connsiteX28" fmla="*/ 290262 w 290262"/>
                <a:gd name="connsiteY28" fmla="*/ 178308 h 292608"/>
                <a:gd name="connsiteX29" fmla="*/ 118812 w 290262"/>
                <a:gd name="connsiteY29" fmla="*/ 178308 h 292608"/>
                <a:gd name="connsiteX30" fmla="*/ 118812 w 290262"/>
                <a:gd name="connsiteY30" fmla="*/ 171450 h 292608"/>
                <a:gd name="connsiteX31" fmla="*/ 290262 w 290262"/>
                <a:gd name="connsiteY31" fmla="*/ 171450 h 292608"/>
                <a:gd name="connsiteX32" fmla="*/ 290262 w 290262"/>
                <a:gd name="connsiteY32" fmla="*/ 178308 h 292608"/>
                <a:gd name="connsiteX33" fmla="*/ 290262 w 290262"/>
                <a:gd name="connsiteY33" fmla="*/ 149733 h 292608"/>
                <a:gd name="connsiteX34" fmla="*/ 118812 w 290262"/>
                <a:gd name="connsiteY34" fmla="*/ 149733 h 292608"/>
                <a:gd name="connsiteX35" fmla="*/ 118812 w 290262"/>
                <a:gd name="connsiteY35" fmla="*/ 142875 h 292608"/>
                <a:gd name="connsiteX36" fmla="*/ 290262 w 290262"/>
                <a:gd name="connsiteY36" fmla="*/ 142875 h 292608"/>
                <a:gd name="connsiteX37" fmla="*/ 290262 w 290262"/>
                <a:gd name="connsiteY37" fmla="*/ 149733 h 292608"/>
                <a:gd name="connsiteX38" fmla="*/ 290262 w 290262"/>
                <a:gd name="connsiteY38" fmla="*/ 121158 h 292608"/>
                <a:gd name="connsiteX39" fmla="*/ 118812 w 290262"/>
                <a:gd name="connsiteY39" fmla="*/ 121158 h 292608"/>
                <a:gd name="connsiteX40" fmla="*/ 118812 w 290262"/>
                <a:gd name="connsiteY40" fmla="*/ 114300 h 292608"/>
                <a:gd name="connsiteX41" fmla="*/ 290262 w 290262"/>
                <a:gd name="connsiteY41" fmla="*/ 114300 h 292608"/>
                <a:gd name="connsiteX42" fmla="*/ 290262 w 290262"/>
                <a:gd name="connsiteY42" fmla="*/ 121158 h 292608"/>
                <a:gd name="connsiteX43" fmla="*/ 290262 w 290262"/>
                <a:gd name="connsiteY43" fmla="*/ 64008 h 292608"/>
                <a:gd name="connsiteX44" fmla="*/ 118812 w 290262"/>
                <a:gd name="connsiteY44" fmla="*/ 64008 h 292608"/>
                <a:gd name="connsiteX45" fmla="*/ 118812 w 290262"/>
                <a:gd name="connsiteY45" fmla="*/ 57150 h 292608"/>
                <a:gd name="connsiteX46" fmla="*/ 290262 w 290262"/>
                <a:gd name="connsiteY46" fmla="*/ 57150 h 292608"/>
                <a:gd name="connsiteX47" fmla="*/ 290262 w 290262"/>
                <a:gd name="connsiteY47" fmla="*/ 64008 h 292608"/>
                <a:gd name="connsiteX48" fmla="*/ 290262 w 290262"/>
                <a:gd name="connsiteY48" fmla="*/ 35433 h 292608"/>
                <a:gd name="connsiteX49" fmla="*/ 118812 w 290262"/>
                <a:gd name="connsiteY49" fmla="*/ 35433 h 292608"/>
                <a:gd name="connsiteX50" fmla="*/ 118812 w 290262"/>
                <a:gd name="connsiteY50" fmla="*/ 28575 h 292608"/>
                <a:gd name="connsiteX51" fmla="*/ 290262 w 290262"/>
                <a:gd name="connsiteY51" fmla="*/ 28575 h 292608"/>
                <a:gd name="connsiteX52" fmla="*/ 290262 w 290262"/>
                <a:gd name="connsiteY52" fmla="*/ 35433 h 292608"/>
                <a:gd name="connsiteX53" fmla="*/ 290262 w 290262"/>
                <a:gd name="connsiteY53" fmla="*/ 6858 h 292608"/>
                <a:gd name="connsiteX54" fmla="*/ 118812 w 290262"/>
                <a:gd name="connsiteY54" fmla="*/ 6858 h 292608"/>
                <a:gd name="connsiteX55" fmla="*/ 118812 w 290262"/>
                <a:gd name="connsiteY55" fmla="*/ 0 h 292608"/>
                <a:gd name="connsiteX56" fmla="*/ 290262 w 290262"/>
                <a:gd name="connsiteY56" fmla="*/ 0 h 292608"/>
                <a:gd name="connsiteX57" fmla="*/ 290262 w 290262"/>
                <a:gd name="connsiteY57" fmla="*/ 6858 h 292608"/>
                <a:gd name="connsiteX0" fmla="*/ 290262 w 290262"/>
                <a:gd name="connsiteY0" fmla="*/ 292608 h 292608"/>
                <a:gd name="connsiteX1" fmla="*/ 118812 w 290262"/>
                <a:gd name="connsiteY1" fmla="*/ 292608 h 292608"/>
                <a:gd name="connsiteX2" fmla="*/ 118812 w 290262"/>
                <a:gd name="connsiteY2" fmla="*/ 285750 h 292608"/>
                <a:gd name="connsiteX3" fmla="*/ 290262 w 290262"/>
                <a:gd name="connsiteY3" fmla="*/ 285750 h 292608"/>
                <a:gd name="connsiteX4" fmla="*/ 290262 w 290262"/>
                <a:gd name="connsiteY4" fmla="*/ 292608 h 292608"/>
                <a:gd name="connsiteX5" fmla="*/ 36516 w 290262"/>
                <a:gd name="connsiteY5" fmla="*/ 170926 h 292608"/>
                <a:gd name="connsiteX6" fmla="*/ 15371 w 290262"/>
                <a:gd name="connsiteY6" fmla="*/ 260604 h 292608"/>
                <a:gd name="connsiteX7" fmla="*/ 8227 w 290262"/>
                <a:gd name="connsiteY7" fmla="*/ 146304 h 292608"/>
                <a:gd name="connsiteX8" fmla="*/ 1083 w 290262"/>
                <a:gd name="connsiteY8" fmla="*/ 32004 h 292608"/>
                <a:gd name="connsiteX9" fmla="*/ 33087 w 290262"/>
                <a:gd name="connsiteY9" fmla="*/ 0 h 292608"/>
                <a:gd name="connsiteX10" fmla="*/ 65091 w 290262"/>
                <a:gd name="connsiteY10" fmla="*/ 32004 h 292608"/>
                <a:gd name="connsiteX11" fmla="*/ 36516 w 290262"/>
                <a:gd name="connsiteY11" fmla="*/ 170926 h 292608"/>
                <a:gd name="connsiteX12" fmla="*/ 33087 w 290262"/>
                <a:gd name="connsiteY12" fmla="*/ 6858 h 292608"/>
                <a:gd name="connsiteX13" fmla="*/ 7941 w 290262"/>
                <a:gd name="connsiteY13" fmla="*/ 32004 h 292608"/>
                <a:gd name="connsiteX14" fmla="*/ 33087 w 290262"/>
                <a:gd name="connsiteY14" fmla="*/ 57150 h 292608"/>
                <a:gd name="connsiteX15" fmla="*/ 58233 w 290262"/>
                <a:gd name="connsiteY15" fmla="*/ 32004 h 292608"/>
                <a:gd name="connsiteX16" fmla="*/ 33087 w 290262"/>
                <a:gd name="connsiteY16" fmla="*/ 6858 h 292608"/>
                <a:gd name="connsiteX17" fmla="*/ 290262 w 290262"/>
                <a:gd name="connsiteY17" fmla="*/ 264033 h 292608"/>
                <a:gd name="connsiteX18" fmla="*/ 118812 w 290262"/>
                <a:gd name="connsiteY18" fmla="*/ 264033 h 292608"/>
                <a:gd name="connsiteX19" fmla="*/ 118812 w 290262"/>
                <a:gd name="connsiteY19" fmla="*/ 257175 h 292608"/>
                <a:gd name="connsiteX20" fmla="*/ 290262 w 290262"/>
                <a:gd name="connsiteY20" fmla="*/ 257175 h 292608"/>
                <a:gd name="connsiteX21" fmla="*/ 290262 w 290262"/>
                <a:gd name="connsiteY21" fmla="*/ 264033 h 292608"/>
                <a:gd name="connsiteX22" fmla="*/ 290262 w 290262"/>
                <a:gd name="connsiteY22" fmla="*/ 235458 h 292608"/>
                <a:gd name="connsiteX23" fmla="*/ 118812 w 290262"/>
                <a:gd name="connsiteY23" fmla="*/ 235458 h 292608"/>
                <a:gd name="connsiteX24" fmla="*/ 118812 w 290262"/>
                <a:gd name="connsiteY24" fmla="*/ 228600 h 292608"/>
                <a:gd name="connsiteX25" fmla="*/ 290262 w 290262"/>
                <a:gd name="connsiteY25" fmla="*/ 228600 h 292608"/>
                <a:gd name="connsiteX26" fmla="*/ 290262 w 290262"/>
                <a:gd name="connsiteY26" fmla="*/ 235458 h 292608"/>
                <a:gd name="connsiteX27" fmla="*/ 290262 w 290262"/>
                <a:gd name="connsiteY27" fmla="*/ 178308 h 292608"/>
                <a:gd name="connsiteX28" fmla="*/ 118812 w 290262"/>
                <a:gd name="connsiteY28" fmla="*/ 178308 h 292608"/>
                <a:gd name="connsiteX29" fmla="*/ 118812 w 290262"/>
                <a:gd name="connsiteY29" fmla="*/ 171450 h 292608"/>
                <a:gd name="connsiteX30" fmla="*/ 290262 w 290262"/>
                <a:gd name="connsiteY30" fmla="*/ 171450 h 292608"/>
                <a:gd name="connsiteX31" fmla="*/ 290262 w 290262"/>
                <a:gd name="connsiteY31" fmla="*/ 178308 h 292608"/>
                <a:gd name="connsiteX32" fmla="*/ 290262 w 290262"/>
                <a:gd name="connsiteY32" fmla="*/ 149733 h 292608"/>
                <a:gd name="connsiteX33" fmla="*/ 118812 w 290262"/>
                <a:gd name="connsiteY33" fmla="*/ 149733 h 292608"/>
                <a:gd name="connsiteX34" fmla="*/ 118812 w 290262"/>
                <a:gd name="connsiteY34" fmla="*/ 142875 h 292608"/>
                <a:gd name="connsiteX35" fmla="*/ 290262 w 290262"/>
                <a:gd name="connsiteY35" fmla="*/ 142875 h 292608"/>
                <a:gd name="connsiteX36" fmla="*/ 290262 w 290262"/>
                <a:gd name="connsiteY36" fmla="*/ 149733 h 292608"/>
                <a:gd name="connsiteX37" fmla="*/ 290262 w 290262"/>
                <a:gd name="connsiteY37" fmla="*/ 121158 h 292608"/>
                <a:gd name="connsiteX38" fmla="*/ 118812 w 290262"/>
                <a:gd name="connsiteY38" fmla="*/ 121158 h 292608"/>
                <a:gd name="connsiteX39" fmla="*/ 118812 w 290262"/>
                <a:gd name="connsiteY39" fmla="*/ 114300 h 292608"/>
                <a:gd name="connsiteX40" fmla="*/ 290262 w 290262"/>
                <a:gd name="connsiteY40" fmla="*/ 114300 h 292608"/>
                <a:gd name="connsiteX41" fmla="*/ 290262 w 290262"/>
                <a:gd name="connsiteY41" fmla="*/ 121158 h 292608"/>
                <a:gd name="connsiteX42" fmla="*/ 290262 w 290262"/>
                <a:gd name="connsiteY42" fmla="*/ 64008 h 292608"/>
                <a:gd name="connsiteX43" fmla="*/ 118812 w 290262"/>
                <a:gd name="connsiteY43" fmla="*/ 64008 h 292608"/>
                <a:gd name="connsiteX44" fmla="*/ 118812 w 290262"/>
                <a:gd name="connsiteY44" fmla="*/ 57150 h 292608"/>
                <a:gd name="connsiteX45" fmla="*/ 290262 w 290262"/>
                <a:gd name="connsiteY45" fmla="*/ 57150 h 292608"/>
                <a:gd name="connsiteX46" fmla="*/ 290262 w 290262"/>
                <a:gd name="connsiteY46" fmla="*/ 64008 h 292608"/>
                <a:gd name="connsiteX47" fmla="*/ 290262 w 290262"/>
                <a:gd name="connsiteY47" fmla="*/ 35433 h 292608"/>
                <a:gd name="connsiteX48" fmla="*/ 118812 w 290262"/>
                <a:gd name="connsiteY48" fmla="*/ 35433 h 292608"/>
                <a:gd name="connsiteX49" fmla="*/ 118812 w 290262"/>
                <a:gd name="connsiteY49" fmla="*/ 28575 h 292608"/>
                <a:gd name="connsiteX50" fmla="*/ 290262 w 290262"/>
                <a:gd name="connsiteY50" fmla="*/ 28575 h 292608"/>
                <a:gd name="connsiteX51" fmla="*/ 290262 w 290262"/>
                <a:gd name="connsiteY51" fmla="*/ 35433 h 292608"/>
                <a:gd name="connsiteX52" fmla="*/ 290262 w 290262"/>
                <a:gd name="connsiteY52" fmla="*/ 6858 h 292608"/>
                <a:gd name="connsiteX53" fmla="*/ 118812 w 290262"/>
                <a:gd name="connsiteY53" fmla="*/ 6858 h 292608"/>
                <a:gd name="connsiteX54" fmla="*/ 118812 w 290262"/>
                <a:gd name="connsiteY54" fmla="*/ 0 h 292608"/>
                <a:gd name="connsiteX55" fmla="*/ 290262 w 290262"/>
                <a:gd name="connsiteY55" fmla="*/ 0 h 292608"/>
                <a:gd name="connsiteX56" fmla="*/ 290262 w 290262"/>
                <a:gd name="connsiteY56" fmla="*/ 6858 h 292608"/>
                <a:gd name="connsiteX0" fmla="*/ 290262 w 290262"/>
                <a:gd name="connsiteY0" fmla="*/ 293967 h 293967"/>
                <a:gd name="connsiteX1" fmla="*/ 118812 w 290262"/>
                <a:gd name="connsiteY1" fmla="*/ 293967 h 293967"/>
                <a:gd name="connsiteX2" fmla="*/ 118812 w 290262"/>
                <a:gd name="connsiteY2" fmla="*/ 287109 h 293967"/>
                <a:gd name="connsiteX3" fmla="*/ 290262 w 290262"/>
                <a:gd name="connsiteY3" fmla="*/ 287109 h 293967"/>
                <a:gd name="connsiteX4" fmla="*/ 290262 w 290262"/>
                <a:gd name="connsiteY4" fmla="*/ 293967 h 293967"/>
                <a:gd name="connsiteX5" fmla="*/ 65091 w 290262"/>
                <a:gd name="connsiteY5" fmla="*/ 33363 h 293967"/>
                <a:gd name="connsiteX6" fmla="*/ 15371 w 290262"/>
                <a:gd name="connsiteY6" fmla="*/ 261963 h 293967"/>
                <a:gd name="connsiteX7" fmla="*/ 8227 w 290262"/>
                <a:gd name="connsiteY7" fmla="*/ 147663 h 293967"/>
                <a:gd name="connsiteX8" fmla="*/ 1083 w 290262"/>
                <a:gd name="connsiteY8" fmla="*/ 33363 h 293967"/>
                <a:gd name="connsiteX9" fmla="*/ 33087 w 290262"/>
                <a:gd name="connsiteY9" fmla="*/ 1359 h 293967"/>
                <a:gd name="connsiteX10" fmla="*/ 65091 w 290262"/>
                <a:gd name="connsiteY10" fmla="*/ 33363 h 293967"/>
                <a:gd name="connsiteX11" fmla="*/ 33087 w 290262"/>
                <a:gd name="connsiteY11" fmla="*/ 8217 h 293967"/>
                <a:gd name="connsiteX12" fmla="*/ 7941 w 290262"/>
                <a:gd name="connsiteY12" fmla="*/ 33363 h 293967"/>
                <a:gd name="connsiteX13" fmla="*/ 33087 w 290262"/>
                <a:gd name="connsiteY13" fmla="*/ 58509 h 293967"/>
                <a:gd name="connsiteX14" fmla="*/ 58233 w 290262"/>
                <a:gd name="connsiteY14" fmla="*/ 33363 h 293967"/>
                <a:gd name="connsiteX15" fmla="*/ 33087 w 290262"/>
                <a:gd name="connsiteY15" fmla="*/ 8217 h 293967"/>
                <a:gd name="connsiteX16" fmla="*/ 290262 w 290262"/>
                <a:gd name="connsiteY16" fmla="*/ 265392 h 293967"/>
                <a:gd name="connsiteX17" fmla="*/ 118812 w 290262"/>
                <a:gd name="connsiteY17" fmla="*/ 265392 h 293967"/>
                <a:gd name="connsiteX18" fmla="*/ 118812 w 290262"/>
                <a:gd name="connsiteY18" fmla="*/ 258534 h 293967"/>
                <a:gd name="connsiteX19" fmla="*/ 290262 w 290262"/>
                <a:gd name="connsiteY19" fmla="*/ 258534 h 293967"/>
                <a:gd name="connsiteX20" fmla="*/ 290262 w 290262"/>
                <a:gd name="connsiteY20" fmla="*/ 265392 h 293967"/>
                <a:gd name="connsiteX21" fmla="*/ 290262 w 290262"/>
                <a:gd name="connsiteY21" fmla="*/ 236817 h 293967"/>
                <a:gd name="connsiteX22" fmla="*/ 118812 w 290262"/>
                <a:gd name="connsiteY22" fmla="*/ 236817 h 293967"/>
                <a:gd name="connsiteX23" fmla="*/ 118812 w 290262"/>
                <a:gd name="connsiteY23" fmla="*/ 229959 h 293967"/>
                <a:gd name="connsiteX24" fmla="*/ 290262 w 290262"/>
                <a:gd name="connsiteY24" fmla="*/ 229959 h 293967"/>
                <a:gd name="connsiteX25" fmla="*/ 290262 w 290262"/>
                <a:gd name="connsiteY25" fmla="*/ 236817 h 293967"/>
                <a:gd name="connsiteX26" fmla="*/ 290262 w 290262"/>
                <a:gd name="connsiteY26" fmla="*/ 179667 h 293967"/>
                <a:gd name="connsiteX27" fmla="*/ 118812 w 290262"/>
                <a:gd name="connsiteY27" fmla="*/ 179667 h 293967"/>
                <a:gd name="connsiteX28" fmla="*/ 118812 w 290262"/>
                <a:gd name="connsiteY28" fmla="*/ 172809 h 293967"/>
                <a:gd name="connsiteX29" fmla="*/ 290262 w 290262"/>
                <a:gd name="connsiteY29" fmla="*/ 172809 h 293967"/>
                <a:gd name="connsiteX30" fmla="*/ 290262 w 290262"/>
                <a:gd name="connsiteY30" fmla="*/ 179667 h 293967"/>
                <a:gd name="connsiteX31" fmla="*/ 290262 w 290262"/>
                <a:gd name="connsiteY31" fmla="*/ 151092 h 293967"/>
                <a:gd name="connsiteX32" fmla="*/ 118812 w 290262"/>
                <a:gd name="connsiteY32" fmla="*/ 151092 h 293967"/>
                <a:gd name="connsiteX33" fmla="*/ 118812 w 290262"/>
                <a:gd name="connsiteY33" fmla="*/ 144234 h 293967"/>
                <a:gd name="connsiteX34" fmla="*/ 290262 w 290262"/>
                <a:gd name="connsiteY34" fmla="*/ 144234 h 293967"/>
                <a:gd name="connsiteX35" fmla="*/ 290262 w 290262"/>
                <a:gd name="connsiteY35" fmla="*/ 151092 h 293967"/>
                <a:gd name="connsiteX36" fmla="*/ 290262 w 290262"/>
                <a:gd name="connsiteY36" fmla="*/ 122517 h 293967"/>
                <a:gd name="connsiteX37" fmla="*/ 118812 w 290262"/>
                <a:gd name="connsiteY37" fmla="*/ 122517 h 293967"/>
                <a:gd name="connsiteX38" fmla="*/ 118812 w 290262"/>
                <a:gd name="connsiteY38" fmla="*/ 115659 h 293967"/>
                <a:gd name="connsiteX39" fmla="*/ 290262 w 290262"/>
                <a:gd name="connsiteY39" fmla="*/ 115659 h 293967"/>
                <a:gd name="connsiteX40" fmla="*/ 290262 w 290262"/>
                <a:gd name="connsiteY40" fmla="*/ 122517 h 293967"/>
                <a:gd name="connsiteX41" fmla="*/ 290262 w 290262"/>
                <a:gd name="connsiteY41" fmla="*/ 65367 h 293967"/>
                <a:gd name="connsiteX42" fmla="*/ 118812 w 290262"/>
                <a:gd name="connsiteY42" fmla="*/ 65367 h 293967"/>
                <a:gd name="connsiteX43" fmla="*/ 118812 w 290262"/>
                <a:gd name="connsiteY43" fmla="*/ 58509 h 293967"/>
                <a:gd name="connsiteX44" fmla="*/ 290262 w 290262"/>
                <a:gd name="connsiteY44" fmla="*/ 58509 h 293967"/>
                <a:gd name="connsiteX45" fmla="*/ 290262 w 290262"/>
                <a:gd name="connsiteY45" fmla="*/ 65367 h 293967"/>
                <a:gd name="connsiteX46" fmla="*/ 290262 w 290262"/>
                <a:gd name="connsiteY46" fmla="*/ 36792 h 293967"/>
                <a:gd name="connsiteX47" fmla="*/ 118812 w 290262"/>
                <a:gd name="connsiteY47" fmla="*/ 36792 h 293967"/>
                <a:gd name="connsiteX48" fmla="*/ 118812 w 290262"/>
                <a:gd name="connsiteY48" fmla="*/ 29934 h 293967"/>
                <a:gd name="connsiteX49" fmla="*/ 290262 w 290262"/>
                <a:gd name="connsiteY49" fmla="*/ 29934 h 293967"/>
                <a:gd name="connsiteX50" fmla="*/ 290262 w 290262"/>
                <a:gd name="connsiteY50" fmla="*/ 36792 h 293967"/>
                <a:gd name="connsiteX51" fmla="*/ 290262 w 290262"/>
                <a:gd name="connsiteY51" fmla="*/ 8217 h 293967"/>
                <a:gd name="connsiteX52" fmla="*/ 118812 w 290262"/>
                <a:gd name="connsiteY52" fmla="*/ 8217 h 293967"/>
                <a:gd name="connsiteX53" fmla="*/ 118812 w 290262"/>
                <a:gd name="connsiteY53" fmla="*/ 1359 h 293967"/>
                <a:gd name="connsiteX54" fmla="*/ 290262 w 290262"/>
                <a:gd name="connsiteY54" fmla="*/ 1359 h 293967"/>
                <a:gd name="connsiteX55" fmla="*/ 290262 w 290262"/>
                <a:gd name="connsiteY55" fmla="*/ 8217 h 293967"/>
                <a:gd name="connsiteX0" fmla="*/ 289888 w 289888"/>
                <a:gd name="connsiteY0" fmla="*/ 293967 h 293967"/>
                <a:gd name="connsiteX1" fmla="*/ 118438 w 289888"/>
                <a:gd name="connsiteY1" fmla="*/ 293967 h 293967"/>
                <a:gd name="connsiteX2" fmla="*/ 118438 w 289888"/>
                <a:gd name="connsiteY2" fmla="*/ 287109 h 293967"/>
                <a:gd name="connsiteX3" fmla="*/ 289888 w 289888"/>
                <a:gd name="connsiteY3" fmla="*/ 287109 h 293967"/>
                <a:gd name="connsiteX4" fmla="*/ 289888 w 289888"/>
                <a:gd name="connsiteY4" fmla="*/ 293967 h 293967"/>
                <a:gd name="connsiteX5" fmla="*/ 64717 w 289888"/>
                <a:gd name="connsiteY5" fmla="*/ 33363 h 293967"/>
                <a:gd name="connsiteX6" fmla="*/ 14997 w 289888"/>
                <a:gd name="connsiteY6" fmla="*/ 261963 h 293967"/>
                <a:gd name="connsiteX7" fmla="*/ 709 w 289888"/>
                <a:gd name="connsiteY7" fmla="*/ 33363 h 293967"/>
                <a:gd name="connsiteX8" fmla="*/ 32713 w 289888"/>
                <a:gd name="connsiteY8" fmla="*/ 1359 h 293967"/>
                <a:gd name="connsiteX9" fmla="*/ 64717 w 289888"/>
                <a:gd name="connsiteY9" fmla="*/ 33363 h 293967"/>
                <a:gd name="connsiteX10" fmla="*/ 32713 w 289888"/>
                <a:gd name="connsiteY10" fmla="*/ 8217 h 293967"/>
                <a:gd name="connsiteX11" fmla="*/ 7567 w 289888"/>
                <a:gd name="connsiteY11" fmla="*/ 33363 h 293967"/>
                <a:gd name="connsiteX12" fmla="*/ 32713 w 289888"/>
                <a:gd name="connsiteY12" fmla="*/ 58509 h 293967"/>
                <a:gd name="connsiteX13" fmla="*/ 57859 w 289888"/>
                <a:gd name="connsiteY13" fmla="*/ 33363 h 293967"/>
                <a:gd name="connsiteX14" fmla="*/ 32713 w 289888"/>
                <a:gd name="connsiteY14" fmla="*/ 8217 h 293967"/>
                <a:gd name="connsiteX15" fmla="*/ 289888 w 289888"/>
                <a:gd name="connsiteY15" fmla="*/ 265392 h 293967"/>
                <a:gd name="connsiteX16" fmla="*/ 118438 w 289888"/>
                <a:gd name="connsiteY16" fmla="*/ 265392 h 293967"/>
                <a:gd name="connsiteX17" fmla="*/ 118438 w 289888"/>
                <a:gd name="connsiteY17" fmla="*/ 258534 h 293967"/>
                <a:gd name="connsiteX18" fmla="*/ 289888 w 289888"/>
                <a:gd name="connsiteY18" fmla="*/ 258534 h 293967"/>
                <a:gd name="connsiteX19" fmla="*/ 289888 w 289888"/>
                <a:gd name="connsiteY19" fmla="*/ 265392 h 293967"/>
                <a:gd name="connsiteX20" fmla="*/ 289888 w 289888"/>
                <a:gd name="connsiteY20" fmla="*/ 236817 h 293967"/>
                <a:gd name="connsiteX21" fmla="*/ 118438 w 289888"/>
                <a:gd name="connsiteY21" fmla="*/ 236817 h 293967"/>
                <a:gd name="connsiteX22" fmla="*/ 118438 w 289888"/>
                <a:gd name="connsiteY22" fmla="*/ 229959 h 293967"/>
                <a:gd name="connsiteX23" fmla="*/ 289888 w 289888"/>
                <a:gd name="connsiteY23" fmla="*/ 229959 h 293967"/>
                <a:gd name="connsiteX24" fmla="*/ 289888 w 289888"/>
                <a:gd name="connsiteY24" fmla="*/ 236817 h 293967"/>
                <a:gd name="connsiteX25" fmla="*/ 289888 w 289888"/>
                <a:gd name="connsiteY25" fmla="*/ 179667 h 293967"/>
                <a:gd name="connsiteX26" fmla="*/ 118438 w 289888"/>
                <a:gd name="connsiteY26" fmla="*/ 179667 h 293967"/>
                <a:gd name="connsiteX27" fmla="*/ 118438 w 289888"/>
                <a:gd name="connsiteY27" fmla="*/ 172809 h 293967"/>
                <a:gd name="connsiteX28" fmla="*/ 289888 w 289888"/>
                <a:gd name="connsiteY28" fmla="*/ 172809 h 293967"/>
                <a:gd name="connsiteX29" fmla="*/ 289888 w 289888"/>
                <a:gd name="connsiteY29" fmla="*/ 179667 h 293967"/>
                <a:gd name="connsiteX30" fmla="*/ 289888 w 289888"/>
                <a:gd name="connsiteY30" fmla="*/ 151092 h 293967"/>
                <a:gd name="connsiteX31" fmla="*/ 118438 w 289888"/>
                <a:gd name="connsiteY31" fmla="*/ 151092 h 293967"/>
                <a:gd name="connsiteX32" fmla="*/ 118438 w 289888"/>
                <a:gd name="connsiteY32" fmla="*/ 144234 h 293967"/>
                <a:gd name="connsiteX33" fmla="*/ 289888 w 289888"/>
                <a:gd name="connsiteY33" fmla="*/ 144234 h 293967"/>
                <a:gd name="connsiteX34" fmla="*/ 289888 w 289888"/>
                <a:gd name="connsiteY34" fmla="*/ 151092 h 293967"/>
                <a:gd name="connsiteX35" fmla="*/ 289888 w 289888"/>
                <a:gd name="connsiteY35" fmla="*/ 122517 h 293967"/>
                <a:gd name="connsiteX36" fmla="*/ 118438 w 289888"/>
                <a:gd name="connsiteY36" fmla="*/ 122517 h 293967"/>
                <a:gd name="connsiteX37" fmla="*/ 118438 w 289888"/>
                <a:gd name="connsiteY37" fmla="*/ 115659 h 293967"/>
                <a:gd name="connsiteX38" fmla="*/ 289888 w 289888"/>
                <a:gd name="connsiteY38" fmla="*/ 115659 h 293967"/>
                <a:gd name="connsiteX39" fmla="*/ 289888 w 289888"/>
                <a:gd name="connsiteY39" fmla="*/ 122517 h 293967"/>
                <a:gd name="connsiteX40" fmla="*/ 289888 w 289888"/>
                <a:gd name="connsiteY40" fmla="*/ 65367 h 293967"/>
                <a:gd name="connsiteX41" fmla="*/ 118438 w 289888"/>
                <a:gd name="connsiteY41" fmla="*/ 65367 h 293967"/>
                <a:gd name="connsiteX42" fmla="*/ 118438 w 289888"/>
                <a:gd name="connsiteY42" fmla="*/ 58509 h 293967"/>
                <a:gd name="connsiteX43" fmla="*/ 289888 w 289888"/>
                <a:gd name="connsiteY43" fmla="*/ 58509 h 293967"/>
                <a:gd name="connsiteX44" fmla="*/ 289888 w 289888"/>
                <a:gd name="connsiteY44" fmla="*/ 65367 h 293967"/>
                <a:gd name="connsiteX45" fmla="*/ 289888 w 289888"/>
                <a:gd name="connsiteY45" fmla="*/ 36792 h 293967"/>
                <a:gd name="connsiteX46" fmla="*/ 118438 w 289888"/>
                <a:gd name="connsiteY46" fmla="*/ 36792 h 293967"/>
                <a:gd name="connsiteX47" fmla="*/ 118438 w 289888"/>
                <a:gd name="connsiteY47" fmla="*/ 29934 h 293967"/>
                <a:gd name="connsiteX48" fmla="*/ 289888 w 289888"/>
                <a:gd name="connsiteY48" fmla="*/ 29934 h 293967"/>
                <a:gd name="connsiteX49" fmla="*/ 289888 w 289888"/>
                <a:gd name="connsiteY49" fmla="*/ 36792 h 293967"/>
                <a:gd name="connsiteX50" fmla="*/ 289888 w 289888"/>
                <a:gd name="connsiteY50" fmla="*/ 8217 h 293967"/>
                <a:gd name="connsiteX51" fmla="*/ 118438 w 289888"/>
                <a:gd name="connsiteY51" fmla="*/ 8217 h 293967"/>
                <a:gd name="connsiteX52" fmla="*/ 118438 w 289888"/>
                <a:gd name="connsiteY52" fmla="*/ 1359 h 293967"/>
                <a:gd name="connsiteX53" fmla="*/ 289888 w 289888"/>
                <a:gd name="connsiteY53" fmla="*/ 1359 h 293967"/>
                <a:gd name="connsiteX54" fmla="*/ 289888 w 289888"/>
                <a:gd name="connsiteY54" fmla="*/ 8217 h 293967"/>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34778 w 291953"/>
                <a:gd name="connsiteY9" fmla="*/ 6858 h 292608"/>
                <a:gd name="connsiteX10" fmla="*/ 9632 w 291953"/>
                <a:gd name="connsiteY10" fmla="*/ 32004 h 292608"/>
                <a:gd name="connsiteX11" fmla="*/ 34778 w 291953"/>
                <a:gd name="connsiteY11" fmla="*/ 57150 h 292608"/>
                <a:gd name="connsiteX12" fmla="*/ 59924 w 291953"/>
                <a:gd name="connsiteY12" fmla="*/ 32004 h 292608"/>
                <a:gd name="connsiteX13" fmla="*/ 34778 w 291953"/>
                <a:gd name="connsiteY13" fmla="*/ 6858 h 292608"/>
                <a:gd name="connsiteX14" fmla="*/ 291953 w 291953"/>
                <a:gd name="connsiteY14" fmla="*/ 264033 h 292608"/>
                <a:gd name="connsiteX15" fmla="*/ 120503 w 291953"/>
                <a:gd name="connsiteY15" fmla="*/ 264033 h 292608"/>
                <a:gd name="connsiteX16" fmla="*/ 120503 w 291953"/>
                <a:gd name="connsiteY16" fmla="*/ 257175 h 292608"/>
                <a:gd name="connsiteX17" fmla="*/ 291953 w 291953"/>
                <a:gd name="connsiteY17" fmla="*/ 257175 h 292608"/>
                <a:gd name="connsiteX18" fmla="*/ 291953 w 291953"/>
                <a:gd name="connsiteY18" fmla="*/ 264033 h 292608"/>
                <a:gd name="connsiteX19" fmla="*/ 291953 w 291953"/>
                <a:gd name="connsiteY19" fmla="*/ 235458 h 292608"/>
                <a:gd name="connsiteX20" fmla="*/ 120503 w 291953"/>
                <a:gd name="connsiteY20" fmla="*/ 235458 h 292608"/>
                <a:gd name="connsiteX21" fmla="*/ 120503 w 291953"/>
                <a:gd name="connsiteY21" fmla="*/ 228600 h 292608"/>
                <a:gd name="connsiteX22" fmla="*/ 291953 w 291953"/>
                <a:gd name="connsiteY22" fmla="*/ 228600 h 292608"/>
                <a:gd name="connsiteX23" fmla="*/ 291953 w 291953"/>
                <a:gd name="connsiteY23" fmla="*/ 235458 h 292608"/>
                <a:gd name="connsiteX24" fmla="*/ 291953 w 291953"/>
                <a:gd name="connsiteY24" fmla="*/ 178308 h 292608"/>
                <a:gd name="connsiteX25" fmla="*/ 120503 w 291953"/>
                <a:gd name="connsiteY25" fmla="*/ 178308 h 292608"/>
                <a:gd name="connsiteX26" fmla="*/ 120503 w 291953"/>
                <a:gd name="connsiteY26" fmla="*/ 171450 h 292608"/>
                <a:gd name="connsiteX27" fmla="*/ 291953 w 291953"/>
                <a:gd name="connsiteY27" fmla="*/ 171450 h 292608"/>
                <a:gd name="connsiteX28" fmla="*/ 291953 w 291953"/>
                <a:gd name="connsiteY28" fmla="*/ 178308 h 292608"/>
                <a:gd name="connsiteX29" fmla="*/ 291953 w 291953"/>
                <a:gd name="connsiteY29" fmla="*/ 149733 h 292608"/>
                <a:gd name="connsiteX30" fmla="*/ 120503 w 291953"/>
                <a:gd name="connsiteY30" fmla="*/ 149733 h 292608"/>
                <a:gd name="connsiteX31" fmla="*/ 120503 w 291953"/>
                <a:gd name="connsiteY31" fmla="*/ 142875 h 292608"/>
                <a:gd name="connsiteX32" fmla="*/ 291953 w 291953"/>
                <a:gd name="connsiteY32" fmla="*/ 142875 h 292608"/>
                <a:gd name="connsiteX33" fmla="*/ 291953 w 291953"/>
                <a:gd name="connsiteY33" fmla="*/ 149733 h 292608"/>
                <a:gd name="connsiteX34" fmla="*/ 291953 w 291953"/>
                <a:gd name="connsiteY34" fmla="*/ 121158 h 292608"/>
                <a:gd name="connsiteX35" fmla="*/ 120503 w 291953"/>
                <a:gd name="connsiteY35" fmla="*/ 121158 h 292608"/>
                <a:gd name="connsiteX36" fmla="*/ 120503 w 291953"/>
                <a:gd name="connsiteY36" fmla="*/ 114300 h 292608"/>
                <a:gd name="connsiteX37" fmla="*/ 291953 w 291953"/>
                <a:gd name="connsiteY37" fmla="*/ 114300 h 292608"/>
                <a:gd name="connsiteX38" fmla="*/ 291953 w 291953"/>
                <a:gd name="connsiteY38" fmla="*/ 121158 h 292608"/>
                <a:gd name="connsiteX39" fmla="*/ 291953 w 291953"/>
                <a:gd name="connsiteY39" fmla="*/ 64008 h 292608"/>
                <a:gd name="connsiteX40" fmla="*/ 120503 w 291953"/>
                <a:gd name="connsiteY40" fmla="*/ 64008 h 292608"/>
                <a:gd name="connsiteX41" fmla="*/ 120503 w 291953"/>
                <a:gd name="connsiteY41" fmla="*/ 57150 h 292608"/>
                <a:gd name="connsiteX42" fmla="*/ 291953 w 291953"/>
                <a:gd name="connsiteY42" fmla="*/ 57150 h 292608"/>
                <a:gd name="connsiteX43" fmla="*/ 291953 w 291953"/>
                <a:gd name="connsiteY43" fmla="*/ 64008 h 292608"/>
                <a:gd name="connsiteX44" fmla="*/ 291953 w 291953"/>
                <a:gd name="connsiteY44" fmla="*/ 35433 h 292608"/>
                <a:gd name="connsiteX45" fmla="*/ 120503 w 291953"/>
                <a:gd name="connsiteY45" fmla="*/ 35433 h 292608"/>
                <a:gd name="connsiteX46" fmla="*/ 120503 w 291953"/>
                <a:gd name="connsiteY46" fmla="*/ 28575 h 292608"/>
                <a:gd name="connsiteX47" fmla="*/ 291953 w 291953"/>
                <a:gd name="connsiteY47" fmla="*/ 28575 h 292608"/>
                <a:gd name="connsiteX48" fmla="*/ 291953 w 291953"/>
                <a:gd name="connsiteY48" fmla="*/ 35433 h 292608"/>
                <a:gd name="connsiteX49" fmla="*/ 291953 w 291953"/>
                <a:gd name="connsiteY49" fmla="*/ 6858 h 292608"/>
                <a:gd name="connsiteX50" fmla="*/ 120503 w 291953"/>
                <a:gd name="connsiteY50" fmla="*/ 6858 h 292608"/>
                <a:gd name="connsiteX51" fmla="*/ 120503 w 291953"/>
                <a:gd name="connsiteY51" fmla="*/ 0 h 292608"/>
                <a:gd name="connsiteX52" fmla="*/ 291953 w 291953"/>
                <a:gd name="connsiteY52" fmla="*/ 0 h 292608"/>
                <a:gd name="connsiteX53" fmla="*/ 291953 w 291953"/>
                <a:gd name="connsiteY53" fmla="*/ 6858 h 292608"/>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59924 w 291953"/>
                <a:gd name="connsiteY9" fmla="*/ 32004 h 292608"/>
                <a:gd name="connsiteX10" fmla="*/ 9632 w 291953"/>
                <a:gd name="connsiteY10" fmla="*/ 32004 h 292608"/>
                <a:gd name="connsiteX11" fmla="*/ 34778 w 291953"/>
                <a:gd name="connsiteY11" fmla="*/ 57150 h 292608"/>
                <a:gd name="connsiteX12" fmla="*/ 59924 w 291953"/>
                <a:gd name="connsiteY12" fmla="*/ 32004 h 292608"/>
                <a:gd name="connsiteX13" fmla="*/ 291953 w 291953"/>
                <a:gd name="connsiteY13" fmla="*/ 264033 h 292608"/>
                <a:gd name="connsiteX14" fmla="*/ 120503 w 291953"/>
                <a:gd name="connsiteY14" fmla="*/ 264033 h 292608"/>
                <a:gd name="connsiteX15" fmla="*/ 120503 w 291953"/>
                <a:gd name="connsiteY15" fmla="*/ 257175 h 292608"/>
                <a:gd name="connsiteX16" fmla="*/ 291953 w 291953"/>
                <a:gd name="connsiteY16" fmla="*/ 257175 h 292608"/>
                <a:gd name="connsiteX17" fmla="*/ 291953 w 291953"/>
                <a:gd name="connsiteY17" fmla="*/ 264033 h 292608"/>
                <a:gd name="connsiteX18" fmla="*/ 291953 w 291953"/>
                <a:gd name="connsiteY18" fmla="*/ 235458 h 292608"/>
                <a:gd name="connsiteX19" fmla="*/ 120503 w 291953"/>
                <a:gd name="connsiteY19" fmla="*/ 235458 h 292608"/>
                <a:gd name="connsiteX20" fmla="*/ 120503 w 291953"/>
                <a:gd name="connsiteY20" fmla="*/ 228600 h 292608"/>
                <a:gd name="connsiteX21" fmla="*/ 291953 w 291953"/>
                <a:gd name="connsiteY21" fmla="*/ 228600 h 292608"/>
                <a:gd name="connsiteX22" fmla="*/ 291953 w 291953"/>
                <a:gd name="connsiteY22" fmla="*/ 235458 h 292608"/>
                <a:gd name="connsiteX23" fmla="*/ 291953 w 291953"/>
                <a:gd name="connsiteY23" fmla="*/ 178308 h 292608"/>
                <a:gd name="connsiteX24" fmla="*/ 120503 w 291953"/>
                <a:gd name="connsiteY24" fmla="*/ 178308 h 292608"/>
                <a:gd name="connsiteX25" fmla="*/ 120503 w 291953"/>
                <a:gd name="connsiteY25" fmla="*/ 171450 h 292608"/>
                <a:gd name="connsiteX26" fmla="*/ 291953 w 291953"/>
                <a:gd name="connsiteY26" fmla="*/ 171450 h 292608"/>
                <a:gd name="connsiteX27" fmla="*/ 291953 w 291953"/>
                <a:gd name="connsiteY27" fmla="*/ 178308 h 292608"/>
                <a:gd name="connsiteX28" fmla="*/ 291953 w 291953"/>
                <a:gd name="connsiteY28" fmla="*/ 149733 h 292608"/>
                <a:gd name="connsiteX29" fmla="*/ 120503 w 291953"/>
                <a:gd name="connsiteY29" fmla="*/ 149733 h 292608"/>
                <a:gd name="connsiteX30" fmla="*/ 120503 w 291953"/>
                <a:gd name="connsiteY30" fmla="*/ 142875 h 292608"/>
                <a:gd name="connsiteX31" fmla="*/ 291953 w 291953"/>
                <a:gd name="connsiteY31" fmla="*/ 142875 h 292608"/>
                <a:gd name="connsiteX32" fmla="*/ 291953 w 291953"/>
                <a:gd name="connsiteY32" fmla="*/ 149733 h 292608"/>
                <a:gd name="connsiteX33" fmla="*/ 291953 w 291953"/>
                <a:gd name="connsiteY33" fmla="*/ 121158 h 292608"/>
                <a:gd name="connsiteX34" fmla="*/ 120503 w 291953"/>
                <a:gd name="connsiteY34" fmla="*/ 121158 h 292608"/>
                <a:gd name="connsiteX35" fmla="*/ 120503 w 291953"/>
                <a:gd name="connsiteY35" fmla="*/ 114300 h 292608"/>
                <a:gd name="connsiteX36" fmla="*/ 291953 w 291953"/>
                <a:gd name="connsiteY36" fmla="*/ 114300 h 292608"/>
                <a:gd name="connsiteX37" fmla="*/ 291953 w 291953"/>
                <a:gd name="connsiteY37" fmla="*/ 121158 h 292608"/>
                <a:gd name="connsiteX38" fmla="*/ 291953 w 291953"/>
                <a:gd name="connsiteY38" fmla="*/ 64008 h 292608"/>
                <a:gd name="connsiteX39" fmla="*/ 120503 w 291953"/>
                <a:gd name="connsiteY39" fmla="*/ 64008 h 292608"/>
                <a:gd name="connsiteX40" fmla="*/ 120503 w 291953"/>
                <a:gd name="connsiteY40" fmla="*/ 57150 h 292608"/>
                <a:gd name="connsiteX41" fmla="*/ 291953 w 291953"/>
                <a:gd name="connsiteY41" fmla="*/ 57150 h 292608"/>
                <a:gd name="connsiteX42" fmla="*/ 291953 w 291953"/>
                <a:gd name="connsiteY42" fmla="*/ 64008 h 292608"/>
                <a:gd name="connsiteX43" fmla="*/ 291953 w 291953"/>
                <a:gd name="connsiteY43" fmla="*/ 35433 h 292608"/>
                <a:gd name="connsiteX44" fmla="*/ 120503 w 291953"/>
                <a:gd name="connsiteY44" fmla="*/ 35433 h 292608"/>
                <a:gd name="connsiteX45" fmla="*/ 120503 w 291953"/>
                <a:gd name="connsiteY45" fmla="*/ 28575 h 292608"/>
                <a:gd name="connsiteX46" fmla="*/ 291953 w 291953"/>
                <a:gd name="connsiteY46" fmla="*/ 28575 h 292608"/>
                <a:gd name="connsiteX47" fmla="*/ 291953 w 291953"/>
                <a:gd name="connsiteY47" fmla="*/ 35433 h 292608"/>
                <a:gd name="connsiteX48" fmla="*/ 291953 w 291953"/>
                <a:gd name="connsiteY48" fmla="*/ 6858 h 292608"/>
                <a:gd name="connsiteX49" fmla="*/ 120503 w 291953"/>
                <a:gd name="connsiteY49" fmla="*/ 6858 h 292608"/>
                <a:gd name="connsiteX50" fmla="*/ 120503 w 291953"/>
                <a:gd name="connsiteY50" fmla="*/ 0 h 292608"/>
                <a:gd name="connsiteX51" fmla="*/ 291953 w 291953"/>
                <a:gd name="connsiteY51" fmla="*/ 0 h 292608"/>
                <a:gd name="connsiteX52" fmla="*/ 291953 w 291953"/>
                <a:gd name="connsiteY52" fmla="*/ 6858 h 292608"/>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59924 w 291953"/>
                <a:gd name="connsiteY9" fmla="*/ 32004 h 292608"/>
                <a:gd name="connsiteX10" fmla="*/ 9632 w 291953"/>
                <a:gd name="connsiteY10" fmla="*/ 32004 h 292608"/>
                <a:gd name="connsiteX11" fmla="*/ 59924 w 291953"/>
                <a:gd name="connsiteY11" fmla="*/ 32004 h 292608"/>
                <a:gd name="connsiteX12" fmla="*/ 291953 w 291953"/>
                <a:gd name="connsiteY12" fmla="*/ 264033 h 292608"/>
                <a:gd name="connsiteX13" fmla="*/ 120503 w 291953"/>
                <a:gd name="connsiteY13" fmla="*/ 264033 h 292608"/>
                <a:gd name="connsiteX14" fmla="*/ 120503 w 291953"/>
                <a:gd name="connsiteY14" fmla="*/ 257175 h 292608"/>
                <a:gd name="connsiteX15" fmla="*/ 291953 w 291953"/>
                <a:gd name="connsiteY15" fmla="*/ 257175 h 292608"/>
                <a:gd name="connsiteX16" fmla="*/ 291953 w 291953"/>
                <a:gd name="connsiteY16" fmla="*/ 264033 h 292608"/>
                <a:gd name="connsiteX17" fmla="*/ 291953 w 291953"/>
                <a:gd name="connsiteY17" fmla="*/ 235458 h 292608"/>
                <a:gd name="connsiteX18" fmla="*/ 120503 w 291953"/>
                <a:gd name="connsiteY18" fmla="*/ 235458 h 292608"/>
                <a:gd name="connsiteX19" fmla="*/ 120503 w 291953"/>
                <a:gd name="connsiteY19" fmla="*/ 228600 h 292608"/>
                <a:gd name="connsiteX20" fmla="*/ 291953 w 291953"/>
                <a:gd name="connsiteY20" fmla="*/ 228600 h 292608"/>
                <a:gd name="connsiteX21" fmla="*/ 291953 w 291953"/>
                <a:gd name="connsiteY21" fmla="*/ 235458 h 292608"/>
                <a:gd name="connsiteX22" fmla="*/ 291953 w 291953"/>
                <a:gd name="connsiteY22" fmla="*/ 178308 h 292608"/>
                <a:gd name="connsiteX23" fmla="*/ 120503 w 291953"/>
                <a:gd name="connsiteY23" fmla="*/ 178308 h 292608"/>
                <a:gd name="connsiteX24" fmla="*/ 120503 w 291953"/>
                <a:gd name="connsiteY24" fmla="*/ 171450 h 292608"/>
                <a:gd name="connsiteX25" fmla="*/ 291953 w 291953"/>
                <a:gd name="connsiteY25" fmla="*/ 171450 h 292608"/>
                <a:gd name="connsiteX26" fmla="*/ 291953 w 291953"/>
                <a:gd name="connsiteY26" fmla="*/ 178308 h 292608"/>
                <a:gd name="connsiteX27" fmla="*/ 291953 w 291953"/>
                <a:gd name="connsiteY27" fmla="*/ 149733 h 292608"/>
                <a:gd name="connsiteX28" fmla="*/ 120503 w 291953"/>
                <a:gd name="connsiteY28" fmla="*/ 149733 h 292608"/>
                <a:gd name="connsiteX29" fmla="*/ 120503 w 291953"/>
                <a:gd name="connsiteY29" fmla="*/ 142875 h 292608"/>
                <a:gd name="connsiteX30" fmla="*/ 291953 w 291953"/>
                <a:gd name="connsiteY30" fmla="*/ 142875 h 292608"/>
                <a:gd name="connsiteX31" fmla="*/ 291953 w 291953"/>
                <a:gd name="connsiteY31" fmla="*/ 149733 h 292608"/>
                <a:gd name="connsiteX32" fmla="*/ 291953 w 291953"/>
                <a:gd name="connsiteY32" fmla="*/ 121158 h 292608"/>
                <a:gd name="connsiteX33" fmla="*/ 120503 w 291953"/>
                <a:gd name="connsiteY33" fmla="*/ 121158 h 292608"/>
                <a:gd name="connsiteX34" fmla="*/ 120503 w 291953"/>
                <a:gd name="connsiteY34" fmla="*/ 114300 h 292608"/>
                <a:gd name="connsiteX35" fmla="*/ 291953 w 291953"/>
                <a:gd name="connsiteY35" fmla="*/ 114300 h 292608"/>
                <a:gd name="connsiteX36" fmla="*/ 291953 w 291953"/>
                <a:gd name="connsiteY36" fmla="*/ 121158 h 292608"/>
                <a:gd name="connsiteX37" fmla="*/ 291953 w 291953"/>
                <a:gd name="connsiteY37" fmla="*/ 64008 h 292608"/>
                <a:gd name="connsiteX38" fmla="*/ 120503 w 291953"/>
                <a:gd name="connsiteY38" fmla="*/ 64008 h 292608"/>
                <a:gd name="connsiteX39" fmla="*/ 120503 w 291953"/>
                <a:gd name="connsiteY39" fmla="*/ 57150 h 292608"/>
                <a:gd name="connsiteX40" fmla="*/ 291953 w 291953"/>
                <a:gd name="connsiteY40" fmla="*/ 57150 h 292608"/>
                <a:gd name="connsiteX41" fmla="*/ 291953 w 291953"/>
                <a:gd name="connsiteY41" fmla="*/ 64008 h 292608"/>
                <a:gd name="connsiteX42" fmla="*/ 291953 w 291953"/>
                <a:gd name="connsiteY42" fmla="*/ 35433 h 292608"/>
                <a:gd name="connsiteX43" fmla="*/ 120503 w 291953"/>
                <a:gd name="connsiteY43" fmla="*/ 35433 h 292608"/>
                <a:gd name="connsiteX44" fmla="*/ 120503 w 291953"/>
                <a:gd name="connsiteY44" fmla="*/ 28575 h 292608"/>
                <a:gd name="connsiteX45" fmla="*/ 291953 w 291953"/>
                <a:gd name="connsiteY45" fmla="*/ 28575 h 292608"/>
                <a:gd name="connsiteX46" fmla="*/ 291953 w 291953"/>
                <a:gd name="connsiteY46" fmla="*/ 35433 h 292608"/>
                <a:gd name="connsiteX47" fmla="*/ 291953 w 291953"/>
                <a:gd name="connsiteY47" fmla="*/ 6858 h 292608"/>
                <a:gd name="connsiteX48" fmla="*/ 120503 w 291953"/>
                <a:gd name="connsiteY48" fmla="*/ 6858 h 292608"/>
                <a:gd name="connsiteX49" fmla="*/ 120503 w 291953"/>
                <a:gd name="connsiteY49" fmla="*/ 0 h 292608"/>
                <a:gd name="connsiteX50" fmla="*/ 291953 w 291953"/>
                <a:gd name="connsiteY50" fmla="*/ 0 h 292608"/>
                <a:gd name="connsiteX51" fmla="*/ 291953 w 291953"/>
                <a:gd name="connsiteY51" fmla="*/ 6858 h 292608"/>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291953 w 291953"/>
                <a:gd name="connsiteY9" fmla="*/ 264033 h 292608"/>
                <a:gd name="connsiteX10" fmla="*/ 120503 w 291953"/>
                <a:gd name="connsiteY10" fmla="*/ 264033 h 292608"/>
                <a:gd name="connsiteX11" fmla="*/ 120503 w 291953"/>
                <a:gd name="connsiteY11" fmla="*/ 257175 h 292608"/>
                <a:gd name="connsiteX12" fmla="*/ 291953 w 291953"/>
                <a:gd name="connsiteY12" fmla="*/ 257175 h 292608"/>
                <a:gd name="connsiteX13" fmla="*/ 291953 w 291953"/>
                <a:gd name="connsiteY13" fmla="*/ 264033 h 292608"/>
                <a:gd name="connsiteX14" fmla="*/ 291953 w 291953"/>
                <a:gd name="connsiteY14" fmla="*/ 235458 h 292608"/>
                <a:gd name="connsiteX15" fmla="*/ 120503 w 291953"/>
                <a:gd name="connsiteY15" fmla="*/ 235458 h 292608"/>
                <a:gd name="connsiteX16" fmla="*/ 120503 w 291953"/>
                <a:gd name="connsiteY16" fmla="*/ 228600 h 292608"/>
                <a:gd name="connsiteX17" fmla="*/ 291953 w 291953"/>
                <a:gd name="connsiteY17" fmla="*/ 228600 h 292608"/>
                <a:gd name="connsiteX18" fmla="*/ 291953 w 291953"/>
                <a:gd name="connsiteY18" fmla="*/ 235458 h 292608"/>
                <a:gd name="connsiteX19" fmla="*/ 291953 w 291953"/>
                <a:gd name="connsiteY19" fmla="*/ 178308 h 292608"/>
                <a:gd name="connsiteX20" fmla="*/ 120503 w 291953"/>
                <a:gd name="connsiteY20" fmla="*/ 178308 h 292608"/>
                <a:gd name="connsiteX21" fmla="*/ 120503 w 291953"/>
                <a:gd name="connsiteY21" fmla="*/ 171450 h 292608"/>
                <a:gd name="connsiteX22" fmla="*/ 291953 w 291953"/>
                <a:gd name="connsiteY22" fmla="*/ 171450 h 292608"/>
                <a:gd name="connsiteX23" fmla="*/ 291953 w 291953"/>
                <a:gd name="connsiteY23" fmla="*/ 178308 h 292608"/>
                <a:gd name="connsiteX24" fmla="*/ 291953 w 291953"/>
                <a:gd name="connsiteY24" fmla="*/ 149733 h 292608"/>
                <a:gd name="connsiteX25" fmla="*/ 120503 w 291953"/>
                <a:gd name="connsiteY25" fmla="*/ 149733 h 292608"/>
                <a:gd name="connsiteX26" fmla="*/ 120503 w 291953"/>
                <a:gd name="connsiteY26" fmla="*/ 142875 h 292608"/>
                <a:gd name="connsiteX27" fmla="*/ 291953 w 291953"/>
                <a:gd name="connsiteY27" fmla="*/ 142875 h 292608"/>
                <a:gd name="connsiteX28" fmla="*/ 291953 w 291953"/>
                <a:gd name="connsiteY28" fmla="*/ 149733 h 292608"/>
                <a:gd name="connsiteX29" fmla="*/ 291953 w 291953"/>
                <a:gd name="connsiteY29" fmla="*/ 121158 h 292608"/>
                <a:gd name="connsiteX30" fmla="*/ 120503 w 291953"/>
                <a:gd name="connsiteY30" fmla="*/ 121158 h 292608"/>
                <a:gd name="connsiteX31" fmla="*/ 120503 w 291953"/>
                <a:gd name="connsiteY31" fmla="*/ 114300 h 292608"/>
                <a:gd name="connsiteX32" fmla="*/ 291953 w 291953"/>
                <a:gd name="connsiteY32" fmla="*/ 114300 h 292608"/>
                <a:gd name="connsiteX33" fmla="*/ 291953 w 291953"/>
                <a:gd name="connsiteY33" fmla="*/ 121158 h 292608"/>
                <a:gd name="connsiteX34" fmla="*/ 291953 w 291953"/>
                <a:gd name="connsiteY34" fmla="*/ 64008 h 292608"/>
                <a:gd name="connsiteX35" fmla="*/ 120503 w 291953"/>
                <a:gd name="connsiteY35" fmla="*/ 64008 h 292608"/>
                <a:gd name="connsiteX36" fmla="*/ 120503 w 291953"/>
                <a:gd name="connsiteY36" fmla="*/ 57150 h 292608"/>
                <a:gd name="connsiteX37" fmla="*/ 291953 w 291953"/>
                <a:gd name="connsiteY37" fmla="*/ 57150 h 292608"/>
                <a:gd name="connsiteX38" fmla="*/ 291953 w 291953"/>
                <a:gd name="connsiteY38" fmla="*/ 64008 h 292608"/>
                <a:gd name="connsiteX39" fmla="*/ 291953 w 291953"/>
                <a:gd name="connsiteY39" fmla="*/ 35433 h 292608"/>
                <a:gd name="connsiteX40" fmla="*/ 120503 w 291953"/>
                <a:gd name="connsiteY40" fmla="*/ 35433 h 292608"/>
                <a:gd name="connsiteX41" fmla="*/ 120503 w 291953"/>
                <a:gd name="connsiteY41" fmla="*/ 28575 h 292608"/>
                <a:gd name="connsiteX42" fmla="*/ 291953 w 291953"/>
                <a:gd name="connsiteY42" fmla="*/ 28575 h 292608"/>
                <a:gd name="connsiteX43" fmla="*/ 291953 w 291953"/>
                <a:gd name="connsiteY43" fmla="*/ 35433 h 292608"/>
                <a:gd name="connsiteX44" fmla="*/ 291953 w 291953"/>
                <a:gd name="connsiteY44" fmla="*/ 6858 h 292608"/>
                <a:gd name="connsiteX45" fmla="*/ 120503 w 291953"/>
                <a:gd name="connsiteY45" fmla="*/ 6858 h 292608"/>
                <a:gd name="connsiteX46" fmla="*/ 120503 w 291953"/>
                <a:gd name="connsiteY46" fmla="*/ 0 h 292608"/>
                <a:gd name="connsiteX47" fmla="*/ 291953 w 291953"/>
                <a:gd name="connsiteY47" fmla="*/ 0 h 292608"/>
                <a:gd name="connsiteX48" fmla="*/ 291953 w 291953"/>
                <a:gd name="connsiteY48" fmla="*/ 6858 h 292608"/>
                <a:gd name="connsiteX0" fmla="*/ 274891 w 274891"/>
                <a:gd name="connsiteY0" fmla="*/ 292608 h 292608"/>
                <a:gd name="connsiteX1" fmla="*/ 103441 w 274891"/>
                <a:gd name="connsiteY1" fmla="*/ 292608 h 292608"/>
                <a:gd name="connsiteX2" fmla="*/ 103441 w 274891"/>
                <a:gd name="connsiteY2" fmla="*/ 285750 h 292608"/>
                <a:gd name="connsiteX3" fmla="*/ 274891 w 274891"/>
                <a:gd name="connsiteY3" fmla="*/ 285750 h 292608"/>
                <a:gd name="connsiteX4" fmla="*/ 274891 w 274891"/>
                <a:gd name="connsiteY4" fmla="*/ 292608 h 292608"/>
                <a:gd name="connsiteX5" fmla="*/ 49720 w 274891"/>
                <a:gd name="connsiteY5" fmla="*/ 32004 h 292608"/>
                <a:gd name="connsiteX6" fmla="*/ 0 w 274891"/>
                <a:gd name="connsiteY6" fmla="*/ 260604 h 292608"/>
                <a:gd name="connsiteX7" fmla="*/ 49720 w 274891"/>
                <a:gd name="connsiteY7" fmla="*/ 32004 h 292608"/>
                <a:gd name="connsiteX8" fmla="*/ 274891 w 274891"/>
                <a:gd name="connsiteY8" fmla="*/ 264033 h 292608"/>
                <a:gd name="connsiteX9" fmla="*/ 103441 w 274891"/>
                <a:gd name="connsiteY9" fmla="*/ 264033 h 292608"/>
                <a:gd name="connsiteX10" fmla="*/ 103441 w 274891"/>
                <a:gd name="connsiteY10" fmla="*/ 257175 h 292608"/>
                <a:gd name="connsiteX11" fmla="*/ 274891 w 274891"/>
                <a:gd name="connsiteY11" fmla="*/ 257175 h 292608"/>
                <a:gd name="connsiteX12" fmla="*/ 274891 w 274891"/>
                <a:gd name="connsiteY12" fmla="*/ 264033 h 292608"/>
                <a:gd name="connsiteX13" fmla="*/ 274891 w 274891"/>
                <a:gd name="connsiteY13" fmla="*/ 235458 h 292608"/>
                <a:gd name="connsiteX14" fmla="*/ 103441 w 274891"/>
                <a:gd name="connsiteY14" fmla="*/ 235458 h 292608"/>
                <a:gd name="connsiteX15" fmla="*/ 103441 w 274891"/>
                <a:gd name="connsiteY15" fmla="*/ 228600 h 292608"/>
                <a:gd name="connsiteX16" fmla="*/ 274891 w 274891"/>
                <a:gd name="connsiteY16" fmla="*/ 228600 h 292608"/>
                <a:gd name="connsiteX17" fmla="*/ 274891 w 274891"/>
                <a:gd name="connsiteY17" fmla="*/ 235458 h 292608"/>
                <a:gd name="connsiteX18" fmla="*/ 274891 w 274891"/>
                <a:gd name="connsiteY18" fmla="*/ 178308 h 292608"/>
                <a:gd name="connsiteX19" fmla="*/ 103441 w 274891"/>
                <a:gd name="connsiteY19" fmla="*/ 178308 h 292608"/>
                <a:gd name="connsiteX20" fmla="*/ 103441 w 274891"/>
                <a:gd name="connsiteY20" fmla="*/ 171450 h 292608"/>
                <a:gd name="connsiteX21" fmla="*/ 274891 w 274891"/>
                <a:gd name="connsiteY21" fmla="*/ 171450 h 292608"/>
                <a:gd name="connsiteX22" fmla="*/ 274891 w 274891"/>
                <a:gd name="connsiteY22" fmla="*/ 178308 h 292608"/>
                <a:gd name="connsiteX23" fmla="*/ 274891 w 274891"/>
                <a:gd name="connsiteY23" fmla="*/ 149733 h 292608"/>
                <a:gd name="connsiteX24" fmla="*/ 103441 w 274891"/>
                <a:gd name="connsiteY24" fmla="*/ 149733 h 292608"/>
                <a:gd name="connsiteX25" fmla="*/ 103441 w 274891"/>
                <a:gd name="connsiteY25" fmla="*/ 142875 h 292608"/>
                <a:gd name="connsiteX26" fmla="*/ 274891 w 274891"/>
                <a:gd name="connsiteY26" fmla="*/ 142875 h 292608"/>
                <a:gd name="connsiteX27" fmla="*/ 274891 w 274891"/>
                <a:gd name="connsiteY27" fmla="*/ 149733 h 292608"/>
                <a:gd name="connsiteX28" fmla="*/ 274891 w 274891"/>
                <a:gd name="connsiteY28" fmla="*/ 121158 h 292608"/>
                <a:gd name="connsiteX29" fmla="*/ 103441 w 274891"/>
                <a:gd name="connsiteY29" fmla="*/ 121158 h 292608"/>
                <a:gd name="connsiteX30" fmla="*/ 103441 w 274891"/>
                <a:gd name="connsiteY30" fmla="*/ 114300 h 292608"/>
                <a:gd name="connsiteX31" fmla="*/ 274891 w 274891"/>
                <a:gd name="connsiteY31" fmla="*/ 114300 h 292608"/>
                <a:gd name="connsiteX32" fmla="*/ 274891 w 274891"/>
                <a:gd name="connsiteY32" fmla="*/ 121158 h 292608"/>
                <a:gd name="connsiteX33" fmla="*/ 274891 w 274891"/>
                <a:gd name="connsiteY33" fmla="*/ 64008 h 292608"/>
                <a:gd name="connsiteX34" fmla="*/ 103441 w 274891"/>
                <a:gd name="connsiteY34" fmla="*/ 64008 h 292608"/>
                <a:gd name="connsiteX35" fmla="*/ 103441 w 274891"/>
                <a:gd name="connsiteY35" fmla="*/ 57150 h 292608"/>
                <a:gd name="connsiteX36" fmla="*/ 274891 w 274891"/>
                <a:gd name="connsiteY36" fmla="*/ 57150 h 292608"/>
                <a:gd name="connsiteX37" fmla="*/ 274891 w 274891"/>
                <a:gd name="connsiteY37" fmla="*/ 64008 h 292608"/>
                <a:gd name="connsiteX38" fmla="*/ 274891 w 274891"/>
                <a:gd name="connsiteY38" fmla="*/ 35433 h 292608"/>
                <a:gd name="connsiteX39" fmla="*/ 103441 w 274891"/>
                <a:gd name="connsiteY39" fmla="*/ 35433 h 292608"/>
                <a:gd name="connsiteX40" fmla="*/ 103441 w 274891"/>
                <a:gd name="connsiteY40" fmla="*/ 28575 h 292608"/>
                <a:gd name="connsiteX41" fmla="*/ 274891 w 274891"/>
                <a:gd name="connsiteY41" fmla="*/ 28575 h 292608"/>
                <a:gd name="connsiteX42" fmla="*/ 274891 w 274891"/>
                <a:gd name="connsiteY42" fmla="*/ 35433 h 292608"/>
                <a:gd name="connsiteX43" fmla="*/ 274891 w 274891"/>
                <a:gd name="connsiteY43" fmla="*/ 6858 h 292608"/>
                <a:gd name="connsiteX44" fmla="*/ 103441 w 274891"/>
                <a:gd name="connsiteY44" fmla="*/ 6858 h 292608"/>
                <a:gd name="connsiteX45" fmla="*/ 103441 w 274891"/>
                <a:gd name="connsiteY45" fmla="*/ 0 h 292608"/>
                <a:gd name="connsiteX46" fmla="*/ 274891 w 274891"/>
                <a:gd name="connsiteY46" fmla="*/ 0 h 292608"/>
                <a:gd name="connsiteX47" fmla="*/ 274891 w 274891"/>
                <a:gd name="connsiteY47" fmla="*/ 6858 h 292608"/>
                <a:gd name="connsiteX0" fmla="*/ 171450 w 171450"/>
                <a:gd name="connsiteY0" fmla="*/ 292608 h 292608"/>
                <a:gd name="connsiteX1" fmla="*/ 0 w 171450"/>
                <a:gd name="connsiteY1" fmla="*/ 292608 h 292608"/>
                <a:gd name="connsiteX2" fmla="*/ 0 w 171450"/>
                <a:gd name="connsiteY2" fmla="*/ 285750 h 292608"/>
                <a:gd name="connsiteX3" fmla="*/ 171450 w 171450"/>
                <a:gd name="connsiteY3" fmla="*/ 285750 h 292608"/>
                <a:gd name="connsiteX4" fmla="*/ 171450 w 171450"/>
                <a:gd name="connsiteY4" fmla="*/ 292608 h 292608"/>
                <a:gd name="connsiteX5" fmla="*/ 171450 w 171450"/>
                <a:gd name="connsiteY5" fmla="*/ 264033 h 292608"/>
                <a:gd name="connsiteX6" fmla="*/ 0 w 171450"/>
                <a:gd name="connsiteY6" fmla="*/ 264033 h 292608"/>
                <a:gd name="connsiteX7" fmla="*/ 0 w 171450"/>
                <a:gd name="connsiteY7" fmla="*/ 257175 h 292608"/>
                <a:gd name="connsiteX8" fmla="*/ 171450 w 171450"/>
                <a:gd name="connsiteY8" fmla="*/ 257175 h 292608"/>
                <a:gd name="connsiteX9" fmla="*/ 171450 w 171450"/>
                <a:gd name="connsiteY9" fmla="*/ 264033 h 292608"/>
                <a:gd name="connsiteX10" fmla="*/ 171450 w 171450"/>
                <a:gd name="connsiteY10" fmla="*/ 235458 h 292608"/>
                <a:gd name="connsiteX11" fmla="*/ 0 w 171450"/>
                <a:gd name="connsiteY11" fmla="*/ 235458 h 292608"/>
                <a:gd name="connsiteX12" fmla="*/ 0 w 171450"/>
                <a:gd name="connsiteY12" fmla="*/ 228600 h 292608"/>
                <a:gd name="connsiteX13" fmla="*/ 171450 w 171450"/>
                <a:gd name="connsiteY13" fmla="*/ 228600 h 292608"/>
                <a:gd name="connsiteX14" fmla="*/ 171450 w 171450"/>
                <a:gd name="connsiteY14" fmla="*/ 235458 h 292608"/>
                <a:gd name="connsiteX15" fmla="*/ 171450 w 171450"/>
                <a:gd name="connsiteY15" fmla="*/ 178308 h 292608"/>
                <a:gd name="connsiteX16" fmla="*/ 0 w 171450"/>
                <a:gd name="connsiteY16" fmla="*/ 178308 h 292608"/>
                <a:gd name="connsiteX17" fmla="*/ 0 w 171450"/>
                <a:gd name="connsiteY17" fmla="*/ 171450 h 292608"/>
                <a:gd name="connsiteX18" fmla="*/ 171450 w 171450"/>
                <a:gd name="connsiteY18" fmla="*/ 171450 h 292608"/>
                <a:gd name="connsiteX19" fmla="*/ 171450 w 171450"/>
                <a:gd name="connsiteY19" fmla="*/ 178308 h 292608"/>
                <a:gd name="connsiteX20" fmla="*/ 171450 w 171450"/>
                <a:gd name="connsiteY20" fmla="*/ 149733 h 292608"/>
                <a:gd name="connsiteX21" fmla="*/ 0 w 171450"/>
                <a:gd name="connsiteY21" fmla="*/ 149733 h 292608"/>
                <a:gd name="connsiteX22" fmla="*/ 0 w 171450"/>
                <a:gd name="connsiteY22" fmla="*/ 142875 h 292608"/>
                <a:gd name="connsiteX23" fmla="*/ 171450 w 171450"/>
                <a:gd name="connsiteY23" fmla="*/ 142875 h 292608"/>
                <a:gd name="connsiteX24" fmla="*/ 171450 w 171450"/>
                <a:gd name="connsiteY24" fmla="*/ 149733 h 292608"/>
                <a:gd name="connsiteX25" fmla="*/ 171450 w 171450"/>
                <a:gd name="connsiteY25" fmla="*/ 121158 h 292608"/>
                <a:gd name="connsiteX26" fmla="*/ 0 w 171450"/>
                <a:gd name="connsiteY26" fmla="*/ 121158 h 292608"/>
                <a:gd name="connsiteX27" fmla="*/ 0 w 171450"/>
                <a:gd name="connsiteY27" fmla="*/ 114300 h 292608"/>
                <a:gd name="connsiteX28" fmla="*/ 171450 w 171450"/>
                <a:gd name="connsiteY28" fmla="*/ 114300 h 292608"/>
                <a:gd name="connsiteX29" fmla="*/ 171450 w 171450"/>
                <a:gd name="connsiteY29" fmla="*/ 121158 h 292608"/>
                <a:gd name="connsiteX30" fmla="*/ 171450 w 171450"/>
                <a:gd name="connsiteY30" fmla="*/ 64008 h 292608"/>
                <a:gd name="connsiteX31" fmla="*/ 0 w 171450"/>
                <a:gd name="connsiteY31" fmla="*/ 64008 h 292608"/>
                <a:gd name="connsiteX32" fmla="*/ 0 w 171450"/>
                <a:gd name="connsiteY32" fmla="*/ 57150 h 292608"/>
                <a:gd name="connsiteX33" fmla="*/ 171450 w 171450"/>
                <a:gd name="connsiteY33" fmla="*/ 57150 h 292608"/>
                <a:gd name="connsiteX34" fmla="*/ 171450 w 171450"/>
                <a:gd name="connsiteY34" fmla="*/ 64008 h 292608"/>
                <a:gd name="connsiteX35" fmla="*/ 171450 w 171450"/>
                <a:gd name="connsiteY35" fmla="*/ 35433 h 292608"/>
                <a:gd name="connsiteX36" fmla="*/ 0 w 171450"/>
                <a:gd name="connsiteY36" fmla="*/ 35433 h 292608"/>
                <a:gd name="connsiteX37" fmla="*/ 0 w 171450"/>
                <a:gd name="connsiteY37" fmla="*/ 28575 h 292608"/>
                <a:gd name="connsiteX38" fmla="*/ 171450 w 171450"/>
                <a:gd name="connsiteY38" fmla="*/ 28575 h 292608"/>
                <a:gd name="connsiteX39" fmla="*/ 171450 w 171450"/>
                <a:gd name="connsiteY39" fmla="*/ 35433 h 292608"/>
                <a:gd name="connsiteX40" fmla="*/ 171450 w 171450"/>
                <a:gd name="connsiteY40" fmla="*/ 6858 h 292608"/>
                <a:gd name="connsiteX41" fmla="*/ 0 w 171450"/>
                <a:gd name="connsiteY41" fmla="*/ 6858 h 292608"/>
                <a:gd name="connsiteX42" fmla="*/ 0 w 171450"/>
                <a:gd name="connsiteY42" fmla="*/ 0 h 292608"/>
                <a:gd name="connsiteX43" fmla="*/ 171450 w 171450"/>
                <a:gd name="connsiteY43" fmla="*/ 0 h 292608"/>
                <a:gd name="connsiteX44" fmla="*/ 171450 w 171450"/>
                <a:gd name="connsiteY44" fmla="*/ 6858 h 29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71450" h="292608">
                  <a:moveTo>
                    <a:pt x="171450" y="292608"/>
                  </a:moveTo>
                  <a:lnTo>
                    <a:pt x="0" y="292608"/>
                  </a:lnTo>
                  <a:lnTo>
                    <a:pt x="0" y="285750"/>
                  </a:lnTo>
                  <a:lnTo>
                    <a:pt x="171450" y="285750"/>
                  </a:lnTo>
                  <a:lnTo>
                    <a:pt x="171450" y="292608"/>
                  </a:lnTo>
                  <a:close/>
                  <a:moveTo>
                    <a:pt x="171450" y="264033"/>
                  </a:moveTo>
                  <a:lnTo>
                    <a:pt x="0" y="264033"/>
                  </a:lnTo>
                  <a:lnTo>
                    <a:pt x="0" y="257175"/>
                  </a:lnTo>
                  <a:lnTo>
                    <a:pt x="171450" y="257175"/>
                  </a:lnTo>
                  <a:lnTo>
                    <a:pt x="171450" y="264033"/>
                  </a:lnTo>
                  <a:close/>
                  <a:moveTo>
                    <a:pt x="171450" y="235458"/>
                  </a:moveTo>
                  <a:lnTo>
                    <a:pt x="0" y="235458"/>
                  </a:lnTo>
                  <a:lnTo>
                    <a:pt x="0" y="228600"/>
                  </a:lnTo>
                  <a:lnTo>
                    <a:pt x="171450" y="228600"/>
                  </a:lnTo>
                  <a:lnTo>
                    <a:pt x="171450" y="235458"/>
                  </a:lnTo>
                  <a:close/>
                  <a:moveTo>
                    <a:pt x="171450" y="178308"/>
                  </a:moveTo>
                  <a:lnTo>
                    <a:pt x="0" y="178308"/>
                  </a:lnTo>
                  <a:lnTo>
                    <a:pt x="0" y="171450"/>
                  </a:lnTo>
                  <a:lnTo>
                    <a:pt x="171450" y="171450"/>
                  </a:lnTo>
                  <a:lnTo>
                    <a:pt x="171450" y="178308"/>
                  </a:lnTo>
                  <a:close/>
                  <a:moveTo>
                    <a:pt x="171450" y="149733"/>
                  </a:moveTo>
                  <a:lnTo>
                    <a:pt x="0" y="149733"/>
                  </a:lnTo>
                  <a:lnTo>
                    <a:pt x="0" y="142875"/>
                  </a:lnTo>
                  <a:lnTo>
                    <a:pt x="171450" y="142875"/>
                  </a:lnTo>
                  <a:lnTo>
                    <a:pt x="171450" y="149733"/>
                  </a:lnTo>
                  <a:close/>
                  <a:moveTo>
                    <a:pt x="171450" y="121158"/>
                  </a:moveTo>
                  <a:lnTo>
                    <a:pt x="0" y="121158"/>
                  </a:lnTo>
                  <a:lnTo>
                    <a:pt x="0" y="114300"/>
                  </a:lnTo>
                  <a:lnTo>
                    <a:pt x="171450" y="114300"/>
                  </a:lnTo>
                  <a:lnTo>
                    <a:pt x="171450" y="121158"/>
                  </a:lnTo>
                  <a:close/>
                  <a:moveTo>
                    <a:pt x="171450" y="64008"/>
                  </a:moveTo>
                  <a:lnTo>
                    <a:pt x="0" y="64008"/>
                  </a:lnTo>
                  <a:lnTo>
                    <a:pt x="0" y="57150"/>
                  </a:lnTo>
                  <a:lnTo>
                    <a:pt x="171450" y="57150"/>
                  </a:lnTo>
                  <a:lnTo>
                    <a:pt x="171450" y="64008"/>
                  </a:lnTo>
                  <a:close/>
                  <a:moveTo>
                    <a:pt x="171450" y="35433"/>
                  </a:moveTo>
                  <a:lnTo>
                    <a:pt x="0" y="35433"/>
                  </a:lnTo>
                  <a:lnTo>
                    <a:pt x="0" y="28575"/>
                  </a:lnTo>
                  <a:lnTo>
                    <a:pt x="171450" y="28575"/>
                  </a:lnTo>
                  <a:lnTo>
                    <a:pt x="171450" y="35433"/>
                  </a:lnTo>
                  <a:close/>
                  <a:moveTo>
                    <a:pt x="171450" y="6858"/>
                  </a:moveTo>
                  <a:lnTo>
                    <a:pt x="0" y="6858"/>
                  </a:lnTo>
                  <a:lnTo>
                    <a:pt x="0" y="0"/>
                  </a:lnTo>
                  <a:lnTo>
                    <a:pt x="171450" y="0"/>
                  </a:lnTo>
                  <a:lnTo>
                    <a:pt x="171450" y="6858"/>
                  </a:lnTo>
                  <a:close/>
                </a:path>
              </a:pathLst>
            </a:custGeom>
            <a:solidFill>
              <a:srgbClr val="0F62FE"/>
            </a:solidFill>
            <a:ln w="9525"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AFDFA464-1425-9644-DDA8-DD3F20121EEC}"/>
                </a:ext>
              </a:extLst>
            </p:cNvPr>
            <p:cNvSpPr>
              <a:spLocks noChangeAspect="1"/>
            </p:cNvSpPr>
            <p:nvPr/>
          </p:nvSpPr>
          <p:spPr>
            <a:xfrm>
              <a:off x="15070721" y="9288718"/>
              <a:ext cx="566623" cy="967037"/>
            </a:xfrm>
            <a:custGeom>
              <a:avLst/>
              <a:gdLst>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56864 w 289179"/>
                <a:gd name="connsiteY17" fmla="*/ 146304 h 292608"/>
                <a:gd name="connsiteX18" fmla="*/ 35433 w 289179"/>
                <a:gd name="connsiteY18" fmla="*/ 170926 h 292608"/>
                <a:gd name="connsiteX19" fmla="*/ 35433 w 289179"/>
                <a:gd name="connsiteY19" fmla="*/ 243230 h 292608"/>
                <a:gd name="connsiteX20" fmla="*/ 49721 w 289179"/>
                <a:gd name="connsiteY20" fmla="*/ 260604 h 292608"/>
                <a:gd name="connsiteX21" fmla="*/ 32004 w 289179"/>
                <a:gd name="connsiteY21" fmla="*/ 278321 h 292608"/>
                <a:gd name="connsiteX22" fmla="*/ 32004 w 289179"/>
                <a:gd name="connsiteY22" fmla="*/ 249746 h 292608"/>
                <a:gd name="connsiteX23" fmla="*/ 21146 w 289179"/>
                <a:gd name="connsiteY23" fmla="*/ 260604 h 292608"/>
                <a:gd name="connsiteX24" fmla="*/ 32004 w 289179"/>
                <a:gd name="connsiteY24" fmla="*/ 271463 h 292608"/>
                <a:gd name="connsiteX25" fmla="*/ 42863 w 289179"/>
                <a:gd name="connsiteY25" fmla="*/ 260604 h 292608"/>
                <a:gd name="connsiteX26" fmla="*/ 32252 w 289179"/>
                <a:gd name="connsiteY26" fmla="*/ 249746 h 292608"/>
                <a:gd name="connsiteX27" fmla="*/ 32004 w 289179"/>
                <a:gd name="connsiteY27" fmla="*/ 249746 h 292608"/>
                <a:gd name="connsiteX28" fmla="*/ 32004 w 289179"/>
                <a:gd name="connsiteY28" fmla="*/ 128302 h 292608"/>
                <a:gd name="connsiteX29" fmla="*/ 14002 w 289179"/>
                <a:gd name="connsiteY29" fmla="*/ 146304 h 292608"/>
                <a:gd name="connsiteX30" fmla="*/ 32004 w 289179"/>
                <a:gd name="connsiteY30" fmla="*/ 164306 h 292608"/>
                <a:gd name="connsiteX31" fmla="*/ 50006 w 289179"/>
                <a:gd name="connsiteY31" fmla="*/ 146304 h 292608"/>
                <a:gd name="connsiteX32" fmla="*/ 32385 w 289179"/>
                <a:gd name="connsiteY32" fmla="*/ 128302 h 292608"/>
                <a:gd name="connsiteX33" fmla="*/ 32004 w 289179"/>
                <a:gd name="connsiteY33" fmla="*/ 128302 h 292608"/>
                <a:gd name="connsiteX34" fmla="*/ 32004 w 289179"/>
                <a:gd name="connsiteY34" fmla="*/ 6858 h 292608"/>
                <a:gd name="connsiteX35" fmla="*/ 6858 w 289179"/>
                <a:gd name="connsiteY35" fmla="*/ 32004 h 292608"/>
                <a:gd name="connsiteX36" fmla="*/ 32004 w 289179"/>
                <a:gd name="connsiteY36" fmla="*/ 57150 h 292608"/>
                <a:gd name="connsiteX37" fmla="*/ 57150 w 289179"/>
                <a:gd name="connsiteY37" fmla="*/ 32004 h 292608"/>
                <a:gd name="connsiteX38" fmla="*/ 32004 w 289179"/>
                <a:gd name="connsiteY38" fmla="*/ 6858 h 292608"/>
                <a:gd name="connsiteX39" fmla="*/ 289179 w 289179"/>
                <a:gd name="connsiteY39" fmla="*/ 264033 h 292608"/>
                <a:gd name="connsiteX40" fmla="*/ 117729 w 289179"/>
                <a:gd name="connsiteY40" fmla="*/ 264033 h 292608"/>
                <a:gd name="connsiteX41" fmla="*/ 117729 w 289179"/>
                <a:gd name="connsiteY41" fmla="*/ 257175 h 292608"/>
                <a:gd name="connsiteX42" fmla="*/ 289179 w 289179"/>
                <a:gd name="connsiteY42" fmla="*/ 257175 h 292608"/>
                <a:gd name="connsiteX43" fmla="*/ 289179 w 289179"/>
                <a:gd name="connsiteY43" fmla="*/ 264033 h 292608"/>
                <a:gd name="connsiteX44" fmla="*/ 289179 w 289179"/>
                <a:gd name="connsiteY44" fmla="*/ 235458 h 292608"/>
                <a:gd name="connsiteX45" fmla="*/ 117729 w 289179"/>
                <a:gd name="connsiteY45" fmla="*/ 235458 h 292608"/>
                <a:gd name="connsiteX46" fmla="*/ 117729 w 289179"/>
                <a:gd name="connsiteY46" fmla="*/ 228600 h 292608"/>
                <a:gd name="connsiteX47" fmla="*/ 289179 w 289179"/>
                <a:gd name="connsiteY47" fmla="*/ 228600 h 292608"/>
                <a:gd name="connsiteX48" fmla="*/ 289179 w 289179"/>
                <a:gd name="connsiteY48" fmla="*/ 235458 h 292608"/>
                <a:gd name="connsiteX49" fmla="*/ 289179 w 289179"/>
                <a:gd name="connsiteY49" fmla="*/ 178308 h 292608"/>
                <a:gd name="connsiteX50" fmla="*/ 117729 w 289179"/>
                <a:gd name="connsiteY50" fmla="*/ 178308 h 292608"/>
                <a:gd name="connsiteX51" fmla="*/ 117729 w 289179"/>
                <a:gd name="connsiteY51" fmla="*/ 171450 h 292608"/>
                <a:gd name="connsiteX52" fmla="*/ 289179 w 289179"/>
                <a:gd name="connsiteY52" fmla="*/ 171450 h 292608"/>
                <a:gd name="connsiteX53" fmla="*/ 289179 w 289179"/>
                <a:gd name="connsiteY53" fmla="*/ 178308 h 292608"/>
                <a:gd name="connsiteX54" fmla="*/ 289179 w 289179"/>
                <a:gd name="connsiteY54" fmla="*/ 149733 h 292608"/>
                <a:gd name="connsiteX55" fmla="*/ 117729 w 289179"/>
                <a:gd name="connsiteY55" fmla="*/ 149733 h 292608"/>
                <a:gd name="connsiteX56" fmla="*/ 117729 w 289179"/>
                <a:gd name="connsiteY56" fmla="*/ 142875 h 292608"/>
                <a:gd name="connsiteX57" fmla="*/ 289179 w 289179"/>
                <a:gd name="connsiteY57" fmla="*/ 142875 h 292608"/>
                <a:gd name="connsiteX58" fmla="*/ 289179 w 289179"/>
                <a:gd name="connsiteY58" fmla="*/ 149733 h 292608"/>
                <a:gd name="connsiteX59" fmla="*/ 289179 w 289179"/>
                <a:gd name="connsiteY59" fmla="*/ 121158 h 292608"/>
                <a:gd name="connsiteX60" fmla="*/ 117729 w 289179"/>
                <a:gd name="connsiteY60" fmla="*/ 121158 h 292608"/>
                <a:gd name="connsiteX61" fmla="*/ 117729 w 289179"/>
                <a:gd name="connsiteY61" fmla="*/ 114300 h 292608"/>
                <a:gd name="connsiteX62" fmla="*/ 289179 w 289179"/>
                <a:gd name="connsiteY62" fmla="*/ 114300 h 292608"/>
                <a:gd name="connsiteX63" fmla="*/ 289179 w 289179"/>
                <a:gd name="connsiteY63" fmla="*/ 121158 h 292608"/>
                <a:gd name="connsiteX64" fmla="*/ 289179 w 289179"/>
                <a:gd name="connsiteY64" fmla="*/ 64008 h 292608"/>
                <a:gd name="connsiteX65" fmla="*/ 117729 w 289179"/>
                <a:gd name="connsiteY65" fmla="*/ 64008 h 292608"/>
                <a:gd name="connsiteX66" fmla="*/ 117729 w 289179"/>
                <a:gd name="connsiteY66" fmla="*/ 57150 h 292608"/>
                <a:gd name="connsiteX67" fmla="*/ 289179 w 289179"/>
                <a:gd name="connsiteY67" fmla="*/ 57150 h 292608"/>
                <a:gd name="connsiteX68" fmla="*/ 289179 w 289179"/>
                <a:gd name="connsiteY68" fmla="*/ 64008 h 292608"/>
                <a:gd name="connsiteX69" fmla="*/ 289179 w 289179"/>
                <a:gd name="connsiteY69" fmla="*/ 35433 h 292608"/>
                <a:gd name="connsiteX70" fmla="*/ 117729 w 289179"/>
                <a:gd name="connsiteY70" fmla="*/ 35433 h 292608"/>
                <a:gd name="connsiteX71" fmla="*/ 117729 w 289179"/>
                <a:gd name="connsiteY71" fmla="*/ 28575 h 292608"/>
                <a:gd name="connsiteX72" fmla="*/ 289179 w 289179"/>
                <a:gd name="connsiteY72" fmla="*/ 28575 h 292608"/>
                <a:gd name="connsiteX73" fmla="*/ 289179 w 289179"/>
                <a:gd name="connsiteY73" fmla="*/ 35433 h 292608"/>
                <a:gd name="connsiteX74" fmla="*/ 289179 w 289179"/>
                <a:gd name="connsiteY74" fmla="*/ 6858 h 292608"/>
                <a:gd name="connsiteX75" fmla="*/ 117729 w 289179"/>
                <a:gd name="connsiteY75" fmla="*/ 6858 h 292608"/>
                <a:gd name="connsiteX76" fmla="*/ 117729 w 289179"/>
                <a:gd name="connsiteY76" fmla="*/ 0 h 292608"/>
                <a:gd name="connsiteX77" fmla="*/ 289179 w 289179"/>
                <a:gd name="connsiteY77" fmla="*/ 0 h 292608"/>
                <a:gd name="connsiteX78" fmla="*/ 289179 w 289179"/>
                <a:gd name="connsiteY78"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56864 w 289179"/>
                <a:gd name="connsiteY17" fmla="*/ 146304 h 292608"/>
                <a:gd name="connsiteX18" fmla="*/ 35433 w 289179"/>
                <a:gd name="connsiteY18" fmla="*/ 170926 h 292608"/>
                <a:gd name="connsiteX19" fmla="*/ 35433 w 289179"/>
                <a:gd name="connsiteY19" fmla="*/ 243230 h 292608"/>
                <a:gd name="connsiteX20" fmla="*/ 49721 w 289179"/>
                <a:gd name="connsiteY20" fmla="*/ 260604 h 292608"/>
                <a:gd name="connsiteX21" fmla="*/ 32004 w 289179"/>
                <a:gd name="connsiteY21" fmla="*/ 278321 h 292608"/>
                <a:gd name="connsiteX22" fmla="*/ 32004 w 289179"/>
                <a:gd name="connsiteY22" fmla="*/ 249746 h 292608"/>
                <a:gd name="connsiteX23" fmla="*/ 21146 w 289179"/>
                <a:gd name="connsiteY23" fmla="*/ 260604 h 292608"/>
                <a:gd name="connsiteX24" fmla="*/ 32004 w 289179"/>
                <a:gd name="connsiteY24" fmla="*/ 271463 h 292608"/>
                <a:gd name="connsiteX25" fmla="*/ 42863 w 289179"/>
                <a:gd name="connsiteY25" fmla="*/ 260604 h 292608"/>
                <a:gd name="connsiteX26" fmla="*/ 32252 w 289179"/>
                <a:gd name="connsiteY26" fmla="*/ 249746 h 292608"/>
                <a:gd name="connsiteX27" fmla="*/ 32004 w 289179"/>
                <a:gd name="connsiteY27" fmla="*/ 249746 h 292608"/>
                <a:gd name="connsiteX28" fmla="*/ 32004 w 289179"/>
                <a:gd name="connsiteY28" fmla="*/ 128302 h 292608"/>
                <a:gd name="connsiteX29" fmla="*/ 14002 w 289179"/>
                <a:gd name="connsiteY29" fmla="*/ 146304 h 292608"/>
                <a:gd name="connsiteX30" fmla="*/ 32004 w 289179"/>
                <a:gd name="connsiteY30" fmla="*/ 164306 h 292608"/>
                <a:gd name="connsiteX31" fmla="*/ 32385 w 289179"/>
                <a:gd name="connsiteY31" fmla="*/ 128302 h 292608"/>
                <a:gd name="connsiteX32" fmla="*/ 32004 w 289179"/>
                <a:gd name="connsiteY32" fmla="*/ 128302 h 292608"/>
                <a:gd name="connsiteX33" fmla="*/ 32004 w 289179"/>
                <a:gd name="connsiteY33" fmla="*/ 6858 h 292608"/>
                <a:gd name="connsiteX34" fmla="*/ 6858 w 289179"/>
                <a:gd name="connsiteY34" fmla="*/ 32004 h 292608"/>
                <a:gd name="connsiteX35" fmla="*/ 32004 w 289179"/>
                <a:gd name="connsiteY35" fmla="*/ 57150 h 292608"/>
                <a:gd name="connsiteX36" fmla="*/ 57150 w 289179"/>
                <a:gd name="connsiteY36" fmla="*/ 32004 h 292608"/>
                <a:gd name="connsiteX37" fmla="*/ 32004 w 289179"/>
                <a:gd name="connsiteY37" fmla="*/ 6858 h 292608"/>
                <a:gd name="connsiteX38" fmla="*/ 289179 w 289179"/>
                <a:gd name="connsiteY38" fmla="*/ 264033 h 292608"/>
                <a:gd name="connsiteX39" fmla="*/ 117729 w 289179"/>
                <a:gd name="connsiteY39" fmla="*/ 264033 h 292608"/>
                <a:gd name="connsiteX40" fmla="*/ 117729 w 289179"/>
                <a:gd name="connsiteY40" fmla="*/ 257175 h 292608"/>
                <a:gd name="connsiteX41" fmla="*/ 289179 w 289179"/>
                <a:gd name="connsiteY41" fmla="*/ 257175 h 292608"/>
                <a:gd name="connsiteX42" fmla="*/ 289179 w 289179"/>
                <a:gd name="connsiteY42" fmla="*/ 264033 h 292608"/>
                <a:gd name="connsiteX43" fmla="*/ 289179 w 289179"/>
                <a:gd name="connsiteY43" fmla="*/ 235458 h 292608"/>
                <a:gd name="connsiteX44" fmla="*/ 117729 w 289179"/>
                <a:gd name="connsiteY44" fmla="*/ 235458 h 292608"/>
                <a:gd name="connsiteX45" fmla="*/ 117729 w 289179"/>
                <a:gd name="connsiteY45" fmla="*/ 228600 h 292608"/>
                <a:gd name="connsiteX46" fmla="*/ 289179 w 289179"/>
                <a:gd name="connsiteY46" fmla="*/ 228600 h 292608"/>
                <a:gd name="connsiteX47" fmla="*/ 289179 w 289179"/>
                <a:gd name="connsiteY47" fmla="*/ 235458 h 292608"/>
                <a:gd name="connsiteX48" fmla="*/ 289179 w 289179"/>
                <a:gd name="connsiteY48" fmla="*/ 178308 h 292608"/>
                <a:gd name="connsiteX49" fmla="*/ 117729 w 289179"/>
                <a:gd name="connsiteY49" fmla="*/ 178308 h 292608"/>
                <a:gd name="connsiteX50" fmla="*/ 117729 w 289179"/>
                <a:gd name="connsiteY50" fmla="*/ 171450 h 292608"/>
                <a:gd name="connsiteX51" fmla="*/ 289179 w 289179"/>
                <a:gd name="connsiteY51" fmla="*/ 171450 h 292608"/>
                <a:gd name="connsiteX52" fmla="*/ 289179 w 289179"/>
                <a:gd name="connsiteY52" fmla="*/ 178308 h 292608"/>
                <a:gd name="connsiteX53" fmla="*/ 289179 w 289179"/>
                <a:gd name="connsiteY53" fmla="*/ 149733 h 292608"/>
                <a:gd name="connsiteX54" fmla="*/ 117729 w 289179"/>
                <a:gd name="connsiteY54" fmla="*/ 149733 h 292608"/>
                <a:gd name="connsiteX55" fmla="*/ 117729 w 289179"/>
                <a:gd name="connsiteY55" fmla="*/ 142875 h 292608"/>
                <a:gd name="connsiteX56" fmla="*/ 289179 w 289179"/>
                <a:gd name="connsiteY56" fmla="*/ 142875 h 292608"/>
                <a:gd name="connsiteX57" fmla="*/ 289179 w 289179"/>
                <a:gd name="connsiteY57" fmla="*/ 149733 h 292608"/>
                <a:gd name="connsiteX58" fmla="*/ 289179 w 289179"/>
                <a:gd name="connsiteY58" fmla="*/ 121158 h 292608"/>
                <a:gd name="connsiteX59" fmla="*/ 117729 w 289179"/>
                <a:gd name="connsiteY59" fmla="*/ 121158 h 292608"/>
                <a:gd name="connsiteX60" fmla="*/ 117729 w 289179"/>
                <a:gd name="connsiteY60" fmla="*/ 114300 h 292608"/>
                <a:gd name="connsiteX61" fmla="*/ 289179 w 289179"/>
                <a:gd name="connsiteY61" fmla="*/ 114300 h 292608"/>
                <a:gd name="connsiteX62" fmla="*/ 289179 w 289179"/>
                <a:gd name="connsiteY62" fmla="*/ 121158 h 292608"/>
                <a:gd name="connsiteX63" fmla="*/ 289179 w 289179"/>
                <a:gd name="connsiteY63" fmla="*/ 64008 h 292608"/>
                <a:gd name="connsiteX64" fmla="*/ 117729 w 289179"/>
                <a:gd name="connsiteY64" fmla="*/ 64008 h 292608"/>
                <a:gd name="connsiteX65" fmla="*/ 117729 w 289179"/>
                <a:gd name="connsiteY65" fmla="*/ 57150 h 292608"/>
                <a:gd name="connsiteX66" fmla="*/ 289179 w 289179"/>
                <a:gd name="connsiteY66" fmla="*/ 57150 h 292608"/>
                <a:gd name="connsiteX67" fmla="*/ 289179 w 289179"/>
                <a:gd name="connsiteY67" fmla="*/ 64008 h 292608"/>
                <a:gd name="connsiteX68" fmla="*/ 289179 w 289179"/>
                <a:gd name="connsiteY68" fmla="*/ 35433 h 292608"/>
                <a:gd name="connsiteX69" fmla="*/ 117729 w 289179"/>
                <a:gd name="connsiteY69" fmla="*/ 35433 h 292608"/>
                <a:gd name="connsiteX70" fmla="*/ 117729 w 289179"/>
                <a:gd name="connsiteY70" fmla="*/ 28575 h 292608"/>
                <a:gd name="connsiteX71" fmla="*/ 289179 w 289179"/>
                <a:gd name="connsiteY71" fmla="*/ 28575 h 292608"/>
                <a:gd name="connsiteX72" fmla="*/ 289179 w 289179"/>
                <a:gd name="connsiteY72" fmla="*/ 35433 h 292608"/>
                <a:gd name="connsiteX73" fmla="*/ 289179 w 289179"/>
                <a:gd name="connsiteY73" fmla="*/ 6858 h 292608"/>
                <a:gd name="connsiteX74" fmla="*/ 117729 w 289179"/>
                <a:gd name="connsiteY74" fmla="*/ 6858 h 292608"/>
                <a:gd name="connsiteX75" fmla="*/ 117729 w 289179"/>
                <a:gd name="connsiteY75" fmla="*/ 0 h 292608"/>
                <a:gd name="connsiteX76" fmla="*/ 289179 w 289179"/>
                <a:gd name="connsiteY76" fmla="*/ 0 h 292608"/>
                <a:gd name="connsiteX77" fmla="*/ 289179 w 289179"/>
                <a:gd name="connsiteY77"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78321 h 292608"/>
                <a:gd name="connsiteX21" fmla="*/ 32004 w 289179"/>
                <a:gd name="connsiteY21" fmla="*/ 249746 h 292608"/>
                <a:gd name="connsiteX22" fmla="*/ 21146 w 289179"/>
                <a:gd name="connsiteY22" fmla="*/ 260604 h 292608"/>
                <a:gd name="connsiteX23" fmla="*/ 32004 w 289179"/>
                <a:gd name="connsiteY23" fmla="*/ 271463 h 292608"/>
                <a:gd name="connsiteX24" fmla="*/ 42863 w 289179"/>
                <a:gd name="connsiteY24" fmla="*/ 260604 h 292608"/>
                <a:gd name="connsiteX25" fmla="*/ 32252 w 289179"/>
                <a:gd name="connsiteY25" fmla="*/ 249746 h 292608"/>
                <a:gd name="connsiteX26" fmla="*/ 32004 w 289179"/>
                <a:gd name="connsiteY26" fmla="*/ 249746 h 292608"/>
                <a:gd name="connsiteX27" fmla="*/ 32004 w 289179"/>
                <a:gd name="connsiteY27" fmla="*/ 128302 h 292608"/>
                <a:gd name="connsiteX28" fmla="*/ 14002 w 289179"/>
                <a:gd name="connsiteY28" fmla="*/ 146304 h 292608"/>
                <a:gd name="connsiteX29" fmla="*/ 32004 w 289179"/>
                <a:gd name="connsiteY29" fmla="*/ 164306 h 292608"/>
                <a:gd name="connsiteX30" fmla="*/ 32385 w 289179"/>
                <a:gd name="connsiteY30" fmla="*/ 128302 h 292608"/>
                <a:gd name="connsiteX31" fmla="*/ 32004 w 289179"/>
                <a:gd name="connsiteY31" fmla="*/ 128302 h 292608"/>
                <a:gd name="connsiteX32" fmla="*/ 32004 w 289179"/>
                <a:gd name="connsiteY32" fmla="*/ 6858 h 292608"/>
                <a:gd name="connsiteX33" fmla="*/ 6858 w 289179"/>
                <a:gd name="connsiteY33" fmla="*/ 32004 h 292608"/>
                <a:gd name="connsiteX34" fmla="*/ 32004 w 289179"/>
                <a:gd name="connsiteY34" fmla="*/ 57150 h 292608"/>
                <a:gd name="connsiteX35" fmla="*/ 57150 w 289179"/>
                <a:gd name="connsiteY35" fmla="*/ 32004 h 292608"/>
                <a:gd name="connsiteX36" fmla="*/ 32004 w 289179"/>
                <a:gd name="connsiteY36" fmla="*/ 6858 h 292608"/>
                <a:gd name="connsiteX37" fmla="*/ 289179 w 289179"/>
                <a:gd name="connsiteY37" fmla="*/ 264033 h 292608"/>
                <a:gd name="connsiteX38" fmla="*/ 117729 w 289179"/>
                <a:gd name="connsiteY38" fmla="*/ 264033 h 292608"/>
                <a:gd name="connsiteX39" fmla="*/ 117729 w 289179"/>
                <a:gd name="connsiteY39" fmla="*/ 257175 h 292608"/>
                <a:gd name="connsiteX40" fmla="*/ 289179 w 289179"/>
                <a:gd name="connsiteY40" fmla="*/ 257175 h 292608"/>
                <a:gd name="connsiteX41" fmla="*/ 289179 w 289179"/>
                <a:gd name="connsiteY41" fmla="*/ 264033 h 292608"/>
                <a:gd name="connsiteX42" fmla="*/ 289179 w 289179"/>
                <a:gd name="connsiteY42" fmla="*/ 235458 h 292608"/>
                <a:gd name="connsiteX43" fmla="*/ 117729 w 289179"/>
                <a:gd name="connsiteY43" fmla="*/ 235458 h 292608"/>
                <a:gd name="connsiteX44" fmla="*/ 117729 w 289179"/>
                <a:gd name="connsiteY44" fmla="*/ 228600 h 292608"/>
                <a:gd name="connsiteX45" fmla="*/ 289179 w 289179"/>
                <a:gd name="connsiteY45" fmla="*/ 228600 h 292608"/>
                <a:gd name="connsiteX46" fmla="*/ 289179 w 289179"/>
                <a:gd name="connsiteY46" fmla="*/ 235458 h 292608"/>
                <a:gd name="connsiteX47" fmla="*/ 289179 w 289179"/>
                <a:gd name="connsiteY47" fmla="*/ 178308 h 292608"/>
                <a:gd name="connsiteX48" fmla="*/ 117729 w 289179"/>
                <a:gd name="connsiteY48" fmla="*/ 178308 h 292608"/>
                <a:gd name="connsiteX49" fmla="*/ 117729 w 289179"/>
                <a:gd name="connsiteY49" fmla="*/ 171450 h 292608"/>
                <a:gd name="connsiteX50" fmla="*/ 289179 w 289179"/>
                <a:gd name="connsiteY50" fmla="*/ 171450 h 292608"/>
                <a:gd name="connsiteX51" fmla="*/ 289179 w 289179"/>
                <a:gd name="connsiteY51" fmla="*/ 178308 h 292608"/>
                <a:gd name="connsiteX52" fmla="*/ 289179 w 289179"/>
                <a:gd name="connsiteY52" fmla="*/ 149733 h 292608"/>
                <a:gd name="connsiteX53" fmla="*/ 117729 w 289179"/>
                <a:gd name="connsiteY53" fmla="*/ 149733 h 292608"/>
                <a:gd name="connsiteX54" fmla="*/ 117729 w 289179"/>
                <a:gd name="connsiteY54" fmla="*/ 142875 h 292608"/>
                <a:gd name="connsiteX55" fmla="*/ 289179 w 289179"/>
                <a:gd name="connsiteY55" fmla="*/ 142875 h 292608"/>
                <a:gd name="connsiteX56" fmla="*/ 289179 w 289179"/>
                <a:gd name="connsiteY56" fmla="*/ 149733 h 292608"/>
                <a:gd name="connsiteX57" fmla="*/ 289179 w 289179"/>
                <a:gd name="connsiteY57" fmla="*/ 121158 h 292608"/>
                <a:gd name="connsiteX58" fmla="*/ 117729 w 289179"/>
                <a:gd name="connsiteY58" fmla="*/ 121158 h 292608"/>
                <a:gd name="connsiteX59" fmla="*/ 117729 w 289179"/>
                <a:gd name="connsiteY59" fmla="*/ 114300 h 292608"/>
                <a:gd name="connsiteX60" fmla="*/ 289179 w 289179"/>
                <a:gd name="connsiteY60" fmla="*/ 114300 h 292608"/>
                <a:gd name="connsiteX61" fmla="*/ 289179 w 289179"/>
                <a:gd name="connsiteY61" fmla="*/ 121158 h 292608"/>
                <a:gd name="connsiteX62" fmla="*/ 289179 w 289179"/>
                <a:gd name="connsiteY62" fmla="*/ 64008 h 292608"/>
                <a:gd name="connsiteX63" fmla="*/ 117729 w 289179"/>
                <a:gd name="connsiteY63" fmla="*/ 64008 h 292608"/>
                <a:gd name="connsiteX64" fmla="*/ 117729 w 289179"/>
                <a:gd name="connsiteY64" fmla="*/ 57150 h 292608"/>
                <a:gd name="connsiteX65" fmla="*/ 289179 w 289179"/>
                <a:gd name="connsiteY65" fmla="*/ 57150 h 292608"/>
                <a:gd name="connsiteX66" fmla="*/ 289179 w 289179"/>
                <a:gd name="connsiteY66" fmla="*/ 64008 h 292608"/>
                <a:gd name="connsiteX67" fmla="*/ 289179 w 289179"/>
                <a:gd name="connsiteY67" fmla="*/ 35433 h 292608"/>
                <a:gd name="connsiteX68" fmla="*/ 117729 w 289179"/>
                <a:gd name="connsiteY68" fmla="*/ 35433 h 292608"/>
                <a:gd name="connsiteX69" fmla="*/ 117729 w 289179"/>
                <a:gd name="connsiteY69" fmla="*/ 28575 h 292608"/>
                <a:gd name="connsiteX70" fmla="*/ 289179 w 289179"/>
                <a:gd name="connsiteY70" fmla="*/ 28575 h 292608"/>
                <a:gd name="connsiteX71" fmla="*/ 289179 w 289179"/>
                <a:gd name="connsiteY71" fmla="*/ 35433 h 292608"/>
                <a:gd name="connsiteX72" fmla="*/ 289179 w 289179"/>
                <a:gd name="connsiteY72" fmla="*/ 6858 h 292608"/>
                <a:gd name="connsiteX73" fmla="*/ 117729 w 289179"/>
                <a:gd name="connsiteY73" fmla="*/ 6858 h 292608"/>
                <a:gd name="connsiteX74" fmla="*/ 117729 w 289179"/>
                <a:gd name="connsiteY74" fmla="*/ 0 h 292608"/>
                <a:gd name="connsiteX75" fmla="*/ 289179 w 289179"/>
                <a:gd name="connsiteY75" fmla="*/ 0 h 292608"/>
                <a:gd name="connsiteX76" fmla="*/ 289179 w 289179"/>
                <a:gd name="connsiteY76"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78321 h 292608"/>
                <a:gd name="connsiteX21" fmla="*/ 32004 w 289179"/>
                <a:gd name="connsiteY21" fmla="*/ 249746 h 292608"/>
                <a:gd name="connsiteX22" fmla="*/ 21146 w 289179"/>
                <a:gd name="connsiteY22" fmla="*/ 260604 h 292608"/>
                <a:gd name="connsiteX23" fmla="*/ 42863 w 289179"/>
                <a:gd name="connsiteY23" fmla="*/ 260604 h 292608"/>
                <a:gd name="connsiteX24" fmla="*/ 32252 w 289179"/>
                <a:gd name="connsiteY24" fmla="*/ 249746 h 292608"/>
                <a:gd name="connsiteX25" fmla="*/ 32004 w 289179"/>
                <a:gd name="connsiteY25" fmla="*/ 249746 h 292608"/>
                <a:gd name="connsiteX26" fmla="*/ 32004 w 289179"/>
                <a:gd name="connsiteY26" fmla="*/ 128302 h 292608"/>
                <a:gd name="connsiteX27" fmla="*/ 14002 w 289179"/>
                <a:gd name="connsiteY27" fmla="*/ 146304 h 292608"/>
                <a:gd name="connsiteX28" fmla="*/ 32004 w 289179"/>
                <a:gd name="connsiteY28" fmla="*/ 164306 h 292608"/>
                <a:gd name="connsiteX29" fmla="*/ 32385 w 289179"/>
                <a:gd name="connsiteY29" fmla="*/ 128302 h 292608"/>
                <a:gd name="connsiteX30" fmla="*/ 32004 w 289179"/>
                <a:gd name="connsiteY30" fmla="*/ 128302 h 292608"/>
                <a:gd name="connsiteX31" fmla="*/ 32004 w 289179"/>
                <a:gd name="connsiteY31" fmla="*/ 6858 h 292608"/>
                <a:gd name="connsiteX32" fmla="*/ 6858 w 289179"/>
                <a:gd name="connsiteY32" fmla="*/ 32004 h 292608"/>
                <a:gd name="connsiteX33" fmla="*/ 32004 w 289179"/>
                <a:gd name="connsiteY33" fmla="*/ 57150 h 292608"/>
                <a:gd name="connsiteX34" fmla="*/ 57150 w 289179"/>
                <a:gd name="connsiteY34" fmla="*/ 32004 h 292608"/>
                <a:gd name="connsiteX35" fmla="*/ 32004 w 289179"/>
                <a:gd name="connsiteY35" fmla="*/ 6858 h 292608"/>
                <a:gd name="connsiteX36" fmla="*/ 289179 w 289179"/>
                <a:gd name="connsiteY36" fmla="*/ 264033 h 292608"/>
                <a:gd name="connsiteX37" fmla="*/ 117729 w 289179"/>
                <a:gd name="connsiteY37" fmla="*/ 264033 h 292608"/>
                <a:gd name="connsiteX38" fmla="*/ 117729 w 289179"/>
                <a:gd name="connsiteY38" fmla="*/ 257175 h 292608"/>
                <a:gd name="connsiteX39" fmla="*/ 289179 w 289179"/>
                <a:gd name="connsiteY39" fmla="*/ 257175 h 292608"/>
                <a:gd name="connsiteX40" fmla="*/ 289179 w 289179"/>
                <a:gd name="connsiteY40" fmla="*/ 264033 h 292608"/>
                <a:gd name="connsiteX41" fmla="*/ 289179 w 289179"/>
                <a:gd name="connsiteY41" fmla="*/ 235458 h 292608"/>
                <a:gd name="connsiteX42" fmla="*/ 117729 w 289179"/>
                <a:gd name="connsiteY42" fmla="*/ 235458 h 292608"/>
                <a:gd name="connsiteX43" fmla="*/ 117729 w 289179"/>
                <a:gd name="connsiteY43" fmla="*/ 228600 h 292608"/>
                <a:gd name="connsiteX44" fmla="*/ 289179 w 289179"/>
                <a:gd name="connsiteY44" fmla="*/ 228600 h 292608"/>
                <a:gd name="connsiteX45" fmla="*/ 289179 w 289179"/>
                <a:gd name="connsiteY45" fmla="*/ 235458 h 292608"/>
                <a:gd name="connsiteX46" fmla="*/ 289179 w 289179"/>
                <a:gd name="connsiteY46" fmla="*/ 178308 h 292608"/>
                <a:gd name="connsiteX47" fmla="*/ 117729 w 289179"/>
                <a:gd name="connsiteY47" fmla="*/ 178308 h 292608"/>
                <a:gd name="connsiteX48" fmla="*/ 117729 w 289179"/>
                <a:gd name="connsiteY48" fmla="*/ 171450 h 292608"/>
                <a:gd name="connsiteX49" fmla="*/ 289179 w 289179"/>
                <a:gd name="connsiteY49" fmla="*/ 171450 h 292608"/>
                <a:gd name="connsiteX50" fmla="*/ 289179 w 289179"/>
                <a:gd name="connsiteY50" fmla="*/ 178308 h 292608"/>
                <a:gd name="connsiteX51" fmla="*/ 289179 w 289179"/>
                <a:gd name="connsiteY51" fmla="*/ 149733 h 292608"/>
                <a:gd name="connsiteX52" fmla="*/ 117729 w 289179"/>
                <a:gd name="connsiteY52" fmla="*/ 149733 h 292608"/>
                <a:gd name="connsiteX53" fmla="*/ 117729 w 289179"/>
                <a:gd name="connsiteY53" fmla="*/ 142875 h 292608"/>
                <a:gd name="connsiteX54" fmla="*/ 289179 w 289179"/>
                <a:gd name="connsiteY54" fmla="*/ 142875 h 292608"/>
                <a:gd name="connsiteX55" fmla="*/ 289179 w 289179"/>
                <a:gd name="connsiteY55" fmla="*/ 149733 h 292608"/>
                <a:gd name="connsiteX56" fmla="*/ 289179 w 289179"/>
                <a:gd name="connsiteY56" fmla="*/ 121158 h 292608"/>
                <a:gd name="connsiteX57" fmla="*/ 117729 w 289179"/>
                <a:gd name="connsiteY57" fmla="*/ 121158 h 292608"/>
                <a:gd name="connsiteX58" fmla="*/ 117729 w 289179"/>
                <a:gd name="connsiteY58" fmla="*/ 114300 h 292608"/>
                <a:gd name="connsiteX59" fmla="*/ 289179 w 289179"/>
                <a:gd name="connsiteY59" fmla="*/ 114300 h 292608"/>
                <a:gd name="connsiteX60" fmla="*/ 289179 w 289179"/>
                <a:gd name="connsiteY60" fmla="*/ 121158 h 292608"/>
                <a:gd name="connsiteX61" fmla="*/ 289179 w 289179"/>
                <a:gd name="connsiteY61" fmla="*/ 64008 h 292608"/>
                <a:gd name="connsiteX62" fmla="*/ 117729 w 289179"/>
                <a:gd name="connsiteY62" fmla="*/ 64008 h 292608"/>
                <a:gd name="connsiteX63" fmla="*/ 117729 w 289179"/>
                <a:gd name="connsiteY63" fmla="*/ 57150 h 292608"/>
                <a:gd name="connsiteX64" fmla="*/ 289179 w 289179"/>
                <a:gd name="connsiteY64" fmla="*/ 57150 h 292608"/>
                <a:gd name="connsiteX65" fmla="*/ 289179 w 289179"/>
                <a:gd name="connsiteY65" fmla="*/ 64008 h 292608"/>
                <a:gd name="connsiteX66" fmla="*/ 289179 w 289179"/>
                <a:gd name="connsiteY66" fmla="*/ 35433 h 292608"/>
                <a:gd name="connsiteX67" fmla="*/ 117729 w 289179"/>
                <a:gd name="connsiteY67" fmla="*/ 35433 h 292608"/>
                <a:gd name="connsiteX68" fmla="*/ 117729 w 289179"/>
                <a:gd name="connsiteY68" fmla="*/ 28575 h 292608"/>
                <a:gd name="connsiteX69" fmla="*/ 289179 w 289179"/>
                <a:gd name="connsiteY69" fmla="*/ 28575 h 292608"/>
                <a:gd name="connsiteX70" fmla="*/ 289179 w 289179"/>
                <a:gd name="connsiteY70" fmla="*/ 35433 h 292608"/>
                <a:gd name="connsiteX71" fmla="*/ 289179 w 289179"/>
                <a:gd name="connsiteY71" fmla="*/ 6858 h 292608"/>
                <a:gd name="connsiteX72" fmla="*/ 117729 w 289179"/>
                <a:gd name="connsiteY72" fmla="*/ 6858 h 292608"/>
                <a:gd name="connsiteX73" fmla="*/ 117729 w 289179"/>
                <a:gd name="connsiteY73" fmla="*/ 0 h 292608"/>
                <a:gd name="connsiteX74" fmla="*/ 289179 w 289179"/>
                <a:gd name="connsiteY74" fmla="*/ 0 h 292608"/>
                <a:gd name="connsiteX75" fmla="*/ 289179 w 289179"/>
                <a:gd name="connsiteY75"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49746 h 292608"/>
                <a:gd name="connsiteX21" fmla="*/ 21146 w 289179"/>
                <a:gd name="connsiteY21" fmla="*/ 260604 h 292608"/>
                <a:gd name="connsiteX22" fmla="*/ 42863 w 289179"/>
                <a:gd name="connsiteY22" fmla="*/ 260604 h 292608"/>
                <a:gd name="connsiteX23" fmla="*/ 32252 w 289179"/>
                <a:gd name="connsiteY23" fmla="*/ 249746 h 292608"/>
                <a:gd name="connsiteX24" fmla="*/ 32004 w 289179"/>
                <a:gd name="connsiteY24" fmla="*/ 249746 h 292608"/>
                <a:gd name="connsiteX25" fmla="*/ 32004 w 289179"/>
                <a:gd name="connsiteY25" fmla="*/ 128302 h 292608"/>
                <a:gd name="connsiteX26" fmla="*/ 14002 w 289179"/>
                <a:gd name="connsiteY26" fmla="*/ 146304 h 292608"/>
                <a:gd name="connsiteX27" fmla="*/ 32004 w 289179"/>
                <a:gd name="connsiteY27" fmla="*/ 164306 h 292608"/>
                <a:gd name="connsiteX28" fmla="*/ 32385 w 289179"/>
                <a:gd name="connsiteY28" fmla="*/ 128302 h 292608"/>
                <a:gd name="connsiteX29" fmla="*/ 32004 w 289179"/>
                <a:gd name="connsiteY29" fmla="*/ 128302 h 292608"/>
                <a:gd name="connsiteX30" fmla="*/ 32004 w 289179"/>
                <a:gd name="connsiteY30" fmla="*/ 6858 h 292608"/>
                <a:gd name="connsiteX31" fmla="*/ 6858 w 289179"/>
                <a:gd name="connsiteY31" fmla="*/ 32004 h 292608"/>
                <a:gd name="connsiteX32" fmla="*/ 32004 w 289179"/>
                <a:gd name="connsiteY32" fmla="*/ 57150 h 292608"/>
                <a:gd name="connsiteX33" fmla="*/ 57150 w 289179"/>
                <a:gd name="connsiteY33" fmla="*/ 32004 h 292608"/>
                <a:gd name="connsiteX34" fmla="*/ 32004 w 289179"/>
                <a:gd name="connsiteY34" fmla="*/ 6858 h 292608"/>
                <a:gd name="connsiteX35" fmla="*/ 289179 w 289179"/>
                <a:gd name="connsiteY35" fmla="*/ 264033 h 292608"/>
                <a:gd name="connsiteX36" fmla="*/ 117729 w 289179"/>
                <a:gd name="connsiteY36" fmla="*/ 264033 h 292608"/>
                <a:gd name="connsiteX37" fmla="*/ 117729 w 289179"/>
                <a:gd name="connsiteY37" fmla="*/ 257175 h 292608"/>
                <a:gd name="connsiteX38" fmla="*/ 289179 w 289179"/>
                <a:gd name="connsiteY38" fmla="*/ 257175 h 292608"/>
                <a:gd name="connsiteX39" fmla="*/ 289179 w 289179"/>
                <a:gd name="connsiteY39" fmla="*/ 264033 h 292608"/>
                <a:gd name="connsiteX40" fmla="*/ 289179 w 289179"/>
                <a:gd name="connsiteY40" fmla="*/ 235458 h 292608"/>
                <a:gd name="connsiteX41" fmla="*/ 117729 w 289179"/>
                <a:gd name="connsiteY41" fmla="*/ 235458 h 292608"/>
                <a:gd name="connsiteX42" fmla="*/ 117729 w 289179"/>
                <a:gd name="connsiteY42" fmla="*/ 228600 h 292608"/>
                <a:gd name="connsiteX43" fmla="*/ 289179 w 289179"/>
                <a:gd name="connsiteY43" fmla="*/ 228600 h 292608"/>
                <a:gd name="connsiteX44" fmla="*/ 289179 w 289179"/>
                <a:gd name="connsiteY44" fmla="*/ 235458 h 292608"/>
                <a:gd name="connsiteX45" fmla="*/ 289179 w 289179"/>
                <a:gd name="connsiteY45" fmla="*/ 178308 h 292608"/>
                <a:gd name="connsiteX46" fmla="*/ 117729 w 289179"/>
                <a:gd name="connsiteY46" fmla="*/ 178308 h 292608"/>
                <a:gd name="connsiteX47" fmla="*/ 117729 w 289179"/>
                <a:gd name="connsiteY47" fmla="*/ 171450 h 292608"/>
                <a:gd name="connsiteX48" fmla="*/ 289179 w 289179"/>
                <a:gd name="connsiteY48" fmla="*/ 171450 h 292608"/>
                <a:gd name="connsiteX49" fmla="*/ 289179 w 289179"/>
                <a:gd name="connsiteY49" fmla="*/ 178308 h 292608"/>
                <a:gd name="connsiteX50" fmla="*/ 289179 w 289179"/>
                <a:gd name="connsiteY50" fmla="*/ 149733 h 292608"/>
                <a:gd name="connsiteX51" fmla="*/ 117729 w 289179"/>
                <a:gd name="connsiteY51" fmla="*/ 149733 h 292608"/>
                <a:gd name="connsiteX52" fmla="*/ 117729 w 289179"/>
                <a:gd name="connsiteY52" fmla="*/ 142875 h 292608"/>
                <a:gd name="connsiteX53" fmla="*/ 289179 w 289179"/>
                <a:gd name="connsiteY53" fmla="*/ 142875 h 292608"/>
                <a:gd name="connsiteX54" fmla="*/ 289179 w 289179"/>
                <a:gd name="connsiteY54" fmla="*/ 149733 h 292608"/>
                <a:gd name="connsiteX55" fmla="*/ 289179 w 289179"/>
                <a:gd name="connsiteY55" fmla="*/ 121158 h 292608"/>
                <a:gd name="connsiteX56" fmla="*/ 117729 w 289179"/>
                <a:gd name="connsiteY56" fmla="*/ 121158 h 292608"/>
                <a:gd name="connsiteX57" fmla="*/ 117729 w 289179"/>
                <a:gd name="connsiteY57" fmla="*/ 114300 h 292608"/>
                <a:gd name="connsiteX58" fmla="*/ 289179 w 289179"/>
                <a:gd name="connsiteY58" fmla="*/ 114300 h 292608"/>
                <a:gd name="connsiteX59" fmla="*/ 289179 w 289179"/>
                <a:gd name="connsiteY59" fmla="*/ 121158 h 292608"/>
                <a:gd name="connsiteX60" fmla="*/ 289179 w 289179"/>
                <a:gd name="connsiteY60" fmla="*/ 64008 h 292608"/>
                <a:gd name="connsiteX61" fmla="*/ 117729 w 289179"/>
                <a:gd name="connsiteY61" fmla="*/ 64008 h 292608"/>
                <a:gd name="connsiteX62" fmla="*/ 117729 w 289179"/>
                <a:gd name="connsiteY62" fmla="*/ 57150 h 292608"/>
                <a:gd name="connsiteX63" fmla="*/ 289179 w 289179"/>
                <a:gd name="connsiteY63" fmla="*/ 57150 h 292608"/>
                <a:gd name="connsiteX64" fmla="*/ 289179 w 289179"/>
                <a:gd name="connsiteY64" fmla="*/ 64008 h 292608"/>
                <a:gd name="connsiteX65" fmla="*/ 289179 w 289179"/>
                <a:gd name="connsiteY65" fmla="*/ 35433 h 292608"/>
                <a:gd name="connsiteX66" fmla="*/ 117729 w 289179"/>
                <a:gd name="connsiteY66" fmla="*/ 35433 h 292608"/>
                <a:gd name="connsiteX67" fmla="*/ 117729 w 289179"/>
                <a:gd name="connsiteY67" fmla="*/ 28575 h 292608"/>
                <a:gd name="connsiteX68" fmla="*/ 289179 w 289179"/>
                <a:gd name="connsiteY68" fmla="*/ 28575 h 292608"/>
                <a:gd name="connsiteX69" fmla="*/ 289179 w 289179"/>
                <a:gd name="connsiteY69" fmla="*/ 35433 h 292608"/>
                <a:gd name="connsiteX70" fmla="*/ 289179 w 289179"/>
                <a:gd name="connsiteY70" fmla="*/ 6858 h 292608"/>
                <a:gd name="connsiteX71" fmla="*/ 117729 w 289179"/>
                <a:gd name="connsiteY71" fmla="*/ 6858 h 292608"/>
                <a:gd name="connsiteX72" fmla="*/ 117729 w 289179"/>
                <a:gd name="connsiteY72" fmla="*/ 0 h 292608"/>
                <a:gd name="connsiteX73" fmla="*/ 289179 w 289179"/>
                <a:gd name="connsiteY73" fmla="*/ 0 h 292608"/>
                <a:gd name="connsiteX74" fmla="*/ 289179 w 289179"/>
                <a:gd name="connsiteY74"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49746 h 292608"/>
                <a:gd name="connsiteX21" fmla="*/ 21146 w 289179"/>
                <a:gd name="connsiteY21" fmla="*/ 260604 h 292608"/>
                <a:gd name="connsiteX22" fmla="*/ 32252 w 289179"/>
                <a:gd name="connsiteY22" fmla="*/ 249746 h 292608"/>
                <a:gd name="connsiteX23" fmla="*/ 32004 w 289179"/>
                <a:gd name="connsiteY23" fmla="*/ 249746 h 292608"/>
                <a:gd name="connsiteX24" fmla="*/ 32004 w 289179"/>
                <a:gd name="connsiteY24" fmla="*/ 128302 h 292608"/>
                <a:gd name="connsiteX25" fmla="*/ 14002 w 289179"/>
                <a:gd name="connsiteY25" fmla="*/ 146304 h 292608"/>
                <a:gd name="connsiteX26" fmla="*/ 32004 w 289179"/>
                <a:gd name="connsiteY26" fmla="*/ 164306 h 292608"/>
                <a:gd name="connsiteX27" fmla="*/ 32385 w 289179"/>
                <a:gd name="connsiteY27" fmla="*/ 128302 h 292608"/>
                <a:gd name="connsiteX28" fmla="*/ 32004 w 289179"/>
                <a:gd name="connsiteY28" fmla="*/ 128302 h 292608"/>
                <a:gd name="connsiteX29" fmla="*/ 32004 w 289179"/>
                <a:gd name="connsiteY29" fmla="*/ 6858 h 292608"/>
                <a:gd name="connsiteX30" fmla="*/ 6858 w 289179"/>
                <a:gd name="connsiteY30" fmla="*/ 32004 h 292608"/>
                <a:gd name="connsiteX31" fmla="*/ 32004 w 289179"/>
                <a:gd name="connsiteY31" fmla="*/ 57150 h 292608"/>
                <a:gd name="connsiteX32" fmla="*/ 57150 w 289179"/>
                <a:gd name="connsiteY32" fmla="*/ 32004 h 292608"/>
                <a:gd name="connsiteX33" fmla="*/ 32004 w 289179"/>
                <a:gd name="connsiteY33" fmla="*/ 6858 h 292608"/>
                <a:gd name="connsiteX34" fmla="*/ 289179 w 289179"/>
                <a:gd name="connsiteY34" fmla="*/ 264033 h 292608"/>
                <a:gd name="connsiteX35" fmla="*/ 117729 w 289179"/>
                <a:gd name="connsiteY35" fmla="*/ 264033 h 292608"/>
                <a:gd name="connsiteX36" fmla="*/ 117729 w 289179"/>
                <a:gd name="connsiteY36" fmla="*/ 257175 h 292608"/>
                <a:gd name="connsiteX37" fmla="*/ 289179 w 289179"/>
                <a:gd name="connsiteY37" fmla="*/ 257175 h 292608"/>
                <a:gd name="connsiteX38" fmla="*/ 289179 w 289179"/>
                <a:gd name="connsiteY38" fmla="*/ 264033 h 292608"/>
                <a:gd name="connsiteX39" fmla="*/ 289179 w 289179"/>
                <a:gd name="connsiteY39" fmla="*/ 235458 h 292608"/>
                <a:gd name="connsiteX40" fmla="*/ 117729 w 289179"/>
                <a:gd name="connsiteY40" fmla="*/ 235458 h 292608"/>
                <a:gd name="connsiteX41" fmla="*/ 117729 w 289179"/>
                <a:gd name="connsiteY41" fmla="*/ 228600 h 292608"/>
                <a:gd name="connsiteX42" fmla="*/ 289179 w 289179"/>
                <a:gd name="connsiteY42" fmla="*/ 228600 h 292608"/>
                <a:gd name="connsiteX43" fmla="*/ 289179 w 289179"/>
                <a:gd name="connsiteY43" fmla="*/ 235458 h 292608"/>
                <a:gd name="connsiteX44" fmla="*/ 289179 w 289179"/>
                <a:gd name="connsiteY44" fmla="*/ 178308 h 292608"/>
                <a:gd name="connsiteX45" fmla="*/ 117729 w 289179"/>
                <a:gd name="connsiteY45" fmla="*/ 178308 h 292608"/>
                <a:gd name="connsiteX46" fmla="*/ 117729 w 289179"/>
                <a:gd name="connsiteY46" fmla="*/ 171450 h 292608"/>
                <a:gd name="connsiteX47" fmla="*/ 289179 w 289179"/>
                <a:gd name="connsiteY47" fmla="*/ 171450 h 292608"/>
                <a:gd name="connsiteX48" fmla="*/ 289179 w 289179"/>
                <a:gd name="connsiteY48" fmla="*/ 178308 h 292608"/>
                <a:gd name="connsiteX49" fmla="*/ 289179 w 289179"/>
                <a:gd name="connsiteY49" fmla="*/ 149733 h 292608"/>
                <a:gd name="connsiteX50" fmla="*/ 117729 w 289179"/>
                <a:gd name="connsiteY50" fmla="*/ 149733 h 292608"/>
                <a:gd name="connsiteX51" fmla="*/ 117729 w 289179"/>
                <a:gd name="connsiteY51" fmla="*/ 142875 h 292608"/>
                <a:gd name="connsiteX52" fmla="*/ 289179 w 289179"/>
                <a:gd name="connsiteY52" fmla="*/ 142875 h 292608"/>
                <a:gd name="connsiteX53" fmla="*/ 289179 w 289179"/>
                <a:gd name="connsiteY53" fmla="*/ 149733 h 292608"/>
                <a:gd name="connsiteX54" fmla="*/ 289179 w 289179"/>
                <a:gd name="connsiteY54" fmla="*/ 121158 h 292608"/>
                <a:gd name="connsiteX55" fmla="*/ 117729 w 289179"/>
                <a:gd name="connsiteY55" fmla="*/ 121158 h 292608"/>
                <a:gd name="connsiteX56" fmla="*/ 117729 w 289179"/>
                <a:gd name="connsiteY56" fmla="*/ 114300 h 292608"/>
                <a:gd name="connsiteX57" fmla="*/ 289179 w 289179"/>
                <a:gd name="connsiteY57" fmla="*/ 114300 h 292608"/>
                <a:gd name="connsiteX58" fmla="*/ 289179 w 289179"/>
                <a:gd name="connsiteY58" fmla="*/ 121158 h 292608"/>
                <a:gd name="connsiteX59" fmla="*/ 289179 w 289179"/>
                <a:gd name="connsiteY59" fmla="*/ 64008 h 292608"/>
                <a:gd name="connsiteX60" fmla="*/ 117729 w 289179"/>
                <a:gd name="connsiteY60" fmla="*/ 64008 h 292608"/>
                <a:gd name="connsiteX61" fmla="*/ 117729 w 289179"/>
                <a:gd name="connsiteY61" fmla="*/ 57150 h 292608"/>
                <a:gd name="connsiteX62" fmla="*/ 289179 w 289179"/>
                <a:gd name="connsiteY62" fmla="*/ 57150 h 292608"/>
                <a:gd name="connsiteX63" fmla="*/ 289179 w 289179"/>
                <a:gd name="connsiteY63" fmla="*/ 64008 h 292608"/>
                <a:gd name="connsiteX64" fmla="*/ 289179 w 289179"/>
                <a:gd name="connsiteY64" fmla="*/ 35433 h 292608"/>
                <a:gd name="connsiteX65" fmla="*/ 117729 w 289179"/>
                <a:gd name="connsiteY65" fmla="*/ 35433 h 292608"/>
                <a:gd name="connsiteX66" fmla="*/ 117729 w 289179"/>
                <a:gd name="connsiteY66" fmla="*/ 28575 h 292608"/>
                <a:gd name="connsiteX67" fmla="*/ 289179 w 289179"/>
                <a:gd name="connsiteY67" fmla="*/ 28575 h 292608"/>
                <a:gd name="connsiteX68" fmla="*/ 289179 w 289179"/>
                <a:gd name="connsiteY68" fmla="*/ 35433 h 292608"/>
                <a:gd name="connsiteX69" fmla="*/ 289179 w 289179"/>
                <a:gd name="connsiteY69" fmla="*/ 6858 h 292608"/>
                <a:gd name="connsiteX70" fmla="*/ 117729 w 289179"/>
                <a:gd name="connsiteY70" fmla="*/ 6858 h 292608"/>
                <a:gd name="connsiteX71" fmla="*/ 117729 w 289179"/>
                <a:gd name="connsiteY71" fmla="*/ 0 h 292608"/>
                <a:gd name="connsiteX72" fmla="*/ 289179 w 289179"/>
                <a:gd name="connsiteY72" fmla="*/ 0 h 292608"/>
                <a:gd name="connsiteX73" fmla="*/ 289179 w 289179"/>
                <a:gd name="connsiteY73"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252 w 289179"/>
                <a:gd name="connsiteY20" fmla="*/ 249746 h 292608"/>
                <a:gd name="connsiteX21" fmla="*/ 21146 w 289179"/>
                <a:gd name="connsiteY21" fmla="*/ 260604 h 292608"/>
                <a:gd name="connsiteX22" fmla="*/ 32252 w 289179"/>
                <a:gd name="connsiteY22" fmla="*/ 249746 h 292608"/>
                <a:gd name="connsiteX23" fmla="*/ 32004 w 289179"/>
                <a:gd name="connsiteY23" fmla="*/ 128302 h 292608"/>
                <a:gd name="connsiteX24" fmla="*/ 14002 w 289179"/>
                <a:gd name="connsiteY24" fmla="*/ 146304 h 292608"/>
                <a:gd name="connsiteX25" fmla="*/ 32004 w 289179"/>
                <a:gd name="connsiteY25" fmla="*/ 164306 h 292608"/>
                <a:gd name="connsiteX26" fmla="*/ 32385 w 289179"/>
                <a:gd name="connsiteY26" fmla="*/ 128302 h 292608"/>
                <a:gd name="connsiteX27" fmla="*/ 32004 w 289179"/>
                <a:gd name="connsiteY27" fmla="*/ 128302 h 292608"/>
                <a:gd name="connsiteX28" fmla="*/ 32004 w 289179"/>
                <a:gd name="connsiteY28" fmla="*/ 6858 h 292608"/>
                <a:gd name="connsiteX29" fmla="*/ 6858 w 289179"/>
                <a:gd name="connsiteY29" fmla="*/ 32004 h 292608"/>
                <a:gd name="connsiteX30" fmla="*/ 32004 w 289179"/>
                <a:gd name="connsiteY30" fmla="*/ 57150 h 292608"/>
                <a:gd name="connsiteX31" fmla="*/ 57150 w 289179"/>
                <a:gd name="connsiteY31" fmla="*/ 32004 h 292608"/>
                <a:gd name="connsiteX32" fmla="*/ 32004 w 289179"/>
                <a:gd name="connsiteY32" fmla="*/ 6858 h 292608"/>
                <a:gd name="connsiteX33" fmla="*/ 289179 w 289179"/>
                <a:gd name="connsiteY33" fmla="*/ 264033 h 292608"/>
                <a:gd name="connsiteX34" fmla="*/ 117729 w 289179"/>
                <a:gd name="connsiteY34" fmla="*/ 264033 h 292608"/>
                <a:gd name="connsiteX35" fmla="*/ 117729 w 289179"/>
                <a:gd name="connsiteY35" fmla="*/ 257175 h 292608"/>
                <a:gd name="connsiteX36" fmla="*/ 289179 w 289179"/>
                <a:gd name="connsiteY36" fmla="*/ 257175 h 292608"/>
                <a:gd name="connsiteX37" fmla="*/ 289179 w 289179"/>
                <a:gd name="connsiteY37" fmla="*/ 264033 h 292608"/>
                <a:gd name="connsiteX38" fmla="*/ 289179 w 289179"/>
                <a:gd name="connsiteY38" fmla="*/ 235458 h 292608"/>
                <a:gd name="connsiteX39" fmla="*/ 117729 w 289179"/>
                <a:gd name="connsiteY39" fmla="*/ 235458 h 292608"/>
                <a:gd name="connsiteX40" fmla="*/ 117729 w 289179"/>
                <a:gd name="connsiteY40" fmla="*/ 228600 h 292608"/>
                <a:gd name="connsiteX41" fmla="*/ 289179 w 289179"/>
                <a:gd name="connsiteY41" fmla="*/ 228600 h 292608"/>
                <a:gd name="connsiteX42" fmla="*/ 289179 w 289179"/>
                <a:gd name="connsiteY42" fmla="*/ 235458 h 292608"/>
                <a:gd name="connsiteX43" fmla="*/ 289179 w 289179"/>
                <a:gd name="connsiteY43" fmla="*/ 178308 h 292608"/>
                <a:gd name="connsiteX44" fmla="*/ 117729 w 289179"/>
                <a:gd name="connsiteY44" fmla="*/ 178308 h 292608"/>
                <a:gd name="connsiteX45" fmla="*/ 117729 w 289179"/>
                <a:gd name="connsiteY45" fmla="*/ 171450 h 292608"/>
                <a:gd name="connsiteX46" fmla="*/ 289179 w 289179"/>
                <a:gd name="connsiteY46" fmla="*/ 171450 h 292608"/>
                <a:gd name="connsiteX47" fmla="*/ 289179 w 289179"/>
                <a:gd name="connsiteY47" fmla="*/ 178308 h 292608"/>
                <a:gd name="connsiteX48" fmla="*/ 289179 w 289179"/>
                <a:gd name="connsiteY48" fmla="*/ 149733 h 292608"/>
                <a:gd name="connsiteX49" fmla="*/ 117729 w 289179"/>
                <a:gd name="connsiteY49" fmla="*/ 149733 h 292608"/>
                <a:gd name="connsiteX50" fmla="*/ 117729 w 289179"/>
                <a:gd name="connsiteY50" fmla="*/ 142875 h 292608"/>
                <a:gd name="connsiteX51" fmla="*/ 289179 w 289179"/>
                <a:gd name="connsiteY51" fmla="*/ 142875 h 292608"/>
                <a:gd name="connsiteX52" fmla="*/ 289179 w 289179"/>
                <a:gd name="connsiteY52" fmla="*/ 149733 h 292608"/>
                <a:gd name="connsiteX53" fmla="*/ 289179 w 289179"/>
                <a:gd name="connsiteY53" fmla="*/ 121158 h 292608"/>
                <a:gd name="connsiteX54" fmla="*/ 117729 w 289179"/>
                <a:gd name="connsiteY54" fmla="*/ 121158 h 292608"/>
                <a:gd name="connsiteX55" fmla="*/ 117729 w 289179"/>
                <a:gd name="connsiteY55" fmla="*/ 114300 h 292608"/>
                <a:gd name="connsiteX56" fmla="*/ 289179 w 289179"/>
                <a:gd name="connsiteY56" fmla="*/ 114300 h 292608"/>
                <a:gd name="connsiteX57" fmla="*/ 289179 w 289179"/>
                <a:gd name="connsiteY57" fmla="*/ 121158 h 292608"/>
                <a:gd name="connsiteX58" fmla="*/ 289179 w 289179"/>
                <a:gd name="connsiteY58" fmla="*/ 64008 h 292608"/>
                <a:gd name="connsiteX59" fmla="*/ 117729 w 289179"/>
                <a:gd name="connsiteY59" fmla="*/ 64008 h 292608"/>
                <a:gd name="connsiteX60" fmla="*/ 117729 w 289179"/>
                <a:gd name="connsiteY60" fmla="*/ 57150 h 292608"/>
                <a:gd name="connsiteX61" fmla="*/ 289179 w 289179"/>
                <a:gd name="connsiteY61" fmla="*/ 57150 h 292608"/>
                <a:gd name="connsiteX62" fmla="*/ 289179 w 289179"/>
                <a:gd name="connsiteY62" fmla="*/ 64008 h 292608"/>
                <a:gd name="connsiteX63" fmla="*/ 289179 w 289179"/>
                <a:gd name="connsiteY63" fmla="*/ 35433 h 292608"/>
                <a:gd name="connsiteX64" fmla="*/ 117729 w 289179"/>
                <a:gd name="connsiteY64" fmla="*/ 35433 h 292608"/>
                <a:gd name="connsiteX65" fmla="*/ 117729 w 289179"/>
                <a:gd name="connsiteY65" fmla="*/ 28575 h 292608"/>
                <a:gd name="connsiteX66" fmla="*/ 289179 w 289179"/>
                <a:gd name="connsiteY66" fmla="*/ 28575 h 292608"/>
                <a:gd name="connsiteX67" fmla="*/ 289179 w 289179"/>
                <a:gd name="connsiteY67" fmla="*/ 35433 h 292608"/>
                <a:gd name="connsiteX68" fmla="*/ 289179 w 289179"/>
                <a:gd name="connsiteY68" fmla="*/ 6858 h 292608"/>
                <a:gd name="connsiteX69" fmla="*/ 117729 w 289179"/>
                <a:gd name="connsiteY69" fmla="*/ 6858 h 292608"/>
                <a:gd name="connsiteX70" fmla="*/ 117729 w 289179"/>
                <a:gd name="connsiteY70" fmla="*/ 0 h 292608"/>
                <a:gd name="connsiteX71" fmla="*/ 289179 w 289179"/>
                <a:gd name="connsiteY71" fmla="*/ 0 h 292608"/>
                <a:gd name="connsiteX72" fmla="*/ 289179 w 289179"/>
                <a:gd name="connsiteY72"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128302 h 292608"/>
                <a:gd name="connsiteX21" fmla="*/ 14002 w 289179"/>
                <a:gd name="connsiteY21" fmla="*/ 146304 h 292608"/>
                <a:gd name="connsiteX22" fmla="*/ 32004 w 289179"/>
                <a:gd name="connsiteY22" fmla="*/ 164306 h 292608"/>
                <a:gd name="connsiteX23" fmla="*/ 32385 w 289179"/>
                <a:gd name="connsiteY23" fmla="*/ 128302 h 292608"/>
                <a:gd name="connsiteX24" fmla="*/ 32004 w 289179"/>
                <a:gd name="connsiteY24" fmla="*/ 128302 h 292608"/>
                <a:gd name="connsiteX25" fmla="*/ 32004 w 289179"/>
                <a:gd name="connsiteY25" fmla="*/ 6858 h 292608"/>
                <a:gd name="connsiteX26" fmla="*/ 6858 w 289179"/>
                <a:gd name="connsiteY26" fmla="*/ 32004 h 292608"/>
                <a:gd name="connsiteX27" fmla="*/ 32004 w 289179"/>
                <a:gd name="connsiteY27" fmla="*/ 57150 h 292608"/>
                <a:gd name="connsiteX28" fmla="*/ 57150 w 289179"/>
                <a:gd name="connsiteY28" fmla="*/ 32004 h 292608"/>
                <a:gd name="connsiteX29" fmla="*/ 32004 w 289179"/>
                <a:gd name="connsiteY29" fmla="*/ 6858 h 292608"/>
                <a:gd name="connsiteX30" fmla="*/ 289179 w 289179"/>
                <a:gd name="connsiteY30" fmla="*/ 264033 h 292608"/>
                <a:gd name="connsiteX31" fmla="*/ 117729 w 289179"/>
                <a:gd name="connsiteY31" fmla="*/ 264033 h 292608"/>
                <a:gd name="connsiteX32" fmla="*/ 117729 w 289179"/>
                <a:gd name="connsiteY32" fmla="*/ 257175 h 292608"/>
                <a:gd name="connsiteX33" fmla="*/ 289179 w 289179"/>
                <a:gd name="connsiteY33" fmla="*/ 257175 h 292608"/>
                <a:gd name="connsiteX34" fmla="*/ 289179 w 289179"/>
                <a:gd name="connsiteY34" fmla="*/ 264033 h 292608"/>
                <a:gd name="connsiteX35" fmla="*/ 289179 w 289179"/>
                <a:gd name="connsiteY35" fmla="*/ 235458 h 292608"/>
                <a:gd name="connsiteX36" fmla="*/ 117729 w 289179"/>
                <a:gd name="connsiteY36" fmla="*/ 235458 h 292608"/>
                <a:gd name="connsiteX37" fmla="*/ 117729 w 289179"/>
                <a:gd name="connsiteY37" fmla="*/ 228600 h 292608"/>
                <a:gd name="connsiteX38" fmla="*/ 289179 w 289179"/>
                <a:gd name="connsiteY38" fmla="*/ 228600 h 292608"/>
                <a:gd name="connsiteX39" fmla="*/ 289179 w 289179"/>
                <a:gd name="connsiteY39" fmla="*/ 235458 h 292608"/>
                <a:gd name="connsiteX40" fmla="*/ 289179 w 289179"/>
                <a:gd name="connsiteY40" fmla="*/ 178308 h 292608"/>
                <a:gd name="connsiteX41" fmla="*/ 117729 w 289179"/>
                <a:gd name="connsiteY41" fmla="*/ 178308 h 292608"/>
                <a:gd name="connsiteX42" fmla="*/ 117729 w 289179"/>
                <a:gd name="connsiteY42" fmla="*/ 171450 h 292608"/>
                <a:gd name="connsiteX43" fmla="*/ 289179 w 289179"/>
                <a:gd name="connsiteY43" fmla="*/ 171450 h 292608"/>
                <a:gd name="connsiteX44" fmla="*/ 289179 w 289179"/>
                <a:gd name="connsiteY44" fmla="*/ 178308 h 292608"/>
                <a:gd name="connsiteX45" fmla="*/ 289179 w 289179"/>
                <a:gd name="connsiteY45" fmla="*/ 149733 h 292608"/>
                <a:gd name="connsiteX46" fmla="*/ 117729 w 289179"/>
                <a:gd name="connsiteY46" fmla="*/ 149733 h 292608"/>
                <a:gd name="connsiteX47" fmla="*/ 117729 w 289179"/>
                <a:gd name="connsiteY47" fmla="*/ 142875 h 292608"/>
                <a:gd name="connsiteX48" fmla="*/ 289179 w 289179"/>
                <a:gd name="connsiteY48" fmla="*/ 142875 h 292608"/>
                <a:gd name="connsiteX49" fmla="*/ 289179 w 289179"/>
                <a:gd name="connsiteY49" fmla="*/ 149733 h 292608"/>
                <a:gd name="connsiteX50" fmla="*/ 289179 w 289179"/>
                <a:gd name="connsiteY50" fmla="*/ 121158 h 292608"/>
                <a:gd name="connsiteX51" fmla="*/ 117729 w 289179"/>
                <a:gd name="connsiteY51" fmla="*/ 121158 h 292608"/>
                <a:gd name="connsiteX52" fmla="*/ 117729 w 289179"/>
                <a:gd name="connsiteY52" fmla="*/ 114300 h 292608"/>
                <a:gd name="connsiteX53" fmla="*/ 289179 w 289179"/>
                <a:gd name="connsiteY53" fmla="*/ 114300 h 292608"/>
                <a:gd name="connsiteX54" fmla="*/ 289179 w 289179"/>
                <a:gd name="connsiteY54" fmla="*/ 121158 h 292608"/>
                <a:gd name="connsiteX55" fmla="*/ 289179 w 289179"/>
                <a:gd name="connsiteY55" fmla="*/ 64008 h 292608"/>
                <a:gd name="connsiteX56" fmla="*/ 117729 w 289179"/>
                <a:gd name="connsiteY56" fmla="*/ 64008 h 292608"/>
                <a:gd name="connsiteX57" fmla="*/ 117729 w 289179"/>
                <a:gd name="connsiteY57" fmla="*/ 57150 h 292608"/>
                <a:gd name="connsiteX58" fmla="*/ 289179 w 289179"/>
                <a:gd name="connsiteY58" fmla="*/ 57150 h 292608"/>
                <a:gd name="connsiteX59" fmla="*/ 289179 w 289179"/>
                <a:gd name="connsiteY59" fmla="*/ 64008 h 292608"/>
                <a:gd name="connsiteX60" fmla="*/ 289179 w 289179"/>
                <a:gd name="connsiteY60" fmla="*/ 35433 h 292608"/>
                <a:gd name="connsiteX61" fmla="*/ 117729 w 289179"/>
                <a:gd name="connsiteY61" fmla="*/ 35433 h 292608"/>
                <a:gd name="connsiteX62" fmla="*/ 117729 w 289179"/>
                <a:gd name="connsiteY62" fmla="*/ 28575 h 292608"/>
                <a:gd name="connsiteX63" fmla="*/ 289179 w 289179"/>
                <a:gd name="connsiteY63" fmla="*/ 28575 h 292608"/>
                <a:gd name="connsiteX64" fmla="*/ 289179 w 289179"/>
                <a:gd name="connsiteY64" fmla="*/ 35433 h 292608"/>
                <a:gd name="connsiteX65" fmla="*/ 289179 w 289179"/>
                <a:gd name="connsiteY65" fmla="*/ 6858 h 292608"/>
                <a:gd name="connsiteX66" fmla="*/ 117729 w 289179"/>
                <a:gd name="connsiteY66" fmla="*/ 6858 h 292608"/>
                <a:gd name="connsiteX67" fmla="*/ 117729 w 289179"/>
                <a:gd name="connsiteY67" fmla="*/ 0 h 292608"/>
                <a:gd name="connsiteX68" fmla="*/ 289179 w 289179"/>
                <a:gd name="connsiteY68" fmla="*/ 0 h 292608"/>
                <a:gd name="connsiteX69" fmla="*/ 289179 w 289179"/>
                <a:gd name="connsiteY69"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243230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32004 w 289179"/>
                <a:gd name="connsiteY19" fmla="*/ 128302 h 292608"/>
                <a:gd name="connsiteX20" fmla="*/ 14002 w 289179"/>
                <a:gd name="connsiteY20" fmla="*/ 146304 h 292608"/>
                <a:gd name="connsiteX21" fmla="*/ 32004 w 289179"/>
                <a:gd name="connsiteY21" fmla="*/ 164306 h 292608"/>
                <a:gd name="connsiteX22" fmla="*/ 32385 w 289179"/>
                <a:gd name="connsiteY22" fmla="*/ 128302 h 292608"/>
                <a:gd name="connsiteX23" fmla="*/ 32004 w 289179"/>
                <a:gd name="connsiteY23" fmla="*/ 128302 h 292608"/>
                <a:gd name="connsiteX24" fmla="*/ 32004 w 289179"/>
                <a:gd name="connsiteY24" fmla="*/ 6858 h 292608"/>
                <a:gd name="connsiteX25" fmla="*/ 6858 w 289179"/>
                <a:gd name="connsiteY25" fmla="*/ 32004 h 292608"/>
                <a:gd name="connsiteX26" fmla="*/ 32004 w 289179"/>
                <a:gd name="connsiteY26" fmla="*/ 57150 h 292608"/>
                <a:gd name="connsiteX27" fmla="*/ 57150 w 289179"/>
                <a:gd name="connsiteY27" fmla="*/ 32004 h 292608"/>
                <a:gd name="connsiteX28" fmla="*/ 32004 w 289179"/>
                <a:gd name="connsiteY28" fmla="*/ 6858 h 292608"/>
                <a:gd name="connsiteX29" fmla="*/ 289179 w 289179"/>
                <a:gd name="connsiteY29" fmla="*/ 264033 h 292608"/>
                <a:gd name="connsiteX30" fmla="*/ 117729 w 289179"/>
                <a:gd name="connsiteY30" fmla="*/ 264033 h 292608"/>
                <a:gd name="connsiteX31" fmla="*/ 117729 w 289179"/>
                <a:gd name="connsiteY31" fmla="*/ 257175 h 292608"/>
                <a:gd name="connsiteX32" fmla="*/ 289179 w 289179"/>
                <a:gd name="connsiteY32" fmla="*/ 257175 h 292608"/>
                <a:gd name="connsiteX33" fmla="*/ 289179 w 289179"/>
                <a:gd name="connsiteY33" fmla="*/ 264033 h 292608"/>
                <a:gd name="connsiteX34" fmla="*/ 289179 w 289179"/>
                <a:gd name="connsiteY34" fmla="*/ 235458 h 292608"/>
                <a:gd name="connsiteX35" fmla="*/ 117729 w 289179"/>
                <a:gd name="connsiteY35" fmla="*/ 235458 h 292608"/>
                <a:gd name="connsiteX36" fmla="*/ 117729 w 289179"/>
                <a:gd name="connsiteY36" fmla="*/ 228600 h 292608"/>
                <a:gd name="connsiteX37" fmla="*/ 289179 w 289179"/>
                <a:gd name="connsiteY37" fmla="*/ 228600 h 292608"/>
                <a:gd name="connsiteX38" fmla="*/ 289179 w 289179"/>
                <a:gd name="connsiteY38" fmla="*/ 235458 h 292608"/>
                <a:gd name="connsiteX39" fmla="*/ 289179 w 289179"/>
                <a:gd name="connsiteY39" fmla="*/ 178308 h 292608"/>
                <a:gd name="connsiteX40" fmla="*/ 117729 w 289179"/>
                <a:gd name="connsiteY40" fmla="*/ 178308 h 292608"/>
                <a:gd name="connsiteX41" fmla="*/ 117729 w 289179"/>
                <a:gd name="connsiteY41" fmla="*/ 171450 h 292608"/>
                <a:gd name="connsiteX42" fmla="*/ 289179 w 289179"/>
                <a:gd name="connsiteY42" fmla="*/ 171450 h 292608"/>
                <a:gd name="connsiteX43" fmla="*/ 289179 w 289179"/>
                <a:gd name="connsiteY43" fmla="*/ 178308 h 292608"/>
                <a:gd name="connsiteX44" fmla="*/ 289179 w 289179"/>
                <a:gd name="connsiteY44" fmla="*/ 149733 h 292608"/>
                <a:gd name="connsiteX45" fmla="*/ 117729 w 289179"/>
                <a:gd name="connsiteY45" fmla="*/ 149733 h 292608"/>
                <a:gd name="connsiteX46" fmla="*/ 117729 w 289179"/>
                <a:gd name="connsiteY46" fmla="*/ 142875 h 292608"/>
                <a:gd name="connsiteX47" fmla="*/ 289179 w 289179"/>
                <a:gd name="connsiteY47" fmla="*/ 142875 h 292608"/>
                <a:gd name="connsiteX48" fmla="*/ 289179 w 289179"/>
                <a:gd name="connsiteY48" fmla="*/ 149733 h 292608"/>
                <a:gd name="connsiteX49" fmla="*/ 289179 w 289179"/>
                <a:gd name="connsiteY49" fmla="*/ 121158 h 292608"/>
                <a:gd name="connsiteX50" fmla="*/ 117729 w 289179"/>
                <a:gd name="connsiteY50" fmla="*/ 121158 h 292608"/>
                <a:gd name="connsiteX51" fmla="*/ 117729 w 289179"/>
                <a:gd name="connsiteY51" fmla="*/ 114300 h 292608"/>
                <a:gd name="connsiteX52" fmla="*/ 289179 w 289179"/>
                <a:gd name="connsiteY52" fmla="*/ 114300 h 292608"/>
                <a:gd name="connsiteX53" fmla="*/ 289179 w 289179"/>
                <a:gd name="connsiteY53" fmla="*/ 121158 h 292608"/>
                <a:gd name="connsiteX54" fmla="*/ 289179 w 289179"/>
                <a:gd name="connsiteY54" fmla="*/ 64008 h 292608"/>
                <a:gd name="connsiteX55" fmla="*/ 117729 w 289179"/>
                <a:gd name="connsiteY55" fmla="*/ 64008 h 292608"/>
                <a:gd name="connsiteX56" fmla="*/ 117729 w 289179"/>
                <a:gd name="connsiteY56" fmla="*/ 57150 h 292608"/>
                <a:gd name="connsiteX57" fmla="*/ 289179 w 289179"/>
                <a:gd name="connsiteY57" fmla="*/ 57150 h 292608"/>
                <a:gd name="connsiteX58" fmla="*/ 289179 w 289179"/>
                <a:gd name="connsiteY58" fmla="*/ 64008 h 292608"/>
                <a:gd name="connsiteX59" fmla="*/ 289179 w 289179"/>
                <a:gd name="connsiteY59" fmla="*/ 35433 h 292608"/>
                <a:gd name="connsiteX60" fmla="*/ 117729 w 289179"/>
                <a:gd name="connsiteY60" fmla="*/ 35433 h 292608"/>
                <a:gd name="connsiteX61" fmla="*/ 117729 w 289179"/>
                <a:gd name="connsiteY61" fmla="*/ 28575 h 292608"/>
                <a:gd name="connsiteX62" fmla="*/ 289179 w 289179"/>
                <a:gd name="connsiteY62" fmla="*/ 28575 h 292608"/>
                <a:gd name="connsiteX63" fmla="*/ 289179 w 289179"/>
                <a:gd name="connsiteY63" fmla="*/ 35433 h 292608"/>
                <a:gd name="connsiteX64" fmla="*/ 289179 w 289179"/>
                <a:gd name="connsiteY64" fmla="*/ 6858 h 292608"/>
                <a:gd name="connsiteX65" fmla="*/ 117729 w 289179"/>
                <a:gd name="connsiteY65" fmla="*/ 6858 h 292608"/>
                <a:gd name="connsiteX66" fmla="*/ 117729 w 289179"/>
                <a:gd name="connsiteY66" fmla="*/ 0 h 292608"/>
                <a:gd name="connsiteX67" fmla="*/ 289179 w 289179"/>
                <a:gd name="connsiteY67" fmla="*/ 0 h 292608"/>
                <a:gd name="connsiteX68" fmla="*/ 289179 w 289179"/>
                <a:gd name="connsiteY68"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2004 w 289179"/>
                <a:gd name="connsiteY18" fmla="*/ 128302 h 292608"/>
                <a:gd name="connsiteX19" fmla="*/ 14002 w 289179"/>
                <a:gd name="connsiteY19" fmla="*/ 146304 h 292608"/>
                <a:gd name="connsiteX20" fmla="*/ 32004 w 289179"/>
                <a:gd name="connsiteY20" fmla="*/ 164306 h 292608"/>
                <a:gd name="connsiteX21" fmla="*/ 32385 w 289179"/>
                <a:gd name="connsiteY21" fmla="*/ 128302 h 292608"/>
                <a:gd name="connsiteX22" fmla="*/ 32004 w 289179"/>
                <a:gd name="connsiteY22" fmla="*/ 128302 h 292608"/>
                <a:gd name="connsiteX23" fmla="*/ 32004 w 289179"/>
                <a:gd name="connsiteY23" fmla="*/ 6858 h 292608"/>
                <a:gd name="connsiteX24" fmla="*/ 6858 w 289179"/>
                <a:gd name="connsiteY24" fmla="*/ 32004 h 292608"/>
                <a:gd name="connsiteX25" fmla="*/ 32004 w 289179"/>
                <a:gd name="connsiteY25" fmla="*/ 57150 h 292608"/>
                <a:gd name="connsiteX26" fmla="*/ 57150 w 289179"/>
                <a:gd name="connsiteY26" fmla="*/ 32004 h 292608"/>
                <a:gd name="connsiteX27" fmla="*/ 32004 w 289179"/>
                <a:gd name="connsiteY27" fmla="*/ 6858 h 292608"/>
                <a:gd name="connsiteX28" fmla="*/ 289179 w 289179"/>
                <a:gd name="connsiteY28" fmla="*/ 264033 h 292608"/>
                <a:gd name="connsiteX29" fmla="*/ 117729 w 289179"/>
                <a:gd name="connsiteY29" fmla="*/ 264033 h 292608"/>
                <a:gd name="connsiteX30" fmla="*/ 117729 w 289179"/>
                <a:gd name="connsiteY30" fmla="*/ 257175 h 292608"/>
                <a:gd name="connsiteX31" fmla="*/ 289179 w 289179"/>
                <a:gd name="connsiteY31" fmla="*/ 257175 h 292608"/>
                <a:gd name="connsiteX32" fmla="*/ 289179 w 289179"/>
                <a:gd name="connsiteY32" fmla="*/ 264033 h 292608"/>
                <a:gd name="connsiteX33" fmla="*/ 289179 w 289179"/>
                <a:gd name="connsiteY33" fmla="*/ 235458 h 292608"/>
                <a:gd name="connsiteX34" fmla="*/ 117729 w 289179"/>
                <a:gd name="connsiteY34" fmla="*/ 235458 h 292608"/>
                <a:gd name="connsiteX35" fmla="*/ 117729 w 289179"/>
                <a:gd name="connsiteY35" fmla="*/ 228600 h 292608"/>
                <a:gd name="connsiteX36" fmla="*/ 289179 w 289179"/>
                <a:gd name="connsiteY36" fmla="*/ 228600 h 292608"/>
                <a:gd name="connsiteX37" fmla="*/ 289179 w 289179"/>
                <a:gd name="connsiteY37" fmla="*/ 235458 h 292608"/>
                <a:gd name="connsiteX38" fmla="*/ 289179 w 289179"/>
                <a:gd name="connsiteY38" fmla="*/ 178308 h 292608"/>
                <a:gd name="connsiteX39" fmla="*/ 117729 w 289179"/>
                <a:gd name="connsiteY39" fmla="*/ 178308 h 292608"/>
                <a:gd name="connsiteX40" fmla="*/ 117729 w 289179"/>
                <a:gd name="connsiteY40" fmla="*/ 171450 h 292608"/>
                <a:gd name="connsiteX41" fmla="*/ 289179 w 289179"/>
                <a:gd name="connsiteY41" fmla="*/ 171450 h 292608"/>
                <a:gd name="connsiteX42" fmla="*/ 289179 w 289179"/>
                <a:gd name="connsiteY42" fmla="*/ 178308 h 292608"/>
                <a:gd name="connsiteX43" fmla="*/ 289179 w 289179"/>
                <a:gd name="connsiteY43" fmla="*/ 149733 h 292608"/>
                <a:gd name="connsiteX44" fmla="*/ 117729 w 289179"/>
                <a:gd name="connsiteY44" fmla="*/ 149733 h 292608"/>
                <a:gd name="connsiteX45" fmla="*/ 117729 w 289179"/>
                <a:gd name="connsiteY45" fmla="*/ 142875 h 292608"/>
                <a:gd name="connsiteX46" fmla="*/ 289179 w 289179"/>
                <a:gd name="connsiteY46" fmla="*/ 142875 h 292608"/>
                <a:gd name="connsiteX47" fmla="*/ 289179 w 289179"/>
                <a:gd name="connsiteY47" fmla="*/ 149733 h 292608"/>
                <a:gd name="connsiteX48" fmla="*/ 289179 w 289179"/>
                <a:gd name="connsiteY48" fmla="*/ 121158 h 292608"/>
                <a:gd name="connsiteX49" fmla="*/ 117729 w 289179"/>
                <a:gd name="connsiteY49" fmla="*/ 121158 h 292608"/>
                <a:gd name="connsiteX50" fmla="*/ 117729 w 289179"/>
                <a:gd name="connsiteY50" fmla="*/ 114300 h 292608"/>
                <a:gd name="connsiteX51" fmla="*/ 289179 w 289179"/>
                <a:gd name="connsiteY51" fmla="*/ 114300 h 292608"/>
                <a:gd name="connsiteX52" fmla="*/ 289179 w 289179"/>
                <a:gd name="connsiteY52" fmla="*/ 121158 h 292608"/>
                <a:gd name="connsiteX53" fmla="*/ 289179 w 289179"/>
                <a:gd name="connsiteY53" fmla="*/ 64008 h 292608"/>
                <a:gd name="connsiteX54" fmla="*/ 117729 w 289179"/>
                <a:gd name="connsiteY54" fmla="*/ 64008 h 292608"/>
                <a:gd name="connsiteX55" fmla="*/ 117729 w 289179"/>
                <a:gd name="connsiteY55" fmla="*/ 57150 h 292608"/>
                <a:gd name="connsiteX56" fmla="*/ 289179 w 289179"/>
                <a:gd name="connsiteY56" fmla="*/ 57150 h 292608"/>
                <a:gd name="connsiteX57" fmla="*/ 289179 w 289179"/>
                <a:gd name="connsiteY57" fmla="*/ 64008 h 292608"/>
                <a:gd name="connsiteX58" fmla="*/ 289179 w 289179"/>
                <a:gd name="connsiteY58" fmla="*/ 35433 h 292608"/>
                <a:gd name="connsiteX59" fmla="*/ 117729 w 289179"/>
                <a:gd name="connsiteY59" fmla="*/ 35433 h 292608"/>
                <a:gd name="connsiteX60" fmla="*/ 117729 w 289179"/>
                <a:gd name="connsiteY60" fmla="*/ 28575 h 292608"/>
                <a:gd name="connsiteX61" fmla="*/ 289179 w 289179"/>
                <a:gd name="connsiteY61" fmla="*/ 28575 h 292608"/>
                <a:gd name="connsiteX62" fmla="*/ 289179 w 289179"/>
                <a:gd name="connsiteY62" fmla="*/ 35433 h 292608"/>
                <a:gd name="connsiteX63" fmla="*/ 289179 w 289179"/>
                <a:gd name="connsiteY63" fmla="*/ 6858 h 292608"/>
                <a:gd name="connsiteX64" fmla="*/ 117729 w 289179"/>
                <a:gd name="connsiteY64" fmla="*/ 6858 h 292608"/>
                <a:gd name="connsiteX65" fmla="*/ 117729 w 289179"/>
                <a:gd name="connsiteY65" fmla="*/ 0 h 292608"/>
                <a:gd name="connsiteX66" fmla="*/ 289179 w 289179"/>
                <a:gd name="connsiteY66" fmla="*/ 0 h 292608"/>
                <a:gd name="connsiteX67" fmla="*/ 289179 w 289179"/>
                <a:gd name="connsiteY67"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28575 w 289179"/>
                <a:gd name="connsiteY7" fmla="*/ 170926 h 292608"/>
                <a:gd name="connsiteX8" fmla="*/ 7144 w 289179"/>
                <a:gd name="connsiteY8" fmla="*/ 146304 h 292608"/>
                <a:gd name="connsiteX9" fmla="*/ 28575 w 289179"/>
                <a:gd name="connsiteY9" fmla="*/ 121682 h 292608"/>
                <a:gd name="connsiteX10" fmla="*/ 28575 w 289179"/>
                <a:gd name="connsiteY10" fmla="*/ 63827 h 292608"/>
                <a:gd name="connsiteX11" fmla="*/ 0 w 289179"/>
                <a:gd name="connsiteY11" fmla="*/ 32004 h 292608"/>
                <a:gd name="connsiteX12" fmla="*/ 32004 w 289179"/>
                <a:gd name="connsiteY12" fmla="*/ 0 h 292608"/>
                <a:gd name="connsiteX13" fmla="*/ 64008 w 289179"/>
                <a:gd name="connsiteY13" fmla="*/ 32004 h 292608"/>
                <a:gd name="connsiteX14" fmla="*/ 35433 w 289179"/>
                <a:gd name="connsiteY14" fmla="*/ 63827 h 292608"/>
                <a:gd name="connsiteX15" fmla="*/ 35433 w 289179"/>
                <a:gd name="connsiteY15" fmla="*/ 121682 h 292608"/>
                <a:gd name="connsiteX16" fmla="*/ 35433 w 289179"/>
                <a:gd name="connsiteY16" fmla="*/ 170926 h 292608"/>
                <a:gd name="connsiteX17" fmla="*/ 32004 w 289179"/>
                <a:gd name="connsiteY17" fmla="*/ 128302 h 292608"/>
                <a:gd name="connsiteX18" fmla="*/ 14002 w 289179"/>
                <a:gd name="connsiteY18" fmla="*/ 146304 h 292608"/>
                <a:gd name="connsiteX19" fmla="*/ 32004 w 289179"/>
                <a:gd name="connsiteY19" fmla="*/ 164306 h 292608"/>
                <a:gd name="connsiteX20" fmla="*/ 32385 w 289179"/>
                <a:gd name="connsiteY20" fmla="*/ 128302 h 292608"/>
                <a:gd name="connsiteX21" fmla="*/ 32004 w 289179"/>
                <a:gd name="connsiteY21" fmla="*/ 128302 h 292608"/>
                <a:gd name="connsiteX22" fmla="*/ 32004 w 289179"/>
                <a:gd name="connsiteY22" fmla="*/ 6858 h 292608"/>
                <a:gd name="connsiteX23" fmla="*/ 6858 w 289179"/>
                <a:gd name="connsiteY23" fmla="*/ 32004 h 292608"/>
                <a:gd name="connsiteX24" fmla="*/ 32004 w 289179"/>
                <a:gd name="connsiteY24" fmla="*/ 57150 h 292608"/>
                <a:gd name="connsiteX25" fmla="*/ 57150 w 289179"/>
                <a:gd name="connsiteY25" fmla="*/ 32004 h 292608"/>
                <a:gd name="connsiteX26" fmla="*/ 32004 w 289179"/>
                <a:gd name="connsiteY26" fmla="*/ 6858 h 292608"/>
                <a:gd name="connsiteX27" fmla="*/ 289179 w 289179"/>
                <a:gd name="connsiteY27" fmla="*/ 264033 h 292608"/>
                <a:gd name="connsiteX28" fmla="*/ 117729 w 289179"/>
                <a:gd name="connsiteY28" fmla="*/ 264033 h 292608"/>
                <a:gd name="connsiteX29" fmla="*/ 117729 w 289179"/>
                <a:gd name="connsiteY29" fmla="*/ 257175 h 292608"/>
                <a:gd name="connsiteX30" fmla="*/ 289179 w 289179"/>
                <a:gd name="connsiteY30" fmla="*/ 257175 h 292608"/>
                <a:gd name="connsiteX31" fmla="*/ 289179 w 289179"/>
                <a:gd name="connsiteY31" fmla="*/ 264033 h 292608"/>
                <a:gd name="connsiteX32" fmla="*/ 289179 w 289179"/>
                <a:gd name="connsiteY32" fmla="*/ 235458 h 292608"/>
                <a:gd name="connsiteX33" fmla="*/ 117729 w 289179"/>
                <a:gd name="connsiteY33" fmla="*/ 235458 h 292608"/>
                <a:gd name="connsiteX34" fmla="*/ 117729 w 289179"/>
                <a:gd name="connsiteY34" fmla="*/ 228600 h 292608"/>
                <a:gd name="connsiteX35" fmla="*/ 289179 w 289179"/>
                <a:gd name="connsiteY35" fmla="*/ 228600 h 292608"/>
                <a:gd name="connsiteX36" fmla="*/ 289179 w 289179"/>
                <a:gd name="connsiteY36" fmla="*/ 235458 h 292608"/>
                <a:gd name="connsiteX37" fmla="*/ 289179 w 289179"/>
                <a:gd name="connsiteY37" fmla="*/ 178308 h 292608"/>
                <a:gd name="connsiteX38" fmla="*/ 117729 w 289179"/>
                <a:gd name="connsiteY38" fmla="*/ 178308 h 292608"/>
                <a:gd name="connsiteX39" fmla="*/ 117729 w 289179"/>
                <a:gd name="connsiteY39" fmla="*/ 171450 h 292608"/>
                <a:gd name="connsiteX40" fmla="*/ 289179 w 289179"/>
                <a:gd name="connsiteY40" fmla="*/ 171450 h 292608"/>
                <a:gd name="connsiteX41" fmla="*/ 289179 w 289179"/>
                <a:gd name="connsiteY41" fmla="*/ 178308 h 292608"/>
                <a:gd name="connsiteX42" fmla="*/ 289179 w 289179"/>
                <a:gd name="connsiteY42" fmla="*/ 149733 h 292608"/>
                <a:gd name="connsiteX43" fmla="*/ 117729 w 289179"/>
                <a:gd name="connsiteY43" fmla="*/ 149733 h 292608"/>
                <a:gd name="connsiteX44" fmla="*/ 117729 w 289179"/>
                <a:gd name="connsiteY44" fmla="*/ 142875 h 292608"/>
                <a:gd name="connsiteX45" fmla="*/ 289179 w 289179"/>
                <a:gd name="connsiteY45" fmla="*/ 142875 h 292608"/>
                <a:gd name="connsiteX46" fmla="*/ 289179 w 289179"/>
                <a:gd name="connsiteY46" fmla="*/ 149733 h 292608"/>
                <a:gd name="connsiteX47" fmla="*/ 289179 w 289179"/>
                <a:gd name="connsiteY47" fmla="*/ 121158 h 292608"/>
                <a:gd name="connsiteX48" fmla="*/ 117729 w 289179"/>
                <a:gd name="connsiteY48" fmla="*/ 121158 h 292608"/>
                <a:gd name="connsiteX49" fmla="*/ 117729 w 289179"/>
                <a:gd name="connsiteY49" fmla="*/ 114300 h 292608"/>
                <a:gd name="connsiteX50" fmla="*/ 289179 w 289179"/>
                <a:gd name="connsiteY50" fmla="*/ 114300 h 292608"/>
                <a:gd name="connsiteX51" fmla="*/ 289179 w 289179"/>
                <a:gd name="connsiteY51" fmla="*/ 121158 h 292608"/>
                <a:gd name="connsiteX52" fmla="*/ 289179 w 289179"/>
                <a:gd name="connsiteY52" fmla="*/ 64008 h 292608"/>
                <a:gd name="connsiteX53" fmla="*/ 117729 w 289179"/>
                <a:gd name="connsiteY53" fmla="*/ 64008 h 292608"/>
                <a:gd name="connsiteX54" fmla="*/ 117729 w 289179"/>
                <a:gd name="connsiteY54" fmla="*/ 57150 h 292608"/>
                <a:gd name="connsiteX55" fmla="*/ 289179 w 289179"/>
                <a:gd name="connsiteY55" fmla="*/ 57150 h 292608"/>
                <a:gd name="connsiteX56" fmla="*/ 289179 w 289179"/>
                <a:gd name="connsiteY56" fmla="*/ 64008 h 292608"/>
                <a:gd name="connsiteX57" fmla="*/ 289179 w 289179"/>
                <a:gd name="connsiteY57" fmla="*/ 35433 h 292608"/>
                <a:gd name="connsiteX58" fmla="*/ 117729 w 289179"/>
                <a:gd name="connsiteY58" fmla="*/ 35433 h 292608"/>
                <a:gd name="connsiteX59" fmla="*/ 117729 w 289179"/>
                <a:gd name="connsiteY59" fmla="*/ 28575 h 292608"/>
                <a:gd name="connsiteX60" fmla="*/ 289179 w 289179"/>
                <a:gd name="connsiteY60" fmla="*/ 28575 h 292608"/>
                <a:gd name="connsiteX61" fmla="*/ 289179 w 289179"/>
                <a:gd name="connsiteY61" fmla="*/ 35433 h 292608"/>
                <a:gd name="connsiteX62" fmla="*/ 289179 w 289179"/>
                <a:gd name="connsiteY62" fmla="*/ 6858 h 292608"/>
                <a:gd name="connsiteX63" fmla="*/ 117729 w 289179"/>
                <a:gd name="connsiteY63" fmla="*/ 6858 h 292608"/>
                <a:gd name="connsiteX64" fmla="*/ 117729 w 289179"/>
                <a:gd name="connsiteY64" fmla="*/ 0 h 292608"/>
                <a:gd name="connsiteX65" fmla="*/ 289179 w 289179"/>
                <a:gd name="connsiteY65" fmla="*/ 0 h 292608"/>
                <a:gd name="connsiteX66" fmla="*/ 289179 w 289179"/>
                <a:gd name="connsiteY66"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004 w 289179"/>
                <a:gd name="connsiteY16" fmla="*/ 128302 h 292608"/>
                <a:gd name="connsiteX17" fmla="*/ 14002 w 289179"/>
                <a:gd name="connsiteY17" fmla="*/ 146304 h 292608"/>
                <a:gd name="connsiteX18" fmla="*/ 32004 w 289179"/>
                <a:gd name="connsiteY18" fmla="*/ 164306 h 292608"/>
                <a:gd name="connsiteX19" fmla="*/ 32385 w 289179"/>
                <a:gd name="connsiteY19" fmla="*/ 128302 h 292608"/>
                <a:gd name="connsiteX20" fmla="*/ 32004 w 289179"/>
                <a:gd name="connsiteY20" fmla="*/ 128302 h 292608"/>
                <a:gd name="connsiteX21" fmla="*/ 32004 w 289179"/>
                <a:gd name="connsiteY21" fmla="*/ 6858 h 292608"/>
                <a:gd name="connsiteX22" fmla="*/ 6858 w 289179"/>
                <a:gd name="connsiteY22" fmla="*/ 32004 h 292608"/>
                <a:gd name="connsiteX23" fmla="*/ 32004 w 289179"/>
                <a:gd name="connsiteY23" fmla="*/ 57150 h 292608"/>
                <a:gd name="connsiteX24" fmla="*/ 57150 w 289179"/>
                <a:gd name="connsiteY24" fmla="*/ 32004 h 292608"/>
                <a:gd name="connsiteX25" fmla="*/ 32004 w 289179"/>
                <a:gd name="connsiteY25" fmla="*/ 6858 h 292608"/>
                <a:gd name="connsiteX26" fmla="*/ 289179 w 289179"/>
                <a:gd name="connsiteY26" fmla="*/ 264033 h 292608"/>
                <a:gd name="connsiteX27" fmla="*/ 117729 w 289179"/>
                <a:gd name="connsiteY27" fmla="*/ 264033 h 292608"/>
                <a:gd name="connsiteX28" fmla="*/ 117729 w 289179"/>
                <a:gd name="connsiteY28" fmla="*/ 257175 h 292608"/>
                <a:gd name="connsiteX29" fmla="*/ 289179 w 289179"/>
                <a:gd name="connsiteY29" fmla="*/ 257175 h 292608"/>
                <a:gd name="connsiteX30" fmla="*/ 289179 w 289179"/>
                <a:gd name="connsiteY30" fmla="*/ 264033 h 292608"/>
                <a:gd name="connsiteX31" fmla="*/ 289179 w 289179"/>
                <a:gd name="connsiteY31" fmla="*/ 235458 h 292608"/>
                <a:gd name="connsiteX32" fmla="*/ 117729 w 289179"/>
                <a:gd name="connsiteY32" fmla="*/ 235458 h 292608"/>
                <a:gd name="connsiteX33" fmla="*/ 117729 w 289179"/>
                <a:gd name="connsiteY33" fmla="*/ 228600 h 292608"/>
                <a:gd name="connsiteX34" fmla="*/ 289179 w 289179"/>
                <a:gd name="connsiteY34" fmla="*/ 228600 h 292608"/>
                <a:gd name="connsiteX35" fmla="*/ 289179 w 289179"/>
                <a:gd name="connsiteY35" fmla="*/ 235458 h 292608"/>
                <a:gd name="connsiteX36" fmla="*/ 289179 w 289179"/>
                <a:gd name="connsiteY36" fmla="*/ 178308 h 292608"/>
                <a:gd name="connsiteX37" fmla="*/ 117729 w 289179"/>
                <a:gd name="connsiteY37" fmla="*/ 178308 h 292608"/>
                <a:gd name="connsiteX38" fmla="*/ 117729 w 289179"/>
                <a:gd name="connsiteY38" fmla="*/ 171450 h 292608"/>
                <a:gd name="connsiteX39" fmla="*/ 289179 w 289179"/>
                <a:gd name="connsiteY39" fmla="*/ 171450 h 292608"/>
                <a:gd name="connsiteX40" fmla="*/ 289179 w 289179"/>
                <a:gd name="connsiteY40" fmla="*/ 178308 h 292608"/>
                <a:gd name="connsiteX41" fmla="*/ 289179 w 289179"/>
                <a:gd name="connsiteY41" fmla="*/ 149733 h 292608"/>
                <a:gd name="connsiteX42" fmla="*/ 117729 w 289179"/>
                <a:gd name="connsiteY42" fmla="*/ 149733 h 292608"/>
                <a:gd name="connsiteX43" fmla="*/ 117729 w 289179"/>
                <a:gd name="connsiteY43" fmla="*/ 142875 h 292608"/>
                <a:gd name="connsiteX44" fmla="*/ 289179 w 289179"/>
                <a:gd name="connsiteY44" fmla="*/ 142875 h 292608"/>
                <a:gd name="connsiteX45" fmla="*/ 289179 w 289179"/>
                <a:gd name="connsiteY45" fmla="*/ 149733 h 292608"/>
                <a:gd name="connsiteX46" fmla="*/ 289179 w 289179"/>
                <a:gd name="connsiteY46" fmla="*/ 121158 h 292608"/>
                <a:gd name="connsiteX47" fmla="*/ 117729 w 289179"/>
                <a:gd name="connsiteY47" fmla="*/ 121158 h 292608"/>
                <a:gd name="connsiteX48" fmla="*/ 117729 w 289179"/>
                <a:gd name="connsiteY48" fmla="*/ 114300 h 292608"/>
                <a:gd name="connsiteX49" fmla="*/ 289179 w 289179"/>
                <a:gd name="connsiteY49" fmla="*/ 114300 h 292608"/>
                <a:gd name="connsiteX50" fmla="*/ 289179 w 289179"/>
                <a:gd name="connsiteY50" fmla="*/ 121158 h 292608"/>
                <a:gd name="connsiteX51" fmla="*/ 289179 w 289179"/>
                <a:gd name="connsiteY51" fmla="*/ 64008 h 292608"/>
                <a:gd name="connsiteX52" fmla="*/ 117729 w 289179"/>
                <a:gd name="connsiteY52" fmla="*/ 64008 h 292608"/>
                <a:gd name="connsiteX53" fmla="*/ 117729 w 289179"/>
                <a:gd name="connsiteY53" fmla="*/ 57150 h 292608"/>
                <a:gd name="connsiteX54" fmla="*/ 289179 w 289179"/>
                <a:gd name="connsiteY54" fmla="*/ 57150 h 292608"/>
                <a:gd name="connsiteX55" fmla="*/ 289179 w 289179"/>
                <a:gd name="connsiteY55" fmla="*/ 64008 h 292608"/>
                <a:gd name="connsiteX56" fmla="*/ 289179 w 289179"/>
                <a:gd name="connsiteY56" fmla="*/ 35433 h 292608"/>
                <a:gd name="connsiteX57" fmla="*/ 117729 w 289179"/>
                <a:gd name="connsiteY57" fmla="*/ 35433 h 292608"/>
                <a:gd name="connsiteX58" fmla="*/ 117729 w 289179"/>
                <a:gd name="connsiteY58" fmla="*/ 28575 h 292608"/>
                <a:gd name="connsiteX59" fmla="*/ 289179 w 289179"/>
                <a:gd name="connsiteY59" fmla="*/ 28575 h 292608"/>
                <a:gd name="connsiteX60" fmla="*/ 289179 w 289179"/>
                <a:gd name="connsiteY60" fmla="*/ 35433 h 292608"/>
                <a:gd name="connsiteX61" fmla="*/ 289179 w 289179"/>
                <a:gd name="connsiteY61" fmla="*/ 6858 h 292608"/>
                <a:gd name="connsiteX62" fmla="*/ 117729 w 289179"/>
                <a:gd name="connsiteY62" fmla="*/ 6858 h 292608"/>
                <a:gd name="connsiteX63" fmla="*/ 117729 w 289179"/>
                <a:gd name="connsiteY63" fmla="*/ 0 h 292608"/>
                <a:gd name="connsiteX64" fmla="*/ 289179 w 289179"/>
                <a:gd name="connsiteY64" fmla="*/ 0 h 292608"/>
                <a:gd name="connsiteX65" fmla="*/ 289179 w 289179"/>
                <a:gd name="connsiteY65"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004 w 289179"/>
                <a:gd name="connsiteY16" fmla="*/ 128302 h 292608"/>
                <a:gd name="connsiteX17" fmla="*/ 32004 w 289179"/>
                <a:gd name="connsiteY17" fmla="*/ 164306 h 292608"/>
                <a:gd name="connsiteX18" fmla="*/ 32385 w 289179"/>
                <a:gd name="connsiteY18" fmla="*/ 128302 h 292608"/>
                <a:gd name="connsiteX19" fmla="*/ 32004 w 289179"/>
                <a:gd name="connsiteY19" fmla="*/ 128302 h 292608"/>
                <a:gd name="connsiteX20" fmla="*/ 32004 w 289179"/>
                <a:gd name="connsiteY20" fmla="*/ 6858 h 292608"/>
                <a:gd name="connsiteX21" fmla="*/ 6858 w 289179"/>
                <a:gd name="connsiteY21" fmla="*/ 32004 h 292608"/>
                <a:gd name="connsiteX22" fmla="*/ 32004 w 289179"/>
                <a:gd name="connsiteY22" fmla="*/ 57150 h 292608"/>
                <a:gd name="connsiteX23" fmla="*/ 57150 w 289179"/>
                <a:gd name="connsiteY23" fmla="*/ 32004 h 292608"/>
                <a:gd name="connsiteX24" fmla="*/ 32004 w 289179"/>
                <a:gd name="connsiteY24" fmla="*/ 6858 h 292608"/>
                <a:gd name="connsiteX25" fmla="*/ 289179 w 289179"/>
                <a:gd name="connsiteY25" fmla="*/ 264033 h 292608"/>
                <a:gd name="connsiteX26" fmla="*/ 117729 w 289179"/>
                <a:gd name="connsiteY26" fmla="*/ 264033 h 292608"/>
                <a:gd name="connsiteX27" fmla="*/ 117729 w 289179"/>
                <a:gd name="connsiteY27" fmla="*/ 257175 h 292608"/>
                <a:gd name="connsiteX28" fmla="*/ 289179 w 289179"/>
                <a:gd name="connsiteY28" fmla="*/ 257175 h 292608"/>
                <a:gd name="connsiteX29" fmla="*/ 289179 w 289179"/>
                <a:gd name="connsiteY29" fmla="*/ 264033 h 292608"/>
                <a:gd name="connsiteX30" fmla="*/ 289179 w 289179"/>
                <a:gd name="connsiteY30" fmla="*/ 235458 h 292608"/>
                <a:gd name="connsiteX31" fmla="*/ 117729 w 289179"/>
                <a:gd name="connsiteY31" fmla="*/ 235458 h 292608"/>
                <a:gd name="connsiteX32" fmla="*/ 117729 w 289179"/>
                <a:gd name="connsiteY32" fmla="*/ 228600 h 292608"/>
                <a:gd name="connsiteX33" fmla="*/ 289179 w 289179"/>
                <a:gd name="connsiteY33" fmla="*/ 228600 h 292608"/>
                <a:gd name="connsiteX34" fmla="*/ 289179 w 289179"/>
                <a:gd name="connsiteY34" fmla="*/ 235458 h 292608"/>
                <a:gd name="connsiteX35" fmla="*/ 289179 w 289179"/>
                <a:gd name="connsiteY35" fmla="*/ 178308 h 292608"/>
                <a:gd name="connsiteX36" fmla="*/ 117729 w 289179"/>
                <a:gd name="connsiteY36" fmla="*/ 178308 h 292608"/>
                <a:gd name="connsiteX37" fmla="*/ 117729 w 289179"/>
                <a:gd name="connsiteY37" fmla="*/ 171450 h 292608"/>
                <a:gd name="connsiteX38" fmla="*/ 289179 w 289179"/>
                <a:gd name="connsiteY38" fmla="*/ 171450 h 292608"/>
                <a:gd name="connsiteX39" fmla="*/ 289179 w 289179"/>
                <a:gd name="connsiteY39" fmla="*/ 178308 h 292608"/>
                <a:gd name="connsiteX40" fmla="*/ 289179 w 289179"/>
                <a:gd name="connsiteY40" fmla="*/ 149733 h 292608"/>
                <a:gd name="connsiteX41" fmla="*/ 117729 w 289179"/>
                <a:gd name="connsiteY41" fmla="*/ 149733 h 292608"/>
                <a:gd name="connsiteX42" fmla="*/ 117729 w 289179"/>
                <a:gd name="connsiteY42" fmla="*/ 142875 h 292608"/>
                <a:gd name="connsiteX43" fmla="*/ 289179 w 289179"/>
                <a:gd name="connsiteY43" fmla="*/ 142875 h 292608"/>
                <a:gd name="connsiteX44" fmla="*/ 289179 w 289179"/>
                <a:gd name="connsiteY44" fmla="*/ 149733 h 292608"/>
                <a:gd name="connsiteX45" fmla="*/ 289179 w 289179"/>
                <a:gd name="connsiteY45" fmla="*/ 121158 h 292608"/>
                <a:gd name="connsiteX46" fmla="*/ 117729 w 289179"/>
                <a:gd name="connsiteY46" fmla="*/ 121158 h 292608"/>
                <a:gd name="connsiteX47" fmla="*/ 117729 w 289179"/>
                <a:gd name="connsiteY47" fmla="*/ 114300 h 292608"/>
                <a:gd name="connsiteX48" fmla="*/ 289179 w 289179"/>
                <a:gd name="connsiteY48" fmla="*/ 114300 h 292608"/>
                <a:gd name="connsiteX49" fmla="*/ 289179 w 289179"/>
                <a:gd name="connsiteY49" fmla="*/ 121158 h 292608"/>
                <a:gd name="connsiteX50" fmla="*/ 289179 w 289179"/>
                <a:gd name="connsiteY50" fmla="*/ 64008 h 292608"/>
                <a:gd name="connsiteX51" fmla="*/ 117729 w 289179"/>
                <a:gd name="connsiteY51" fmla="*/ 64008 h 292608"/>
                <a:gd name="connsiteX52" fmla="*/ 117729 w 289179"/>
                <a:gd name="connsiteY52" fmla="*/ 57150 h 292608"/>
                <a:gd name="connsiteX53" fmla="*/ 289179 w 289179"/>
                <a:gd name="connsiteY53" fmla="*/ 57150 h 292608"/>
                <a:gd name="connsiteX54" fmla="*/ 289179 w 289179"/>
                <a:gd name="connsiteY54" fmla="*/ 64008 h 292608"/>
                <a:gd name="connsiteX55" fmla="*/ 289179 w 289179"/>
                <a:gd name="connsiteY55" fmla="*/ 35433 h 292608"/>
                <a:gd name="connsiteX56" fmla="*/ 117729 w 289179"/>
                <a:gd name="connsiteY56" fmla="*/ 35433 h 292608"/>
                <a:gd name="connsiteX57" fmla="*/ 117729 w 289179"/>
                <a:gd name="connsiteY57" fmla="*/ 28575 h 292608"/>
                <a:gd name="connsiteX58" fmla="*/ 289179 w 289179"/>
                <a:gd name="connsiteY58" fmla="*/ 28575 h 292608"/>
                <a:gd name="connsiteX59" fmla="*/ 289179 w 289179"/>
                <a:gd name="connsiteY59" fmla="*/ 35433 h 292608"/>
                <a:gd name="connsiteX60" fmla="*/ 289179 w 289179"/>
                <a:gd name="connsiteY60" fmla="*/ 6858 h 292608"/>
                <a:gd name="connsiteX61" fmla="*/ 117729 w 289179"/>
                <a:gd name="connsiteY61" fmla="*/ 6858 h 292608"/>
                <a:gd name="connsiteX62" fmla="*/ 117729 w 289179"/>
                <a:gd name="connsiteY62" fmla="*/ 0 h 292608"/>
                <a:gd name="connsiteX63" fmla="*/ 289179 w 289179"/>
                <a:gd name="connsiteY63" fmla="*/ 0 h 292608"/>
                <a:gd name="connsiteX64" fmla="*/ 289179 w 289179"/>
                <a:gd name="connsiteY64"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385 w 289179"/>
                <a:gd name="connsiteY16" fmla="*/ 128302 h 292608"/>
                <a:gd name="connsiteX17" fmla="*/ 32004 w 289179"/>
                <a:gd name="connsiteY17" fmla="*/ 164306 h 292608"/>
                <a:gd name="connsiteX18" fmla="*/ 32385 w 289179"/>
                <a:gd name="connsiteY18" fmla="*/ 128302 h 292608"/>
                <a:gd name="connsiteX19" fmla="*/ 32004 w 289179"/>
                <a:gd name="connsiteY19" fmla="*/ 6858 h 292608"/>
                <a:gd name="connsiteX20" fmla="*/ 6858 w 289179"/>
                <a:gd name="connsiteY20" fmla="*/ 32004 h 292608"/>
                <a:gd name="connsiteX21" fmla="*/ 32004 w 289179"/>
                <a:gd name="connsiteY21" fmla="*/ 57150 h 292608"/>
                <a:gd name="connsiteX22" fmla="*/ 57150 w 289179"/>
                <a:gd name="connsiteY22" fmla="*/ 32004 h 292608"/>
                <a:gd name="connsiteX23" fmla="*/ 32004 w 289179"/>
                <a:gd name="connsiteY23" fmla="*/ 6858 h 292608"/>
                <a:gd name="connsiteX24" fmla="*/ 289179 w 289179"/>
                <a:gd name="connsiteY24" fmla="*/ 264033 h 292608"/>
                <a:gd name="connsiteX25" fmla="*/ 117729 w 289179"/>
                <a:gd name="connsiteY25" fmla="*/ 264033 h 292608"/>
                <a:gd name="connsiteX26" fmla="*/ 117729 w 289179"/>
                <a:gd name="connsiteY26" fmla="*/ 257175 h 292608"/>
                <a:gd name="connsiteX27" fmla="*/ 289179 w 289179"/>
                <a:gd name="connsiteY27" fmla="*/ 257175 h 292608"/>
                <a:gd name="connsiteX28" fmla="*/ 289179 w 289179"/>
                <a:gd name="connsiteY28" fmla="*/ 264033 h 292608"/>
                <a:gd name="connsiteX29" fmla="*/ 289179 w 289179"/>
                <a:gd name="connsiteY29" fmla="*/ 235458 h 292608"/>
                <a:gd name="connsiteX30" fmla="*/ 117729 w 289179"/>
                <a:gd name="connsiteY30" fmla="*/ 235458 h 292608"/>
                <a:gd name="connsiteX31" fmla="*/ 117729 w 289179"/>
                <a:gd name="connsiteY31" fmla="*/ 228600 h 292608"/>
                <a:gd name="connsiteX32" fmla="*/ 289179 w 289179"/>
                <a:gd name="connsiteY32" fmla="*/ 228600 h 292608"/>
                <a:gd name="connsiteX33" fmla="*/ 289179 w 289179"/>
                <a:gd name="connsiteY33" fmla="*/ 235458 h 292608"/>
                <a:gd name="connsiteX34" fmla="*/ 289179 w 289179"/>
                <a:gd name="connsiteY34" fmla="*/ 178308 h 292608"/>
                <a:gd name="connsiteX35" fmla="*/ 117729 w 289179"/>
                <a:gd name="connsiteY35" fmla="*/ 178308 h 292608"/>
                <a:gd name="connsiteX36" fmla="*/ 117729 w 289179"/>
                <a:gd name="connsiteY36" fmla="*/ 171450 h 292608"/>
                <a:gd name="connsiteX37" fmla="*/ 289179 w 289179"/>
                <a:gd name="connsiteY37" fmla="*/ 171450 h 292608"/>
                <a:gd name="connsiteX38" fmla="*/ 289179 w 289179"/>
                <a:gd name="connsiteY38" fmla="*/ 178308 h 292608"/>
                <a:gd name="connsiteX39" fmla="*/ 289179 w 289179"/>
                <a:gd name="connsiteY39" fmla="*/ 149733 h 292608"/>
                <a:gd name="connsiteX40" fmla="*/ 117729 w 289179"/>
                <a:gd name="connsiteY40" fmla="*/ 149733 h 292608"/>
                <a:gd name="connsiteX41" fmla="*/ 117729 w 289179"/>
                <a:gd name="connsiteY41" fmla="*/ 142875 h 292608"/>
                <a:gd name="connsiteX42" fmla="*/ 289179 w 289179"/>
                <a:gd name="connsiteY42" fmla="*/ 142875 h 292608"/>
                <a:gd name="connsiteX43" fmla="*/ 289179 w 289179"/>
                <a:gd name="connsiteY43" fmla="*/ 149733 h 292608"/>
                <a:gd name="connsiteX44" fmla="*/ 289179 w 289179"/>
                <a:gd name="connsiteY44" fmla="*/ 121158 h 292608"/>
                <a:gd name="connsiteX45" fmla="*/ 117729 w 289179"/>
                <a:gd name="connsiteY45" fmla="*/ 121158 h 292608"/>
                <a:gd name="connsiteX46" fmla="*/ 117729 w 289179"/>
                <a:gd name="connsiteY46" fmla="*/ 114300 h 292608"/>
                <a:gd name="connsiteX47" fmla="*/ 289179 w 289179"/>
                <a:gd name="connsiteY47" fmla="*/ 114300 h 292608"/>
                <a:gd name="connsiteX48" fmla="*/ 289179 w 289179"/>
                <a:gd name="connsiteY48" fmla="*/ 121158 h 292608"/>
                <a:gd name="connsiteX49" fmla="*/ 289179 w 289179"/>
                <a:gd name="connsiteY49" fmla="*/ 64008 h 292608"/>
                <a:gd name="connsiteX50" fmla="*/ 117729 w 289179"/>
                <a:gd name="connsiteY50" fmla="*/ 64008 h 292608"/>
                <a:gd name="connsiteX51" fmla="*/ 117729 w 289179"/>
                <a:gd name="connsiteY51" fmla="*/ 57150 h 292608"/>
                <a:gd name="connsiteX52" fmla="*/ 289179 w 289179"/>
                <a:gd name="connsiteY52" fmla="*/ 57150 h 292608"/>
                <a:gd name="connsiteX53" fmla="*/ 289179 w 289179"/>
                <a:gd name="connsiteY53" fmla="*/ 64008 h 292608"/>
                <a:gd name="connsiteX54" fmla="*/ 289179 w 289179"/>
                <a:gd name="connsiteY54" fmla="*/ 35433 h 292608"/>
                <a:gd name="connsiteX55" fmla="*/ 117729 w 289179"/>
                <a:gd name="connsiteY55" fmla="*/ 35433 h 292608"/>
                <a:gd name="connsiteX56" fmla="*/ 117729 w 289179"/>
                <a:gd name="connsiteY56" fmla="*/ 28575 h 292608"/>
                <a:gd name="connsiteX57" fmla="*/ 289179 w 289179"/>
                <a:gd name="connsiteY57" fmla="*/ 28575 h 292608"/>
                <a:gd name="connsiteX58" fmla="*/ 289179 w 289179"/>
                <a:gd name="connsiteY58" fmla="*/ 35433 h 292608"/>
                <a:gd name="connsiteX59" fmla="*/ 289179 w 289179"/>
                <a:gd name="connsiteY59" fmla="*/ 6858 h 292608"/>
                <a:gd name="connsiteX60" fmla="*/ 117729 w 289179"/>
                <a:gd name="connsiteY60" fmla="*/ 6858 h 292608"/>
                <a:gd name="connsiteX61" fmla="*/ 117729 w 289179"/>
                <a:gd name="connsiteY61" fmla="*/ 0 h 292608"/>
                <a:gd name="connsiteX62" fmla="*/ 289179 w 289179"/>
                <a:gd name="connsiteY62" fmla="*/ 0 h 292608"/>
                <a:gd name="connsiteX63" fmla="*/ 289179 w 289179"/>
                <a:gd name="connsiteY63"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004 w 289179"/>
                <a:gd name="connsiteY16" fmla="*/ 6858 h 292608"/>
                <a:gd name="connsiteX17" fmla="*/ 6858 w 289179"/>
                <a:gd name="connsiteY17" fmla="*/ 32004 h 292608"/>
                <a:gd name="connsiteX18" fmla="*/ 32004 w 289179"/>
                <a:gd name="connsiteY18" fmla="*/ 57150 h 292608"/>
                <a:gd name="connsiteX19" fmla="*/ 57150 w 289179"/>
                <a:gd name="connsiteY19" fmla="*/ 32004 h 292608"/>
                <a:gd name="connsiteX20" fmla="*/ 32004 w 289179"/>
                <a:gd name="connsiteY20" fmla="*/ 6858 h 292608"/>
                <a:gd name="connsiteX21" fmla="*/ 289179 w 289179"/>
                <a:gd name="connsiteY21" fmla="*/ 264033 h 292608"/>
                <a:gd name="connsiteX22" fmla="*/ 117729 w 289179"/>
                <a:gd name="connsiteY22" fmla="*/ 264033 h 292608"/>
                <a:gd name="connsiteX23" fmla="*/ 117729 w 289179"/>
                <a:gd name="connsiteY23" fmla="*/ 257175 h 292608"/>
                <a:gd name="connsiteX24" fmla="*/ 289179 w 289179"/>
                <a:gd name="connsiteY24" fmla="*/ 257175 h 292608"/>
                <a:gd name="connsiteX25" fmla="*/ 289179 w 289179"/>
                <a:gd name="connsiteY25" fmla="*/ 264033 h 292608"/>
                <a:gd name="connsiteX26" fmla="*/ 289179 w 289179"/>
                <a:gd name="connsiteY26" fmla="*/ 235458 h 292608"/>
                <a:gd name="connsiteX27" fmla="*/ 117729 w 289179"/>
                <a:gd name="connsiteY27" fmla="*/ 235458 h 292608"/>
                <a:gd name="connsiteX28" fmla="*/ 117729 w 289179"/>
                <a:gd name="connsiteY28" fmla="*/ 228600 h 292608"/>
                <a:gd name="connsiteX29" fmla="*/ 289179 w 289179"/>
                <a:gd name="connsiteY29" fmla="*/ 228600 h 292608"/>
                <a:gd name="connsiteX30" fmla="*/ 289179 w 289179"/>
                <a:gd name="connsiteY30" fmla="*/ 235458 h 292608"/>
                <a:gd name="connsiteX31" fmla="*/ 289179 w 289179"/>
                <a:gd name="connsiteY31" fmla="*/ 178308 h 292608"/>
                <a:gd name="connsiteX32" fmla="*/ 117729 w 289179"/>
                <a:gd name="connsiteY32" fmla="*/ 178308 h 292608"/>
                <a:gd name="connsiteX33" fmla="*/ 117729 w 289179"/>
                <a:gd name="connsiteY33" fmla="*/ 171450 h 292608"/>
                <a:gd name="connsiteX34" fmla="*/ 289179 w 289179"/>
                <a:gd name="connsiteY34" fmla="*/ 171450 h 292608"/>
                <a:gd name="connsiteX35" fmla="*/ 289179 w 289179"/>
                <a:gd name="connsiteY35" fmla="*/ 178308 h 292608"/>
                <a:gd name="connsiteX36" fmla="*/ 289179 w 289179"/>
                <a:gd name="connsiteY36" fmla="*/ 149733 h 292608"/>
                <a:gd name="connsiteX37" fmla="*/ 117729 w 289179"/>
                <a:gd name="connsiteY37" fmla="*/ 149733 h 292608"/>
                <a:gd name="connsiteX38" fmla="*/ 117729 w 289179"/>
                <a:gd name="connsiteY38" fmla="*/ 142875 h 292608"/>
                <a:gd name="connsiteX39" fmla="*/ 289179 w 289179"/>
                <a:gd name="connsiteY39" fmla="*/ 142875 h 292608"/>
                <a:gd name="connsiteX40" fmla="*/ 289179 w 289179"/>
                <a:gd name="connsiteY40" fmla="*/ 149733 h 292608"/>
                <a:gd name="connsiteX41" fmla="*/ 289179 w 289179"/>
                <a:gd name="connsiteY41" fmla="*/ 121158 h 292608"/>
                <a:gd name="connsiteX42" fmla="*/ 117729 w 289179"/>
                <a:gd name="connsiteY42" fmla="*/ 121158 h 292608"/>
                <a:gd name="connsiteX43" fmla="*/ 117729 w 289179"/>
                <a:gd name="connsiteY43" fmla="*/ 114300 h 292608"/>
                <a:gd name="connsiteX44" fmla="*/ 289179 w 289179"/>
                <a:gd name="connsiteY44" fmla="*/ 114300 h 292608"/>
                <a:gd name="connsiteX45" fmla="*/ 289179 w 289179"/>
                <a:gd name="connsiteY45" fmla="*/ 121158 h 292608"/>
                <a:gd name="connsiteX46" fmla="*/ 289179 w 289179"/>
                <a:gd name="connsiteY46" fmla="*/ 64008 h 292608"/>
                <a:gd name="connsiteX47" fmla="*/ 117729 w 289179"/>
                <a:gd name="connsiteY47" fmla="*/ 64008 h 292608"/>
                <a:gd name="connsiteX48" fmla="*/ 117729 w 289179"/>
                <a:gd name="connsiteY48" fmla="*/ 57150 h 292608"/>
                <a:gd name="connsiteX49" fmla="*/ 289179 w 289179"/>
                <a:gd name="connsiteY49" fmla="*/ 57150 h 292608"/>
                <a:gd name="connsiteX50" fmla="*/ 289179 w 289179"/>
                <a:gd name="connsiteY50" fmla="*/ 64008 h 292608"/>
                <a:gd name="connsiteX51" fmla="*/ 289179 w 289179"/>
                <a:gd name="connsiteY51" fmla="*/ 35433 h 292608"/>
                <a:gd name="connsiteX52" fmla="*/ 117729 w 289179"/>
                <a:gd name="connsiteY52" fmla="*/ 35433 h 292608"/>
                <a:gd name="connsiteX53" fmla="*/ 117729 w 289179"/>
                <a:gd name="connsiteY53" fmla="*/ 28575 h 292608"/>
                <a:gd name="connsiteX54" fmla="*/ 289179 w 289179"/>
                <a:gd name="connsiteY54" fmla="*/ 28575 h 292608"/>
                <a:gd name="connsiteX55" fmla="*/ 289179 w 289179"/>
                <a:gd name="connsiteY55" fmla="*/ 35433 h 292608"/>
                <a:gd name="connsiteX56" fmla="*/ 289179 w 289179"/>
                <a:gd name="connsiteY56" fmla="*/ 6858 h 292608"/>
                <a:gd name="connsiteX57" fmla="*/ 117729 w 289179"/>
                <a:gd name="connsiteY57" fmla="*/ 6858 h 292608"/>
                <a:gd name="connsiteX58" fmla="*/ 117729 w 289179"/>
                <a:gd name="connsiteY58" fmla="*/ 0 h 292608"/>
                <a:gd name="connsiteX59" fmla="*/ 289179 w 289179"/>
                <a:gd name="connsiteY59" fmla="*/ 0 h 292608"/>
                <a:gd name="connsiteX60" fmla="*/ 289179 w 289179"/>
                <a:gd name="connsiteY60"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63827 h 292608"/>
                <a:gd name="connsiteX9" fmla="*/ 0 w 289179"/>
                <a:gd name="connsiteY9" fmla="*/ 32004 h 292608"/>
                <a:gd name="connsiteX10" fmla="*/ 32004 w 289179"/>
                <a:gd name="connsiteY10" fmla="*/ 0 h 292608"/>
                <a:gd name="connsiteX11" fmla="*/ 64008 w 289179"/>
                <a:gd name="connsiteY11" fmla="*/ 32004 h 292608"/>
                <a:gd name="connsiteX12" fmla="*/ 35433 w 289179"/>
                <a:gd name="connsiteY12" fmla="*/ 63827 h 292608"/>
                <a:gd name="connsiteX13" fmla="*/ 35433 w 289179"/>
                <a:gd name="connsiteY13" fmla="*/ 121682 h 292608"/>
                <a:gd name="connsiteX14" fmla="*/ 35433 w 289179"/>
                <a:gd name="connsiteY14" fmla="*/ 170926 h 292608"/>
                <a:gd name="connsiteX15" fmla="*/ 32004 w 289179"/>
                <a:gd name="connsiteY15" fmla="*/ 6858 h 292608"/>
                <a:gd name="connsiteX16" fmla="*/ 6858 w 289179"/>
                <a:gd name="connsiteY16" fmla="*/ 32004 h 292608"/>
                <a:gd name="connsiteX17" fmla="*/ 32004 w 289179"/>
                <a:gd name="connsiteY17" fmla="*/ 57150 h 292608"/>
                <a:gd name="connsiteX18" fmla="*/ 57150 w 289179"/>
                <a:gd name="connsiteY18" fmla="*/ 32004 h 292608"/>
                <a:gd name="connsiteX19" fmla="*/ 32004 w 289179"/>
                <a:gd name="connsiteY19" fmla="*/ 6858 h 292608"/>
                <a:gd name="connsiteX20" fmla="*/ 289179 w 289179"/>
                <a:gd name="connsiteY20" fmla="*/ 264033 h 292608"/>
                <a:gd name="connsiteX21" fmla="*/ 117729 w 289179"/>
                <a:gd name="connsiteY21" fmla="*/ 264033 h 292608"/>
                <a:gd name="connsiteX22" fmla="*/ 117729 w 289179"/>
                <a:gd name="connsiteY22" fmla="*/ 257175 h 292608"/>
                <a:gd name="connsiteX23" fmla="*/ 289179 w 289179"/>
                <a:gd name="connsiteY23" fmla="*/ 257175 h 292608"/>
                <a:gd name="connsiteX24" fmla="*/ 289179 w 289179"/>
                <a:gd name="connsiteY24" fmla="*/ 264033 h 292608"/>
                <a:gd name="connsiteX25" fmla="*/ 289179 w 289179"/>
                <a:gd name="connsiteY25" fmla="*/ 235458 h 292608"/>
                <a:gd name="connsiteX26" fmla="*/ 117729 w 289179"/>
                <a:gd name="connsiteY26" fmla="*/ 235458 h 292608"/>
                <a:gd name="connsiteX27" fmla="*/ 117729 w 289179"/>
                <a:gd name="connsiteY27" fmla="*/ 228600 h 292608"/>
                <a:gd name="connsiteX28" fmla="*/ 289179 w 289179"/>
                <a:gd name="connsiteY28" fmla="*/ 228600 h 292608"/>
                <a:gd name="connsiteX29" fmla="*/ 289179 w 289179"/>
                <a:gd name="connsiteY29" fmla="*/ 235458 h 292608"/>
                <a:gd name="connsiteX30" fmla="*/ 289179 w 289179"/>
                <a:gd name="connsiteY30" fmla="*/ 178308 h 292608"/>
                <a:gd name="connsiteX31" fmla="*/ 117729 w 289179"/>
                <a:gd name="connsiteY31" fmla="*/ 178308 h 292608"/>
                <a:gd name="connsiteX32" fmla="*/ 117729 w 289179"/>
                <a:gd name="connsiteY32" fmla="*/ 171450 h 292608"/>
                <a:gd name="connsiteX33" fmla="*/ 289179 w 289179"/>
                <a:gd name="connsiteY33" fmla="*/ 171450 h 292608"/>
                <a:gd name="connsiteX34" fmla="*/ 289179 w 289179"/>
                <a:gd name="connsiteY34" fmla="*/ 178308 h 292608"/>
                <a:gd name="connsiteX35" fmla="*/ 289179 w 289179"/>
                <a:gd name="connsiteY35" fmla="*/ 149733 h 292608"/>
                <a:gd name="connsiteX36" fmla="*/ 117729 w 289179"/>
                <a:gd name="connsiteY36" fmla="*/ 149733 h 292608"/>
                <a:gd name="connsiteX37" fmla="*/ 117729 w 289179"/>
                <a:gd name="connsiteY37" fmla="*/ 142875 h 292608"/>
                <a:gd name="connsiteX38" fmla="*/ 289179 w 289179"/>
                <a:gd name="connsiteY38" fmla="*/ 142875 h 292608"/>
                <a:gd name="connsiteX39" fmla="*/ 289179 w 289179"/>
                <a:gd name="connsiteY39" fmla="*/ 149733 h 292608"/>
                <a:gd name="connsiteX40" fmla="*/ 289179 w 289179"/>
                <a:gd name="connsiteY40" fmla="*/ 121158 h 292608"/>
                <a:gd name="connsiteX41" fmla="*/ 117729 w 289179"/>
                <a:gd name="connsiteY41" fmla="*/ 121158 h 292608"/>
                <a:gd name="connsiteX42" fmla="*/ 117729 w 289179"/>
                <a:gd name="connsiteY42" fmla="*/ 114300 h 292608"/>
                <a:gd name="connsiteX43" fmla="*/ 289179 w 289179"/>
                <a:gd name="connsiteY43" fmla="*/ 114300 h 292608"/>
                <a:gd name="connsiteX44" fmla="*/ 289179 w 289179"/>
                <a:gd name="connsiteY44" fmla="*/ 121158 h 292608"/>
                <a:gd name="connsiteX45" fmla="*/ 289179 w 289179"/>
                <a:gd name="connsiteY45" fmla="*/ 64008 h 292608"/>
                <a:gd name="connsiteX46" fmla="*/ 117729 w 289179"/>
                <a:gd name="connsiteY46" fmla="*/ 64008 h 292608"/>
                <a:gd name="connsiteX47" fmla="*/ 117729 w 289179"/>
                <a:gd name="connsiteY47" fmla="*/ 57150 h 292608"/>
                <a:gd name="connsiteX48" fmla="*/ 289179 w 289179"/>
                <a:gd name="connsiteY48" fmla="*/ 57150 h 292608"/>
                <a:gd name="connsiteX49" fmla="*/ 289179 w 289179"/>
                <a:gd name="connsiteY49" fmla="*/ 64008 h 292608"/>
                <a:gd name="connsiteX50" fmla="*/ 289179 w 289179"/>
                <a:gd name="connsiteY50" fmla="*/ 35433 h 292608"/>
                <a:gd name="connsiteX51" fmla="*/ 117729 w 289179"/>
                <a:gd name="connsiteY51" fmla="*/ 35433 h 292608"/>
                <a:gd name="connsiteX52" fmla="*/ 117729 w 289179"/>
                <a:gd name="connsiteY52" fmla="*/ 28575 h 292608"/>
                <a:gd name="connsiteX53" fmla="*/ 289179 w 289179"/>
                <a:gd name="connsiteY53" fmla="*/ 28575 h 292608"/>
                <a:gd name="connsiteX54" fmla="*/ 289179 w 289179"/>
                <a:gd name="connsiteY54" fmla="*/ 35433 h 292608"/>
                <a:gd name="connsiteX55" fmla="*/ 289179 w 289179"/>
                <a:gd name="connsiteY55" fmla="*/ 6858 h 292608"/>
                <a:gd name="connsiteX56" fmla="*/ 117729 w 289179"/>
                <a:gd name="connsiteY56" fmla="*/ 6858 h 292608"/>
                <a:gd name="connsiteX57" fmla="*/ 117729 w 289179"/>
                <a:gd name="connsiteY57" fmla="*/ 0 h 292608"/>
                <a:gd name="connsiteX58" fmla="*/ 289179 w 289179"/>
                <a:gd name="connsiteY58" fmla="*/ 0 h 292608"/>
                <a:gd name="connsiteX59" fmla="*/ 289179 w 289179"/>
                <a:gd name="connsiteY59" fmla="*/ 6858 h 292608"/>
                <a:gd name="connsiteX0" fmla="*/ 290262 w 290262"/>
                <a:gd name="connsiteY0" fmla="*/ 292608 h 292608"/>
                <a:gd name="connsiteX1" fmla="*/ 118812 w 290262"/>
                <a:gd name="connsiteY1" fmla="*/ 292608 h 292608"/>
                <a:gd name="connsiteX2" fmla="*/ 118812 w 290262"/>
                <a:gd name="connsiteY2" fmla="*/ 285750 h 292608"/>
                <a:gd name="connsiteX3" fmla="*/ 290262 w 290262"/>
                <a:gd name="connsiteY3" fmla="*/ 285750 h 292608"/>
                <a:gd name="connsiteX4" fmla="*/ 290262 w 290262"/>
                <a:gd name="connsiteY4" fmla="*/ 292608 h 292608"/>
                <a:gd name="connsiteX5" fmla="*/ 36516 w 290262"/>
                <a:gd name="connsiteY5" fmla="*/ 170926 h 292608"/>
                <a:gd name="connsiteX6" fmla="*/ 15371 w 290262"/>
                <a:gd name="connsiteY6" fmla="*/ 260604 h 292608"/>
                <a:gd name="connsiteX7" fmla="*/ 8227 w 290262"/>
                <a:gd name="connsiteY7" fmla="*/ 146304 h 292608"/>
                <a:gd name="connsiteX8" fmla="*/ 1083 w 290262"/>
                <a:gd name="connsiteY8" fmla="*/ 32004 h 292608"/>
                <a:gd name="connsiteX9" fmla="*/ 33087 w 290262"/>
                <a:gd name="connsiteY9" fmla="*/ 0 h 292608"/>
                <a:gd name="connsiteX10" fmla="*/ 65091 w 290262"/>
                <a:gd name="connsiteY10" fmla="*/ 32004 h 292608"/>
                <a:gd name="connsiteX11" fmla="*/ 36516 w 290262"/>
                <a:gd name="connsiteY11" fmla="*/ 63827 h 292608"/>
                <a:gd name="connsiteX12" fmla="*/ 36516 w 290262"/>
                <a:gd name="connsiteY12" fmla="*/ 121682 h 292608"/>
                <a:gd name="connsiteX13" fmla="*/ 36516 w 290262"/>
                <a:gd name="connsiteY13" fmla="*/ 170926 h 292608"/>
                <a:gd name="connsiteX14" fmla="*/ 33087 w 290262"/>
                <a:gd name="connsiteY14" fmla="*/ 6858 h 292608"/>
                <a:gd name="connsiteX15" fmla="*/ 7941 w 290262"/>
                <a:gd name="connsiteY15" fmla="*/ 32004 h 292608"/>
                <a:gd name="connsiteX16" fmla="*/ 33087 w 290262"/>
                <a:gd name="connsiteY16" fmla="*/ 57150 h 292608"/>
                <a:gd name="connsiteX17" fmla="*/ 58233 w 290262"/>
                <a:gd name="connsiteY17" fmla="*/ 32004 h 292608"/>
                <a:gd name="connsiteX18" fmla="*/ 33087 w 290262"/>
                <a:gd name="connsiteY18" fmla="*/ 6858 h 292608"/>
                <a:gd name="connsiteX19" fmla="*/ 290262 w 290262"/>
                <a:gd name="connsiteY19" fmla="*/ 264033 h 292608"/>
                <a:gd name="connsiteX20" fmla="*/ 118812 w 290262"/>
                <a:gd name="connsiteY20" fmla="*/ 264033 h 292608"/>
                <a:gd name="connsiteX21" fmla="*/ 118812 w 290262"/>
                <a:gd name="connsiteY21" fmla="*/ 257175 h 292608"/>
                <a:gd name="connsiteX22" fmla="*/ 290262 w 290262"/>
                <a:gd name="connsiteY22" fmla="*/ 257175 h 292608"/>
                <a:gd name="connsiteX23" fmla="*/ 290262 w 290262"/>
                <a:gd name="connsiteY23" fmla="*/ 264033 h 292608"/>
                <a:gd name="connsiteX24" fmla="*/ 290262 w 290262"/>
                <a:gd name="connsiteY24" fmla="*/ 235458 h 292608"/>
                <a:gd name="connsiteX25" fmla="*/ 118812 w 290262"/>
                <a:gd name="connsiteY25" fmla="*/ 235458 h 292608"/>
                <a:gd name="connsiteX26" fmla="*/ 118812 w 290262"/>
                <a:gd name="connsiteY26" fmla="*/ 228600 h 292608"/>
                <a:gd name="connsiteX27" fmla="*/ 290262 w 290262"/>
                <a:gd name="connsiteY27" fmla="*/ 228600 h 292608"/>
                <a:gd name="connsiteX28" fmla="*/ 290262 w 290262"/>
                <a:gd name="connsiteY28" fmla="*/ 235458 h 292608"/>
                <a:gd name="connsiteX29" fmla="*/ 290262 w 290262"/>
                <a:gd name="connsiteY29" fmla="*/ 178308 h 292608"/>
                <a:gd name="connsiteX30" fmla="*/ 118812 w 290262"/>
                <a:gd name="connsiteY30" fmla="*/ 178308 h 292608"/>
                <a:gd name="connsiteX31" fmla="*/ 118812 w 290262"/>
                <a:gd name="connsiteY31" fmla="*/ 171450 h 292608"/>
                <a:gd name="connsiteX32" fmla="*/ 290262 w 290262"/>
                <a:gd name="connsiteY32" fmla="*/ 171450 h 292608"/>
                <a:gd name="connsiteX33" fmla="*/ 290262 w 290262"/>
                <a:gd name="connsiteY33" fmla="*/ 178308 h 292608"/>
                <a:gd name="connsiteX34" fmla="*/ 290262 w 290262"/>
                <a:gd name="connsiteY34" fmla="*/ 149733 h 292608"/>
                <a:gd name="connsiteX35" fmla="*/ 118812 w 290262"/>
                <a:gd name="connsiteY35" fmla="*/ 149733 h 292608"/>
                <a:gd name="connsiteX36" fmla="*/ 118812 w 290262"/>
                <a:gd name="connsiteY36" fmla="*/ 142875 h 292608"/>
                <a:gd name="connsiteX37" fmla="*/ 290262 w 290262"/>
                <a:gd name="connsiteY37" fmla="*/ 142875 h 292608"/>
                <a:gd name="connsiteX38" fmla="*/ 290262 w 290262"/>
                <a:gd name="connsiteY38" fmla="*/ 149733 h 292608"/>
                <a:gd name="connsiteX39" fmla="*/ 290262 w 290262"/>
                <a:gd name="connsiteY39" fmla="*/ 121158 h 292608"/>
                <a:gd name="connsiteX40" fmla="*/ 118812 w 290262"/>
                <a:gd name="connsiteY40" fmla="*/ 121158 h 292608"/>
                <a:gd name="connsiteX41" fmla="*/ 118812 w 290262"/>
                <a:gd name="connsiteY41" fmla="*/ 114300 h 292608"/>
                <a:gd name="connsiteX42" fmla="*/ 290262 w 290262"/>
                <a:gd name="connsiteY42" fmla="*/ 114300 h 292608"/>
                <a:gd name="connsiteX43" fmla="*/ 290262 w 290262"/>
                <a:gd name="connsiteY43" fmla="*/ 121158 h 292608"/>
                <a:gd name="connsiteX44" fmla="*/ 290262 w 290262"/>
                <a:gd name="connsiteY44" fmla="*/ 64008 h 292608"/>
                <a:gd name="connsiteX45" fmla="*/ 118812 w 290262"/>
                <a:gd name="connsiteY45" fmla="*/ 64008 h 292608"/>
                <a:gd name="connsiteX46" fmla="*/ 118812 w 290262"/>
                <a:gd name="connsiteY46" fmla="*/ 57150 h 292608"/>
                <a:gd name="connsiteX47" fmla="*/ 290262 w 290262"/>
                <a:gd name="connsiteY47" fmla="*/ 57150 h 292608"/>
                <a:gd name="connsiteX48" fmla="*/ 290262 w 290262"/>
                <a:gd name="connsiteY48" fmla="*/ 64008 h 292608"/>
                <a:gd name="connsiteX49" fmla="*/ 290262 w 290262"/>
                <a:gd name="connsiteY49" fmla="*/ 35433 h 292608"/>
                <a:gd name="connsiteX50" fmla="*/ 118812 w 290262"/>
                <a:gd name="connsiteY50" fmla="*/ 35433 h 292608"/>
                <a:gd name="connsiteX51" fmla="*/ 118812 w 290262"/>
                <a:gd name="connsiteY51" fmla="*/ 28575 h 292608"/>
                <a:gd name="connsiteX52" fmla="*/ 290262 w 290262"/>
                <a:gd name="connsiteY52" fmla="*/ 28575 h 292608"/>
                <a:gd name="connsiteX53" fmla="*/ 290262 w 290262"/>
                <a:gd name="connsiteY53" fmla="*/ 35433 h 292608"/>
                <a:gd name="connsiteX54" fmla="*/ 290262 w 290262"/>
                <a:gd name="connsiteY54" fmla="*/ 6858 h 292608"/>
                <a:gd name="connsiteX55" fmla="*/ 118812 w 290262"/>
                <a:gd name="connsiteY55" fmla="*/ 6858 h 292608"/>
                <a:gd name="connsiteX56" fmla="*/ 118812 w 290262"/>
                <a:gd name="connsiteY56" fmla="*/ 0 h 292608"/>
                <a:gd name="connsiteX57" fmla="*/ 290262 w 290262"/>
                <a:gd name="connsiteY57" fmla="*/ 0 h 292608"/>
                <a:gd name="connsiteX58" fmla="*/ 290262 w 290262"/>
                <a:gd name="connsiteY58" fmla="*/ 6858 h 292608"/>
                <a:gd name="connsiteX0" fmla="*/ 290262 w 290262"/>
                <a:gd name="connsiteY0" fmla="*/ 292608 h 292608"/>
                <a:gd name="connsiteX1" fmla="*/ 118812 w 290262"/>
                <a:gd name="connsiteY1" fmla="*/ 292608 h 292608"/>
                <a:gd name="connsiteX2" fmla="*/ 118812 w 290262"/>
                <a:gd name="connsiteY2" fmla="*/ 285750 h 292608"/>
                <a:gd name="connsiteX3" fmla="*/ 290262 w 290262"/>
                <a:gd name="connsiteY3" fmla="*/ 285750 h 292608"/>
                <a:gd name="connsiteX4" fmla="*/ 290262 w 290262"/>
                <a:gd name="connsiteY4" fmla="*/ 292608 h 292608"/>
                <a:gd name="connsiteX5" fmla="*/ 36516 w 290262"/>
                <a:gd name="connsiteY5" fmla="*/ 170926 h 292608"/>
                <a:gd name="connsiteX6" fmla="*/ 15371 w 290262"/>
                <a:gd name="connsiteY6" fmla="*/ 260604 h 292608"/>
                <a:gd name="connsiteX7" fmla="*/ 8227 w 290262"/>
                <a:gd name="connsiteY7" fmla="*/ 146304 h 292608"/>
                <a:gd name="connsiteX8" fmla="*/ 1083 w 290262"/>
                <a:gd name="connsiteY8" fmla="*/ 32004 h 292608"/>
                <a:gd name="connsiteX9" fmla="*/ 33087 w 290262"/>
                <a:gd name="connsiteY9" fmla="*/ 0 h 292608"/>
                <a:gd name="connsiteX10" fmla="*/ 65091 w 290262"/>
                <a:gd name="connsiteY10" fmla="*/ 32004 h 292608"/>
                <a:gd name="connsiteX11" fmla="*/ 36516 w 290262"/>
                <a:gd name="connsiteY11" fmla="*/ 121682 h 292608"/>
                <a:gd name="connsiteX12" fmla="*/ 36516 w 290262"/>
                <a:gd name="connsiteY12" fmla="*/ 170926 h 292608"/>
                <a:gd name="connsiteX13" fmla="*/ 33087 w 290262"/>
                <a:gd name="connsiteY13" fmla="*/ 6858 h 292608"/>
                <a:gd name="connsiteX14" fmla="*/ 7941 w 290262"/>
                <a:gd name="connsiteY14" fmla="*/ 32004 h 292608"/>
                <a:gd name="connsiteX15" fmla="*/ 33087 w 290262"/>
                <a:gd name="connsiteY15" fmla="*/ 57150 h 292608"/>
                <a:gd name="connsiteX16" fmla="*/ 58233 w 290262"/>
                <a:gd name="connsiteY16" fmla="*/ 32004 h 292608"/>
                <a:gd name="connsiteX17" fmla="*/ 33087 w 290262"/>
                <a:gd name="connsiteY17" fmla="*/ 6858 h 292608"/>
                <a:gd name="connsiteX18" fmla="*/ 290262 w 290262"/>
                <a:gd name="connsiteY18" fmla="*/ 264033 h 292608"/>
                <a:gd name="connsiteX19" fmla="*/ 118812 w 290262"/>
                <a:gd name="connsiteY19" fmla="*/ 264033 h 292608"/>
                <a:gd name="connsiteX20" fmla="*/ 118812 w 290262"/>
                <a:gd name="connsiteY20" fmla="*/ 257175 h 292608"/>
                <a:gd name="connsiteX21" fmla="*/ 290262 w 290262"/>
                <a:gd name="connsiteY21" fmla="*/ 257175 h 292608"/>
                <a:gd name="connsiteX22" fmla="*/ 290262 w 290262"/>
                <a:gd name="connsiteY22" fmla="*/ 264033 h 292608"/>
                <a:gd name="connsiteX23" fmla="*/ 290262 w 290262"/>
                <a:gd name="connsiteY23" fmla="*/ 235458 h 292608"/>
                <a:gd name="connsiteX24" fmla="*/ 118812 w 290262"/>
                <a:gd name="connsiteY24" fmla="*/ 235458 h 292608"/>
                <a:gd name="connsiteX25" fmla="*/ 118812 w 290262"/>
                <a:gd name="connsiteY25" fmla="*/ 228600 h 292608"/>
                <a:gd name="connsiteX26" fmla="*/ 290262 w 290262"/>
                <a:gd name="connsiteY26" fmla="*/ 228600 h 292608"/>
                <a:gd name="connsiteX27" fmla="*/ 290262 w 290262"/>
                <a:gd name="connsiteY27" fmla="*/ 235458 h 292608"/>
                <a:gd name="connsiteX28" fmla="*/ 290262 w 290262"/>
                <a:gd name="connsiteY28" fmla="*/ 178308 h 292608"/>
                <a:gd name="connsiteX29" fmla="*/ 118812 w 290262"/>
                <a:gd name="connsiteY29" fmla="*/ 178308 h 292608"/>
                <a:gd name="connsiteX30" fmla="*/ 118812 w 290262"/>
                <a:gd name="connsiteY30" fmla="*/ 171450 h 292608"/>
                <a:gd name="connsiteX31" fmla="*/ 290262 w 290262"/>
                <a:gd name="connsiteY31" fmla="*/ 171450 h 292608"/>
                <a:gd name="connsiteX32" fmla="*/ 290262 w 290262"/>
                <a:gd name="connsiteY32" fmla="*/ 178308 h 292608"/>
                <a:gd name="connsiteX33" fmla="*/ 290262 w 290262"/>
                <a:gd name="connsiteY33" fmla="*/ 149733 h 292608"/>
                <a:gd name="connsiteX34" fmla="*/ 118812 w 290262"/>
                <a:gd name="connsiteY34" fmla="*/ 149733 h 292608"/>
                <a:gd name="connsiteX35" fmla="*/ 118812 w 290262"/>
                <a:gd name="connsiteY35" fmla="*/ 142875 h 292608"/>
                <a:gd name="connsiteX36" fmla="*/ 290262 w 290262"/>
                <a:gd name="connsiteY36" fmla="*/ 142875 h 292608"/>
                <a:gd name="connsiteX37" fmla="*/ 290262 w 290262"/>
                <a:gd name="connsiteY37" fmla="*/ 149733 h 292608"/>
                <a:gd name="connsiteX38" fmla="*/ 290262 w 290262"/>
                <a:gd name="connsiteY38" fmla="*/ 121158 h 292608"/>
                <a:gd name="connsiteX39" fmla="*/ 118812 w 290262"/>
                <a:gd name="connsiteY39" fmla="*/ 121158 h 292608"/>
                <a:gd name="connsiteX40" fmla="*/ 118812 w 290262"/>
                <a:gd name="connsiteY40" fmla="*/ 114300 h 292608"/>
                <a:gd name="connsiteX41" fmla="*/ 290262 w 290262"/>
                <a:gd name="connsiteY41" fmla="*/ 114300 h 292608"/>
                <a:gd name="connsiteX42" fmla="*/ 290262 w 290262"/>
                <a:gd name="connsiteY42" fmla="*/ 121158 h 292608"/>
                <a:gd name="connsiteX43" fmla="*/ 290262 w 290262"/>
                <a:gd name="connsiteY43" fmla="*/ 64008 h 292608"/>
                <a:gd name="connsiteX44" fmla="*/ 118812 w 290262"/>
                <a:gd name="connsiteY44" fmla="*/ 64008 h 292608"/>
                <a:gd name="connsiteX45" fmla="*/ 118812 w 290262"/>
                <a:gd name="connsiteY45" fmla="*/ 57150 h 292608"/>
                <a:gd name="connsiteX46" fmla="*/ 290262 w 290262"/>
                <a:gd name="connsiteY46" fmla="*/ 57150 h 292608"/>
                <a:gd name="connsiteX47" fmla="*/ 290262 w 290262"/>
                <a:gd name="connsiteY47" fmla="*/ 64008 h 292608"/>
                <a:gd name="connsiteX48" fmla="*/ 290262 w 290262"/>
                <a:gd name="connsiteY48" fmla="*/ 35433 h 292608"/>
                <a:gd name="connsiteX49" fmla="*/ 118812 w 290262"/>
                <a:gd name="connsiteY49" fmla="*/ 35433 h 292608"/>
                <a:gd name="connsiteX50" fmla="*/ 118812 w 290262"/>
                <a:gd name="connsiteY50" fmla="*/ 28575 h 292608"/>
                <a:gd name="connsiteX51" fmla="*/ 290262 w 290262"/>
                <a:gd name="connsiteY51" fmla="*/ 28575 h 292608"/>
                <a:gd name="connsiteX52" fmla="*/ 290262 w 290262"/>
                <a:gd name="connsiteY52" fmla="*/ 35433 h 292608"/>
                <a:gd name="connsiteX53" fmla="*/ 290262 w 290262"/>
                <a:gd name="connsiteY53" fmla="*/ 6858 h 292608"/>
                <a:gd name="connsiteX54" fmla="*/ 118812 w 290262"/>
                <a:gd name="connsiteY54" fmla="*/ 6858 h 292608"/>
                <a:gd name="connsiteX55" fmla="*/ 118812 w 290262"/>
                <a:gd name="connsiteY55" fmla="*/ 0 h 292608"/>
                <a:gd name="connsiteX56" fmla="*/ 290262 w 290262"/>
                <a:gd name="connsiteY56" fmla="*/ 0 h 292608"/>
                <a:gd name="connsiteX57" fmla="*/ 290262 w 290262"/>
                <a:gd name="connsiteY57" fmla="*/ 6858 h 292608"/>
                <a:gd name="connsiteX0" fmla="*/ 290262 w 290262"/>
                <a:gd name="connsiteY0" fmla="*/ 292608 h 292608"/>
                <a:gd name="connsiteX1" fmla="*/ 118812 w 290262"/>
                <a:gd name="connsiteY1" fmla="*/ 292608 h 292608"/>
                <a:gd name="connsiteX2" fmla="*/ 118812 w 290262"/>
                <a:gd name="connsiteY2" fmla="*/ 285750 h 292608"/>
                <a:gd name="connsiteX3" fmla="*/ 290262 w 290262"/>
                <a:gd name="connsiteY3" fmla="*/ 285750 h 292608"/>
                <a:gd name="connsiteX4" fmla="*/ 290262 w 290262"/>
                <a:gd name="connsiteY4" fmla="*/ 292608 h 292608"/>
                <a:gd name="connsiteX5" fmla="*/ 36516 w 290262"/>
                <a:gd name="connsiteY5" fmla="*/ 170926 h 292608"/>
                <a:gd name="connsiteX6" fmla="*/ 15371 w 290262"/>
                <a:gd name="connsiteY6" fmla="*/ 260604 h 292608"/>
                <a:gd name="connsiteX7" fmla="*/ 8227 w 290262"/>
                <a:gd name="connsiteY7" fmla="*/ 146304 h 292608"/>
                <a:gd name="connsiteX8" fmla="*/ 1083 w 290262"/>
                <a:gd name="connsiteY8" fmla="*/ 32004 h 292608"/>
                <a:gd name="connsiteX9" fmla="*/ 33087 w 290262"/>
                <a:gd name="connsiteY9" fmla="*/ 0 h 292608"/>
                <a:gd name="connsiteX10" fmla="*/ 65091 w 290262"/>
                <a:gd name="connsiteY10" fmla="*/ 32004 h 292608"/>
                <a:gd name="connsiteX11" fmla="*/ 36516 w 290262"/>
                <a:gd name="connsiteY11" fmla="*/ 170926 h 292608"/>
                <a:gd name="connsiteX12" fmla="*/ 33087 w 290262"/>
                <a:gd name="connsiteY12" fmla="*/ 6858 h 292608"/>
                <a:gd name="connsiteX13" fmla="*/ 7941 w 290262"/>
                <a:gd name="connsiteY13" fmla="*/ 32004 h 292608"/>
                <a:gd name="connsiteX14" fmla="*/ 33087 w 290262"/>
                <a:gd name="connsiteY14" fmla="*/ 57150 h 292608"/>
                <a:gd name="connsiteX15" fmla="*/ 58233 w 290262"/>
                <a:gd name="connsiteY15" fmla="*/ 32004 h 292608"/>
                <a:gd name="connsiteX16" fmla="*/ 33087 w 290262"/>
                <a:gd name="connsiteY16" fmla="*/ 6858 h 292608"/>
                <a:gd name="connsiteX17" fmla="*/ 290262 w 290262"/>
                <a:gd name="connsiteY17" fmla="*/ 264033 h 292608"/>
                <a:gd name="connsiteX18" fmla="*/ 118812 w 290262"/>
                <a:gd name="connsiteY18" fmla="*/ 264033 h 292608"/>
                <a:gd name="connsiteX19" fmla="*/ 118812 w 290262"/>
                <a:gd name="connsiteY19" fmla="*/ 257175 h 292608"/>
                <a:gd name="connsiteX20" fmla="*/ 290262 w 290262"/>
                <a:gd name="connsiteY20" fmla="*/ 257175 h 292608"/>
                <a:gd name="connsiteX21" fmla="*/ 290262 w 290262"/>
                <a:gd name="connsiteY21" fmla="*/ 264033 h 292608"/>
                <a:gd name="connsiteX22" fmla="*/ 290262 w 290262"/>
                <a:gd name="connsiteY22" fmla="*/ 235458 h 292608"/>
                <a:gd name="connsiteX23" fmla="*/ 118812 w 290262"/>
                <a:gd name="connsiteY23" fmla="*/ 235458 h 292608"/>
                <a:gd name="connsiteX24" fmla="*/ 118812 w 290262"/>
                <a:gd name="connsiteY24" fmla="*/ 228600 h 292608"/>
                <a:gd name="connsiteX25" fmla="*/ 290262 w 290262"/>
                <a:gd name="connsiteY25" fmla="*/ 228600 h 292608"/>
                <a:gd name="connsiteX26" fmla="*/ 290262 w 290262"/>
                <a:gd name="connsiteY26" fmla="*/ 235458 h 292608"/>
                <a:gd name="connsiteX27" fmla="*/ 290262 w 290262"/>
                <a:gd name="connsiteY27" fmla="*/ 178308 h 292608"/>
                <a:gd name="connsiteX28" fmla="*/ 118812 w 290262"/>
                <a:gd name="connsiteY28" fmla="*/ 178308 h 292608"/>
                <a:gd name="connsiteX29" fmla="*/ 118812 w 290262"/>
                <a:gd name="connsiteY29" fmla="*/ 171450 h 292608"/>
                <a:gd name="connsiteX30" fmla="*/ 290262 w 290262"/>
                <a:gd name="connsiteY30" fmla="*/ 171450 h 292608"/>
                <a:gd name="connsiteX31" fmla="*/ 290262 w 290262"/>
                <a:gd name="connsiteY31" fmla="*/ 178308 h 292608"/>
                <a:gd name="connsiteX32" fmla="*/ 290262 w 290262"/>
                <a:gd name="connsiteY32" fmla="*/ 149733 h 292608"/>
                <a:gd name="connsiteX33" fmla="*/ 118812 w 290262"/>
                <a:gd name="connsiteY33" fmla="*/ 149733 h 292608"/>
                <a:gd name="connsiteX34" fmla="*/ 118812 w 290262"/>
                <a:gd name="connsiteY34" fmla="*/ 142875 h 292608"/>
                <a:gd name="connsiteX35" fmla="*/ 290262 w 290262"/>
                <a:gd name="connsiteY35" fmla="*/ 142875 h 292608"/>
                <a:gd name="connsiteX36" fmla="*/ 290262 w 290262"/>
                <a:gd name="connsiteY36" fmla="*/ 149733 h 292608"/>
                <a:gd name="connsiteX37" fmla="*/ 290262 w 290262"/>
                <a:gd name="connsiteY37" fmla="*/ 121158 h 292608"/>
                <a:gd name="connsiteX38" fmla="*/ 118812 w 290262"/>
                <a:gd name="connsiteY38" fmla="*/ 121158 h 292608"/>
                <a:gd name="connsiteX39" fmla="*/ 118812 w 290262"/>
                <a:gd name="connsiteY39" fmla="*/ 114300 h 292608"/>
                <a:gd name="connsiteX40" fmla="*/ 290262 w 290262"/>
                <a:gd name="connsiteY40" fmla="*/ 114300 h 292608"/>
                <a:gd name="connsiteX41" fmla="*/ 290262 w 290262"/>
                <a:gd name="connsiteY41" fmla="*/ 121158 h 292608"/>
                <a:gd name="connsiteX42" fmla="*/ 290262 w 290262"/>
                <a:gd name="connsiteY42" fmla="*/ 64008 h 292608"/>
                <a:gd name="connsiteX43" fmla="*/ 118812 w 290262"/>
                <a:gd name="connsiteY43" fmla="*/ 64008 h 292608"/>
                <a:gd name="connsiteX44" fmla="*/ 118812 w 290262"/>
                <a:gd name="connsiteY44" fmla="*/ 57150 h 292608"/>
                <a:gd name="connsiteX45" fmla="*/ 290262 w 290262"/>
                <a:gd name="connsiteY45" fmla="*/ 57150 h 292608"/>
                <a:gd name="connsiteX46" fmla="*/ 290262 w 290262"/>
                <a:gd name="connsiteY46" fmla="*/ 64008 h 292608"/>
                <a:gd name="connsiteX47" fmla="*/ 290262 w 290262"/>
                <a:gd name="connsiteY47" fmla="*/ 35433 h 292608"/>
                <a:gd name="connsiteX48" fmla="*/ 118812 w 290262"/>
                <a:gd name="connsiteY48" fmla="*/ 35433 h 292608"/>
                <a:gd name="connsiteX49" fmla="*/ 118812 w 290262"/>
                <a:gd name="connsiteY49" fmla="*/ 28575 h 292608"/>
                <a:gd name="connsiteX50" fmla="*/ 290262 w 290262"/>
                <a:gd name="connsiteY50" fmla="*/ 28575 h 292608"/>
                <a:gd name="connsiteX51" fmla="*/ 290262 w 290262"/>
                <a:gd name="connsiteY51" fmla="*/ 35433 h 292608"/>
                <a:gd name="connsiteX52" fmla="*/ 290262 w 290262"/>
                <a:gd name="connsiteY52" fmla="*/ 6858 h 292608"/>
                <a:gd name="connsiteX53" fmla="*/ 118812 w 290262"/>
                <a:gd name="connsiteY53" fmla="*/ 6858 h 292608"/>
                <a:gd name="connsiteX54" fmla="*/ 118812 w 290262"/>
                <a:gd name="connsiteY54" fmla="*/ 0 h 292608"/>
                <a:gd name="connsiteX55" fmla="*/ 290262 w 290262"/>
                <a:gd name="connsiteY55" fmla="*/ 0 h 292608"/>
                <a:gd name="connsiteX56" fmla="*/ 290262 w 290262"/>
                <a:gd name="connsiteY56" fmla="*/ 6858 h 292608"/>
                <a:gd name="connsiteX0" fmla="*/ 290262 w 290262"/>
                <a:gd name="connsiteY0" fmla="*/ 293967 h 293967"/>
                <a:gd name="connsiteX1" fmla="*/ 118812 w 290262"/>
                <a:gd name="connsiteY1" fmla="*/ 293967 h 293967"/>
                <a:gd name="connsiteX2" fmla="*/ 118812 w 290262"/>
                <a:gd name="connsiteY2" fmla="*/ 287109 h 293967"/>
                <a:gd name="connsiteX3" fmla="*/ 290262 w 290262"/>
                <a:gd name="connsiteY3" fmla="*/ 287109 h 293967"/>
                <a:gd name="connsiteX4" fmla="*/ 290262 w 290262"/>
                <a:gd name="connsiteY4" fmla="*/ 293967 h 293967"/>
                <a:gd name="connsiteX5" fmla="*/ 65091 w 290262"/>
                <a:gd name="connsiteY5" fmla="*/ 33363 h 293967"/>
                <a:gd name="connsiteX6" fmla="*/ 15371 w 290262"/>
                <a:gd name="connsiteY6" fmla="*/ 261963 h 293967"/>
                <a:gd name="connsiteX7" fmla="*/ 8227 w 290262"/>
                <a:gd name="connsiteY7" fmla="*/ 147663 h 293967"/>
                <a:gd name="connsiteX8" fmla="*/ 1083 w 290262"/>
                <a:gd name="connsiteY8" fmla="*/ 33363 h 293967"/>
                <a:gd name="connsiteX9" fmla="*/ 33087 w 290262"/>
                <a:gd name="connsiteY9" fmla="*/ 1359 h 293967"/>
                <a:gd name="connsiteX10" fmla="*/ 65091 w 290262"/>
                <a:gd name="connsiteY10" fmla="*/ 33363 h 293967"/>
                <a:gd name="connsiteX11" fmla="*/ 33087 w 290262"/>
                <a:gd name="connsiteY11" fmla="*/ 8217 h 293967"/>
                <a:gd name="connsiteX12" fmla="*/ 7941 w 290262"/>
                <a:gd name="connsiteY12" fmla="*/ 33363 h 293967"/>
                <a:gd name="connsiteX13" fmla="*/ 33087 w 290262"/>
                <a:gd name="connsiteY13" fmla="*/ 58509 h 293967"/>
                <a:gd name="connsiteX14" fmla="*/ 58233 w 290262"/>
                <a:gd name="connsiteY14" fmla="*/ 33363 h 293967"/>
                <a:gd name="connsiteX15" fmla="*/ 33087 w 290262"/>
                <a:gd name="connsiteY15" fmla="*/ 8217 h 293967"/>
                <a:gd name="connsiteX16" fmla="*/ 290262 w 290262"/>
                <a:gd name="connsiteY16" fmla="*/ 265392 h 293967"/>
                <a:gd name="connsiteX17" fmla="*/ 118812 w 290262"/>
                <a:gd name="connsiteY17" fmla="*/ 265392 h 293967"/>
                <a:gd name="connsiteX18" fmla="*/ 118812 w 290262"/>
                <a:gd name="connsiteY18" fmla="*/ 258534 h 293967"/>
                <a:gd name="connsiteX19" fmla="*/ 290262 w 290262"/>
                <a:gd name="connsiteY19" fmla="*/ 258534 h 293967"/>
                <a:gd name="connsiteX20" fmla="*/ 290262 w 290262"/>
                <a:gd name="connsiteY20" fmla="*/ 265392 h 293967"/>
                <a:gd name="connsiteX21" fmla="*/ 290262 w 290262"/>
                <a:gd name="connsiteY21" fmla="*/ 236817 h 293967"/>
                <a:gd name="connsiteX22" fmla="*/ 118812 w 290262"/>
                <a:gd name="connsiteY22" fmla="*/ 236817 h 293967"/>
                <a:gd name="connsiteX23" fmla="*/ 118812 w 290262"/>
                <a:gd name="connsiteY23" fmla="*/ 229959 h 293967"/>
                <a:gd name="connsiteX24" fmla="*/ 290262 w 290262"/>
                <a:gd name="connsiteY24" fmla="*/ 229959 h 293967"/>
                <a:gd name="connsiteX25" fmla="*/ 290262 w 290262"/>
                <a:gd name="connsiteY25" fmla="*/ 236817 h 293967"/>
                <a:gd name="connsiteX26" fmla="*/ 290262 w 290262"/>
                <a:gd name="connsiteY26" fmla="*/ 179667 h 293967"/>
                <a:gd name="connsiteX27" fmla="*/ 118812 w 290262"/>
                <a:gd name="connsiteY27" fmla="*/ 179667 h 293967"/>
                <a:gd name="connsiteX28" fmla="*/ 118812 w 290262"/>
                <a:gd name="connsiteY28" fmla="*/ 172809 h 293967"/>
                <a:gd name="connsiteX29" fmla="*/ 290262 w 290262"/>
                <a:gd name="connsiteY29" fmla="*/ 172809 h 293967"/>
                <a:gd name="connsiteX30" fmla="*/ 290262 w 290262"/>
                <a:gd name="connsiteY30" fmla="*/ 179667 h 293967"/>
                <a:gd name="connsiteX31" fmla="*/ 290262 w 290262"/>
                <a:gd name="connsiteY31" fmla="*/ 151092 h 293967"/>
                <a:gd name="connsiteX32" fmla="*/ 118812 w 290262"/>
                <a:gd name="connsiteY32" fmla="*/ 151092 h 293967"/>
                <a:gd name="connsiteX33" fmla="*/ 118812 w 290262"/>
                <a:gd name="connsiteY33" fmla="*/ 144234 h 293967"/>
                <a:gd name="connsiteX34" fmla="*/ 290262 w 290262"/>
                <a:gd name="connsiteY34" fmla="*/ 144234 h 293967"/>
                <a:gd name="connsiteX35" fmla="*/ 290262 w 290262"/>
                <a:gd name="connsiteY35" fmla="*/ 151092 h 293967"/>
                <a:gd name="connsiteX36" fmla="*/ 290262 w 290262"/>
                <a:gd name="connsiteY36" fmla="*/ 122517 h 293967"/>
                <a:gd name="connsiteX37" fmla="*/ 118812 w 290262"/>
                <a:gd name="connsiteY37" fmla="*/ 122517 h 293967"/>
                <a:gd name="connsiteX38" fmla="*/ 118812 w 290262"/>
                <a:gd name="connsiteY38" fmla="*/ 115659 h 293967"/>
                <a:gd name="connsiteX39" fmla="*/ 290262 w 290262"/>
                <a:gd name="connsiteY39" fmla="*/ 115659 h 293967"/>
                <a:gd name="connsiteX40" fmla="*/ 290262 w 290262"/>
                <a:gd name="connsiteY40" fmla="*/ 122517 h 293967"/>
                <a:gd name="connsiteX41" fmla="*/ 290262 w 290262"/>
                <a:gd name="connsiteY41" fmla="*/ 65367 h 293967"/>
                <a:gd name="connsiteX42" fmla="*/ 118812 w 290262"/>
                <a:gd name="connsiteY42" fmla="*/ 65367 h 293967"/>
                <a:gd name="connsiteX43" fmla="*/ 118812 w 290262"/>
                <a:gd name="connsiteY43" fmla="*/ 58509 h 293967"/>
                <a:gd name="connsiteX44" fmla="*/ 290262 w 290262"/>
                <a:gd name="connsiteY44" fmla="*/ 58509 h 293967"/>
                <a:gd name="connsiteX45" fmla="*/ 290262 w 290262"/>
                <a:gd name="connsiteY45" fmla="*/ 65367 h 293967"/>
                <a:gd name="connsiteX46" fmla="*/ 290262 w 290262"/>
                <a:gd name="connsiteY46" fmla="*/ 36792 h 293967"/>
                <a:gd name="connsiteX47" fmla="*/ 118812 w 290262"/>
                <a:gd name="connsiteY47" fmla="*/ 36792 h 293967"/>
                <a:gd name="connsiteX48" fmla="*/ 118812 w 290262"/>
                <a:gd name="connsiteY48" fmla="*/ 29934 h 293967"/>
                <a:gd name="connsiteX49" fmla="*/ 290262 w 290262"/>
                <a:gd name="connsiteY49" fmla="*/ 29934 h 293967"/>
                <a:gd name="connsiteX50" fmla="*/ 290262 w 290262"/>
                <a:gd name="connsiteY50" fmla="*/ 36792 h 293967"/>
                <a:gd name="connsiteX51" fmla="*/ 290262 w 290262"/>
                <a:gd name="connsiteY51" fmla="*/ 8217 h 293967"/>
                <a:gd name="connsiteX52" fmla="*/ 118812 w 290262"/>
                <a:gd name="connsiteY52" fmla="*/ 8217 h 293967"/>
                <a:gd name="connsiteX53" fmla="*/ 118812 w 290262"/>
                <a:gd name="connsiteY53" fmla="*/ 1359 h 293967"/>
                <a:gd name="connsiteX54" fmla="*/ 290262 w 290262"/>
                <a:gd name="connsiteY54" fmla="*/ 1359 h 293967"/>
                <a:gd name="connsiteX55" fmla="*/ 290262 w 290262"/>
                <a:gd name="connsiteY55" fmla="*/ 8217 h 293967"/>
                <a:gd name="connsiteX0" fmla="*/ 289888 w 289888"/>
                <a:gd name="connsiteY0" fmla="*/ 293967 h 293967"/>
                <a:gd name="connsiteX1" fmla="*/ 118438 w 289888"/>
                <a:gd name="connsiteY1" fmla="*/ 293967 h 293967"/>
                <a:gd name="connsiteX2" fmla="*/ 118438 w 289888"/>
                <a:gd name="connsiteY2" fmla="*/ 287109 h 293967"/>
                <a:gd name="connsiteX3" fmla="*/ 289888 w 289888"/>
                <a:gd name="connsiteY3" fmla="*/ 287109 h 293967"/>
                <a:gd name="connsiteX4" fmla="*/ 289888 w 289888"/>
                <a:gd name="connsiteY4" fmla="*/ 293967 h 293967"/>
                <a:gd name="connsiteX5" fmla="*/ 64717 w 289888"/>
                <a:gd name="connsiteY5" fmla="*/ 33363 h 293967"/>
                <a:gd name="connsiteX6" fmla="*/ 14997 w 289888"/>
                <a:gd name="connsiteY6" fmla="*/ 261963 h 293967"/>
                <a:gd name="connsiteX7" fmla="*/ 709 w 289888"/>
                <a:gd name="connsiteY7" fmla="*/ 33363 h 293967"/>
                <a:gd name="connsiteX8" fmla="*/ 32713 w 289888"/>
                <a:gd name="connsiteY8" fmla="*/ 1359 h 293967"/>
                <a:gd name="connsiteX9" fmla="*/ 64717 w 289888"/>
                <a:gd name="connsiteY9" fmla="*/ 33363 h 293967"/>
                <a:gd name="connsiteX10" fmla="*/ 32713 w 289888"/>
                <a:gd name="connsiteY10" fmla="*/ 8217 h 293967"/>
                <a:gd name="connsiteX11" fmla="*/ 7567 w 289888"/>
                <a:gd name="connsiteY11" fmla="*/ 33363 h 293967"/>
                <a:gd name="connsiteX12" fmla="*/ 32713 w 289888"/>
                <a:gd name="connsiteY12" fmla="*/ 58509 h 293967"/>
                <a:gd name="connsiteX13" fmla="*/ 57859 w 289888"/>
                <a:gd name="connsiteY13" fmla="*/ 33363 h 293967"/>
                <a:gd name="connsiteX14" fmla="*/ 32713 w 289888"/>
                <a:gd name="connsiteY14" fmla="*/ 8217 h 293967"/>
                <a:gd name="connsiteX15" fmla="*/ 289888 w 289888"/>
                <a:gd name="connsiteY15" fmla="*/ 265392 h 293967"/>
                <a:gd name="connsiteX16" fmla="*/ 118438 w 289888"/>
                <a:gd name="connsiteY16" fmla="*/ 265392 h 293967"/>
                <a:gd name="connsiteX17" fmla="*/ 118438 w 289888"/>
                <a:gd name="connsiteY17" fmla="*/ 258534 h 293967"/>
                <a:gd name="connsiteX18" fmla="*/ 289888 w 289888"/>
                <a:gd name="connsiteY18" fmla="*/ 258534 h 293967"/>
                <a:gd name="connsiteX19" fmla="*/ 289888 w 289888"/>
                <a:gd name="connsiteY19" fmla="*/ 265392 h 293967"/>
                <a:gd name="connsiteX20" fmla="*/ 289888 w 289888"/>
                <a:gd name="connsiteY20" fmla="*/ 236817 h 293967"/>
                <a:gd name="connsiteX21" fmla="*/ 118438 w 289888"/>
                <a:gd name="connsiteY21" fmla="*/ 236817 h 293967"/>
                <a:gd name="connsiteX22" fmla="*/ 118438 w 289888"/>
                <a:gd name="connsiteY22" fmla="*/ 229959 h 293967"/>
                <a:gd name="connsiteX23" fmla="*/ 289888 w 289888"/>
                <a:gd name="connsiteY23" fmla="*/ 229959 h 293967"/>
                <a:gd name="connsiteX24" fmla="*/ 289888 w 289888"/>
                <a:gd name="connsiteY24" fmla="*/ 236817 h 293967"/>
                <a:gd name="connsiteX25" fmla="*/ 289888 w 289888"/>
                <a:gd name="connsiteY25" fmla="*/ 179667 h 293967"/>
                <a:gd name="connsiteX26" fmla="*/ 118438 w 289888"/>
                <a:gd name="connsiteY26" fmla="*/ 179667 h 293967"/>
                <a:gd name="connsiteX27" fmla="*/ 118438 w 289888"/>
                <a:gd name="connsiteY27" fmla="*/ 172809 h 293967"/>
                <a:gd name="connsiteX28" fmla="*/ 289888 w 289888"/>
                <a:gd name="connsiteY28" fmla="*/ 172809 h 293967"/>
                <a:gd name="connsiteX29" fmla="*/ 289888 w 289888"/>
                <a:gd name="connsiteY29" fmla="*/ 179667 h 293967"/>
                <a:gd name="connsiteX30" fmla="*/ 289888 w 289888"/>
                <a:gd name="connsiteY30" fmla="*/ 151092 h 293967"/>
                <a:gd name="connsiteX31" fmla="*/ 118438 w 289888"/>
                <a:gd name="connsiteY31" fmla="*/ 151092 h 293967"/>
                <a:gd name="connsiteX32" fmla="*/ 118438 w 289888"/>
                <a:gd name="connsiteY32" fmla="*/ 144234 h 293967"/>
                <a:gd name="connsiteX33" fmla="*/ 289888 w 289888"/>
                <a:gd name="connsiteY33" fmla="*/ 144234 h 293967"/>
                <a:gd name="connsiteX34" fmla="*/ 289888 w 289888"/>
                <a:gd name="connsiteY34" fmla="*/ 151092 h 293967"/>
                <a:gd name="connsiteX35" fmla="*/ 289888 w 289888"/>
                <a:gd name="connsiteY35" fmla="*/ 122517 h 293967"/>
                <a:gd name="connsiteX36" fmla="*/ 118438 w 289888"/>
                <a:gd name="connsiteY36" fmla="*/ 122517 h 293967"/>
                <a:gd name="connsiteX37" fmla="*/ 118438 w 289888"/>
                <a:gd name="connsiteY37" fmla="*/ 115659 h 293967"/>
                <a:gd name="connsiteX38" fmla="*/ 289888 w 289888"/>
                <a:gd name="connsiteY38" fmla="*/ 115659 h 293967"/>
                <a:gd name="connsiteX39" fmla="*/ 289888 w 289888"/>
                <a:gd name="connsiteY39" fmla="*/ 122517 h 293967"/>
                <a:gd name="connsiteX40" fmla="*/ 289888 w 289888"/>
                <a:gd name="connsiteY40" fmla="*/ 65367 h 293967"/>
                <a:gd name="connsiteX41" fmla="*/ 118438 w 289888"/>
                <a:gd name="connsiteY41" fmla="*/ 65367 h 293967"/>
                <a:gd name="connsiteX42" fmla="*/ 118438 w 289888"/>
                <a:gd name="connsiteY42" fmla="*/ 58509 h 293967"/>
                <a:gd name="connsiteX43" fmla="*/ 289888 w 289888"/>
                <a:gd name="connsiteY43" fmla="*/ 58509 h 293967"/>
                <a:gd name="connsiteX44" fmla="*/ 289888 w 289888"/>
                <a:gd name="connsiteY44" fmla="*/ 65367 h 293967"/>
                <a:gd name="connsiteX45" fmla="*/ 289888 w 289888"/>
                <a:gd name="connsiteY45" fmla="*/ 36792 h 293967"/>
                <a:gd name="connsiteX46" fmla="*/ 118438 w 289888"/>
                <a:gd name="connsiteY46" fmla="*/ 36792 h 293967"/>
                <a:gd name="connsiteX47" fmla="*/ 118438 w 289888"/>
                <a:gd name="connsiteY47" fmla="*/ 29934 h 293967"/>
                <a:gd name="connsiteX48" fmla="*/ 289888 w 289888"/>
                <a:gd name="connsiteY48" fmla="*/ 29934 h 293967"/>
                <a:gd name="connsiteX49" fmla="*/ 289888 w 289888"/>
                <a:gd name="connsiteY49" fmla="*/ 36792 h 293967"/>
                <a:gd name="connsiteX50" fmla="*/ 289888 w 289888"/>
                <a:gd name="connsiteY50" fmla="*/ 8217 h 293967"/>
                <a:gd name="connsiteX51" fmla="*/ 118438 w 289888"/>
                <a:gd name="connsiteY51" fmla="*/ 8217 h 293967"/>
                <a:gd name="connsiteX52" fmla="*/ 118438 w 289888"/>
                <a:gd name="connsiteY52" fmla="*/ 1359 h 293967"/>
                <a:gd name="connsiteX53" fmla="*/ 289888 w 289888"/>
                <a:gd name="connsiteY53" fmla="*/ 1359 h 293967"/>
                <a:gd name="connsiteX54" fmla="*/ 289888 w 289888"/>
                <a:gd name="connsiteY54" fmla="*/ 8217 h 293967"/>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34778 w 291953"/>
                <a:gd name="connsiteY9" fmla="*/ 6858 h 292608"/>
                <a:gd name="connsiteX10" fmla="*/ 9632 w 291953"/>
                <a:gd name="connsiteY10" fmla="*/ 32004 h 292608"/>
                <a:gd name="connsiteX11" fmla="*/ 34778 w 291953"/>
                <a:gd name="connsiteY11" fmla="*/ 57150 h 292608"/>
                <a:gd name="connsiteX12" fmla="*/ 59924 w 291953"/>
                <a:gd name="connsiteY12" fmla="*/ 32004 h 292608"/>
                <a:gd name="connsiteX13" fmla="*/ 34778 w 291953"/>
                <a:gd name="connsiteY13" fmla="*/ 6858 h 292608"/>
                <a:gd name="connsiteX14" fmla="*/ 291953 w 291953"/>
                <a:gd name="connsiteY14" fmla="*/ 264033 h 292608"/>
                <a:gd name="connsiteX15" fmla="*/ 120503 w 291953"/>
                <a:gd name="connsiteY15" fmla="*/ 264033 h 292608"/>
                <a:gd name="connsiteX16" fmla="*/ 120503 w 291953"/>
                <a:gd name="connsiteY16" fmla="*/ 257175 h 292608"/>
                <a:gd name="connsiteX17" fmla="*/ 291953 w 291953"/>
                <a:gd name="connsiteY17" fmla="*/ 257175 h 292608"/>
                <a:gd name="connsiteX18" fmla="*/ 291953 w 291953"/>
                <a:gd name="connsiteY18" fmla="*/ 264033 h 292608"/>
                <a:gd name="connsiteX19" fmla="*/ 291953 w 291953"/>
                <a:gd name="connsiteY19" fmla="*/ 235458 h 292608"/>
                <a:gd name="connsiteX20" fmla="*/ 120503 w 291953"/>
                <a:gd name="connsiteY20" fmla="*/ 235458 h 292608"/>
                <a:gd name="connsiteX21" fmla="*/ 120503 w 291953"/>
                <a:gd name="connsiteY21" fmla="*/ 228600 h 292608"/>
                <a:gd name="connsiteX22" fmla="*/ 291953 w 291953"/>
                <a:gd name="connsiteY22" fmla="*/ 228600 h 292608"/>
                <a:gd name="connsiteX23" fmla="*/ 291953 w 291953"/>
                <a:gd name="connsiteY23" fmla="*/ 235458 h 292608"/>
                <a:gd name="connsiteX24" fmla="*/ 291953 w 291953"/>
                <a:gd name="connsiteY24" fmla="*/ 178308 h 292608"/>
                <a:gd name="connsiteX25" fmla="*/ 120503 w 291953"/>
                <a:gd name="connsiteY25" fmla="*/ 178308 h 292608"/>
                <a:gd name="connsiteX26" fmla="*/ 120503 w 291953"/>
                <a:gd name="connsiteY26" fmla="*/ 171450 h 292608"/>
                <a:gd name="connsiteX27" fmla="*/ 291953 w 291953"/>
                <a:gd name="connsiteY27" fmla="*/ 171450 h 292608"/>
                <a:gd name="connsiteX28" fmla="*/ 291953 w 291953"/>
                <a:gd name="connsiteY28" fmla="*/ 178308 h 292608"/>
                <a:gd name="connsiteX29" fmla="*/ 291953 w 291953"/>
                <a:gd name="connsiteY29" fmla="*/ 149733 h 292608"/>
                <a:gd name="connsiteX30" fmla="*/ 120503 w 291953"/>
                <a:gd name="connsiteY30" fmla="*/ 149733 h 292608"/>
                <a:gd name="connsiteX31" fmla="*/ 120503 w 291953"/>
                <a:gd name="connsiteY31" fmla="*/ 142875 h 292608"/>
                <a:gd name="connsiteX32" fmla="*/ 291953 w 291953"/>
                <a:gd name="connsiteY32" fmla="*/ 142875 h 292608"/>
                <a:gd name="connsiteX33" fmla="*/ 291953 w 291953"/>
                <a:gd name="connsiteY33" fmla="*/ 149733 h 292608"/>
                <a:gd name="connsiteX34" fmla="*/ 291953 w 291953"/>
                <a:gd name="connsiteY34" fmla="*/ 121158 h 292608"/>
                <a:gd name="connsiteX35" fmla="*/ 120503 w 291953"/>
                <a:gd name="connsiteY35" fmla="*/ 121158 h 292608"/>
                <a:gd name="connsiteX36" fmla="*/ 120503 w 291953"/>
                <a:gd name="connsiteY36" fmla="*/ 114300 h 292608"/>
                <a:gd name="connsiteX37" fmla="*/ 291953 w 291953"/>
                <a:gd name="connsiteY37" fmla="*/ 114300 h 292608"/>
                <a:gd name="connsiteX38" fmla="*/ 291953 w 291953"/>
                <a:gd name="connsiteY38" fmla="*/ 121158 h 292608"/>
                <a:gd name="connsiteX39" fmla="*/ 291953 w 291953"/>
                <a:gd name="connsiteY39" fmla="*/ 64008 h 292608"/>
                <a:gd name="connsiteX40" fmla="*/ 120503 w 291953"/>
                <a:gd name="connsiteY40" fmla="*/ 64008 h 292608"/>
                <a:gd name="connsiteX41" fmla="*/ 120503 w 291953"/>
                <a:gd name="connsiteY41" fmla="*/ 57150 h 292608"/>
                <a:gd name="connsiteX42" fmla="*/ 291953 w 291953"/>
                <a:gd name="connsiteY42" fmla="*/ 57150 h 292608"/>
                <a:gd name="connsiteX43" fmla="*/ 291953 w 291953"/>
                <a:gd name="connsiteY43" fmla="*/ 64008 h 292608"/>
                <a:gd name="connsiteX44" fmla="*/ 291953 w 291953"/>
                <a:gd name="connsiteY44" fmla="*/ 35433 h 292608"/>
                <a:gd name="connsiteX45" fmla="*/ 120503 w 291953"/>
                <a:gd name="connsiteY45" fmla="*/ 35433 h 292608"/>
                <a:gd name="connsiteX46" fmla="*/ 120503 w 291953"/>
                <a:gd name="connsiteY46" fmla="*/ 28575 h 292608"/>
                <a:gd name="connsiteX47" fmla="*/ 291953 w 291953"/>
                <a:gd name="connsiteY47" fmla="*/ 28575 h 292608"/>
                <a:gd name="connsiteX48" fmla="*/ 291953 w 291953"/>
                <a:gd name="connsiteY48" fmla="*/ 35433 h 292608"/>
                <a:gd name="connsiteX49" fmla="*/ 291953 w 291953"/>
                <a:gd name="connsiteY49" fmla="*/ 6858 h 292608"/>
                <a:gd name="connsiteX50" fmla="*/ 120503 w 291953"/>
                <a:gd name="connsiteY50" fmla="*/ 6858 h 292608"/>
                <a:gd name="connsiteX51" fmla="*/ 120503 w 291953"/>
                <a:gd name="connsiteY51" fmla="*/ 0 h 292608"/>
                <a:gd name="connsiteX52" fmla="*/ 291953 w 291953"/>
                <a:gd name="connsiteY52" fmla="*/ 0 h 292608"/>
                <a:gd name="connsiteX53" fmla="*/ 291953 w 291953"/>
                <a:gd name="connsiteY53" fmla="*/ 6858 h 292608"/>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59924 w 291953"/>
                <a:gd name="connsiteY9" fmla="*/ 32004 h 292608"/>
                <a:gd name="connsiteX10" fmla="*/ 9632 w 291953"/>
                <a:gd name="connsiteY10" fmla="*/ 32004 h 292608"/>
                <a:gd name="connsiteX11" fmla="*/ 34778 w 291953"/>
                <a:gd name="connsiteY11" fmla="*/ 57150 h 292608"/>
                <a:gd name="connsiteX12" fmla="*/ 59924 w 291953"/>
                <a:gd name="connsiteY12" fmla="*/ 32004 h 292608"/>
                <a:gd name="connsiteX13" fmla="*/ 291953 w 291953"/>
                <a:gd name="connsiteY13" fmla="*/ 264033 h 292608"/>
                <a:gd name="connsiteX14" fmla="*/ 120503 w 291953"/>
                <a:gd name="connsiteY14" fmla="*/ 264033 h 292608"/>
                <a:gd name="connsiteX15" fmla="*/ 120503 w 291953"/>
                <a:gd name="connsiteY15" fmla="*/ 257175 h 292608"/>
                <a:gd name="connsiteX16" fmla="*/ 291953 w 291953"/>
                <a:gd name="connsiteY16" fmla="*/ 257175 h 292608"/>
                <a:gd name="connsiteX17" fmla="*/ 291953 w 291953"/>
                <a:gd name="connsiteY17" fmla="*/ 264033 h 292608"/>
                <a:gd name="connsiteX18" fmla="*/ 291953 w 291953"/>
                <a:gd name="connsiteY18" fmla="*/ 235458 h 292608"/>
                <a:gd name="connsiteX19" fmla="*/ 120503 w 291953"/>
                <a:gd name="connsiteY19" fmla="*/ 235458 h 292608"/>
                <a:gd name="connsiteX20" fmla="*/ 120503 w 291953"/>
                <a:gd name="connsiteY20" fmla="*/ 228600 h 292608"/>
                <a:gd name="connsiteX21" fmla="*/ 291953 w 291953"/>
                <a:gd name="connsiteY21" fmla="*/ 228600 h 292608"/>
                <a:gd name="connsiteX22" fmla="*/ 291953 w 291953"/>
                <a:gd name="connsiteY22" fmla="*/ 235458 h 292608"/>
                <a:gd name="connsiteX23" fmla="*/ 291953 w 291953"/>
                <a:gd name="connsiteY23" fmla="*/ 178308 h 292608"/>
                <a:gd name="connsiteX24" fmla="*/ 120503 w 291953"/>
                <a:gd name="connsiteY24" fmla="*/ 178308 h 292608"/>
                <a:gd name="connsiteX25" fmla="*/ 120503 w 291953"/>
                <a:gd name="connsiteY25" fmla="*/ 171450 h 292608"/>
                <a:gd name="connsiteX26" fmla="*/ 291953 w 291953"/>
                <a:gd name="connsiteY26" fmla="*/ 171450 h 292608"/>
                <a:gd name="connsiteX27" fmla="*/ 291953 w 291953"/>
                <a:gd name="connsiteY27" fmla="*/ 178308 h 292608"/>
                <a:gd name="connsiteX28" fmla="*/ 291953 w 291953"/>
                <a:gd name="connsiteY28" fmla="*/ 149733 h 292608"/>
                <a:gd name="connsiteX29" fmla="*/ 120503 w 291953"/>
                <a:gd name="connsiteY29" fmla="*/ 149733 h 292608"/>
                <a:gd name="connsiteX30" fmla="*/ 120503 w 291953"/>
                <a:gd name="connsiteY30" fmla="*/ 142875 h 292608"/>
                <a:gd name="connsiteX31" fmla="*/ 291953 w 291953"/>
                <a:gd name="connsiteY31" fmla="*/ 142875 h 292608"/>
                <a:gd name="connsiteX32" fmla="*/ 291953 w 291953"/>
                <a:gd name="connsiteY32" fmla="*/ 149733 h 292608"/>
                <a:gd name="connsiteX33" fmla="*/ 291953 w 291953"/>
                <a:gd name="connsiteY33" fmla="*/ 121158 h 292608"/>
                <a:gd name="connsiteX34" fmla="*/ 120503 w 291953"/>
                <a:gd name="connsiteY34" fmla="*/ 121158 h 292608"/>
                <a:gd name="connsiteX35" fmla="*/ 120503 w 291953"/>
                <a:gd name="connsiteY35" fmla="*/ 114300 h 292608"/>
                <a:gd name="connsiteX36" fmla="*/ 291953 w 291953"/>
                <a:gd name="connsiteY36" fmla="*/ 114300 h 292608"/>
                <a:gd name="connsiteX37" fmla="*/ 291953 w 291953"/>
                <a:gd name="connsiteY37" fmla="*/ 121158 h 292608"/>
                <a:gd name="connsiteX38" fmla="*/ 291953 w 291953"/>
                <a:gd name="connsiteY38" fmla="*/ 64008 h 292608"/>
                <a:gd name="connsiteX39" fmla="*/ 120503 w 291953"/>
                <a:gd name="connsiteY39" fmla="*/ 64008 h 292608"/>
                <a:gd name="connsiteX40" fmla="*/ 120503 w 291953"/>
                <a:gd name="connsiteY40" fmla="*/ 57150 h 292608"/>
                <a:gd name="connsiteX41" fmla="*/ 291953 w 291953"/>
                <a:gd name="connsiteY41" fmla="*/ 57150 h 292608"/>
                <a:gd name="connsiteX42" fmla="*/ 291953 w 291953"/>
                <a:gd name="connsiteY42" fmla="*/ 64008 h 292608"/>
                <a:gd name="connsiteX43" fmla="*/ 291953 w 291953"/>
                <a:gd name="connsiteY43" fmla="*/ 35433 h 292608"/>
                <a:gd name="connsiteX44" fmla="*/ 120503 w 291953"/>
                <a:gd name="connsiteY44" fmla="*/ 35433 h 292608"/>
                <a:gd name="connsiteX45" fmla="*/ 120503 w 291953"/>
                <a:gd name="connsiteY45" fmla="*/ 28575 h 292608"/>
                <a:gd name="connsiteX46" fmla="*/ 291953 w 291953"/>
                <a:gd name="connsiteY46" fmla="*/ 28575 h 292608"/>
                <a:gd name="connsiteX47" fmla="*/ 291953 w 291953"/>
                <a:gd name="connsiteY47" fmla="*/ 35433 h 292608"/>
                <a:gd name="connsiteX48" fmla="*/ 291953 w 291953"/>
                <a:gd name="connsiteY48" fmla="*/ 6858 h 292608"/>
                <a:gd name="connsiteX49" fmla="*/ 120503 w 291953"/>
                <a:gd name="connsiteY49" fmla="*/ 6858 h 292608"/>
                <a:gd name="connsiteX50" fmla="*/ 120503 w 291953"/>
                <a:gd name="connsiteY50" fmla="*/ 0 h 292608"/>
                <a:gd name="connsiteX51" fmla="*/ 291953 w 291953"/>
                <a:gd name="connsiteY51" fmla="*/ 0 h 292608"/>
                <a:gd name="connsiteX52" fmla="*/ 291953 w 291953"/>
                <a:gd name="connsiteY52" fmla="*/ 6858 h 292608"/>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59924 w 291953"/>
                <a:gd name="connsiteY9" fmla="*/ 32004 h 292608"/>
                <a:gd name="connsiteX10" fmla="*/ 9632 w 291953"/>
                <a:gd name="connsiteY10" fmla="*/ 32004 h 292608"/>
                <a:gd name="connsiteX11" fmla="*/ 59924 w 291953"/>
                <a:gd name="connsiteY11" fmla="*/ 32004 h 292608"/>
                <a:gd name="connsiteX12" fmla="*/ 291953 w 291953"/>
                <a:gd name="connsiteY12" fmla="*/ 264033 h 292608"/>
                <a:gd name="connsiteX13" fmla="*/ 120503 w 291953"/>
                <a:gd name="connsiteY13" fmla="*/ 264033 h 292608"/>
                <a:gd name="connsiteX14" fmla="*/ 120503 w 291953"/>
                <a:gd name="connsiteY14" fmla="*/ 257175 h 292608"/>
                <a:gd name="connsiteX15" fmla="*/ 291953 w 291953"/>
                <a:gd name="connsiteY15" fmla="*/ 257175 h 292608"/>
                <a:gd name="connsiteX16" fmla="*/ 291953 w 291953"/>
                <a:gd name="connsiteY16" fmla="*/ 264033 h 292608"/>
                <a:gd name="connsiteX17" fmla="*/ 291953 w 291953"/>
                <a:gd name="connsiteY17" fmla="*/ 235458 h 292608"/>
                <a:gd name="connsiteX18" fmla="*/ 120503 w 291953"/>
                <a:gd name="connsiteY18" fmla="*/ 235458 h 292608"/>
                <a:gd name="connsiteX19" fmla="*/ 120503 w 291953"/>
                <a:gd name="connsiteY19" fmla="*/ 228600 h 292608"/>
                <a:gd name="connsiteX20" fmla="*/ 291953 w 291953"/>
                <a:gd name="connsiteY20" fmla="*/ 228600 h 292608"/>
                <a:gd name="connsiteX21" fmla="*/ 291953 w 291953"/>
                <a:gd name="connsiteY21" fmla="*/ 235458 h 292608"/>
                <a:gd name="connsiteX22" fmla="*/ 291953 w 291953"/>
                <a:gd name="connsiteY22" fmla="*/ 178308 h 292608"/>
                <a:gd name="connsiteX23" fmla="*/ 120503 w 291953"/>
                <a:gd name="connsiteY23" fmla="*/ 178308 h 292608"/>
                <a:gd name="connsiteX24" fmla="*/ 120503 w 291953"/>
                <a:gd name="connsiteY24" fmla="*/ 171450 h 292608"/>
                <a:gd name="connsiteX25" fmla="*/ 291953 w 291953"/>
                <a:gd name="connsiteY25" fmla="*/ 171450 h 292608"/>
                <a:gd name="connsiteX26" fmla="*/ 291953 w 291953"/>
                <a:gd name="connsiteY26" fmla="*/ 178308 h 292608"/>
                <a:gd name="connsiteX27" fmla="*/ 291953 w 291953"/>
                <a:gd name="connsiteY27" fmla="*/ 149733 h 292608"/>
                <a:gd name="connsiteX28" fmla="*/ 120503 w 291953"/>
                <a:gd name="connsiteY28" fmla="*/ 149733 h 292608"/>
                <a:gd name="connsiteX29" fmla="*/ 120503 w 291953"/>
                <a:gd name="connsiteY29" fmla="*/ 142875 h 292608"/>
                <a:gd name="connsiteX30" fmla="*/ 291953 w 291953"/>
                <a:gd name="connsiteY30" fmla="*/ 142875 h 292608"/>
                <a:gd name="connsiteX31" fmla="*/ 291953 w 291953"/>
                <a:gd name="connsiteY31" fmla="*/ 149733 h 292608"/>
                <a:gd name="connsiteX32" fmla="*/ 291953 w 291953"/>
                <a:gd name="connsiteY32" fmla="*/ 121158 h 292608"/>
                <a:gd name="connsiteX33" fmla="*/ 120503 w 291953"/>
                <a:gd name="connsiteY33" fmla="*/ 121158 h 292608"/>
                <a:gd name="connsiteX34" fmla="*/ 120503 w 291953"/>
                <a:gd name="connsiteY34" fmla="*/ 114300 h 292608"/>
                <a:gd name="connsiteX35" fmla="*/ 291953 w 291953"/>
                <a:gd name="connsiteY35" fmla="*/ 114300 h 292608"/>
                <a:gd name="connsiteX36" fmla="*/ 291953 w 291953"/>
                <a:gd name="connsiteY36" fmla="*/ 121158 h 292608"/>
                <a:gd name="connsiteX37" fmla="*/ 291953 w 291953"/>
                <a:gd name="connsiteY37" fmla="*/ 64008 h 292608"/>
                <a:gd name="connsiteX38" fmla="*/ 120503 w 291953"/>
                <a:gd name="connsiteY38" fmla="*/ 64008 h 292608"/>
                <a:gd name="connsiteX39" fmla="*/ 120503 w 291953"/>
                <a:gd name="connsiteY39" fmla="*/ 57150 h 292608"/>
                <a:gd name="connsiteX40" fmla="*/ 291953 w 291953"/>
                <a:gd name="connsiteY40" fmla="*/ 57150 h 292608"/>
                <a:gd name="connsiteX41" fmla="*/ 291953 w 291953"/>
                <a:gd name="connsiteY41" fmla="*/ 64008 h 292608"/>
                <a:gd name="connsiteX42" fmla="*/ 291953 w 291953"/>
                <a:gd name="connsiteY42" fmla="*/ 35433 h 292608"/>
                <a:gd name="connsiteX43" fmla="*/ 120503 w 291953"/>
                <a:gd name="connsiteY43" fmla="*/ 35433 h 292608"/>
                <a:gd name="connsiteX44" fmla="*/ 120503 w 291953"/>
                <a:gd name="connsiteY44" fmla="*/ 28575 h 292608"/>
                <a:gd name="connsiteX45" fmla="*/ 291953 w 291953"/>
                <a:gd name="connsiteY45" fmla="*/ 28575 h 292608"/>
                <a:gd name="connsiteX46" fmla="*/ 291953 w 291953"/>
                <a:gd name="connsiteY46" fmla="*/ 35433 h 292608"/>
                <a:gd name="connsiteX47" fmla="*/ 291953 w 291953"/>
                <a:gd name="connsiteY47" fmla="*/ 6858 h 292608"/>
                <a:gd name="connsiteX48" fmla="*/ 120503 w 291953"/>
                <a:gd name="connsiteY48" fmla="*/ 6858 h 292608"/>
                <a:gd name="connsiteX49" fmla="*/ 120503 w 291953"/>
                <a:gd name="connsiteY49" fmla="*/ 0 h 292608"/>
                <a:gd name="connsiteX50" fmla="*/ 291953 w 291953"/>
                <a:gd name="connsiteY50" fmla="*/ 0 h 292608"/>
                <a:gd name="connsiteX51" fmla="*/ 291953 w 291953"/>
                <a:gd name="connsiteY51" fmla="*/ 6858 h 292608"/>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291953 w 291953"/>
                <a:gd name="connsiteY9" fmla="*/ 264033 h 292608"/>
                <a:gd name="connsiteX10" fmla="*/ 120503 w 291953"/>
                <a:gd name="connsiteY10" fmla="*/ 264033 h 292608"/>
                <a:gd name="connsiteX11" fmla="*/ 120503 w 291953"/>
                <a:gd name="connsiteY11" fmla="*/ 257175 h 292608"/>
                <a:gd name="connsiteX12" fmla="*/ 291953 w 291953"/>
                <a:gd name="connsiteY12" fmla="*/ 257175 h 292608"/>
                <a:gd name="connsiteX13" fmla="*/ 291953 w 291953"/>
                <a:gd name="connsiteY13" fmla="*/ 264033 h 292608"/>
                <a:gd name="connsiteX14" fmla="*/ 291953 w 291953"/>
                <a:gd name="connsiteY14" fmla="*/ 235458 h 292608"/>
                <a:gd name="connsiteX15" fmla="*/ 120503 w 291953"/>
                <a:gd name="connsiteY15" fmla="*/ 235458 h 292608"/>
                <a:gd name="connsiteX16" fmla="*/ 120503 w 291953"/>
                <a:gd name="connsiteY16" fmla="*/ 228600 h 292608"/>
                <a:gd name="connsiteX17" fmla="*/ 291953 w 291953"/>
                <a:gd name="connsiteY17" fmla="*/ 228600 h 292608"/>
                <a:gd name="connsiteX18" fmla="*/ 291953 w 291953"/>
                <a:gd name="connsiteY18" fmla="*/ 235458 h 292608"/>
                <a:gd name="connsiteX19" fmla="*/ 291953 w 291953"/>
                <a:gd name="connsiteY19" fmla="*/ 178308 h 292608"/>
                <a:gd name="connsiteX20" fmla="*/ 120503 w 291953"/>
                <a:gd name="connsiteY20" fmla="*/ 178308 h 292608"/>
                <a:gd name="connsiteX21" fmla="*/ 120503 w 291953"/>
                <a:gd name="connsiteY21" fmla="*/ 171450 h 292608"/>
                <a:gd name="connsiteX22" fmla="*/ 291953 w 291953"/>
                <a:gd name="connsiteY22" fmla="*/ 171450 h 292608"/>
                <a:gd name="connsiteX23" fmla="*/ 291953 w 291953"/>
                <a:gd name="connsiteY23" fmla="*/ 178308 h 292608"/>
                <a:gd name="connsiteX24" fmla="*/ 291953 w 291953"/>
                <a:gd name="connsiteY24" fmla="*/ 149733 h 292608"/>
                <a:gd name="connsiteX25" fmla="*/ 120503 w 291953"/>
                <a:gd name="connsiteY25" fmla="*/ 149733 h 292608"/>
                <a:gd name="connsiteX26" fmla="*/ 120503 w 291953"/>
                <a:gd name="connsiteY26" fmla="*/ 142875 h 292608"/>
                <a:gd name="connsiteX27" fmla="*/ 291953 w 291953"/>
                <a:gd name="connsiteY27" fmla="*/ 142875 h 292608"/>
                <a:gd name="connsiteX28" fmla="*/ 291953 w 291953"/>
                <a:gd name="connsiteY28" fmla="*/ 149733 h 292608"/>
                <a:gd name="connsiteX29" fmla="*/ 291953 w 291953"/>
                <a:gd name="connsiteY29" fmla="*/ 121158 h 292608"/>
                <a:gd name="connsiteX30" fmla="*/ 120503 w 291953"/>
                <a:gd name="connsiteY30" fmla="*/ 121158 h 292608"/>
                <a:gd name="connsiteX31" fmla="*/ 120503 w 291953"/>
                <a:gd name="connsiteY31" fmla="*/ 114300 h 292608"/>
                <a:gd name="connsiteX32" fmla="*/ 291953 w 291953"/>
                <a:gd name="connsiteY32" fmla="*/ 114300 h 292608"/>
                <a:gd name="connsiteX33" fmla="*/ 291953 w 291953"/>
                <a:gd name="connsiteY33" fmla="*/ 121158 h 292608"/>
                <a:gd name="connsiteX34" fmla="*/ 291953 w 291953"/>
                <a:gd name="connsiteY34" fmla="*/ 64008 h 292608"/>
                <a:gd name="connsiteX35" fmla="*/ 120503 w 291953"/>
                <a:gd name="connsiteY35" fmla="*/ 64008 h 292608"/>
                <a:gd name="connsiteX36" fmla="*/ 120503 w 291953"/>
                <a:gd name="connsiteY36" fmla="*/ 57150 h 292608"/>
                <a:gd name="connsiteX37" fmla="*/ 291953 w 291953"/>
                <a:gd name="connsiteY37" fmla="*/ 57150 h 292608"/>
                <a:gd name="connsiteX38" fmla="*/ 291953 w 291953"/>
                <a:gd name="connsiteY38" fmla="*/ 64008 h 292608"/>
                <a:gd name="connsiteX39" fmla="*/ 291953 w 291953"/>
                <a:gd name="connsiteY39" fmla="*/ 35433 h 292608"/>
                <a:gd name="connsiteX40" fmla="*/ 120503 w 291953"/>
                <a:gd name="connsiteY40" fmla="*/ 35433 h 292608"/>
                <a:gd name="connsiteX41" fmla="*/ 120503 w 291953"/>
                <a:gd name="connsiteY41" fmla="*/ 28575 h 292608"/>
                <a:gd name="connsiteX42" fmla="*/ 291953 w 291953"/>
                <a:gd name="connsiteY42" fmla="*/ 28575 h 292608"/>
                <a:gd name="connsiteX43" fmla="*/ 291953 w 291953"/>
                <a:gd name="connsiteY43" fmla="*/ 35433 h 292608"/>
                <a:gd name="connsiteX44" fmla="*/ 291953 w 291953"/>
                <a:gd name="connsiteY44" fmla="*/ 6858 h 292608"/>
                <a:gd name="connsiteX45" fmla="*/ 120503 w 291953"/>
                <a:gd name="connsiteY45" fmla="*/ 6858 h 292608"/>
                <a:gd name="connsiteX46" fmla="*/ 120503 w 291953"/>
                <a:gd name="connsiteY46" fmla="*/ 0 h 292608"/>
                <a:gd name="connsiteX47" fmla="*/ 291953 w 291953"/>
                <a:gd name="connsiteY47" fmla="*/ 0 h 292608"/>
                <a:gd name="connsiteX48" fmla="*/ 291953 w 291953"/>
                <a:gd name="connsiteY48" fmla="*/ 6858 h 292608"/>
                <a:gd name="connsiteX0" fmla="*/ 274891 w 274891"/>
                <a:gd name="connsiteY0" fmla="*/ 292608 h 292608"/>
                <a:gd name="connsiteX1" fmla="*/ 103441 w 274891"/>
                <a:gd name="connsiteY1" fmla="*/ 292608 h 292608"/>
                <a:gd name="connsiteX2" fmla="*/ 103441 w 274891"/>
                <a:gd name="connsiteY2" fmla="*/ 285750 h 292608"/>
                <a:gd name="connsiteX3" fmla="*/ 274891 w 274891"/>
                <a:gd name="connsiteY3" fmla="*/ 285750 h 292608"/>
                <a:gd name="connsiteX4" fmla="*/ 274891 w 274891"/>
                <a:gd name="connsiteY4" fmla="*/ 292608 h 292608"/>
                <a:gd name="connsiteX5" fmla="*/ 49720 w 274891"/>
                <a:gd name="connsiteY5" fmla="*/ 32004 h 292608"/>
                <a:gd name="connsiteX6" fmla="*/ 0 w 274891"/>
                <a:gd name="connsiteY6" fmla="*/ 260604 h 292608"/>
                <a:gd name="connsiteX7" fmla="*/ 49720 w 274891"/>
                <a:gd name="connsiteY7" fmla="*/ 32004 h 292608"/>
                <a:gd name="connsiteX8" fmla="*/ 274891 w 274891"/>
                <a:gd name="connsiteY8" fmla="*/ 264033 h 292608"/>
                <a:gd name="connsiteX9" fmla="*/ 103441 w 274891"/>
                <a:gd name="connsiteY9" fmla="*/ 264033 h 292608"/>
                <a:gd name="connsiteX10" fmla="*/ 103441 w 274891"/>
                <a:gd name="connsiteY10" fmla="*/ 257175 h 292608"/>
                <a:gd name="connsiteX11" fmla="*/ 274891 w 274891"/>
                <a:gd name="connsiteY11" fmla="*/ 257175 h 292608"/>
                <a:gd name="connsiteX12" fmla="*/ 274891 w 274891"/>
                <a:gd name="connsiteY12" fmla="*/ 264033 h 292608"/>
                <a:gd name="connsiteX13" fmla="*/ 274891 w 274891"/>
                <a:gd name="connsiteY13" fmla="*/ 235458 h 292608"/>
                <a:gd name="connsiteX14" fmla="*/ 103441 w 274891"/>
                <a:gd name="connsiteY14" fmla="*/ 235458 h 292608"/>
                <a:gd name="connsiteX15" fmla="*/ 103441 w 274891"/>
                <a:gd name="connsiteY15" fmla="*/ 228600 h 292608"/>
                <a:gd name="connsiteX16" fmla="*/ 274891 w 274891"/>
                <a:gd name="connsiteY16" fmla="*/ 228600 h 292608"/>
                <a:gd name="connsiteX17" fmla="*/ 274891 w 274891"/>
                <a:gd name="connsiteY17" fmla="*/ 235458 h 292608"/>
                <a:gd name="connsiteX18" fmla="*/ 274891 w 274891"/>
                <a:gd name="connsiteY18" fmla="*/ 178308 h 292608"/>
                <a:gd name="connsiteX19" fmla="*/ 103441 w 274891"/>
                <a:gd name="connsiteY19" fmla="*/ 178308 h 292608"/>
                <a:gd name="connsiteX20" fmla="*/ 103441 w 274891"/>
                <a:gd name="connsiteY20" fmla="*/ 171450 h 292608"/>
                <a:gd name="connsiteX21" fmla="*/ 274891 w 274891"/>
                <a:gd name="connsiteY21" fmla="*/ 171450 h 292608"/>
                <a:gd name="connsiteX22" fmla="*/ 274891 w 274891"/>
                <a:gd name="connsiteY22" fmla="*/ 178308 h 292608"/>
                <a:gd name="connsiteX23" fmla="*/ 274891 w 274891"/>
                <a:gd name="connsiteY23" fmla="*/ 149733 h 292608"/>
                <a:gd name="connsiteX24" fmla="*/ 103441 w 274891"/>
                <a:gd name="connsiteY24" fmla="*/ 149733 h 292608"/>
                <a:gd name="connsiteX25" fmla="*/ 103441 w 274891"/>
                <a:gd name="connsiteY25" fmla="*/ 142875 h 292608"/>
                <a:gd name="connsiteX26" fmla="*/ 274891 w 274891"/>
                <a:gd name="connsiteY26" fmla="*/ 142875 h 292608"/>
                <a:gd name="connsiteX27" fmla="*/ 274891 w 274891"/>
                <a:gd name="connsiteY27" fmla="*/ 149733 h 292608"/>
                <a:gd name="connsiteX28" fmla="*/ 274891 w 274891"/>
                <a:gd name="connsiteY28" fmla="*/ 121158 h 292608"/>
                <a:gd name="connsiteX29" fmla="*/ 103441 w 274891"/>
                <a:gd name="connsiteY29" fmla="*/ 121158 h 292608"/>
                <a:gd name="connsiteX30" fmla="*/ 103441 w 274891"/>
                <a:gd name="connsiteY30" fmla="*/ 114300 h 292608"/>
                <a:gd name="connsiteX31" fmla="*/ 274891 w 274891"/>
                <a:gd name="connsiteY31" fmla="*/ 114300 h 292608"/>
                <a:gd name="connsiteX32" fmla="*/ 274891 w 274891"/>
                <a:gd name="connsiteY32" fmla="*/ 121158 h 292608"/>
                <a:gd name="connsiteX33" fmla="*/ 274891 w 274891"/>
                <a:gd name="connsiteY33" fmla="*/ 64008 h 292608"/>
                <a:gd name="connsiteX34" fmla="*/ 103441 w 274891"/>
                <a:gd name="connsiteY34" fmla="*/ 64008 h 292608"/>
                <a:gd name="connsiteX35" fmla="*/ 103441 w 274891"/>
                <a:gd name="connsiteY35" fmla="*/ 57150 h 292608"/>
                <a:gd name="connsiteX36" fmla="*/ 274891 w 274891"/>
                <a:gd name="connsiteY36" fmla="*/ 57150 h 292608"/>
                <a:gd name="connsiteX37" fmla="*/ 274891 w 274891"/>
                <a:gd name="connsiteY37" fmla="*/ 64008 h 292608"/>
                <a:gd name="connsiteX38" fmla="*/ 274891 w 274891"/>
                <a:gd name="connsiteY38" fmla="*/ 35433 h 292608"/>
                <a:gd name="connsiteX39" fmla="*/ 103441 w 274891"/>
                <a:gd name="connsiteY39" fmla="*/ 35433 h 292608"/>
                <a:gd name="connsiteX40" fmla="*/ 103441 w 274891"/>
                <a:gd name="connsiteY40" fmla="*/ 28575 h 292608"/>
                <a:gd name="connsiteX41" fmla="*/ 274891 w 274891"/>
                <a:gd name="connsiteY41" fmla="*/ 28575 h 292608"/>
                <a:gd name="connsiteX42" fmla="*/ 274891 w 274891"/>
                <a:gd name="connsiteY42" fmla="*/ 35433 h 292608"/>
                <a:gd name="connsiteX43" fmla="*/ 274891 w 274891"/>
                <a:gd name="connsiteY43" fmla="*/ 6858 h 292608"/>
                <a:gd name="connsiteX44" fmla="*/ 103441 w 274891"/>
                <a:gd name="connsiteY44" fmla="*/ 6858 h 292608"/>
                <a:gd name="connsiteX45" fmla="*/ 103441 w 274891"/>
                <a:gd name="connsiteY45" fmla="*/ 0 h 292608"/>
                <a:gd name="connsiteX46" fmla="*/ 274891 w 274891"/>
                <a:gd name="connsiteY46" fmla="*/ 0 h 292608"/>
                <a:gd name="connsiteX47" fmla="*/ 274891 w 274891"/>
                <a:gd name="connsiteY47" fmla="*/ 6858 h 292608"/>
                <a:gd name="connsiteX0" fmla="*/ 171450 w 171450"/>
                <a:gd name="connsiteY0" fmla="*/ 292608 h 292608"/>
                <a:gd name="connsiteX1" fmla="*/ 0 w 171450"/>
                <a:gd name="connsiteY1" fmla="*/ 292608 h 292608"/>
                <a:gd name="connsiteX2" fmla="*/ 0 w 171450"/>
                <a:gd name="connsiteY2" fmla="*/ 285750 h 292608"/>
                <a:gd name="connsiteX3" fmla="*/ 171450 w 171450"/>
                <a:gd name="connsiteY3" fmla="*/ 285750 h 292608"/>
                <a:gd name="connsiteX4" fmla="*/ 171450 w 171450"/>
                <a:gd name="connsiteY4" fmla="*/ 292608 h 292608"/>
                <a:gd name="connsiteX5" fmla="*/ 171450 w 171450"/>
                <a:gd name="connsiteY5" fmla="*/ 264033 h 292608"/>
                <a:gd name="connsiteX6" fmla="*/ 0 w 171450"/>
                <a:gd name="connsiteY6" fmla="*/ 264033 h 292608"/>
                <a:gd name="connsiteX7" fmla="*/ 0 w 171450"/>
                <a:gd name="connsiteY7" fmla="*/ 257175 h 292608"/>
                <a:gd name="connsiteX8" fmla="*/ 171450 w 171450"/>
                <a:gd name="connsiteY8" fmla="*/ 257175 h 292608"/>
                <a:gd name="connsiteX9" fmla="*/ 171450 w 171450"/>
                <a:gd name="connsiteY9" fmla="*/ 264033 h 292608"/>
                <a:gd name="connsiteX10" fmla="*/ 171450 w 171450"/>
                <a:gd name="connsiteY10" fmla="*/ 235458 h 292608"/>
                <a:gd name="connsiteX11" fmla="*/ 0 w 171450"/>
                <a:gd name="connsiteY11" fmla="*/ 235458 h 292608"/>
                <a:gd name="connsiteX12" fmla="*/ 0 w 171450"/>
                <a:gd name="connsiteY12" fmla="*/ 228600 h 292608"/>
                <a:gd name="connsiteX13" fmla="*/ 171450 w 171450"/>
                <a:gd name="connsiteY13" fmla="*/ 228600 h 292608"/>
                <a:gd name="connsiteX14" fmla="*/ 171450 w 171450"/>
                <a:gd name="connsiteY14" fmla="*/ 235458 h 292608"/>
                <a:gd name="connsiteX15" fmla="*/ 171450 w 171450"/>
                <a:gd name="connsiteY15" fmla="*/ 178308 h 292608"/>
                <a:gd name="connsiteX16" fmla="*/ 0 w 171450"/>
                <a:gd name="connsiteY16" fmla="*/ 178308 h 292608"/>
                <a:gd name="connsiteX17" fmla="*/ 0 w 171450"/>
                <a:gd name="connsiteY17" fmla="*/ 171450 h 292608"/>
                <a:gd name="connsiteX18" fmla="*/ 171450 w 171450"/>
                <a:gd name="connsiteY18" fmla="*/ 171450 h 292608"/>
                <a:gd name="connsiteX19" fmla="*/ 171450 w 171450"/>
                <a:gd name="connsiteY19" fmla="*/ 178308 h 292608"/>
                <a:gd name="connsiteX20" fmla="*/ 171450 w 171450"/>
                <a:gd name="connsiteY20" fmla="*/ 149733 h 292608"/>
                <a:gd name="connsiteX21" fmla="*/ 0 w 171450"/>
                <a:gd name="connsiteY21" fmla="*/ 149733 h 292608"/>
                <a:gd name="connsiteX22" fmla="*/ 0 w 171450"/>
                <a:gd name="connsiteY22" fmla="*/ 142875 h 292608"/>
                <a:gd name="connsiteX23" fmla="*/ 171450 w 171450"/>
                <a:gd name="connsiteY23" fmla="*/ 142875 h 292608"/>
                <a:gd name="connsiteX24" fmla="*/ 171450 w 171450"/>
                <a:gd name="connsiteY24" fmla="*/ 149733 h 292608"/>
                <a:gd name="connsiteX25" fmla="*/ 171450 w 171450"/>
                <a:gd name="connsiteY25" fmla="*/ 121158 h 292608"/>
                <a:gd name="connsiteX26" fmla="*/ 0 w 171450"/>
                <a:gd name="connsiteY26" fmla="*/ 121158 h 292608"/>
                <a:gd name="connsiteX27" fmla="*/ 0 w 171450"/>
                <a:gd name="connsiteY27" fmla="*/ 114300 h 292608"/>
                <a:gd name="connsiteX28" fmla="*/ 171450 w 171450"/>
                <a:gd name="connsiteY28" fmla="*/ 114300 h 292608"/>
                <a:gd name="connsiteX29" fmla="*/ 171450 w 171450"/>
                <a:gd name="connsiteY29" fmla="*/ 121158 h 292608"/>
                <a:gd name="connsiteX30" fmla="*/ 171450 w 171450"/>
                <a:gd name="connsiteY30" fmla="*/ 64008 h 292608"/>
                <a:gd name="connsiteX31" fmla="*/ 0 w 171450"/>
                <a:gd name="connsiteY31" fmla="*/ 64008 h 292608"/>
                <a:gd name="connsiteX32" fmla="*/ 0 w 171450"/>
                <a:gd name="connsiteY32" fmla="*/ 57150 h 292608"/>
                <a:gd name="connsiteX33" fmla="*/ 171450 w 171450"/>
                <a:gd name="connsiteY33" fmla="*/ 57150 h 292608"/>
                <a:gd name="connsiteX34" fmla="*/ 171450 w 171450"/>
                <a:gd name="connsiteY34" fmla="*/ 64008 h 292608"/>
                <a:gd name="connsiteX35" fmla="*/ 171450 w 171450"/>
                <a:gd name="connsiteY35" fmla="*/ 35433 h 292608"/>
                <a:gd name="connsiteX36" fmla="*/ 0 w 171450"/>
                <a:gd name="connsiteY36" fmla="*/ 35433 h 292608"/>
                <a:gd name="connsiteX37" fmla="*/ 0 w 171450"/>
                <a:gd name="connsiteY37" fmla="*/ 28575 h 292608"/>
                <a:gd name="connsiteX38" fmla="*/ 171450 w 171450"/>
                <a:gd name="connsiteY38" fmla="*/ 28575 h 292608"/>
                <a:gd name="connsiteX39" fmla="*/ 171450 w 171450"/>
                <a:gd name="connsiteY39" fmla="*/ 35433 h 292608"/>
                <a:gd name="connsiteX40" fmla="*/ 171450 w 171450"/>
                <a:gd name="connsiteY40" fmla="*/ 6858 h 292608"/>
                <a:gd name="connsiteX41" fmla="*/ 0 w 171450"/>
                <a:gd name="connsiteY41" fmla="*/ 6858 h 292608"/>
                <a:gd name="connsiteX42" fmla="*/ 0 w 171450"/>
                <a:gd name="connsiteY42" fmla="*/ 0 h 292608"/>
                <a:gd name="connsiteX43" fmla="*/ 171450 w 171450"/>
                <a:gd name="connsiteY43" fmla="*/ 0 h 292608"/>
                <a:gd name="connsiteX44" fmla="*/ 171450 w 171450"/>
                <a:gd name="connsiteY44" fmla="*/ 6858 h 29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71450" h="292608">
                  <a:moveTo>
                    <a:pt x="171450" y="292608"/>
                  </a:moveTo>
                  <a:lnTo>
                    <a:pt x="0" y="292608"/>
                  </a:lnTo>
                  <a:lnTo>
                    <a:pt x="0" y="285750"/>
                  </a:lnTo>
                  <a:lnTo>
                    <a:pt x="171450" y="285750"/>
                  </a:lnTo>
                  <a:lnTo>
                    <a:pt x="171450" y="292608"/>
                  </a:lnTo>
                  <a:close/>
                  <a:moveTo>
                    <a:pt x="171450" y="264033"/>
                  </a:moveTo>
                  <a:lnTo>
                    <a:pt x="0" y="264033"/>
                  </a:lnTo>
                  <a:lnTo>
                    <a:pt x="0" y="257175"/>
                  </a:lnTo>
                  <a:lnTo>
                    <a:pt x="171450" y="257175"/>
                  </a:lnTo>
                  <a:lnTo>
                    <a:pt x="171450" y="264033"/>
                  </a:lnTo>
                  <a:close/>
                  <a:moveTo>
                    <a:pt x="171450" y="235458"/>
                  </a:moveTo>
                  <a:lnTo>
                    <a:pt x="0" y="235458"/>
                  </a:lnTo>
                  <a:lnTo>
                    <a:pt x="0" y="228600"/>
                  </a:lnTo>
                  <a:lnTo>
                    <a:pt x="171450" y="228600"/>
                  </a:lnTo>
                  <a:lnTo>
                    <a:pt x="171450" y="235458"/>
                  </a:lnTo>
                  <a:close/>
                  <a:moveTo>
                    <a:pt x="171450" y="178308"/>
                  </a:moveTo>
                  <a:lnTo>
                    <a:pt x="0" y="178308"/>
                  </a:lnTo>
                  <a:lnTo>
                    <a:pt x="0" y="171450"/>
                  </a:lnTo>
                  <a:lnTo>
                    <a:pt x="171450" y="171450"/>
                  </a:lnTo>
                  <a:lnTo>
                    <a:pt x="171450" y="178308"/>
                  </a:lnTo>
                  <a:close/>
                  <a:moveTo>
                    <a:pt x="171450" y="149733"/>
                  </a:moveTo>
                  <a:lnTo>
                    <a:pt x="0" y="149733"/>
                  </a:lnTo>
                  <a:lnTo>
                    <a:pt x="0" y="142875"/>
                  </a:lnTo>
                  <a:lnTo>
                    <a:pt x="171450" y="142875"/>
                  </a:lnTo>
                  <a:lnTo>
                    <a:pt x="171450" y="149733"/>
                  </a:lnTo>
                  <a:close/>
                  <a:moveTo>
                    <a:pt x="171450" y="121158"/>
                  </a:moveTo>
                  <a:lnTo>
                    <a:pt x="0" y="121158"/>
                  </a:lnTo>
                  <a:lnTo>
                    <a:pt x="0" y="114300"/>
                  </a:lnTo>
                  <a:lnTo>
                    <a:pt x="171450" y="114300"/>
                  </a:lnTo>
                  <a:lnTo>
                    <a:pt x="171450" y="121158"/>
                  </a:lnTo>
                  <a:close/>
                  <a:moveTo>
                    <a:pt x="171450" y="64008"/>
                  </a:moveTo>
                  <a:lnTo>
                    <a:pt x="0" y="64008"/>
                  </a:lnTo>
                  <a:lnTo>
                    <a:pt x="0" y="57150"/>
                  </a:lnTo>
                  <a:lnTo>
                    <a:pt x="171450" y="57150"/>
                  </a:lnTo>
                  <a:lnTo>
                    <a:pt x="171450" y="64008"/>
                  </a:lnTo>
                  <a:close/>
                  <a:moveTo>
                    <a:pt x="171450" y="35433"/>
                  </a:moveTo>
                  <a:lnTo>
                    <a:pt x="0" y="35433"/>
                  </a:lnTo>
                  <a:lnTo>
                    <a:pt x="0" y="28575"/>
                  </a:lnTo>
                  <a:lnTo>
                    <a:pt x="171450" y="28575"/>
                  </a:lnTo>
                  <a:lnTo>
                    <a:pt x="171450" y="35433"/>
                  </a:lnTo>
                  <a:close/>
                  <a:moveTo>
                    <a:pt x="171450" y="6858"/>
                  </a:moveTo>
                  <a:lnTo>
                    <a:pt x="0" y="6858"/>
                  </a:lnTo>
                  <a:lnTo>
                    <a:pt x="0" y="0"/>
                  </a:lnTo>
                  <a:lnTo>
                    <a:pt x="171450" y="0"/>
                  </a:lnTo>
                  <a:lnTo>
                    <a:pt x="171450" y="6858"/>
                  </a:lnTo>
                  <a:close/>
                </a:path>
              </a:pathLst>
            </a:custGeom>
            <a:solidFill>
              <a:srgbClr val="0F62FE"/>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4292764066"/>
      </p:ext>
    </p:extLst>
  </p:cSld>
  <p:clrMapOvr>
    <a:masterClrMapping/>
  </p:clrMapOvr>
  <p:transition spd="med"/>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reeform 18">
            <a:extLst>
              <a:ext uri="{FF2B5EF4-FFF2-40B4-BE49-F238E27FC236}">
                <a16:creationId xmlns:a16="http://schemas.microsoft.com/office/drawing/2014/main" id="{C9A2B196-8A52-A696-C180-5C1566F5CDD8}"/>
              </a:ext>
            </a:extLst>
          </p:cNvPr>
          <p:cNvSpPr/>
          <p:nvPr/>
        </p:nvSpPr>
        <p:spPr>
          <a:xfrm>
            <a:off x="13138875" y="5155814"/>
            <a:ext cx="1148930" cy="1116766"/>
          </a:xfrm>
          <a:custGeom>
            <a:avLst/>
            <a:gdLst>
              <a:gd name="connsiteX0" fmla="*/ 861249 w 1148930"/>
              <a:gd name="connsiteY0" fmla="*/ 1072336 h 1116766"/>
              <a:gd name="connsiteX1" fmla="*/ 847823 w 1148930"/>
              <a:gd name="connsiteY1" fmla="*/ 1049035 h 1116766"/>
              <a:gd name="connsiteX2" fmla="*/ 1122003 w 1148930"/>
              <a:gd name="connsiteY2" fmla="*/ 574503 h 1116766"/>
              <a:gd name="connsiteX3" fmla="*/ 574465 w 1148930"/>
              <a:gd name="connsiteY3" fmla="*/ 26965 h 1116766"/>
              <a:gd name="connsiteX4" fmla="*/ 26928 w 1148930"/>
              <a:gd name="connsiteY4" fmla="*/ 574465 h 1116766"/>
              <a:gd name="connsiteX5" fmla="*/ 301146 w 1148930"/>
              <a:gd name="connsiteY5" fmla="*/ 1048998 h 1116766"/>
              <a:gd name="connsiteX6" fmla="*/ 287682 w 1148930"/>
              <a:gd name="connsiteY6" fmla="*/ 1072298 h 1116766"/>
              <a:gd name="connsiteX7" fmla="*/ 0 w 1148930"/>
              <a:gd name="connsiteY7" fmla="*/ 574465 h 1116766"/>
              <a:gd name="connsiteX8" fmla="*/ 574465 w 1148930"/>
              <a:gd name="connsiteY8" fmla="*/ 0 h 1116766"/>
              <a:gd name="connsiteX9" fmla="*/ 1148931 w 1148930"/>
              <a:gd name="connsiteY9" fmla="*/ 574465 h 1116766"/>
              <a:gd name="connsiteX10" fmla="*/ 861249 w 1148930"/>
              <a:gd name="connsiteY10" fmla="*/ 1072336 h 1116766"/>
              <a:gd name="connsiteX11" fmla="*/ 587742 w 1148930"/>
              <a:gd name="connsiteY11" fmla="*/ 873479 h 1116766"/>
              <a:gd name="connsiteX12" fmla="*/ 560814 w 1148930"/>
              <a:gd name="connsiteY12" fmla="*/ 873479 h 1116766"/>
              <a:gd name="connsiteX13" fmla="*/ 694894 w 1148930"/>
              <a:gd name="connsiteY13" fmla="*/ 629818 h 1116766"/>
              <a:gd name="connsiteX14" fmla="*/ 811133 w 1148930"/>
              <a:gd name="connsiteY14" fmla="*/ 427483 h 1116766"/>
              <a:gd name="connsiteX15" fmla="*/ 574802 w 1148930"/>
              <a:gd name="connsiteY15" fmla="*/ 213966 h 1116766"/>
              <a:gd name="connsiteX16" fmla="*/ 338433 w 1148930"/>
              <a:gd name="connsiteY16" fmla="*/ 451457 h 1116766"/>
              <a:gd name="connsiteX17" fmla="*/ 311543 w 1148930"/>
              <a:gd name="connsiteY17" fmla="*/ 451457 h 1116766"/>
              <a:gd name="connsiteX18" fmla="*/ 574839 w 1148930"/>
              <a:gd name="connsiteY18" fmla="*/ 187038 h 1116766"/>
              <a:gd name="connsiteX19" fmla="*/ 838136 w 1148930"/>
              <a:gd name="connsiteY19" fmla="*/ 427483 h 1116766"/>
              <a:gd name="connsiteX20" fmla="*/ 711051 w 1148930"/>
              <a:gd name="connsiteY20" fmla="*/ 651397 h 1116766"/>
              <a:gd name="connsiteX21" fmla="*/ 587742 w 1148930"/>
              <a:gd name="connsiteY21" fmla="*/ 873479 h 1116766"/>
              <a:gd name="connsiteX22" fmla="*/ 574465 w 1148930"/>
              <a:gd name="connsiteY22" fmla="*/ 1041967 h 1116766"/>
              <a:gd name="connsiteX23" fmla="*/ 537065 w 1148930"/>
              <a:gd name="connsiteY23" fmla="*/ 1079367 h 1116766"/>
              <a:gd name="connsiteX24" fmla="*/ 574465 w 1148930"/>
              <a:gd name="connsiteY24" fmla="*/ 1116767 h 1116766"/>
              <a:gd name="connsiteX25" fmla="*/ 611866 w 1148930"/>
              <a:gd name="connsiteY25" fmla="*/ 1079367 h 1116766"/>
              <a:gd name="connsiteX26" fmla="*/ 574465 w 1148930"/>
              <a:gd name="connsiteY26" fmla="*/ 1041967 h 111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48930" h="1116766">
                <a:moveTo>
                  <a:pt x="861249" y="1072336"/>
                </a:moveTo>
                <a:lnTo>
                  <a:pt x="847823" y="1049035"/>
                </a:lnTo>
                <a:cubicBezTo>
                  <a:pt x="1016946" y="951421"/>
                  <a:pt x="1122003" y="769544"/>
                  <a:pt x="1122003" y="574503"/>
                </a:cubicBezTo>
                <a:cubicBezTo>
                  <a:pt x="1122003" y="272572"/>
                  <a:pt x="876396" y="26965"/>
                  <a:pt x="574465" y="26965"/>
                </a:cubicBezTo>
                <a:cubicBezTo>
                  <a:pt x="272535" y="26928"/>
                  <a:pt x="26928" y="272535"/>
                  <a:pt x="26928" y="574465"/>
                </a:cubicBezTo>
                <a:cubicBezTo>
                  <a:pt x="26928" y="769544"/>
                  <a:pt x="132022" y="951384"/>
                  <a:pt x="301146" y="1048998"/>
                </a:cubicBezTo>
                <a:lnTo>
                  <a:pt x="287682" y="1072298"/>
                </a:lnTo>
                <a:cubicBezTo>
                  <a:pt x="110218" y="969897"/>
                  <a:pt x="0" y="779156"/>
                  <a:pt x="0" y="574465"/>
                </a:cubicBezTo>
                <a:cubicBezTo>
                  <a:pt x="0" y="257687"/>
                  <a:pt x="257687" y="0"/>
                  <a:pt x="574465" y="0"/>
                </a:cubicBezTo>
                <a:cubicBezTo>
                  <a:pt x="891244" y="0"/>
                  <a:pt x="1148931" y="257687"/>
                  <a:pt x="1148931" y="574465"/>
                </a:cubicBezTo>
                <a:cubicBezTo>
                  <a:pt x="1148931" y="779156"/>
                  <a:pt x="1038713" y="969897"/>
                  <a:pt x="861249" y="1072336"/>
                </a:cubicBezTo>
                <a:close/>
                <a:moveTo>
                  <a:pt x="587742" y="873479"/>
                </a:moveTo>
                <a:lnTo>
                  <a:pt x="560814" y="873479"/>
                </a:lnTo>
                <a:cubicBezTo>
                  <a:pt x="560814" y="729713"/>
                  <a:pt x="628995" y="678961"/>
                  <a:pt x="694894" y="629818"/>
                </a:cubicBezTo>
                <a:cubicBezTo>
                  <a:pt x="754697" y="585312"/>
                  <a:pt x="811133" y="543236"/>
                  <a:pt x="811133" y="427483"/>
                </a:cubicBezTo>
                <a:cubicBezTo>
                  <a:pt x="811133" y="303764"/>
                  <a:pt x="711761" y="213966"/>
                  <a:pt x="574802" y="213966"/>
                </a:cubicBezTo>
                <a:cubicBezTo>
                  <a:pt x="444463" y="213966"/>
                  <a:pt x="338433" y="320519"/>
                  <a:pt x="338433" y="451457"/>
                </a:cubicBezTo>
                <a:lnTo>
                  <a:pt x="311543" y="451457"/>
                </a:lnTo>
                <a:cubicBezTo>
                  <a:pt x="311543" y="305671"/>
                  <a:pt x="429652" y="187038"/>
                  <a:pt x="574839" y="187038"/>
                </a:cubicBezTo>
                <a:cubicBezTo>
                  <a:pt x="727394" y="187038"/>
                  <a:pt x="838136" y="288168"/>
                  <a:pt x="838136" y="427483"/>
                </a:cubicBezTo>
                <a:cubicBezTo>
                  <a:pt x="838136" y="556738"/>
                  <a:pt x="773471" y="604872"/>
                  <a:pt x="711051" y="651397"/>
                </a:cubicBezTo>
                <a:cubicBezTo>
                  <a:pt x="647620" y="698634"/>
                  <a:pt x="587742" y="743252"/>
                  <a:pt x="587742" y="873479"/>
                </a:cubicBezTo>
                <a:close/>
                <a:moveTo>
                  <a:pt x="574465" y="1041967"/>
                </a:moveTo>
                <a:cubicBezTo>
                  <a:pt x="553821" y="1041967"/>
                  <a:pt x="537065" y="1058722"/>
                  <a:pt x="537065" y="1079367"/>
                </a:cubicBezTo>
                <a:cubicBezTo>
                  <a:pt x="537065" y="1100012"/>
                  <a:pt x="553821" y="1116767"/>
                  <a:pt x="574465" y="1116767"/>
                </a:cubicBezTo>
                <a:cubicBezTo>
                  <a:pt x="595110" y="1116767"/>
                  <a:pt x="611866" y="1100012"/>
                  <a:pt x="611866" y="1079367"/>
                </a:cubicBezTo>
                <a:cubicBezTo>
                  <a:pt x="611866" y="1058722"/>
                  <a:pt x="595110" y="1041967"/>
                  <a:pt x="574465" y="1041967"/>
                </a:cubicBezTo>
                <a:close/>
              </a:path>
            </a:pathLst>
          </a:custGeom>
          <a:solidFill>
            <a:srgbClr val="0F62FE"/>
          </a:solidFill>
          <a:ln w="37207"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81BFAA95-43D2-1607-4817-7EE86F217408}"/>
              </a:ext>
            </a:extLst>
          </p:cNvPr>
          <p:cNvSpPr/>
          <p:nvPr/>
        </p:nvSpPr>
        <p:spPr>
          <a:xfrm>
            <a:off x="21488470" y="5155813"/>
            <a:ext cx="1148927" cy="1148927"/>
          </a:xfrm>
          <a:custGeom>
            <a:avLst/>
            <a:gdLst>
              <a:gd name="connsiteX0" fmla="*/ 574464 w 1148927"/>
              <a:gd name="connsiteY0" fmla="*/ 1148927 h 1148927"/>
              <a:gd name="connsiteX1" fmla="*/ 0 w 1148927"/>
              <a:gd name="connsiteY1" fmla="*/ 574464 h 1148927"/>
              <a:gd name="connsiteX2" fmla="*/ 574464 w 1148927"/>
              <a:gd name="connsiteY2" fmla="*/ 0 h 1148927"/>
              <a:gd name="connsiteX3" fmla="*/ 1148927 w 1148927"/>
              <a:gd name="connsiteY3" fmla="*/ 574464 h 1148927"/>
              <a:gd name="connsiteX4" fmla="*/ 574464 w 1148927"/>
              <a:gd name="connsiteY4" fmla="*/ 1148927 h 1148927"/>
              <a:gd name="connsiteX5" fmla="*/ 574464 w 1148927"/>
              <a:gd name="connsiteY5" fmla="*/ 26928 h 1148927"/>
              <a:gd name="connsiteX6" fmla="*/ 26928 w 1148927"/>
              <a:gd name="connsiteY6" fmla="*/ 574464 h 1148927"/>
              <a:gd name="connsiteX7" fmla="*/ 574464 w 1148927"/>
              <a:gd name="connsiteY7" fmla="*/ 1121999 h 1148927"/>
              <a:gd name="connsiteX8" fmla="*/ 1121999 w 1148927"/>
              <a:gd name="connsiteY8" fmla="*/ 574464 h 1148927"/>
              <a:gd name="connsiteX9" fmla="*/ 574464 w 1148927"/>
              <a:gd name="connsiteY9" fmla="*/ 26928 h 1148927"/>
              <a:gd name="connsiteX10" fmla="*/ 649263 w 1148927"/>
              <a:gd name="connsiteY10" fmla="*/ 924527 h 1148927"/>
              <a:gd name="connsiteX11" fmla="*/ 312664 w 1148927"/>
              <a:gd name="connsiteY11" fmla="*/ 924527 h 1148927"/>
              <a:gd name="connsiteX12" fmla="*/ 312664 w 1148927"/>
              <a:gd name="connsiteY12" fmla="*/ 897599 h 1148927"/>
              <a:gd name="connsiteX13" fmla="*/ 649263 w 1148927"/>
              <a:gd name="connsiteY13" fmla="*/ 897599 h 1148927"/>
              <a:gd name="connsiteX14" fmla="*/ 649263 w 1148927"/>
              <a:gd name="connsiteY14" fmla="*/ 924527 h 1148927"/>
              <a:gd name="connsiteX15" fmla="*/ 798863 w 1148927"/>
              <a:gd name="connsiteY15" fmla="*/ 812327 h 1148927"/>
              <a:gd name="connsiteX16" fmla="*/ 312664 w 1148927"/>
              <a:gd name="connsiteY16" fmla="*/ 812327 h 1148927"/>
              <a:gd name="connsiteX17" fmla="*/ 312664 w 1148927"/>
              <a:gd name="connsiteY17" fmla="*/ 785399 h 1148927"/>
              <a:gd name="connsiteX18" fmla="*/ 798863 w 1148927"/>
              <a:gd name="connsiteY18" fmla="*/ 785399 h 1148927"/>
              <a:gd name="connsiteX19" fmla="*/ 798863 w 1148927"/>
              <a:gd name="connsiteY19" fmla="*/ 812327 h 1148927"/>
              <a:gd name="connsiteX20" fmla="*/ 649263 w 1148927"/>
              <a:gd name="connsiteY20" fmla="*/ 700127 h 1148927"/>
              <a:gd name="connsiteX21" fmla="*/ 312664 w 1148927"/>
              <a:gd name="connsiteY21" fmla="*/ 700127 h 1148927"/>
              <a:gd name="connsiteX22" fmla="*/ 312664 w 1148927"/>
              <a:gd name="connsiteY22" fmla="*/ 673199 h 1148927"/>
              <a:gd name="connsiteX23" fmla="*/ 649263 w 1148927"/>
              <a:gd name="connsiteY23" fmla="*/ 673199 h 1148927"/>
              <a:gd name="connsiteX24" fmla="*/ 649263 w 1148927"/>
              <a:gd name="connsiteY24" fmla="*/ 700127 h 1148927"/>
              <a:gd name="connsiteX25" fmla="*/ 836263 w 1148927"/>
              <a:gd name="connsiteY25" fmla="*/ 587928 h 1148927"/>
              <a:gd name="connsiteX26" fmla="*/ 312664 w 1148927"/>
              <a:gd name="connsiteY26" fmla="*/ 587928 h 1148927"/>
              <a:gd name="connsiteX27" fmla="*/ 312664 w 1148927"/>
              <a:gd name="connsiteY27" fmla="*/ 561000 h 1148927"/>
              <a:gd name="connsiteX28" fmla="*/ 836263 w 1148927"/>
              <a:gd name="connsiteY28" fmla="*/ 561000 h 1148927"/>
              <a:gd name="connsiteX29" fmla="*/ 836263 w 1148927"/>
              <a:gd name="connsiteY29" fmla="*/ 587928 h 1148927"/>
              <a:gd name="connsiteX30" fmla="*/ 724063 w 1148927"/>
              <a:gd name="connsiteY30" fmla="*/ 475728 h 1148927"/>
              <a:gd name="connsiteX31" fmla="*/ 312664 w 1148927"/>
              <a:gd name="connsiteY31" fmla="*/ 475728 h 1148927"/>
              <a:gd name="connsiteX32" fmla="*/ 312664 w 1148927"/>
              <a:gd name="connsiteY32" fmla="*/ 448800 h 1148927"/>
              <a:gd name="connsiteX33" fmla="*/ 724063 w 1148927"/>
              <a:gd name="connsiteY33" fmla="*/ 448800 h 1148927"/>
              <a:gd name="connsiteX34" fmla="*/ 724063 w 1148927"/>
              <a:gd name="connsiteY34" fmla="*/ 475728 h 1148927"/>
              <a:gd name="connsiteX35" fmla="*/ 537064 w 1148927"/>
              <a:gd name="connsiteY35" fmla="*/ 363528 h 1148927"/>
              <a:gd name="connsiteX36" fmla="*/ 312664 w 1148927"/>
              <a:gd name="connsiteY36" fmla="*/ 363528 h 1148927"/>
              <a:gd name="connsiteX37" fmla="*/ 312664 w 1148927"/>
              <a:gd name="connsiteY37" fmla="*/ 336600 h 1148927"/>
              <a:gd name="connsiteX38" fmla="*/ 537064 w 1148927"/>
              <a:gd name="connsiteY38" fmla="*/ 336600 h 1148927"/>
              <a:gd name="connsiteX39" fmla="*/ 537064 w 1148927"/>
              <a:gd name="connsiteY39" fmla="*/ 363528 h 1148927"/>
              <a:gd name="connsiteX40" fmla="*/ 724063 w 1148927"/>
              <a:gd name="connsiteY40" fmla="*/ 251328 h 1148927"/>
              <a:gd name="connsiteX41" fmla="*/ 312664 w 1148927"/>
              <a:gd name="connsiteY41" fmla="*/ 251328 h 1148927"/>
              <a:gd name="connsiteX42" fmla="*/ 312664 w 1148927"/>
              <a:gd name="connsiteY42" fmla="*/ 224400 h 1148927"/>
              <a:gd name="connsiteX43" fmla="*/ 724063 w 1148927"/>
              <a:gd name="connsiteY43" fmla="*/ 224400 h 1148927"/>
              <a:gd name="connsiteX44" fmla="*/ 724063 w 1148927"/>
              <a:gd name="connsiteY44" fmla="*/ 251328 h 114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48927" h="1148927">
                <a:moveTo>
                  <a:pt x="574464" y="1148927"/>
                </a:moveTo>
                <a:cubicBezTo>
                  <a:pt x="257686" y="1148927"/>
                  <a:pt x="0" y="891241"/>
                  <a:pt x="0" y="574464"/>
                </a:cubicBezTo>
                <a:cubicBezTo>
                  <a:pt x="0" y="257686"/>
                  <a:pt x="257686" y="0"/>
                  <a:pt x="574464" y="0"/>
                </a:cubicBezTo>
                <a:cubicBezTo>
                  <a:pt x="891241" y="0"/>
                  <a:pt x="1148927" y="257686"/>
                  <a:pt x="1148927" y="574464"/>
                </a:cubicBezTo>
                <a:cubicBezTo>
                  <a:pt x="1148927" y="891241"/>
                  <a:pt x="891241" y="1148927"/>
                  <a:pt x="574464" y="1148927"/>
                </a:cubicBezTo>
                <a:close/>
                <a:moveTo>
                  <a:pt x="574464" y="26928"/>
                </a:moveTo>
                <a:cubicBezTo>
                  <a:pt x="272534" y="26928"/>
                  <a:pt x="26928" y="272534"/>
                  <a:pt x="26928" y="574464"/>
                </a:cubicBezTo>
                <a:cubicBezTo>
                  <a:pt x="26928" y="876356"/>
                  <a:pt x="272534" y="1121999"/>
                  <a:pt x="574464" y="1121999"/>
                </a:cubicBezTo>
                <a:cubicBezTo>
                  <a:pt x="876356" y="1121999"/>
                  <a:pt x="1121999" y="876393"/>
                  <a:pt x="1121999" y="574464"/>
                </a:cubicBezTo>
                <a:cubicBezTo>
                  <a:pt x="1121999" y="272534"/>
                  <a:pt x="876356" y="26928"/>
                  <a:pt x="574464" y="26928"/>
                </a:cubicBezTo>
                <a:close/>
                <a:moveTo>
                  <a:pt x="649263" y="924527"/>
                </a:moveTo>
                <a:lnTo>
                  <a:pt x="312664" y="924527"/>
                </a:lnTo>
                <a:lnTo>
                  <a:pt x="312664" y="897599"/>
                </a:lnTo>
                <a:lnTo>
                  <a:pt x="649263" y="897599"/>
                </a:lnTo>
                <a:lnTo>
                  <a:pt x="649263" y="924527"/>
                </a:lnTo>
                <a:close/>
                <a:moveTo>
                  <a:pt x="798863" y="812327"/>
                </a:moveTo>
                <a:lnTo>
                  <a:pt x="312664" y="812327"/>
                </a:lnTo>
                <a:lnTo>
                  <a:pt x="312664" y="785399"/>
                </a:lnTo>
                <a:lnTo>
                  <a:pt x="798863" y="785399"/>
                </a:lnTo>
                <a:lnTo>
                  <a:pt x="798863" y="812327"/>
                </a:lnTo>
                <a:close/>
                <a:moveTo>
                  <a:pt x="649263" y="700127"/>
                </a:moveTo>
                <a:lnTo>
                  <a:pt x="312664" y="700127"/>
                </a:lnTo>
                <a:lnTo>
                  <a:pt x="312664" y="673199"/>
                </a:lnTo>
                <a:lnTo>
                  <a:pt x="649263" y="673199"/>
                </a:lnTo>
                <a:lnTo>
                  <a:pt x="649263" y="700127"/>
                </a:lnTo>
                <a:close/>
                <a:moveTo>
                  <a:pt x="836263" y="587928"/>
                </a:moveTo>
                <a:lnTo>
                  <a:pt x="312664" y="587928"/>
                </a:lnTo>
                <a:lnTo>
                  <a:pt x="312664" y="561000"/>
                </a:lnTo>
                <a:lnTo>
                  <a:pt x="836263" y="561000"/>
                </a:lnTo>
                <a:lnTo>
                  <a:pt x="836263" y="587928"/>
                </a:lnTo>
                <a:close/>
                <a:moveTo>
                  <a:pt x="724063" y="475728"/>
                </a:moveTo>
                <a:lnTo>
                  <a:pt x="312664" y="475728"/>
                </a:lnTo>
                <a:lnTo>
                  <a:pt x="312664" y="448800"/>
                </a:lnTo>
                <a:lnTo>
                  <a:pt x="724063" y="448800"/>
                </a:lnTo>
                <a:lnTo>
                  <a:pt x="724063" y="475728"/>
                </a:lnTo>
                <a:close/>
                <a:moveTo>
                  <a:pt x="537064" y="363528"/>
                </a:moveTo>
                <a:lnTo>
                  <a:pt x="312664" y="363528"/>
                </a:lnTo>
                <a:lnTo>
                  <a:pt x="312664" y="336600"/>
                </a:lnTo>
                <a:lnTo>
                  <a:pt x="537064" y="336600"/>
                </a:lnTo>
                <a:lnTo>
                  <a:pt x="537064" y="363528"/>
                </a:lnTo>
                <a:close/>
                <a:moveTo>
                  <a:pt x="724063" y="251328"/>
                </a:moveTo>
                <a:lnTo>
                  <a:pt x="312664" y="251328"/>
                </a:lnTo>
                <a:lnTo>
                  <a:pt x="312664" y="224400"/>
                </a:lnTo>
                <a:lnTo>
                  <a:pt x="724063" y="224400"/>
                </a:lnTo>
                <a:lnTo>
                  <a:pt x="724063" y="251328"/>
                </a:lnTo>
                <a:close/>
              </a:path>
            </a:pathLst>
          </a:custGeom>
          <a:solidFill>
            <a:srgbClr val="0F62FE"/>
          </a:solidFill>
          <a:ln w="37207" cap="flat">
            <a:noFill/>
            <a:prstDash val="solid"/>
            <a:miter/>
          </a:ln>
        </p:spPr>
        <p:txBody>
          <a:bodyPr rtlCol="0" anchor="ctr"/>
          <a:lstStyle/>
          <a:p>
            <a:endParaRPr lang="en-US"/>
          </a:p>
        </p:txBody>
      </p:sp>
      <p:sp>
        <p:nvSpPr>
          <p:cNvPr id="265" name="Rectangle 264">
            <a:extLst>
              <a:ext uri="{FF2B5EF4-FFF2-40B4-BE49-F238E27FC236}">
                <a16:creationId xmlns:a16="http://schemas.microsoft.com/office/drawing/2014/main" id="{AF44527C-38C4-6BC5-8AD0-83B4D7AE8E42}"/>
              </a:ext>
            </a:extLst>
          </p:cNvPr>
          <p:cNvSpPr/>
          <p:nvPr/>
        </p:nvSpPr>
        <p:spPr bwMode="auto">
          <a:xfrm>
            <a:off x="0" y="19528"/>
            <a:ext cx="12193587" cy="13716000"/>
          </a:xfrm>
          <a:prstGeom prst="rect">
            <a:avLst/>
          </a:prstGeom>
          <a:solidFill>
            <a:srgbClr val="E5F6FF"/>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109E0E9A-490F-C13C-36E3-DCEF1CF7F75B}"/>
              </a:ext>
            </a:extLst>
          </p:cNvPr>
          <p:cNvSpPr>
            <a:spLocks noGrp="1"/>
          </p:cNvSpPr>
          <p:nvPr>
            <p:ph type="title"/>
          </p:nvPr>
        </p:nvSpPr>
        <p:spPr>
          <a:xfrm>
            <a:off x="576071" y="577850"/>
            <a:ext cx="10591281" cy="1334398"/>
          </a:xfrm>
        </p:spPr>
        <p:txBody>
          <a:bodyPr/>
          <a:lstStyle/>
          <a:p>
            <a:r>
              <a:rPr lang="en-US" dirty="0"/>
              <a:t>Foundation model usage</a:t>
            </a:r>
            <a:br>
              <a:rPr lang="en-US" dirty="0"/>
            </a:br>
            <a:r>
              <a:rPr lang="en-US" sz="4800" i="1" dirty="0"/>
              <a:t>Fine tuning</a:t>
            </a:r>
            <a:endParaRPr lang="en-US" i="1" dirty="0"/>
          </a:p>
        </p:txBody>
      </p:sp>
      <p:sp>
        <p:nvSpPr>
          <p:cNvPr id="34" name="Rectangle 33">
            <a:extLst>
              <a:ext uri="{FF2B5EF4-FFF2-40B4-BE49-F238E27FC236}">
                <a16:creationId xmlns:a16="http://schemas.microsoft.com/office/drawing/2014/main" id="{118928A1-5B24-A21A-9EF7-A90BA60A1A07}"/>
              </a:ext>
            </a:extLst>
          </p:cNvPr>
          <p:cNvSpPr>
            <a:spLocks noChangeAspect="1"/>
          </p:cNvSpPr>
          <p:nvPr/>
        </p:nvSpPr>
        <p:spPr bwMode="auto">
          <a:xfrm>
            <a:off x="16789135" y="4874197"/>
            <a:ext cx="1712587" cy="1712587"/>
          </a:xfrm>
          <a:prstGeom prst="rect">
            <a:avLst/>
          </a:prstGeom>
          <a:solidFill>
            <a:srgbClr val="F4F4F4"/>
          </a:solidFill>
          <a:ln w="28575">
            <a:solidFill>
              <a:schemeClr val="tx1"/>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grpSp>
        <p:nvGrpSpPr>
          <p:cNvPr id="28" name="Group 27">
            <a:extLst>
              <a:ext uri="{FF2B5EF4-FFF2-40B4-BE49-F238E27FC236}">
                <a16:creationId xmlns:a16="http://schemas.microsoft.com/office/drawing/2014/main" id="{C1187C15-C180-1898-0CAB-1656AB4D8676}"/>
              </a:ext>
            </a:extLst>
          </p:cNvPr>
          <p:cNvGrpSpPr/>
          <p:nvPr/>
        </p:nvGrpSpPr>
        <p:grpSpPr>
          <a:xfrm>
            <a:off x="17031332" y="5241802"/>
            <a:ext cx="1228193" cy="977377"/>
            <a:chOff x="17031332" y="5241802"/>
            <a:chExt cx="1228193" cy="977377"/>
          </a:xfrm>
        </p:grpSpPr>
        <p:sp>
          <p:nvSpPr>
            <p:cNvPr id="30" name="Freeform 29">
              <a:extLst>
                <a:ext uri="{FF2B5EF4-FFF2-40B4-BE49-F238E27FC236}">
                  <a16:creationId xmlns:a16="http://schemas.microsoft.com/office/drawing/2014/main" id="{C6730262-4E05-B701-993A-14CFCA557EA3}"/>
                </a:ext>
              </a:extLst>
            </p:cNvPr>
            <p:cNvSpPr/>
            <p:nvPr/>
          </p:nvSpPr>
          <p:spPr>
            <a:xfrm rot="408157">
              <a:off x="17031332" y="5241802"/>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E66E0CF2-3906-9AB5-152A-69074BB6B749}"/>
                </a:ext>
              </a:extLst>
            </p:cNvPr>
            <p:cNvSpPr>
              <a:spLocks noChangeAspect="1"/>
            </p:cNvSpPr>
            <p:nvPr/>
          </p:nvSpPr>
          <p:spPr>
            <a:xfrm rot="1829499">
              <a:off x="17820096" y="5779750"/>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grpSp>
      <p:sp>
        <p:nvSpPr>
          <p:cNvPr id="38" name="TextBox 37">
            <a:extLst>
              <a:ext uri="{FF2B5EF4-FFF2-40B4-BE49-F238E27FC236}">
                <a16:creationId xmlns:a16="http://schemas.microsoft.com/office/drawing/2014/main" id="{ECCE9295-2C69-0EA6-359C-382165D1453D}"/>
              </a:ext>
            </a:extLst>
          </p:cNvPr>
          <p:cNvSpPr txBox="1"/>
          <p:nvPr/>
        </p:nvSpPr>
        <p:spPr>
          <a:xfrm>
            <a:off x="15680755" y="3380398"/>
            <a:ext cx="3959560" cy="107721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Deployed fine-tuned foundation model</a:t>
            </a:r>
          </a:p>
        </p:txBody>
      </p:sp>
      <p:sp>
        <p:nvSpPr>
          <p:cNvPr id="52" name="TextBox 51">
            <a:extLst>
              <a:ext uri="{FF2B5EF4-FFF2-40B4-BE49-F238E27FC236}">
                <a16:creationId xmlns:a16="http://schemas.microsoft.com/office/drawing/2014/main" id="{69A9B97B-C7C4-87DB-86D7-5D6D24EEC3A2}"/>
              </a:ext>
            </a:extLst>
          </p:cNvPr>
          <p:cNvSpPr txBox="1"/>
          <p:nvPr/>
        </p:nvSpPr>
        <p:spPr>
          <a:xfrm>
            <a:off x="20239864" y="3380398"/>
            <a:ext cx="3560027"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Output</a:t>
            </a:r>
          </a:p>
          <a:p>
            <a:pPr algn="ctr"/>
            <a:r>
              <a:rPr lang="en-US" sz="2800" i="1" dirty="0">
                <a:solidFill>
                  <a:schemeClr val="bg2"/>
                </a:solidFill>
              </a:rPr>
              <a:t>answer</a:t>
            </a:r>
          </a:p>
        </p:txBody>
      </p:sp>
      <p:sp>
        <p:nvSpPr>
          <p:cNvPr id="90" name="Rectangle 89">
            <a:extLst>
              <a:ext uri="{FF2B5EF4-FFF2-40B4-BE49-F238E27FC236}">
                <a16:creationId xmlns:a16="http://schemas.microsoft.com/office/drawing/2014/main" id="{3E3F50EF-64D9-E33F-0BF0-E8E86264260A}"/>
              </a:ext>
            </a:extLst>
          </p:cNvPr>
          <p:cNvSpPr>
            <a:spLocks noChangeAspect="1"/>
          </p:cNvSpPr>
          <p:nvPr/>
        </p:nvSpPr>
        <p:spPr bwMode="auto">
          <a:xfrm>
            <a:off x="12763502" y="8388325"/>
            <a:ext cx="11048211" cy="3732633"/>
          </a:xfrm>
          <a:prstGeom prst="rect">
            <a:avLst/>
          </a:prstGeom>
          <a:solidFill>
            <a:schemeClr val="bg1"/>
          </a:solidFill>
          <a:ln w="28575">
            <a:solidFill>
              <a:schemeClr val="tx1"/>
            </a:solidFill>
            <a:prstDash val="sysDot"/>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252" name="TextBox 251">
            <a:extLst>
              <a:ext uri="{FF2B5EF4-FFF2-40B4-BE49-F238E27FC236}">
                <a16:creationId xmlns:a16="http://schemas.microsoft.com/office/drawing/2014/main" id="{92913375-B2AD-EA19-40DE-EC35CFE75D36}"/>
              </a:ext>
            </a:extLst>
          </p:cNvPr>
          <p:cNvSpPr txBox="1"/>
          <p:nvPr/>
        </p:nvSpPr>
        <p:spPr>
          <a:xfrm>
            <a:off x="12763502" y="10701166"/>
            <a:ext cx="4219641" cy="954107"/>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Labeled training data</a:t>
            </a:r>
          </a:p>
          <a:p>
            <a:pPr algn="ctr"/>
            <a:r>
              <a:rPr lang="en-US" sz="2800" i="1" dirty="0"/>
              <a:t>100,000s examples</a:t>
            </a:r>
          </a:p>
        </p:txBody>
      </p:sp>
      <p:sp>
        <p:nvSpPr>
          <p:cNvPr id="253" name="Right Brace 252">
            <a:extLst>
              <a:ext uri="{FF2B5EF4-FFF2-40B4-BE49-F238E27FC236}">
                <a16:creationId xmlns:a16="http://schemas.microsoft.com/office/drawing/2014/main" id="{3D5CB9BB-68D6-7CBC-C2E2-9A62AF8AD9DC}"/>
              </a:ext>
            </a:extLst>
          </p:cNvPr>
          <p:cNvSpPr/>
          <p:nvPr/>
        </p:nvSpPr>
        <p:spPr bwMode="auto">
          <a:xfrm>
            <a:off x="16869169" y="8767026"/>
            <a:ext cx="442513" cy="1846729"/>
          </a:xfrm>
          <a:prstGeom prst="rightBrace">
            <a:avLst/>
          </a:prstGeom>
          <a:ln w="254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cxnSp>
        <p:nvCxnSpPr>
          <p:cNvPr id="257" name="Straight Arrow Connector 256">
            <a:extLst>
              <a:ext uri="{FF2B5EF4-FFF2-40B4-BE49-F238E27FC236}">
                <a16:creationId xmlns:a16="http://schemas.microsoft.com/office/drawing/2014/main" id="{0D2A89A4-FBF8-0161-41BB-9384F0D5FF05}"/>
              </a:ext>
            </a:extLst>
          </p:cNvPr>
          <p:cNvCxnSpPr>
            <a:cxnSpLocks/>
          </p:cNvCxnSpPr>
          <p:nvPr/>
        </p:nvCxnSpPr>
        <p:spPr bwMode="auto">
          <a:xfrm>
            <a:off x="18036305" y="9690390"/>
            <a:ext cx="2039112"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grpSp>
        <p:nvGrpSpPr>
          <p:cNvPr id="29" name="Group 28">
            <a:extLst>
              <a:ext uri="{FF2B5EF4-FFF2-40B4-BE49-F238E27FC236}">
                <a16:creationId xmlns:a16="http://schemas.microsoft.com/office/drawing/2014/main" id="{361947CF-3E81-7EC3-0079-58A1FA17D8B1}"/>
              </a:ext>
            </a:extLst>
          </p:cNvPr>
          <p:cNvGrpSpPr/>
          <p:nvPr/>
        </p:nvGrpSpPr>
        <p:grpSpPr>
          <a:xfrm>
            <a:off x="20786554" y="9248492"/>
            <a:ext cx="1228193" cy="977377"/>
            <a:chOff x="20786554" y="9248492"/>
            <a:chExt cx="1228193" cy="977377"/>
          </a:xfrm>
        </p:grpSpPr>
        <p:sp>
          <p:nvSpPr>
            <p:cNvPr id="260" name="Freeform 259">
              <a:extLst>
                <a:ext uri="{FF2B5EF4-FFF2-40B4-BE49-F238E27FC236}">
                  <a16:creationId xmlns:a16="http://schemas.microsoft.com/office/drawing/2014/main" id="{0218A417-CF44-2ADB-9848-176831E52C5D}"/>
                </a:ext>
              </a:extLst>
            </p:cNvPr>
            <p:cNvSpPr/>
            <p:nvPr/>
          </p:nvSpPr>
          <p:spPr>
            <a:xfrm rot="11208157">
              <a:off x="21149692" y="9360814"/>
              <a:ext cx="865055" cy="865055"/>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sp>
          <p:nvSpPr>
            <p:cNvPr id="261" name="Freeform 260">
              <a:extLst>
                <a:ext uri="{FF2B5EF4-FFF2-40B4-BE49-F238E27FC236}">
                  <a16:creationId xmlns:a16="http://schemas.microsoft.com/office/drawing/2014/main" id="{D25109EF-02C0-F1DC-2D6F-2686E3D11E26}"/>
                </a:ext>
              </a:extLst>
            </p:cNvPr>
            <p:cNvSpPr>
              <a:spLocks noChangeAspect="1"/>
            </p:cNvSpPr>
            <p:nvPr/>
          </p:nvSpPr>
          <p:spPr>
            <a:xfrm rot="12629499">
              <a:off x="20786554" y="9248492"/>
              <a:ext cx="439429" cy="439429"/>
            </a:xfrm>
            <a:custGeom>
              <a:avLst/>
              <a:gdLst>
                <a:gd name="connsiteX0" fmla="*/ 983764 w 1805389"/>
                <a:gd name="connsiteY0" fmla="*/ 1335193 h 1805330"/>
                <a:gd name="connsiteX1" fmla="*/ 821567 w 1805389"/>
                <a:gd name="connsiteY1" fmla="*/ 1335193 h 1805330"/>
                <a:gd name="connsiteX2" fmla="*/ 800410 w 1805389"/>
                <a:gd name="connsiteY2" fmla="*/ 1314036 h 1805330"/>
                <a:gd name="connsiteX3" fmla="*/ 800410 w 1805389"/>
                <a:gd name="connsiteY3" fmla="*/ 1221948 h 1805330"/>
                <a:gd name="connsiteX4" fmla="*/ 749342 w 1805389"/>
                <a:gd name="connsiteY4" fmla="*/ 1200616 h 1805330"/>
                <a:gd name="connsiteX5" fmla="*/ 684051 w 1805389"/>
                <a:gd name="connsiteY5" fmla="*/ 1265906 h 1805330"/>
                <a:gd name="connsiteX6" fmla="*/ 669124 w 1805389"/>
                <a:gd name="connsiteY6" fmla="*/ 1272077 h 1805330"/>
                <a:gd name="connsiteX7" fmla="*/ 669124 w 1805389"/>
                <a:gd name="connsiteY7" fmla="*/ 1272077 h 1805330"/>
                <a:gd name="connsiteX8" fmla="*/ 654197 w 1805389"/>
                <a:gd name="connsiteY8" fmla="*/ 1265906 h 1805330"/>
                <a:gd name="connsiteX9" fmla="*/ 539484 w 1805389"/>
                <a:gd name="connsiteY9" fmla="*/ 1151192 h 1805330"/>
                <a:gd name="connsiteX10" fmla="*/ 539484 w 1805389"/>
                <a:gd name="connsiteY10" fmla="*/ 1121221 h 1805330"/>
                <a:gd name="connsiteX11" fmla="*/ 604598 w 1805389"/>
                <a:gd name="connsiteY11" fmla="*/ 1056166 h 1805330"/>
                <a:gd name="connsiteX12" fmla="*/ 583618 w 1805389"/>
                <a:gd name="connsiteY12" fmla="*/ 1004979 h 1805330"/>
                <a:gd name="connsiteX13" fmla="*/ 491294 w 1805389"/>
                <a:gd name="connsiteY13" fmla="*/ 1004979 h 1805330"/>
                <a:gd name="connsiteX14" fmla="*/ 470138 w 1805389"/>
                <a:gd name="connsiteY14" fmla="*/ 983823 h 1805330"/>
                <a:gd name="connsiteX15" fmla="*/ 470138 w 1805389"/>
                <a:gd name="connsiteY15" fmla="*/ 821625 h 1805330"/>
                <a:gd name="connsiteX16" fmla="*/ 491294 w 1805389"/>
                <a:gd name="connsiteY16" fmla="*/ 800469 h 1805330"/>
                <a:gd name="connsiteX17" fmla="*/ 583383 w 1805389"/>
                <a:gd name="connsiteY17" fmla="*/ 800469 h 1805330"/>
                <a:gd name="connsiteX18" fmla="*/ 604715 w 1805389"/>
                <a:gd name="connsiteY18" fmla="*/ 749400 h 1805330"/>
                <a:gd name="connsiteX19" fmla="*/ 539484 w 1805389"/>
                <a:gd name="connsiteY19" fmla="*/ 684051 h 1805330"/>
                <a:gd name="connsiteX20" fmla="*/ 539484 w 1805389"/>
                <a:gd name="connsiteY20" fmla="*/ 654139 h 1805330"/>
                <a:gd name="connsiteX21" fmla="*/ 654139 w 1805389"/>
                <a:gd name="connsiteY21" fmla="*/ 539425 h 1805330"/>
                <a:gd name="connsiteX22" fmla="*/ 684051 w 1805389"/>
                <a:gd name="connsiteY22" fmla="*/ 539425 h 1805330"/>
                <a:gd name="connsiteX23" fmla="*/ 749165 w 1805389"/>
                <a:gd name="connsiteY23" fmla="*/ 604598 h 1805330"/>
                <a:gd name="connsiteX24" fmla="*/ 800410 w 1805389"/>
                <a:gd name="connsiteY24" fmla="*/ 583618 h 1805330"/>
                <a:gd name="connsiteX25" fmla="*/ 800410 w 1805389"/>
                <a:gd name="connsiteY25" fmla="*/ 491294 h 1805330"/>
                <a:gd name="connsiteX26" fmla="*/ 821567 w 1805389"/>
                <a:gd name="connsiteY26" fmla="*/ 470138 h 1805330"/>
                <a:gd name="connsiteX27" fmla="*/ 983764 w 1805389"/>
                <a:gd name="connsiteY27" fmla="*/ 470138 h 1805330"/>
                <a:gd name="connsiteX28" fmla="*/ 1004921 w 1805389"/>
                <a:gd name="connsiteY28" fmla="*/ 491294 h 1805330"/>
                <a:gd name="connsiteX29" fmla="*/ 1004921 w 1805389"/>
                <a:gd name="connsiteY29" fmla="*/ 583383 h 1805330"/>
                <a:gd name="connsiteX30" fmla="*/ 1055931 w 1805389"/>
                <a:gd name="connsiteY30" fmla="*/ 604715 h 1805330"/>
                <a:gd name="connsiteX31" fmla="*/ 1121162 w 1805389"/>
                <a:gd name="connsiteY31" fmla="*/ 539425 h 1805330"/>
                <a:gd name="connsiteX32" fmla="*/ 1151134 w 1805389"/>
                <a:gd name="connsiteY32" fmla="*/ 539425 h 1805330"/>
                <a:gd name="connsiteX33" fmla="*/ 1265847 w 1805389"/>
                <a:gd name="connsiteY33" fmla="*/ 654139 h 1805330"/>
                <a:gd name="connsiteX34" fmla="*/ 1272018 w 1805389"/>
                <a:gd name="connsiteY34" fmla="*/ 669066 h 1805330"/>
                <a:gd name="connsiteX35" fmla="*/ 1265847 w 1805389"/>
                <a:gd name="connsiteY35" fmla="*/ 683992 h 1805330"/>
                <a:gd name="connsiteX36" fmla="*/ 1200674 w 1805389"/>
                <a:gd name="connsiteY36" fmla="*/ 749107 h 1805330"/>
                <a:gd name="connsiteX37" fmla="*/ 1221654 w 1805389"/>
                <a:gd name="connsiteY37" fmla="*/ 800352 h 1805330"/>
                <a:gd name="connsiteX38" fmla="*/ 1314036 w 1805389"/>
                <a:gd name="connsiteY38" fmla="*/ 800352 h 1805330"/>
                <a:gd name="connsiteX39" fmla="*/ 1335193 w 1805389"/>
                <a:gd name="connsiteY39" fmla="*/ 821508 h 1805330"/>
                <a:gd name="connsiteX40" fmla="*/ 1335193 w 1805389"/>
                <a:gd name="connsiteY40" fmla="*/ 983706 h 1805330"/>
                <a:gd name="connsiteX41" fmla="*/ 1314036 w 1805389"/>
                <a:gd name="connsiteY41" fmla="*/ 1004862 h 1805330"/>
                <a:gd name="connsiteX42" fmla="*/ 1221948 w 1805389"/>
                <a:gd name="connsiteY42" fmla="*/ 1004862 h 1805330"/>
                <a:gd name="connsiteX43" fmla="*/ 1200616 w 1805389"/>
                <a:gd name="connsiteY43" fmla="*/ 1055872 h 1805330"/>
                <a:gd name="connsiteX44" fmla="*/ 1265906 w 1805389"/>
                <a:gd name="connsiteY44" fmla="*/ 1121103 h 1805330"/>
                <a:gd name="connsiteX45" fmla="*/ 1272077 w 1805389"/>
                <a:gd name="connsiteY45" fmla="*/ 1136089 h 1805330"/>
                <a:gd name="connsiteX46" fmla="*/ 1265906 w 1805389"/>
                <a:gd name="connsiteY46" fmla="*/ 1151075 h 1805330"/>
                <a:gd name="connsiteX47" fmla="*/ 1151192 w 1805389"/>
                <a:gd name="connsiteY47" fmla="*/ 1265789 h 1805330"/>
                <a:gd name="connsiteX48" fmla="*/ 1136207 w 1805389"/>
                <a:gd name="connsiteY48" fmla="*/ 1271959 h 1805330"/>
                <a:gd name="connsiteX49" fmla="*/ 1136207 w 1805389"/>
                <a:gd name="connsiteY49" fmla="*/ 1271959 h 1805330"/>
                <a:gd name="connsiteX50" fmla="*/ 1121221 w 1805389"/>
                <a:gd name="connsiteY50" fmla="*/ 1265789 h 1805330"/>
                <a:gd name="connsiteX51" fmla="*/ 1056166 w 1805389"/>
                <a:gd name="connsiteY51" fmla="*/ 1200616 h 1805330"/>
                <a:gd name="connsiteX52" fmla="*/ 1004979 w 1805389"/>
                <a:gd name="connsiteY52" fmla="*/ 1221596 h 1805330"/>
                <a:gd name="connsiteX53" fmla="*/ 1004979 w 1805389"/>
                <a:gd name="connsiteY53" fmla="*/ 1314036 h 1805330"/>
                <a:gd name="connsiteX54" fmla="*/ 983764 w 1805389"/>
                <a:gd name="connsiteY54" fmla="*/ 1335193 h 1805330"/>
                <a:gd name="connsiteX55" fmla="*/ 842723 w 1805389"/>
                <a:gd name="connsiteY55" fmla="*/ 1292880 h 1805330"/>
                <a:gd name="connsiteX56" fmla="*/ 962608 w 1805389"/>
                <a:gd name="connsiteY56" fmla="*/ 1292880 h 1805330"/>
                <a:gd name="connsiteX57" fmla="*/ 962608 w 1805389"/>
                <a:gd name="connsiteY57" fmla="*/ 1207550 h 1805330"/>
                <a:gd name="connsiteX58" fmla="*/ 975772 w 1805389"/>
                <a:gd name="connsiteY58" fmla="*/ 1187981 h 1805330"/>
                <a:gd name="connsiteX59" fmla="*/ 1053110 w 1805389"/>
                <a:gd name="connsiteY59" fmla="*/ 1156246 h 1805330"/>
                <a:gd name="connsiteX60" fmla="*/ 1076146 w 1805389"/>
                <a:gd name="connsiteY60" fmla="*/ 1160830 h 1805330"/>
                <a:gd name="connsiteX61" fmla="*/ 1136207 w 1805389"/>
                <a:gd name="connsiteY61" fmla="*/ 1221008 h 1805330"/>
                <a:gd name="connsiteX62" fmla="*/ 1221008 w 1805389"/>
                <a:gd name="connsiteY62" fmla="*/ 1136207 h 1805330"/>
                <a:gd name="connsiteX63" fmla="*/ 1160595 w 1805389"/>
                <a:gd name="connsiteY63" fmla="*/ 1075911 h 1805330"/>
                <a:gd name="connsiteX64" fmla="*/ 1156070 w 1805389"/>
                <a:gd name="connsiteY64" fmla="*/ 1052757 h 1805330"/>
                <a:gd name="connsiteX65" fmla="*/ 1188392 w 1805389"/>
                <a:gd name="connsiteY65" fmla="*/ 975654 h 1805330"/>
                <a:gd name="connsiteX66" fmla="*/ 1207903 w 1805389"/>
                <a:gd name="connsiteY66" fmla="*/ 962608 h 1805330"/>
                <a:gd name="connsiteX67" fmla="*/ 1292880 w 1805389"/>
                <a:gd name="connsiteY67" fmla="*/ 962608 h 1805330"/>
                <a:gd name="connsiteX68" fmla="*/ 1292880 w 1805389"/>
                <a:gd name="connsiteY68" fmla="*/ 842723 h 1805330"/>
                <a:gd name="connsiteX69" fmla="*/ 1207550 w 1805389"/>
                <a:gd name="connsiteY69" fmla="*/ 842723 h 1805330"/>
                <a:gd name="connsiteX70" fmla="*/ 1187981 w 1805389"/>
                <a:gd name="connsiteY70" fmla="*/ 829618 h 1805330"/>
                <a:gd name="connsiteX71" fmla="*/ 1156246 w 1805389"/>
                <a:gd name="connsiteY71" fmla="*/ 752280 h 1805330"/>
                <a:gd name="connsiteX72" fmla="*/ 1160830 w 1805389"/>
                <a:gd name="connsiteY72" fmla="*/ 729302 h 1805330"/>
                <a:gd name="connsiteX73" fmla="*/ 1221008 w 1805389"/>
                <a:gd name="connsiteY73" fmla="*/ 669183 h 1805330"/>
                <a:gd name="connsiteX74" fmla="*/ 1136207 w 1805389"/>
                <a:gd name="connsiteY74" fmla="*/ 584382 h 1805330"/>
                <a:gd name="connsiteX75" fmla="*/ 1075911 w 1805389"/>
                <a:gd name="connsiteY75" fmla="*/ 644736 h 1805330"/>
                <a:gd name="connsiteX76" fmla="*/ 1052757 w 1805389"/>
                <a:gd name="connsiteY76" fmla="*/ 649320 h 1805330"/>
                <a:gd name="connsiteX77" fmla="*/ 975654 w 1805389"/>
                <a:gd name="connsiteY77" fmla="*/ 617057 h 1805330"/>
                <a:gd name="connsiteX78" fmla="*/ 962608 w 1805389"/>
                <a:gd name="connsiteY78" fmla="*/ 597546 h 1805330"/>
                <a:gd name="connsiteX79" fmla="*/ 962608 w 1805389"/>
                <a:gd name="connsiteY79" fmla="*/ 512451 h 1805330"/>
                <a:gd name="connsiteX80" fmla="*/ 842723 w 1805389"/>
                <a:gd name="connsiteY80" fmla="*/ 512451 h 1805330"/>
                <a:gd name="connsiteX81" fmla="*/ 842723 w 1805389"/>
                <a:gd name="connsiteY81" fmla="*/ 597781 h 1805330"/>
                <a:gd name="connsiteX82" fmla="*/ 829618 w 1805389"/>
                <a:gd name="connsiteY82" fmla="*/ 617350 h 1805330"/>
                <a:gd name="connsiteX83" fmla="*/ 752280 w 1805389"/>
                <a:gd name="connsiteY83" fmla="*/ 649085 h 1805330"/>
                <a:gd name="connsiteX84" fmla="*/ 729302 w 1805389"/>
                <a:gd name="connsiteY84" fmla="*/ 644442 h 1805330"/>
                <a:gd name="connsiteX85" fmla="*/ 669183 w 1805389"/>
                <a:gd name="connsiteY85" fmla="*/ 584323 h 1805330"/>
                <a:gd name="connsiteX86" fmla="*/ 584441 w 1805389"/>
                <a:gd name="connsiteY86" fmla="*/ 669124 h 1805330"/>
                <a:gd name="connsiteX87" fmla="*/ 644795 w 1805389"/>
                <a:gd name="connsiteY87" fmla="*/ 729537 h 1805330"/>
                <a:gd name="connsiteX88" fmla="*/ 649320 w 1805389"/>
                <a:gd name="connsiteY88" fmla="*/ 752691 h 1805330"/>
                <a:gd name="connsiteX89" fmla="*/ 617057 w 1805389"/>
                <a:gd name="connsiteY89" fmla="*/ 829794 h 1805330"/>
                <a:gd name="connsiteX90" fmla="*/ 597546 w 1805389"/>
                <a:gd name="connsiteY90" fmla="*/ 842782 h 1805330"/>
                <a:gd name="connsiteX91" fmla="*/ 512451 w 1805389"/>
                <a:gd name="connsiteY91" fmla="*/ 842782 h 1805330"/>
                <a:gd name="connsiteX92" fmla="*/ 512451 w 1805389"/>
                <a:gd name="connsiteY92" fmla="*/ 962667 h 1805330"/>
                <a:gd name="connsiteX93" fmla="*/ 597781 w 1805389"/>
                <a:gd name="connsiteY93" fmla="*/ 962667 h 1805330"/>
                <a:gd name="connsiteX94" fmla="*/ 617350 w 1805389"/>
                <a:gd name="connsiteY94" fmla="*/ 975831 h 1805330"/>
                <a:gd name="connsiteX95" fmla="*/ 649085 w 1805389"/>
                <a:gd name="connsiteY95" fmla="*/ 1053169 h 1805330"/>
                <a:gd name="connsiteX96" fmla="*/ 644442 w 1805389"/>
                <a:gd name="connsiteY96" fmla="*/ 1076205 h 1805330"/>
                <a:gd name="connsiteX97" fmla="*/ 584382 w 1805389"/>
                <a:gd name="connsiteY97" fmla="*/ 1136265 h 1805330"/>
                <a:gd name="connsiteX98" fmla="*/ 669124 w 1805389"/>
                <a:gd name="connsiteY98" fmla="*/ 1221067 h 1805330"/>
                <a:gd name="connsiteX99" fmla="*/ 729537 w 1805389"/>
                <a:gd name="connsiteY99" fmla="*/ 1160654 h 1805330"/>
                <a:gd name="connsiteX100" fmla="*/ 752691 w 1805389"/>
                <a:gd name="connsiteY100" fmla="*/ 1156129 h 1805330"/>
                <a:gd name="connsiteX101" fmla="*/ 829794 w 1805389"/>
                <a:gd name="connsiteY101" fmla="*/ 1188451 h 1805330"/>
                <a:gd name="connsiteX102" fmla="*/ 842782 w 1805389"/>
                <a:gd name="connsiteY102" fmla="*/ 1207962 h 1805330"/>
                <a:gd name="connsiteX103" fmla="*/ 842723 w 1805389"/>
                <a:gd name="connsiteY103" fmla="*/ 1292880 h 1805330"/>
                <a:gd name="connsiteX104" fmla="*/ 842723 w 1805389"/>
                <a:gd name="connsiteY104" fmla="*/ 1292880 h 1805330"/>
                <a:gd name="connsiteX105" fmla="*/ 902665 w 1805389"/>
                <a:gd name="connsiteY105" fmla="*/ 1100124 h 1805330"/>
                <a:gd name="connsiteX106" fmla="*/ 705207 w 1805389"/>
                <a:gd name="connsiteY106" fmla="*/ 902665 h 1805330"/>
                <a:gd name="connsiteX107" fmla="*/ 902665 w 1805389"/>
                <a:gd name="connsiteY107" fmla="*/ 705207 h 1805330"/>
                <a:gd name="connsiteX108" fmla="*/ 1100124 w 1805389"/>
                <a:gd name="connsiteY108" fmla="*/ 902665 h 1805330"/>
                <a:gd name="connsiteX109" fmla="*/ 902665 w 1805389"/>
                <a:gd name="connsiteY109" fmla="*/ 1100124 h 1805330"/>
                <a:gd name="connsiteX110" fmla="*/ 902665 w 1805389"/>
                <a:gd name="connsiteY110" fmla="*/ 747520 h 1805330"/>
                <a:gd name="connsiteX111" fmla="*/ 747520 w 1805389"/>
                <a:gd name="connsiteY111" fmla="*/ 902665 h 1805330"/>
                <a:gd name="connsiteX112" fmla="*/ 902665 w 1805389"/>
                <a:gd name="connsiteY112" fmla="*/ 1057811 h 1805330"/>
                <a:gd name="connsiteX113" fmla="*/ 1057811 w 1805389"/>
                <a:gd name="connsiteY113" fmla="*/ 902665 h 1805330"/>
                <a:gd name="connsiteX114" fmla="*/ 902665 w 1805389"/>
                <a:gd name="connsiteY114" fmla="*/ 747520 h 1805330"/>
                <a:gd name="connsiteX115" fmla="*/ 902665 w 1805389"/>
                <a:gd name="connsiteY115" fmla="*/ 1805331 h 1805330"/>
                <a:gd name="connsiteX116" fmla="*/ 218614 w 1805389"/>
                <a:gd name="connsiteY116" fmla="*/ 1491631 h 1805330"/>
                <a:gd name="connsiteX117" fmla="*/ 218614 w 1805389"/>
                <a:gd name="connsiteY117" fmla="*/ 1725407 h 1805330"/>
                <a:gd name="connsiteX118" fmla="*/ 176302 w 1805389"/>
                <a:gd name="connsiteY118" fmla="*/ 1725407 h 1805330"/>
                <a:gd name="connsiteX119" fmla="*/ 176302 w 1805389"/>
                <a:gd name="connsiteY119" fmla="*/ 1410415 h 1805330"/>
                <a:gd name="connsiteX120" fmla="*/ 491294 w 1805389"/>
                <a:gd name="connsiteY120" fmla="*/ 1410415 h 1805330"/>
                <a:gd name="connsiteX121" fmla="*/ 491294 w 1805389"/>
                <a:gd name="connsiteY121" fmla="*/ 1452786 h 1805330"/>
                <a:gd name="connsiteX122" fmla="*/ 241122 w 1805389"/>
                <a:gd name="connsiteY122" fmla="*/ 1452786 h 1805330"/>
                <a:gd name="connsiteX123" fmla="*/ 902665 w 1805389"/>
                <a:gd name="connsiteY123" fmla="*/ 1763018 h 1805330"/>
                <a:gd name="connsiteX124" fmla="*/ 1763018 w 1805389"/>
                <a:gd name="connsiteY124" fmla="*/ 902665 h 1805330"/>
                <a:gd name="connsiteX125" fmla="*/ 1805390 w 1805389"/>
                <a:gd name="connsiteY125" fmla="*/ 902665 h 1805330"/>
                <a:gd name="connsiteX126" fmla="*/ 902665 w 1805389"/>
                <a:gd name="connsiteY126" fmla="*/ 1805331 h 1805330"/>
                <a:gd name="connsiteX127" fmla="*/ 42312 w 1805389"/>
                <a:gd name="connsiteY127" fmla="*/ 902665 h 1805330"/>
                <a:gd name="connsiteX128" fmla="*/ 0 w 1805389"/>
                <a:gd name="connsiteY128" fmla="*/ 902665 h 1805330"/>
                <a:gd name="connsiteX129" fmla="*/ 902665 w 1805389"/>
                <a:gd name="connsiteY129" fmla="*/ 0 h 1805330"/>
                <a:gd name="connsiteX130" fmla="*/ 1586717 w 1805389"/>
                <a:gd name="connsiteY130" fmla="*/ 313641 h 1805330"/>
                <a:gd name="connsiteX131" fmla="*/ 1586717 w 1805389"/>
                <a:gd name="connsiteY131" fmla="*/ 79924 h 1805330"/>
                <a:gd name="connsiteX132" fmla="*/ 1629088 w 1805389"/>
                <a:gd name="connsiteY132" fmla="*/ 79924 h 1805330"/>
                <a:gd name="connsiteX133" fmla="*/ 1629088 w 1805389"/>
                <a:gd name="connsiteY133" fmla="*/ 394916 h 1805330"/>
                <a:gd name="connsiteX134" fmla="*/ 1314036 w 1805389"/>
                <a:gd name="connsiteY134" fmla="*/ 394916 h 1805330"/>
                <a:gd name="connsiteX135" fmla="*/ 1314036 w 1805389"/>
                <a:gd name="connsiteY135" fmla="*/ 352604 h 1805330"/>
                <a:gd name="connsiteX136" fmla="*/ 1564209 w 1805389"/>
                <a:gd name="connsiteY136" fmla="*/ 352604 h 1805330"/>
                <a:gd name="connsiteX137" fmla="*/ 902665 w 1805389"/>
                <a:gd name="connsiteY137" fmla="*/ 42312 h 1805330"/>
                <a:gd name="connsiteX138" fmla="*/ 42312 w 1805389"/>
                <a:gd name="connsiteY138" fmla="*/ 902665 h 1805330"/>
                <a:gd name="connsiteX0" fmla="*/ 983764 w 1805390"/>
                <a:gd name="connsiteY0" fmla="*/ 1335193 h 1805331"/>
                <a:gd name="connsiteX1" fmla="*/ 821567 w 1805390"/>
                <a:gd name="connsiteY1" fmla="*/ 1335193 h 1805331"/>
                <a:gd name="connsiteX2" fmla="*/ 800410 w 1805390"/>
                <a:gd name="connsiteY2" fmla="*/ 1314036 h 1805331"/>
                <a:gd name="connsiteX3" fmla="*/ 800410 w 1805390"/>
                <a:gd name="connsiteY3" fmla="*/ 1221948 h 1805331"/>
                <a:gd name="connsiteX4" fmla="*/ 749342 w 1805390"/>
                <a:gd name="connsiteY4" fmla="*/ 1200616 h 1805331"/>
                <a:gd name="connsiteX5" fmla="*/ 684051 w 1805390"/>
                <a:gd name="connsiteY5" fmla="*/ 1265906 h 1805331"/>
                <a:gd name="connsiteX6" fmla="*/ 669124 w 1805390"/>
                <a:gd name="connsiteY6" fmla="*/ 1272077 h 1805331"/>
                <a:gd name="connsiteX7" fmla="*/ 669124 w 1805390"/>
                <a:gd name="connsiteY7" fmla="*/ 1272077 h 1805331"/>
                <a:gd name="connsiteX8" fmla="*/ 654197 w 1805390"/>
                <a:gd name="connsiteY8" fmla="*/ 1265906 h 1805331"/>
                <a:gd name="connsiteX9" fmla="*/ 539484 w 1805390"/>
                <a:gd name="connsiteY9" fmla="*/ 1151192 h 1805331"/>
                <a:gd name="connsiteX10" fmla="*/ 539484 w 1805390"/>
                <a:gd name="connsiteY10" fmla="*/ 1121221 h 1805331"/>
                <a:gd name="connsiteX11" fmla="*/ 604598 w 1805390"/>
                <a:gd name="connsiteY11" fmla="*/ 1056166 h 1805331"/>
                <a:gd name="connsiteX12" fmla="*/ 583618 w 1805390"/>
                <a:gd name="connsiteY12" fmla="*/ 1004979 h 1805331"/>
                <a:gd name="connsiteX13" fmla="*/ 491294 w 1805390"/>
                <a:gd name="connsiteY13" fmla="*/ 1004979 h 1805331"/>
                <a:gd name="connsiteX14" fmla="*/ 470138 w 1805390"/>
                <a:gd name="connsiteY14" fmla="*/ 983823 h 1805331"/>
                <a:gd name="connsiteX15" fmla="*/ 470138 w 1805390"/>
                <a:gd name="connsiteY15" fmla="*/ 821625 h 1805331"/>
                <a:gd name="connsiteX16" fmla="*/ 491294 w 1805390"/>
                <a:gd name="connsiteY16" fmla="*/ 800469 h 1805331"/>
                <a:gd name="connsiteX17" fmla="*/ 583383 w 1805390"/>
                <a:gd name="connsiteY17" fmla="*/ 800469 h 1805331"/>
                <a:gd name="connsiteX18" fmla="*/ 604715 w 1805390"/>
                <a:gd name="connsiteY18" fmla="*/ 749400 h 1805331"/>
                <a:gd name="connsiteX19" fmla="*/ 539484 w 1805390"/>
                <a:gd name="connsiteY19" fmla="*/ 684051 h 1805331"/>
                <a:gd name="connsiteX20" fmla="*/ 539484 w 1805390"/>
                <a:gd name="connsiteY20" fmla="*/ 654139 h 1805331"/>
                <a:gd name="connsiteX21" fmla="*/ 654139 w 1805390"/>
                <a:gd name="connsiteY21" fmla="*/ 539425 h 1805331"/>
                <a:gd name="connsiteX22" fmla="*/ 684051 w 1805390"/>
                <a:gd name="connsiteY22" fmla="*/ 539425 h 1805331"/>
                <a:gd name="connsiteX23" fmla="*/ 749165 w 1805390"/>
                <a:gd name="connsiteY23" fmla="*/ 604598 h 1805331"/>
                <a:gd name="connsiteX24" fmla="*/ 800410 w 1805390"/>
                <a:gd name="connsiteY24" fmla="*/ 583618 h 1805331"/>
                <a:gd name="connsiteX25" fmla="*/ 800410 w 1805390"/>
                <a:gd name="connsiteY25" fmla="*/ 491294 h 1805331"/>
                <a:gd name="connsiteX26" fmla="*/ 821567 w 1805390"/>
                <a:gd name="connsiteY26" fmla="*/ 470138 h 1805331"/>
                <a:gd name="connsiteX27" fmla="*/ 983764 w 1805390"/>
                <a:gd name="connsiteY27" fmla="*/ 470138 h 1805331"/>
                <a:gd name="connsiteX28" fmla="*/ 1004921 w 1805390"/>
                <a:gd name="connsiteY28" fmla="*/ 491294 h 1805331"/>
                <a:gd name="connsiteX29" fmla="*/ 1004921 w 1805390"/>
                <a:gd name="connsiteY29" fmla="*/ 583383 h 1805331"/>
                <a:gd name="connsiteX30" fmla="*/ 1055931 w 1805390"/>
                <a:gd name="connsiteY30" fmla="*/ 604715 h 1805331"/>
                <a:gd name="connsiteX31" fmla="*/ 1121162 w 1805390"/>
                <a:gd name="connsiteY31" fmla="*/ 539425 h 1805331"/>
                <a:gd name="connsiteX32" fmla="*/ 1151134 w 1805390"/>
                <a:gd name="connsiteY32" fmla="*/ 539425 h 1805331"/>
                <a:gd name="connsiteX33" fmla="*/ 1265847 w 1805390"/>
                <a:gd name="connsiteY33" fmla="*/ 654139 h 1805331"/>
                <a:gd name="connsiteX34" fmla="*/ 1272018 w 1805390"/>
                <a:gd name="connsiteY34" fmla="*/ 669066 h 1805331"/>
                <a:gd name="connsiteX35" fmla="*/ 1265847 w 1805390"/>
                <a:gd name="connsiteY35" fmla="*/ 683992 h 1805331"/>
                <a:gd name="connsiteX36" fmla="*/ 1200674 w 1805390"/>
                <a:gd name="connsiteY36" fmla="*/ 749107 h 1805331"/>
                <a:gd name="connsiteX37" fmla="*/ 1221654 w 1805390"/>
                <a:gd name="connsiteY37" fmla="*/ 800352 h 1805331"/>
                <a:gd name="connsiteX38" fmla="*/ 1314036 w 1805390"/>
                <a:gd name="connsiteY38" fmla="*/ 800352 h 1805331"/>
                <a:gd name="connsiteX39" fmla="*/ 1335193 w 1805390"/>
                <a:gd name="connsiteY39" fmla="*/ 821508 h 1805331"/>
                <a:gd name="connsiteX40" fmla="*/ 1335193 w 1805390"/>
                <a:gd name="connsiteY40" fmla="*/ 983706 h 1805331"/>
                <a:gd name="connsiteX41" fmla="*/ 1314036 w 1805390"/>
                <a:gd name="connsiteY41" fmla="*/ 1004862 h 1805331"/>
                <a:gd name="connsiteX42" fmla="*/ 1221948 w 1805390"/>
                <a:gd name="connsiteY42" fmla="*/ 1004862 h 1805331"/>
                <a:gd name="connsiteX43" fmla="*/ 1200616 w 1805390"/>
                <a:gd name="connsiteY43" fmla="*/ 1055872 h 1805331"/>
                <a:gd name="connsiteX44" fmla="*/ 1265906 w 1805390"/>
                <a:gd name="connsiteY44" fmla="*/ 1121103 h 1805331"/>
                <a:gd name="connsiteX45" fmla="*/ 1272077 w 1805390"/>
                <a:gd name="connsiteY45" fmla="*/ 1136089 h 1805331"/>
                <a:gd name="connsiteX46" fmla="*/ 1265906 w 1805390"/>
                <a:gd name="connsiteY46" fmla="*/ 1151075 h 1805331"/>
                <a:gd name="connsiteX47" fmla="*/ 1151192 w 1805390"/>
                <a:gd name="connsiteY47" fmla="*/ 1265789 h 1805331"/>
                <a:gd name="connsiteX48" fmla="*/ 1136207 w 1805390"/>
                <a:gd name="connsiteY48" fmla="*/ 1271959 h 1805331"/>
                <a:gd name="connsiteX49" fmla="*/ 1136207 w 1805390"/>
                <a:gd name="connsiteY49" fmla="*/ 1271959 h 1805331"/>
                <a:gd name="connsiteX50" fmla="*/ 1121221 w 1805390"/>
                <a:gd name="connsiteY50" fmla="*/ 1265789 h 1805331"/>
                <a:gd name="connsiteX51" fmla="*/ 1056166 w 1805390"/>
                <a:gd name="connsiteY51" fmla="*/ 1200616 h 1805331"/>
                <a:gd name="connsiteX52" fmla="*/ 1004979 w 1805390"/>
                <a:gd name="connsiteY52" fmla="*/ 1221596 h 1805331"/>
                <a:gd name="connsiteX53" fmla="*/ 1004979 w 1805390"/>
                <a:gd name="connsiteY53" fmla="*/ 1314036 h 1805331"/>
                <a:gd name="connsiteX54" fmla="*/ 983764 w 1805390"/>
                <a:gd name="connsiteY54" fmla="*/ 1335193 h 1805331"/>
                <a:gd name="connsiteX55" fmla="*/ 842723 w 1805390"/>
                <a:gd name="connsiteY55" fmla="*/ 1292880 h 1805331"/>
                <a:gd name="connsiteX56" fmla="*/ 962608 w 1805390"/>
                <a:gd name="connsiteY56" fmla="*/ 1292880 h 1805331"/>
                <a:gd name="connsiteX57" fmla="*/ 962608 w 1805390"/>
                <a:gd name="connsiteY57" fmla="*/ 1207550 h 1805331"/>
                <a:gd name="connsiteX58" fmla="*/ 975772 w 1805390"/>
                <a:gd name="connsiteY58" fmla="*/ 1187981 h 1805331"/>
                <a:gd name="connsiteX59" fmla="*/ 1053110 w 1805390"/>
                <a:gd name="connsiteY59" fmla="*/ 1156246 h 1805331"/>
                <a:gd name="connsiteX60" fmla="*/ 1076146 w 1805390"/>
                <a:gd name="connsiteY60" fmla="*/ 1160830 h 1805331"/>
                <a:gd name="connsiteX61" fmla="*/ 1136207 w 1805390"/>
                <a:gd name="connsiteY61" fmla="*/ 1221008 h 1805331"/>
                <a:gd name="connsiteX62" fmla="*/ 1221008 w 1805390"/>
                <a:gd name="connsiteY62" fmla="*/ 1136207 h 1805331"/>
                <a:gd name="connsiteX63" fmla="*/ 1160595 w 1805390"/>
                <a:gd name="connsiteY63" fmla="*/ 1075911 h 1805331"/>
                <a:gd name="connsiteX64" fmla="*/ 1156070 w 1805390"/>
                <a:gd name="connsiteY64" fmla="*/ 1052757 h 1805331"/>
                <a:gd name="connsiteX65" fmla="*/ 1188392 w 1805390"/>
                <a:gd name="connsiteY65" fmla="*/ 975654 h 1805331"/>
                <a:gd name="connsiteX66" fmla="*/ 1207903 w 1805390"/>
                <a:gd name="connsiteY66" fmla="*/ 962608 h 1805331"/>
                <a:gd name="connsiteX67" fmla="*/ 1292880 w 1805390"/>
                <a:gd name="connsiteY67" fmla="*/ 962608 h 1805331"/>
                <a:gd name="connsiteX68" fmla="*/ 1292880 w 1805390"/>
                <a:gd name="connsiteY68" fmla="*/ 842723 h 1805331"/>
                <a:gd name="connsiteX69" fmla="*/ 1207550 w 1805390"/>
                <a:gd name="connsiteY69" fmla="*/ 842723 h 1805331"/>
                <a:gd name="connsiteX70" fmla="*/ 1187981 w 1805390"/>
                <a:gd name="connsiteY70" fmla="*/ 829618 h 1805331"/>
                <a:gd name="connsiteX71" fmla="*/ 1156246 w 1805390"/>
                <a:gd name="connsiteY71" fmla="*/ 752280 h 1805331"/>
                <a:gd name="connsiteX72" fmla="*/ 1160830 w 1805390"/>
                <a:gd name="connsiteY72" fmla="*/ 729302 h 1805331"/>
                <a:gd name="connsiteX73" fmla="*/ 1221008 w 1805390"/>
                <a:gd name="connsiteY73" fmla="*/ 669183 h 1805331"/>
                <a:gd name="connsiteX74" fmla="*/ 1136207 w 1805390"/>
                <a:gd name="connsiteY74" fmla="*/ 584382 h 1805331"/>
                <a:gd name="connsiteX75" fmla="*/ 1075911 w 1805390"/>
                <a:gd name="connsiteY75" fmla="*/ 644736 h 1805331"/>
                <a:gd name="connsiteX76" fmla="*/ 1052757 w 1805390"/>
                <a:gd name="connsiteY76" fmla="*/ 649320 h 1805331"/>
                <a:gd name="connsiteX77" fmla="*/ 975654 w 1805390"/>
                <a:gd name="connsiteY77" fmla="*/ 617057 h 1805331"/>
                <a:gd name="connsiteX78" fmla="*/ 962608 w 1805390"/>
                <a:gd name="connsiteY78" fmla="*/ 597546 h 1805331"/>
                <a:gd name="connsiteX79" fmla="*/ 962608 w 1805390"/>
                <a:gd name="connsiteY79" fmla="*/ 512451 h 1805331"/>
                <a:gd name="connsiteX80" fmla="*/ 842723 w 1805390"/>
                <a:gd name="connsiteY80" fmla="*/ 512451 h 1805331"/>
                <a:gd name="connsiteX81" fmla="*/ 842723 w 1805390"/>
                <a:gd name="connsiteY81" fmla="*/ 597781 h 1805331"/>
                <a:gd name="connsiteX82" fmla="*/ 829618 w 1805390"/>
                <a:gd name="connsiteY82" fmla="*/ 617350 h 1805331"/>
                <a:gd name="connsiteX83" fmla="*/ 752280 w 1805390"/>
                <a:gd name="connsiteY83" fmla="*/ 649085 h 1805331"/>
                <a:gd name="connsiteX84" fmla="*/ 729302 w 1805390"/>
                <a:gd name="connsiteY84" fmla="*/ 644442 h 1805331"/>
                <a:gd name="connsiteX85" fmla="*/ 669183 w 1805390"/>
                <a:gd name="connsiteY85" fmla="*/ 584323 h 1805331"/>
                <a:gd name="connsiteX86" fmla="*/ 584441 w 1805390"/>
                <a:gd name="connsiteY86" fmla="*/ 669124 h 1805331"/>
                <a:gd name="connsiteX87" fmla="*/ 644795 w 1805390"/>
                <a:gd name="connsiteY87" fmla="*/ 729537 h 1805331"/>
                <a:gd name="connsiteX88" fmla="*/ 649320 w 1805390"/>
                <a:gd name="connsiteY88" fmla="*/ 752691 h 1805331"/>
                <a:gd name="connsiteX89" fmla="*/ 617057 w 1805390"/>
                <a:gd name="connsiteY89" fmla="*/ 829794 h 1805331"/>
                <a:gd name="connsiteX90" fmla="*/ 597546 w 1805390"/>
                <a:gd name="connsiteY90" fmla="*/ 842782 h 1805331"/>
                <a:gd name="connsiteX91" fmla="*/ 512451 w 1805390"/>
                <a:gd name="connsiteY91" fmla="*/ 842782 h 1805331"/>
                <a:gd name="connsiteX92" fmla="*/ 512451 w 1805390"/>
                <a:gd name="connsiteY92" fmla="*/ 962667 h 1805331"/>
                <a:gd name="connsiteX93" fmla="*/ 597781 w 1805390"/>
                <a:gd name="connsiteY93" fmla="*/ 962667 h 1805331"/>
                <a:gd name="connsiteX94" fmla="*/ 617350 w 1805390"/>
                <a:gd name="connsiteY94" fmla="*/ 975831 h 1805331"/>
                <a:gd name="connsiteX95" fmla="*/ 649085 w 1805390"/>
                <a:gd name="connsiteY95" fmla="*/ 1053169 h 1805331"/>
                <a:gd name="connsiteX96" fmla="*/ 644442 w 1805390"/>
                <a:gd name="connsiteY96" fmla="*/ 1076205 h 1805331"/>
                <a:gd name="connsiteX97" fmla="*/ 584382 w 1805390"/>
                <a:gd name="connsiteY97" fmla="*/ 1136265 h 1805331"/>
                <a:gd name="connsiteX98" fmla="*/ 669124 w 1805390"/>
                <a:gd name="connsiteY98" fmla="*/ 1221067 h 1805331"/>
                <a:gd name="connsiteX99" fmla="*/ 729537 w 1805390"/>
                <a:gd name="connsiteY99" fmla="*/ 1160654 h 1805331"/>
                <a:gd name="connsiteX100" fmla="*/ 752691 w 1805390"/>
                <a:gd name="connsiteY100" fmla="*/ 1156129 h 1805331"/>
                <a:gd name="connsiteX101" fmla="*/ 829794 w 1805390"/>
                <a:gd name="connsiteY101" fmla="*/ 1188451 h 1805331"/>
                <a:gd name="connsiteX102" fmla="*/ 842782 w 1805390"/>
                <a:gd name="connsiteY102" fmla="*/ 1207962 h 1805331"/>
                <a:gd name="connsiteX103" fmla="*/ 842723 w 1805390"/>
                <a:gd name="connsiteY103" fmla="*/ 1292880 h 1805331"/>
                <a:gd name="connsiteX104" fmla="*/ 842723 w 1805390"/>
                <a:gd name="connsiteY104" fmla="*/ 1292880 h 1805331"/>
                <a:gd name="connsiteX105" fmla="*/ 902665 w 1805390"/>
                <a:gd name="connsiteY105" fmla="*/ 1100124 h 1805331"/>
                <a:gd name="connsiteX106" fmla="*/ 705207 w 1805390"/>
                <a:gd name="connsiteY106" fmla="*/ 902665 h 1805331"/>
                <a:gd name="connsiteX107" fmla="*/ 902665 w 1805390"/>
                <a:gd name="connsiteY107" fmla="*/ 705207 h 1805331"/>
                <a:gd name="connsiteX108" fmla="*/ 1100124 w 1805390"/>
                <a:gd name="connsiteY108" fmla="*/ 902665 h 1805331"/>
                <a:gd name="connsiteX109" fmla="*/ 902665 w 1805390"/>
                <a:gd name="connsiteY109" fmla="*/ 1100124 h 1805331"/>
                <a:gd name="connsiteX110" fmla="*/ 902665 w 1805390"/>
                <a:gd name="connsiteY110" fmla="*/ 747520 h 1805331"/>
                <a:gd name="connsiteX111" fmla="*/ 747520 w 1805390"/>
                <a:gd name="connsiteY111" fmla="*/ 902665 h 1805331"/>
                <a:gd name="connsiteX112" fmla="*/ 902665 w 1805390"/>
                <a:gd name="connsiteY112" fmla="*/ 1057811 h 1805331"/>
                <a:gd name="connsiteX113" fmla="*/ 1057811 w 1805390"/>
                <a:gd name="connsiteY113" fmla="*/ 902665 h 1805331"/>
                <a:gd name="connsiteX114" fmla="*/ 902665 w 1805390"/>
                <a:gd name="connsiteY114" fmla="*/ 747520 h 1805331"/>
                <a:gd name="connsiteX115" fmla="*/ 902665 w 1805390"/>
                <a:gd name="connsiteY115" fmla="*/ 1805331 h 1805331"/>
                <a:gd name="connsiteX116" fmla="*/ 218614 w 1805390"/>
                <a:gd name="connsiteY116" fmla="*/ 1491631 h 1805331"/>
                <a:gd name="connsiteX117" fmla="*/ 218614 w 1805390"/>
                <a:gd name="connsiteY117" fmla="*/ 1725407 h 1805331"/>
                <a:gd name="connsiteX118" fmla="*/ 176302 w 1805390"/>
                <a:gd name="connsiteY118" fmla="*/ 1725407 h 1805331"/>
                <a:gd name="connsiteX119" fmla="*/ 176302 w 1805390"/>
                <a:gd name="connsiteY119" fmla="*/ 1410415 h 1805331"/>
                <a:gd name="connsiteX120" fmla="*/ 491294 w 1805390"/>
                <a:gd name="connsiteY120" fmla="*/ 1410415 h 1805331"/>
                <a:gd name="connsiteX121" fmla="*/ 491294 w 1805390"/>
                <a:gd name="connsiteY121" fmla="*/ 1452786 h 1805331"/>
                <a:gd name="connsiteX122" fmla="*/ 241122 w 1805390"/>
                <a:gd name="connsiteY122" fmla="*/ 1452786 h 1805331"/>
                <a:gd name="connsiteX123" fmla="*/ 902665 w 1805390"/>
                <a:gd name="connsiteY123" fmla="*/ 1763018 h 1805331"/>
                <a:gd name="connsiteX124" fmla="*/ 1805390 w 1805390"/>
                <a:gd name="connsiteY124" fmla="*/ 902665 h 1805331"/>
                <a:gd name="connsiteX125" fmla="*/ 902665 w 1805390"/>
                <a:gd name="connsiteY125" fmla="*/ 1805331 h 1805331"/>
                <a:gd name="connsiteX126" fmla="*/ 42312 w 1805390"/>
                <a:gd name="connsiteY126" fmla="*/ 902665 h 1805331"/>
                <a:gd name="connsiteX127" fmla="*/ 0 w 1805390"/>
                <a:gd name="connsiteY127" fmla="*/ 902665 h 1805331"/>
                <a:gd name="connsiteX128" fmla="*/ 902665 w 1805390"/>
                <a:gd name="connsiteY128" fmla="*/ 0 h 1805331"/>
                <a:gd name="connsiteX129" fmla="*/ 1586717 w 1805390"/>
                <a:gd name="connsiteY129" fmla="*/ 313641 h 1805331"/>
                <a:gd name="connsiteX130" fmla="*/ 1586717 w 1805390"/>
                <a:gd name="connsiteY130" fmla="*/ 79924 h 1805331"/>
                <a:gd name="connsiteX131" fmla="*/ 1629088 w 1805390"/>
                <a:gd name="connsiteY131" fmla="*/ 79924 h 1805331"/>
                <a:gd name="connsiteX132" fmla="*/ 1629088 w 1805390"/>
                <a:gd name="connsiteY132" fmla="*/ 394916 h 1805331"/>
                <a:gd name="connsiteX133" fmla="*/ 1314036 w 1805390"/>
                <a:gd name="connsiteY133" fmla="*/ 394916 h 1805331"/>
                <a:gd name="connsiteX134" fmla="*/ 1314036 w 1805390"/>
                <a:gd name="connsiteY134" fmla="*/ 352604 h 1805331"/>
                <a:gd name="connsiteX135" fmla="*/ 1564209 w 1805390"/>
                <a:gd name="connsiteY135" fmla="*/ 352604 h 1805331"/>
                <a:gd name="connsiteX136" fmla="*/ 902665 w 1805390"/>
                <a:gd name="connsiteY136" fmla="*/ 42312 h 1805331"/>
                <a:gd name="connsiteX137" fmla="*/ 42312 w 1805390"/>
                <a:gd name="connsiteY137" fmla="*/ 902665 h 1805331"/>
                <a:gd name="connsiteX0" fmla="*/ 983764 w 1629088"/>
                <a:gd name="connsiteY0" fmla="*/ 1335193 h 1827528"/>
                <a:gd name="connsiteX1" fmla="*/ 821567 w 1629088"/>
                <a:gd name="connsiteY1" fmla="*/ 1335193 h 1827528"/>
                <a:gd name="connsiteX2" fmla="*/ 800410 w 1629088"/>
                <a:gd name="connsiteY2" fmla="*/ 1314036 h 1827528"/>
                <a:gd name="connsiteX3" fmla="*/ 800410 w 1629088"/>
                <a:gd name="connsiteY3" fmla="*/ 1221948 h 1827528"/>
                <a:gd name="connsiteX4" fmla="*/ 749342 w 1629088"/>
                <a:gd name="connsiteY4" fmla="*/ 1200616 h 1827528"/>
                <a:gd name="connsiteX5" fmla="*/ 684051 w 1629088"/>
                <a:gd name="connsiteY5" fmla="*/ 1265906 h 1827528"/>
                <a:gd name="connsiteX6" fmla="*/ 669124 w 1629088"/>
                <a:gd name="connsiteY6" fmla="*/ 1272077 h 1827528"/>
                <a:gd name="connsiteX7" fmla="*/ 669124 w 1629088"/>
                <a:gd name="connsiteY7" fmla="*/ 1272077 h 1827528"/>
                <a:gd name="connsiteX8" fmla="*/ 654197 w 1629088"/>
                <a:gd name="connsiteY8" fmla="*/ 1265906 h 1827528"/>
                <a:gd name="connsiteX9" fmla="*/ 539484 w 1629088"/>
                <a:gd name="connsiteY9" fmla="*/ 1151192 h 1827528"/>
                <a:gd name="connsiteX10" fmla="*/ 539484 w 1629088"/>
                <a:gd name="connsiteY10" fmla="*/ 1121221 h 1827528"/>
                <a:gd name="connsiteX11" fmla="*/ 604598 w 1629088"/>
                <a:gd name="connsiteY11" fmla="*/ 1056166 h 1827528"/>
                <a:gd name="connsiteX12" fmla="*/ 583618 w 1629088"/>
                <a:gd name="connsiteY12" fmla="*/ 1004979 h 1827528"/>
                <a:gd name="connsiteX13" fmla="*/ 491294 w 1629088"/>
                <a:gd name="connsiteY13" fmla="*/ 1004979 h 1827528"/>
                <a:gd name="connsiteX14" fmla="*/ 470138 w 1629088"/>
                <a:gd name="connsiteY14" fmla="*/ 983823 h 1827528"/>
                <a:gd name="connsiteX15" fmla="*/ 470138 w 1629088"/>
                <a:gd name="connsiteY15" fmla="*/ 821625 h 1827528"/>
                <a:gd name="connsiteX16" fmla="*/ 491294 w 1629088"/>
                <a:gd name="connsiteY16" fmla="*/ 800469 h 1827528"/>
                <a:gd name="connsiteX17" fmla="*/ 583383 w 1629088"/>
                <a:gd name="connsiteY17" fmla="*/ 800469 h 1827528"/>
                <a:gd name="connsiteX18" fmla="*/ 604715 w 1629088"/>
                <a:gd name="connsiteY18" fmla="*/ 749400 h 1827528"/>
                <a:gd name="connsiteX19" fmla="*/ 539484 w 1629088"/>
                <a:gd name="connsiteY19" fmla="*/ 684051 h 1827528"/>
                <a:gd name="connsiteX20" fmla="*/ 539484 w 1629088"/>
                <a:gd name="connsiteY20" fmla="*/ 654139 h 1827528"/>
                <a:gd name="connsiteX21" fmla="*/ 654139 w 1629088"/>
                <a:gd name="connsiteY21" fmla="*/ 539425 h 1827528"/>
                <a:gd name="connsiteX22" fmla="*/ 684051 w 1629088"/>
                <a:gd name="connsiteY22" fmla="*/ 539425 h 1827528"/>
                <a:gd name="connsiteX23" fmla="*/ 749165 w 1629088"/>
                <a:gd name="connsiteY23" fmla="*/ 604598 h 1827528"/>
                <a:gd name="connsiteX24" fmla="*/ 800410 w 1629088"/>
                <a:gd name="connsiteY24" fmla="*/ 583618 h 1827528"/>
                <a:gd name="connsiteX25" fmla="*/ 800410 w 1629088"/>
                <a:gd name="connsiteY25" fmla="*/ 491294 h 1827528"/>
                <a:gd name="connsiteX26" fmla="*/ 821567 w 1629088"/>
                <a:gd name="connsiteY26" fmla="*/ 470138 h 1827528"/>
                <a:gd name="connsiteX27" fmla="*/ 983764 w 1629088"/>
                <a:gd name="connsiteY27" fmla="*/ 470138 h 1827528"/>
                <a:gd name="connsiteX28" fmla="*/ 1004921 w 1629088"/>
                <a:gd name="connsiteY28" fmla="*/ 491294 h 1827528"/>
                <a:gd name="connsiteX29" fmla="*/ 1004921 w 1629088"/>
                <a:gd name="connsiteY29" fmla="*/ 583383 h 1827528"/>
                <a:gd name="connsiteX30" fmla="*/ 1055931 w 1629088"/>
                <a:gd name="connsiteY30" fmla="*/ 604715 h 1827528"/>
                <a:gd name="connsiteX31" fmla="*/ 1121162 w 1629088"/>
                <a:gd name="connsiteY31" fmla="*/ 539425 h 1827528"/>
                <a:gd name="connsiteX32" fmla="*/ 1151134 w 1629088"/>
                <a:gd name="connsiteY32" fmla="*/ 539425 h 1827528"/>
                <a:gd name="connsiteX33" fmla="*/ 1265847 w 1629088"/>
                <a:gd name="connsiteY33" fmla="*/ 654139 h 1827528"/>
                <a:gd name="connsiteX34" fmla="*/ 1272018 w 1629088"/>
                <a:gd name="connsiteY34" fmla="*/ 669066 h 1827528"/>
                <a:gd name="connsiteX35" fmla="*/ 1265847 w 1629088"/>
                <a:gd name="connsiteY35" fmla="*/ 683992 h 1827528"/>
                <a:gd name="connsiteX36" fmla="*/ 1200674 w 1629088"/>
                <a:gd name="connsiteY36" fmla="*/ 749107 h 1827528"/>
                <a:gd name="connsiteX37" fmla="*/ 1221654 w 1629088"/>
                <a:gd name="connsiteY37" fmla="*/ 800352 h 1827528"/>
                <a:gd name="connsiteX38" fmla="*/ 1314036 w 1629088"/>
                <a:gd name="connsiteY38" fmla="*/ 800352 h 1827528"/>
                <a:gd name="connsiteX39" fmla="*/ 1335193 w 1629088"/>
                <a:gd name="connsiteY39" fmla="*/ 821508 h 1827528"/>
                <a:gd name="connsiteX40" fmla="*/ 1335193 w 1629088"/>
                <a:gd name="connsiteY40" fmla="*/ 983706 h 1827528"/>
                <a:gd name="connsiteX41" fmla="*/ 1314036 w 1629088"/>
                <a:gd name="connsiteY41" fmla="*/ 1004862 h 1827528"/>
                <a:gd name="connsiteX42" fmla="*/ 1221948 w 1629088"/>
                <a:gd name="connsiteY42" fmla="*/ 1004862 h 1827528"/>
                <a:gd name="connsiteX43" fmla="*/ 1200616 w 1629088"/>
                <a:gd name="connsiteY43" fmla="*/ 1055872 h 1827528"/>
                <a:gd name="connsiteX44" fmla="*/ 1265906 w 1629088"/>
                <a:gd name="connsiteY44" fmla="*/ 1121103 h 1827528"/>
                <a:gd name="connsiteX45" fmla="*/ 1272077 w 1629088"/>
                <a:gd name="connsiteY45" fmla="*/ 1136089 h 1827528"/>
                <a:gd name="connsiteX46" fmla="*/ 1265906 w 1629088"/>
                <a:gd name="connsiteY46" fmla="*/ 1151075 h 1827528"/>
                <a:gd name="connsiteX47" fmla="*/ 1151192 w 1629088"/>
                <a:gd name="connsiteY47" fmla="*/ 1265789 h 1827528"/>
                <a:gd name="connsiteX48" fmla="*/ 1136207 w 1629088"/>
                <a:gd name="connsiteY48" fmla="*/ 1271959 h 1827528"/>
                <a:gd name="connsiteX49" fmla="*/ 1136207 w 1629088"/>
                <a:gd name="connsiteY49" fmla="*/ 1271959 h 1827528"/>
                <a:gd name="connsiteX50" fmla="*/ 1121221 w 1629088"/>
                <a:gd name="connsiteY50" fmla="*/ 1265789 h 1827528"/>
                <a:gd name="connsiteX51" fmla="*/ 1056166 w 1629088"/>
                <a:gd name="connsiteY51" fmla="*/ 1200616 h 1827528"/>
                <a:gd name="connsiteX52" fmla="*/ 1004979 w 1629088"/>
                <a:gd name="connsiteY52" fmla="*/ 1221596 h 1827528"/>
                <a:gd name="connsiteX53" fmla="*/ 1004979 w 1629088"/>
                <a:gd name="connsiteY53" fmla="*/ 1314036 h 1827528"/>
                <a:gd name="connsiteX54" fmla="*/ 983764 w 1629088"/>
                <a:gd name="connsiteY54" fmla="*/ 1335193 h 1827528"/>
                <a:gd name="connsiteX55" fmla="*/ 842723 w 1629088"/>
                <a:gd name="connsiteY55" fmla="*/ 1292880 h 1827528"/>
                <a:gd name="connsiteX56" fmla="*/ 962608 w 1629088"/>
                <a:gd name="connsiteY56" fmla="*/ 1292880 h 1827528"/>
                <a:gd name="connsiteX57" fmla="*/ 962608 w 1629088"/>
                <a:gd name="connsiteY57" fmla="*/ 1207550 h 1827528"/>
                <a:gd name="connsiteX58" fmla="*/ 975772 w 1629088"/>
                <a:gd name="connsiteY58" fmla="*/ 1187981 h 1827528"/>
                <a:gd name="connsiteX59" fmla="*/ 1053110 w 1629088"/>
                <a:gd name="connsiteY59" fmla="*/ 1156246 h 1827528"/>
                <a:gd name="connsiteX60" fmla="*/ 1076146 w 1629088"/>
                <a:gd name="connsiteY60" fmla="*/ 1160830 h 1827528"/>
                <a:gd name="connsiteX61" fmla="*/ 1136207 w 1629088"/>
                <a:gd name="connsiteY61" fmla="*/ 1221008 h 1827528"/>
                <a:gd name="connsiteX62" fmla="*/ 1221008 w 1629088"/>
                <a:gd name="connsiteY62" fmla="*/ 1136207 h 1827528"/>
                <a:gd name="connsiteX63" fmla="*/ 1160595 w 1629088"/>
                <a:gd name="connsiteY63" fmla="*/ 1075911 h 1827528"/>
                <a:gd name="connsiteX64" fmla="*/ 1156070 w 1629088"/>
                <a:gd name="connsiteY64" fmla="*/ 1052757 h 1827528"/>
                <a:gd name="connsiteX65" fmla="*/ 1188392 w 1629088"/>
                <a:gd name="connsiteY65" fmla="*/ 975654 h 1827528"/>
                <a:gd name="connsiteX66" fmla="*/ 1207903 w 1629088"/>
                <a:gd name="connsiteY66" fmla="*/ 962608 h 1827528"/>
                <a:gd name="connsiteX67" fmla="*/ 1292880 w 1629088"/>
                <a:gd name="connsiteY67" fmla="*/ 962608 h 1827528"/>
                <a:gd name="connsiteX68" fmla="*/ 1292880 w 1629088"/>
                <a:gd name="connsiteY68" fmla="*/ 842723 h 1827528"/>
                <a:gd name="connsiteX69" fmla="*/ 1207550 w 1629088"/>
                <a:gd name="connsiteY69" fmla="*/ 842723 h 1827528"/>
                <a:gd name="connsiteX70" fmla="*/ 1187981 w 1629088"/>
                <a:gd name="connsiteY70" fmla="*/ 829618 h 1827528"/>
                <a:gd name="connsiteX71" fmla="*/ 1156246 w 1629088"/>
                <a:gd name="connsiteY71" fmla="*/ 752280 h 1827528"/>
                <a:gd name="connsiteX72" fmla="*/ 1160830 w 1629088"/>
                <a:gd name="connsiteY72" fmla="*/ 729302 h 1827528"/>
                <a:gd name="connsiteX73" fmla="*/ 1221008 w 1629088"/>
                <a:gd name="connsiteY73" fmla="*/ 669183 h 1827528"/>
                <a:gd name="connsiteX74" fmla="*/ 1136207 w 1629088"/>
                <a:gd name="connsiteY74" fmla="*/ 584382 h 1827528"/>
                <a:gd name="connsiteX75" fmla="*/ 1075911 w 1629088"/>
                <a:gd name="connsiteY75" fmla="*/ 644736 h 1827528"/>
                <a:gd name="connsiteX76" fmla="*/ 1052757 w 1629088"/>
                <a:gd name="connsiteY76" fmla="*/ 649320 h 1827528"/>
                <a:gd name="connsiteX77" fmla="*/ 975654 w 1629088"/>
                <a:gd name="connsiteY77" fmla="*/ 617057 h 1827528"/>
                <a:gd name="connsiteX78" fmla="*/ 962608 w 1629088"/>
                <a:gd name="connsiteY78" fmla="*/ 597546 h 1827528"/>
                <a:gd name="connsiteX79" fmla="*/ 962608 w 1629088"/>
                <a:gd name="connsiteY79" fmla="*/ 512451 h 1827528"/>
                <a:gd name="connsiteX80" fmla="*/ 842723 w 1629088"/>
                <a:gd name="connsiteY80" fmla="*/ 512451 h 1827528"/>
                <a:gd name="connsiteX81" fmla="*/ 842723 w 1629088"/>
                <a:gd name="connsiteY81" fmla="*/ 597781 h 1827528"/>
                <a:gd name="connsiteX82" fmla="*/ 829618 w 1629088"/>
                <a:gd name="connsiteY82" fmla="*/ 617350 h 1827528"/>
                <a:gd name="connsiteX83" fmla="*/ 752280 w 1629088"/>
                <a:gd name="connsiteY83" fmla="*/ 649085 h 1827528"/>
                <a:gd name="connsiteX84" fmla="*/ 729302 w 1629088"/>
                <a:gd name="connsiteY84" fmla="*/ 644442 h 1827528"/>
                <a:gd name="connsiteX85" fmla="*/ 669183 w 1629088"/>
                <a:gd name="connsiteY85" fmla="*/ 584323 h 1827528"/>
                <a:gd name="connsiteX86" fmla="*/ 584441 w 1629088"/>
                <a:gd name="connsiteY86" fmla="*/ 669124 h 1827528"/>
                <a:gd name="connsiteX87" fmla="*/ 644795 w 1629088"/>
                <a:gd name="connsiteY87" fmla="*/ 729537 h 1827528"/>
                <a:gd name="connsiteX88" fmla="*/ 649320 w 1629088"/>
                <a:gd name="connsiteY88" fmla="*/ 752691 h 1827528"/>
                <a:gd name="connsiteX89" fmla="*/ 617057 w 1629088"/>
                <a:gd name="connsiteY89" fmla="*/ 829794 h 1827528"/>
                <a:gd name="connsiteX90" fmla="*/ 597546 w 1629088"/>
                <a:gd name="connsiteY90" fmla="*/ 842782 h 1827528"/>
                <a:gd name="connsiteX91" fmla="*/ 512451 w 1629088"/>
                <a:gd name="connsiteY91" fmla="*/ 842782 h 1827528"/>
                <a:gd name="connsiteX92" fmla="*/ 512451 w 1629088"/>
                <a:gd name="connsiteY92" fmla="*/ 962667 h 1827528"/>
                <a:gd name="connsiteX93" fmla="*/ 597781 w 1629088"/>
                <a:gd name="connsiteY93" fmla="*/ 962667 h 1827528"/>
                <a:gd name="connsiteX94" fmla="*/ 617350 w 1629088"/>
                <a:gd name="connsiteY94" fmla="*/ 975831 h 1827528"/>
                <a:gd name="connsiteX95" fmla="*/ 649085 w 1629088"/>
                <a:gd name="connsiteY95" fmla="*/ 1053169 h 1827528"/>
                <a:gd name="connsiteX96" fmla="*/ 644442 w 1629088"/>
                <a:gd name="connsiteY96" fmla="*/ 1076205 h 1827528"/>
                <a:gd name="connsiteX97" fmla="*/ 584382 w 1629088"/>
                <a:gd name="connsiteY97" fmla="*/ 1136265 h 1827528"/>
                <a:gd name="connsiteX98" fmla="*/ 669124 w 1629088"/>
                <a:gd name="connsiteY98" fmla="*/ 1221067 h 1827528"/>
                <a:gd name="connsiteX99" fmla="*/ 729537 w 1629088"/>
                <a:gd name="connsiteY99" fmla="*/ 1160654 h 1827528"/>
                <a:gd name="connsiteX100" fmla="*/ 752691 w 1629088"/>
                <a:gd name="connsiteY100" fmla="*/ 1156129 h 1827528"/>
                <a:gd name="connsiteX101" fmla="*/ 829794 w 1629088"/>
                <a:gd name="connsiteY101" fmla="*/ 1188451 h 1827528"/>
                <a:gd name="connsiteX102" fmla="*/ 842782 w 1629088"/>
                <a:gd name="connsiteY102" fmla="*/ 1207962 h 1827528"/>
                <a:gd name="connsiteX103" fmla="*/ 842723 w 1629088"/>
                <a:gd name="connsiteY103" fmla="*/ 1292880 h 1827528"/>
                <a:gd name="connsiteX104" fmla="*/ 842723 w 1629088"/>
                <a:gd name="connsiteY104" fmla="*/ 1292880 h 1827528"/>
                <a:gd name="connsiteX105" fmla="*/ 902665 w 1629088"/>
                <a:gd name="connsiteY105" fmla="*/ 1100124 h 1827528"/>
                <a:gd name="connsiteX106" fmla="*/ 705207 w 1629088"/>
                <a:gd name="connsiteY106" fmla="*/ 902665 h 1827528"/>
                <a:gd name="connsiteX107" fmla="*/ 902665 w 1629088"/>
                <a:gd name="connsiteY107" fmla="*/ 705207 h 1827528"/>
                <a:gd name="connsiteX108" fmla="*/ 1100124 w 1629088"/>
                <a:gd name="connsiteY108" fmla="*/ 902665 h 1827528"/>
                <a:gd name="connsiteX109" fmla="*/ 902665 w 1629088"/>
                <a:gd name="connsiteY109" fmla="*/ 1100124 h 1827528"/>
                <a:gd name="connsiteX110" fmla="*/ 902665 w 1629088"/>
                <a:gd name="connsiteY110" fmla="*/ 747520 h 1827528"/>
                <a:gd name="connsiteX111" fmla="*/ 747520 w 1629088"/>
                <a:gd name="connsiteY111" fmla="*/ 902665 h 1827528"/>
                <a:gd name="connsiteX112" fmla="*/ 902665 w 1629088"/>
                <a:gd name="connsiteY112" fmla="*/ 1057811 h 1827528"/>
                <a:gd name="connsiteX113" fmla="*/ 1057811 w 1629088"/>
                <a:gd name="connsiteY113" fmla="*/ 902665 h 1827528"/>
                <a:gd name="connsiteX114" fmla="*/ 902665 w 1629088"/>
                <a:gd name="connsiteY114" fmla="*/ 747520 h 1827528"/>
                <a:gd name="connsiteX115" fmla="*/ 902665 w 1629088"/>
                <a:gd name="connsiteY115" fmla="*/ 1805331 h 1827528"/>
                <a:gd name="connsiteX116" fmla="*/ 218614 w 1629088"/>
                <a:gd name="connsiteY116" fmla="*/ 1491631 h 1827528"/>
                <a:gd name="connsiteX117" fmla="*/ 218614 w 1629088"/>
                <a:gd name="connsiteY117" fmla="*/ 1725407 h 1827528"/>
                <a:gd name="connsiteX118" fmla="*/ 176302 w 1629088"/>
                <a:gd name="connsiteY118" fmla="*/ 1725407 h 1827528"/>
                <a:gd name="connsiteX119" fmla="*/ 176302 w 1629088"/>
                <a:gd name="connsiteY119" fmla="*/ 1410415 h 1827528"/>
                <a:gd name="connsiteX120" fmla="*/ 491294 w 1629088"/>
                <a:gd name="connsiteY120" fmla="*/ 1410415 h 1827528"/>
                <a:gd name="connsiteX121" fmla="*/ 491294 w 1629088"/>
                <a:gd name="connsiteY121" fmla="*/ 1452786 h 1827528"/>
                <a:gd name="connsiteX122" fmla="*/ 241122 w 1629088"/>
                <a:gd name="connsiteY122" fmla="*/ 1452786 h 1827528"/>
                <a:gd name="connsiteX123" fmla="*/ 902665 w 1629088"/>
                <a:gd name="connsiteY123" fmla="*/ 1763018 h 1827528"/>
                <a:gd name="connsiteX124" fmla="*/ 902665 w 1629088"/>
                <a:gd name="connsiteY124" fmla="*/ 1805331 h 1827528"/>
                <a:gd name="connsiteX125" fmla="*/ 42312 w 1629088"/>
                <a:gd name="connsiteY125" fmla="*/ 902665 h 1827528"/>
                <a:gd name="connsiteX126" fmla="*/ 0 w 1629088"/>
                <a:gd name="connsiteY126" fmla="*/ 902665 h 1827528"/>
                <a:gd name="connsiteX127" fmla="*/ 902665 w 1629088"/>
                <a:gd name="connsiteY127" fmla="*/ 0 h 1827528"/>
                <a:gd name="connsiteX128" fmla="*/ 1586717 w 1629088"/>
                <a:gd name="connsiteY128" fmla="*/ 313641 h 1827528"/>
                <a:gd name="connsiteX129" fmla="*/ 1586717 w 1629088"/>
                <a:gd name="connsiteY129" fmla="*/ 79924 h 1827528"/>
                <a:gd name="connsiteX130" fmla="*/ 1629088 w 1629088"/>
                <a:gd name="connsiteY130" fmla="*/ 79924 h 1827528"/>
                <a:gd name="connsiteX131" fmla="*/ 1629088 w 1629088"/>
                <a:gd name="connsiteY131" fmla="*/ 394916 h 1827528"/>
                <a:gd name="connsiteX132" fmla="*/ 1314036 w 1629088"/>
                <a:gd name="connsiteY132" fmla="*/ 394916 h 1827528"/>
                <a:gd name="connsiteX133" fmla="*/ 1314036 w 1629088"/>
                <a:gd name="connsiteY133" fmla="*/ 352604 h 1827528"/>
                <a:gd name="connsiteX134" fmla="*/ 1564209 w 1629088"/>
                <a:gd name="connsiteY134" fmla="*/ 352604 h 1827528"/>
                <a:gd name="connsiteX135" fmla="*/ 902665 w 1629088"/>
                <a:gd name="connsiteY135" fmla="*/ 42312 h 1827528"/>
                <a:gd name="connsiteX136" fmla="*/ 42312 w 1629088"/>
                <a:gd name="connsiteY136" fmla="*/ 902665 h 1827528"/>
                <a:gd name="connsiteX0" fmla="*/ 983764 w 1629088"/>
                <a:gd name="connsiteY0" fmla="*/ 1335193 h 1763131"/>
                <a:gd name="connsiteX1" fmla="*/ 821567 w 1629088"/>
                <a:gd name="connsiteY1" fmla="*/ 1335193 h 1763131"/>
                <a:gd name="connsiteX2" fmla="*/ 800410 w 1629088"/>
                <a:gd name="connsiteY2" fmla="*/ 1314036 h 1763131"/>
                <a:gd name="connsiteX3" fmla="*/ 800410 w 1629088"/>
                <a:gd name="connsiteY3" fmla="*/ 1221948 h 1763131"/>
                <a:gd name="connsiteX4" fmla="*/ 749342 w 1629088"/>
                <a:gd name="connsiteY4" fmla="*/ 1200616 h 1763131"/>
                <a:gd name="connsiteX5" fmla="*/ 684051 w 1629088"/>
                <a:gd name="connsiteY5" fmla="*/ 1265906 h 1763131"/>
                <a:gd name="connsiteX6" fmla="*/ 669124 w 1629088"/>
                <a:gd name="connsiteY6" fmla="*/ 1272077 h 1763131"/>
                <a:gd name="connsiteX7" fmla="*/ 669124 w 1629088"/>
                <a:gd name="connsiteY7" fmla="*/ 1272077 h 1763131"/>
                <a:gd name="connsiteX8" fmla="*/ 654197 w 1629088"/>
                <a:gd name="connsiteY8" fmla="*/ 1265906 h 1763131"/>
                <a:gd name="connsiteX9" fmla="*/ 539484 w 1629088"/>
                <a:gd name="connsiteY9" fmla="*/ 1151192 h 1763131"/>
                <a:gd name="connsiteX10" fmla="*/ 539484 w 1629088"/>
                <a:gd name="connsiteY10" fmla="*/ 1121221 h 1763131"/>
                <a:gd name="connsiteX11" fmla="*/ 604598 w 1629088"/>
                <a:gd name="connsiteY11" fmla="*/ 1056166 h 1763131"/>
                <a:gd name="connsiteX12" fmla="*/ 583618 w 1629088"/>
                <a:gd name="connsiteY12" fmla="*/ 1004979 h 1763131"/>
                <a:gd name="connsiteX13" fmla="*/ 491294 w 1629088"/>
                <a:gd name="connsiteY13" fmla="*/ 1004979 h 1763131"/>
                <a:gd name="connsiteX14" fmla="*/ 470138 w 1629088"/>
                <a:gd name="connsiteY14" fmla="*/ 983823 h 1763131"/>
                <a:gd name="connsiteX15" fmla="*/ 470138 w 1629088"/>
                <a:gd name="connsiteY15" fmla="*/ 821625 h 1763131"/>
                <a:gd name="connsiteX16" fmla="*/ 491294 w 1629088"/>
                <a:gd name="connsiteY16" fmla="*/ 800469 h 1763131"/>
                <a:gd name="connsiteX17" fmla="*/ 583383 w 1629088"/>
                <a:gd name="connsiteY17" fmla="*/ 800469 h 1763131"/>
                <a:gd name="connsiteX18" fmla="*/ 604715 w 1629088"/>
                <a:gd name="connsiteY18" fmla="*/ 749400 h 1763131"/>
                <a:gd name="connsiteX19" fmla="*/ 539484 w 1629088"/>
                <a:gd name="connsiteY19" fmla="*/ 684051 h 1763131"/>
                <a:gd name="connsiteX20" fmla="*/ 539484 w 1629088"/>
                <a:gd name="connsiteY20" fmla="*/ 654139 h 1763131"/>
                <a:gd name="connsiteX21" fmla="*/ 654139 w 1629088"/>
                <a:gd name="connsiteY21" fmla="*/ 539425 h 1763131"/>
                <a:gd name="connsiteX22" fmla="*/ 684051 w 1629088"/>
                <a:gd name="connsiteY22" fmla="*/ 539425 h 1763131"/>
                <a:gd name="connsiteX23" fmla="*/ 749165 w 1629088"/>
                <a:gd name="connsiteY23" fmla="*/ 604598 h 1763131"/>
                <a:gd name="connsiteX24" fmla="*/ 800410 w 1629088"/>
                <a:gd name="connsiteY24" fmla="*/ 583618 h 1763131"/>
                <a:gd name="connsiteX25" fmla="*/ 800410 w 1629088"/>
                <a:gd name="connsiteY25" fmla="*/ 491294 h 1763131"/>
                <a:gd name="connsiteX26" fmla="*/ 821567 w 1629088"/>
                <a:gd name="connsiteY26" fmla="*/ 470138 h 1763131"/>
                <a:gd name="connsiteX27" fmla="*/ 983764 w 1629088"/>
                <a:gd name="connsiteY27" fmla="*/ 470138 h 1763131"/>
                <a:gd name="connsiteX28" fmla="*/ 1004921 w 1629088"/>
                <a:gd name="connsiteY28" fmla="*/ 491294 h 1763131"/>
                <a:gd name="connsiteX29" fmla="*/ 1004921 w 1629088"/>
                <a:gd name="connsiteY29" fmla="*/ 583383 h 1763131"/>
                <a:gd name="connsiteX30" fmla="*/ 1055931 w 1629088"/>
                <a:gd name="connsiteY30" fmla="*/ 604715 h 1763131"/>
                <a:gd name="connsiteX31" fmla="*/ 1121162 w 1629088"/>
                <a:gd name="connsiteY31" fmla="*/ 539425 h 1763131"/>
                <a:gd name="connsiteX32" fmla="*/ 1151134 w 1629088"/>
                <a:gd name="connsiteY32" fmla="*/ 539425 h 1763131"/>
                <a:gd name="connsiteX33" fmla="*/ 1265847 w 1629088"/>
                <a:gd name="connsiteY33" fmla="*/ 654139 h 1763131"/>
                <a:gd name="connsiteX34" fmla="*/ 1272018 w 1629088"/>
                <a:gd name="connsiteY34" fmla="*/ 669066 h 1763131"/>
                <a:gd name="connsiteX35" fmla="*/ 1265847 w 1629088"/>
                <a:gd name="connsiteY35" fmla="*/ 683992 h 1763131"/>
                <a:gd name="connsiteX36" fmla="*/ 1200674 w 1629088"/>
                <a:gd name="connsiteY36" fmla="*/ 749107 h 1763131"/>
                <a:gd name="connsiteX37" fmla="*/ 1221654 w 1629088"/>
                <a:gd name="connsiteY37" fmla="*/ 800352 h 1763131"/>
                <a:gd name="connsiteX38" fmla="*/ 1314036 w 1629088"/>
                <a:gd name="connsiteY38" fmla="*/ 800352 h 1763131"/>
                <a:gd name="connsiteX39" fmla="*/ 1335193 w 1629088"/>
                <a:gd name="connsiteY39" fmla="*/ 821508 h 1763131"/>
                <a:gd name="connsiteX40" fmla="*/ 1335193 w 1629088"/>
                <a:gd name="connsiteY40" fmla="*/ 983706 h 1763131"/>
                <a:gd name="connsiteX41" fmla="*/ 1314036 w 1629088"/>
                <a:gd name="connsiteY41" fmla="*/ 1004862 h 1763131"/>
                <a:gd name="connsiteX42" fmla="*/ 1221948 w 1629088"/>
                <a:gd name="connsiteY42" fmla="*/ 1004862 h 1763131"/>
                <a:gd name="connsiteX43" fmla="*/ 1200616 w 1629088"/>
                <a:gd name="connsiteY43" fmla="*/ 1055872 h 1763131"/>
                <a:gd name="connsiteX44" fmla="*/ 1265906 w 1629088"/>
                <a:gd name="connsiteY44" fmla="*/ 1121103 h 1763131"/>
                <a:gd name="connsiteX45" fmla="*/ 1272077 w 1629088"/>
                <a:gd name="connsiteY45" fmla="*/ 1136089 h 1763131"/>
                <a:gd name="connsiteX46" fmla="*/ 1265906 w 1629088"/>
                <a:gd name="connsiteY46" fmla="*/ 1151075 h 1763131"/>
                <a:gd name="connsiteX47" fmla="*/ 1151192 w 1629088"/>
                <a:gd name="connsiteY47" fmla="*/ 1265789 h 1763131"/>
                <a:gd name="connsiteX48" fmla="*/ 1136207 w 1629088"/>
                <a:gd name="connsiteY48" fmla="*/ 1271959 h 1763131"/>
                <a:gd name="connsiteX49" fmla="*/ 1136207 w 1629088"/>
                <a:gd name="connsiteY49" fmla="*/ 1271959 h 1763131"/>
                <a:gd name="connsiteX50" fmla="*/ 1121221 w 1629088"/>
                <a:gd name="connsiteY50" fmla="*/ 1265789 h 1763131"/>
                <a:gd name="connsiteX51" fmla="*/ 1056166 w 1629088"/>
                <a:gd name="connsiteY51" fmla="*/ 1200616 h 1763131"/>
                <a:gd name="connsiteX52" fmla="*/ 1004979 w 1629088"/>
                <a:gd name="connsiteY52" fmla="*/ 1221596 h 1763131"/>
                <a:gd name="connsiteX53" fmla="*/ 1004979 w 1629088"/>
                <a:gd name="connsiteY53" fmla="*/ 1314036 h 1763131"/>
                <a:gd name="connsiteX54" fmla="*/ 983764 w 1629088"/>
                <a:gd name="connsiteY54" fmla="*/ 1335193 h 1763131"/>
                <a:gd name="connsiteX55" fmla="*/ 842723 w 1629088"/>
                <a:gd name="connsiteY55" fmla="*/ 1292880 h 1763131"/>
                <a:gd name="connsiteX56" fmla="*/ 962608 w 1629088"/>
                <a:gd name="connsiteY56" fmla="*/ 1292880 h 1763131"/>
                <a:gd name="connsiteX57" fmla="*/ 962608 w 1629088"/>
                <a:gd name="connsiteY57" fmla="*/ 1207550 h 1763131"/>
                <a:gd name="connsiteX58" fmla="*/ 975772 w 1629088"/>
                <a:gd name="connsiteY58" fmla="*/ 1187981 h 1763131"/>
                <a:gd name="connsiteX59" fmla="*/ 1053110 w 1629088"/>
                <a:gd name="connsiteY59" fmla="*/ 1156246 h 1763131"/>
                <a:gd name="connsiteX60" fmla="*/ 1076146 w 1629088"/>
                <a:gd name="connsiteY60" fmla="*/ 1160830 h 1763131"/>
                <a:gd name="connsiteX61" fmla="*/ 1136207 w 1629088"/>
                <a:gd name="connsiteY61" fmla="*/ 1221008 h 1763131"/>
                <a:gd name="connsiteX62" fmla="*/ 1221008 w 1629088"/>
                <a:gd name="connsiteY62" fmla="*/ 1136207 h 1763131"/>
                <a:gd name="connsiteX63" fmla="*/ 1160595 w 1629088"/>
                <a:gd name="connsiteY63" fmla="*/ 1075911 h 1763131"/>
                <a:gd name="connsiteX64" fmla="*/ 1156070 w 1629088"/>
                <a:gd name="connsiteY64" fmla="*/ 1052757 h 1763131"/>
                <a:gd name="connsiteX65" fmla="*/ 1188392 w 1629088"/>
                <a:gd name="connsiteY65" fmla="*/ 975654 h 1763131"/>
                <a:gd name="connsiteX66" fmla="*/ 1207903 w 1629088"/>
                <a:gd name="connsiteY66" fmla="*/ 962608 h 1763131"/>
                <a:gd name="connsiteX67" fmla="*/ 1292880 w 1629088"/>
                <a:gd name="connsiteY67" fmla="*/ 962608 h 1763131"/>
                <a:gd name="connsiteX68" fmla="*/ 1292880 w 1629088"/>
                <a:gd name="connsiteY68" fmla="*/ 842723 h 1763131"/>
                <a:gd name="connsiteX69" fmla="*/ 1207550 w 1629088"/>
                <a:gd name="connsiteY69" fmla="*/ 842723 h 1763131"/>
                <a:gd name="connsiteX70" fmla="*/ 1187981 w 1629088"/>
                <a:gd name="connsiteY70" fmla="*/ 829618 h 1763131"/>
                <a:gd name="connsiteX71" fmla="*/ 1156246 w 1629088"/>
                <a:gd name="connsiteY71" fmla="*/ 752280 h 1763131"/>
                <a:gd name="connsiteX72" fmla="*/ 1160830 w 1629088"/>
                <a:gd name="connsiteY72" fmla="*/ 729302 h 1763131"/>
                <a:gd name="connsiteX73" fmla="*/ 1221008 w 1629088"/>
                <a:gd name="connsiteY73" fmla="*/ 669183 h 1763131"/>
                <a:gd name="connsiteX74" fmla="*/ 1136207 w 1629088"/>
                <a:gd name="connsiteY74" fmla="*/ 584382 h 1763131"/>
                <a:gd name="connsiteX75" fmla="*/ 1075911 w 1629088"/>
                <a:gd name="connsiteY75" fmla="*/ 644736 h 1763131"/>
                <a:gd name="connsiteX76" fmla="*/ 1052757 w 1629088"/>
                <a:gd name="connsiteY76" fmla="*/ 649320 h 1763131"/>
                <a:gd name="connsiteX77" fmla="*/ 975654 w 1629088"/>
                <a:gd name="connsiteY77" fmla="*/ 617057 h 1763131"/>
                <a:gd name="connsiteX78" fmla="*/ 962608 w 1629088"/>
                <a:gd name="connsiteY78" fmla="*/ 597546 h 1763131"/>
                <a:gd name="connsiteX79" fmla="*/ 962608 w 1629088"/>
                <a:gd name="connsiteY79" fmla="*/ 512451 h 1763131"/>
                <a:gd name="connsiteX80" fmla="*/ 842723 w 1629088"/>
                <a:gd name="connsiteY80" fmla="*/ 512451 h 1763131"/>
                <a:gd name="connsiteX81" fmla="*/ 842723 w 1629088"/>
                <a:gd name="connsiteY81" fmla="*/ 597781 h 1763131"/>
                <a:gd name="connsiteX82" fmla="*/ 829618 w 1629088"/>
                <a:gd name="connsiteY82" fmla="*/ 617350 h 1763131"/>
                <a:gd name="connsiteX83" fmla="*/ 752280 w 1629088"/>
                <a:gd name="connsiteY83" fmla="*/ 649085 h 1763131"/>
                <a:gd name="connsiteX84" fmla="*/ 729302 w 1629088"/>
                <a:gd name="connsiteY84" fmla="*/ 644442 h 1763131"/>
                <a:gd name="connsiteX85" fmla="*/ 669183 w 1629088"/>
                <a:gd name="connsiteY85" fmla="*/ 584323 h 1763131"/>
                <a:gd name="connsiteX86" fmla="*/ 584441 w 1629088"/>
                <a:gd name="connsiteY86" fmla="*/ 669124 h 1763131"/>
                <a:gd name="connsiteX87" fmla="*/ 644795 w 1629088"/>
                <a:gd name="connsiteY87" fmla="*/ 729537 h 1763131"/>
                <a:gd name="connsiteX88" fmla="*/ 649320 w 1629088"/>
                <a:gd name="connsiteY88" fmla="*/ 752691 h 1763131"/>
                <a:gd name="connsiteX89" fmla="*/ 617057 w 1629088"/>
                <a:gd name="connsiteY89" fmla="*/ 829794 h 1763131"/>
                <a:gd name="connsiteX90" fmla="*/ 597546 w 1629088"/>
                <a:gd name="connsiteY90" fmla="*/ 842782 h 1763131"/>
                <a:gd name="connsiteX91" fmla="*/ 512451 w 1629088"/>
                <a:gd name="connsiteY91" fmla="*/ 842782 h 1763131"/>
                <a:gd name="connsiteX92" fmla="*/ 512451 w 1629088"/>
                <a:gd name="connsiteY92" fmla="*/ 962667 h 1763131"/>
                <a:gd name="connsiteX93" fmla="*/ 597781 w 1629088"/>
                <a:gd name="connsiteY93" fmla="*/ 962667 h 1763131"/>
                <a:gd name="connsiteX94" fmla="*/ 617350 w 1629088"/>
                <a:gd name="connsiteY94" fmla="*/ 975831 h 1763131"/>
                <a:gd name="connsiteX95" fmla="*/ 649085 w 1629088"/>
                <a:gd name="connsiteY95" fmla="*/ 1053169 h 1763131"/>
                <a:gd name="connsiteX96" fmla="*/ 644442 w 1629088"/>
                <a:gd name="connsiteY96" fmla="*/ 1076205 h 1763131"/>
                <a:gd name="connsiteX97" fmla="*/ 584382 w 1629088"/>
                <a:gd name="connsiteY97" fmla="*/ 1136265 h 1763131"/>
                <a:gd name="connsiteX98" fmla="*/ 669124 w 1629088"/>
                <a:gd name="connsiteY98" fmla="*/ 1221067 h 1763131"/>
                <a:gd name="connsiteX99" fmla="*/ 729537 w 1629088"/>
                <a:gd name="connsiteY99" fmla="*/ 1160654 h 1763131"/>
                <a:gd name="connsiteX100" fmla="*/ 752691 w 1629088"/>
                <a:gd name="connsiteY100" fmla="*/ 1156129 h 1763131"/>
                <a:gd name="connsiteX101" fmla="*/ 829794 w 1629088"/>
                <a:gd name="connsiteY101" fmla="*/ 1188451 h 1763131"/>
                <a:gd name="connsiteX102" fmla="*/ 842782 w 1629088"/>
                <a:gd name="connsiteY102" fmla="*/ 1207962 h 1763131"/>
                <a:gd name="connsiteX103" fmla="*/ 842723 w 1629088"/>
                <a:gd name="connsiteY103" fmla="*/ 1292880 h 1763131"/>
                <a:gd name="connsiteX104" fmla="*/ 842723 w 1629088"/>
                <a:gd name="connsiteY104" fmla="*/ 1292880 h 1763131"/>
                <a:gd name="connsiteX105" fmla="*/ 902665 w 1629088"/>
                <a:gd name="connsiteY105" fmla="*/ 1100124 h 1763131"/>
                <a:gd name="connsiteX106" fmla="*/ 705207 w 1629088"/>
                <a:gd name="connsiteY106" fmla="*/ 902665 h 1763131"/>
                <a:gd name="connsiteX107" fmla="*/ 902665 w 1629088"/>
                <a:gd name="connsiteY107" fmla="*/ 705207 h 1763131"/>
                <a:gd name="connsiteX108" fmla="*/ 1100124 w 1629088"/>
                <a:gd name="connsiteY108" fmla="*/ 902665 h 1763131"/>
                <a:gd name="connsiteX109" fmla="*/ 902665 w 1629088"/>
                <a:gd name="connsiteY109" fmla="*/ 1100124 h 1763131"/>
                <a:gd name="connsiteX110" fmla="*/ 902665 w 1629088"/>
                <a:gd name="connsiteY110" fmla="*/ 747520 h 1763131"/>
                <a:gd name="connsiteX111" fmla="*/ 747520 w 1629088"/>
                <a:gd name="connsiteY111" fmla="*/ 902665 h 1763131"/>
                <a:gd name="connsiteX112" fmla="*/ 902665 w 1629088"/>
                <a:gd name="connsiteY112" fmla="*/ 1057811 h 1763131"/>
                <a:gd name="connsiteX113" fmla="*/ 1057811 w 1629088"/>
                <a:gd name="connsiteY113" fmla="*/ 902665 h 1763131"/>
                <a:gd name="connsiteX114" fmla="*/ 902665 w 1629088"/>
                <a:gd name="connsiteY114" fmla="*/ 747520 h 1763131"/>
                <a:gd name="connsiteX115" fmla="*/ 902665 w 1629088"/>
                <a:gd name="connsiteY115" fmla="*/ 1763018 h 1763131"/>
                <a:gd name="connsiteX116" fmla="*/ 218614 w 1629088"/>
                <a:gd name="connsiteY116" fmla="*/ 1491631 h 1763131"/>
                <a:gd name="connsiteX117" fmla="*/ 218614 w 1629088"/>
                <a:gd name="connsiteY117" fmla="*/ 1725407 h 1763131"/>
                <a:gd name="connsiteX118" fmla="*/ 176302 w 1629088"/>
                <a:gd name="connsiteY118" fmla="*/ 1725407 h 1763131"/>
                <a:gd name="connsiteX119" fmla="*/ 176302 w 1629088"/>
                <a:gd name="connsiteY119" fmla="*/ 1410415 h 1763131"/>
                <a:gd name="connsiteX120" fmla="*/ 491294 w 1629088"/>
                <a:gd name="connsiteY120" fmla="*/ 1410415 h 1763131"/>
                <a:gd name="connsiteX121" fmla="*/ 491294 w 1629088"/>
                <a:gd name="connsiteY121" fmla="*/ 1452786 h 1763131"/>
                <a:gd name="connsiteX122" fmla="*/ 241122 w 1629088"/>
                <a:gd name="connsiteY122" fmla="*/ 1452786 h 1763131"/>
                <a:gd name="connsiteX123" fmla="*/ 902665 w 1629088"/>
                <a:gd name="connsiteY123" fmla="*/ 1763018 h 1763131"/>
                <a:gd name="connsiteX124" fmla="*/ 42312 w 1629088"/>
                <a:gd name="connsiteY124" fmla="*/ 902665 h 1763131"/>
                <a:gd name="connsiteX125" fmla="*/ 0 w 1629088"/>
                <a:gd name="connsiteY125" fmla="*/ 902665 h 1763131"/>
                <a:gd name="connsiteX126" fmla="*/ 902665 w 1629088"/>
                <a:gd name="connsiteY126" fmla="*/ 0 h 1763131"/>
                <a:gd name="connsiteX127" fmla="*/ 1586717 w 1629088"/>
                <a:gd name="connsiteY127" fmla="*/ 313641 h 1763131"/>
                <a:gd name="connsiteX128" fmla="*/ 1586717 w 1629088"/>
                <a:gd name="connsiteY128" fmla="*/ 79924 h 1763131"/>
                <a:gd name="connsiteX129" fmla="*/ 1629088 w 1629088"/>
                <a:gd name="connsiteY129" fmla="*/ 79924 h 1763131"/>
                <a:gd name="connsiteX130" fmla="*/ 1629088 w 1629088"/>
                <a:gd name="connsiteY130" fmla="*/ 394916 h 1763131"/>
                <a:gd name="connsiteX131" fmla="*/ 1314036 w 1629088"/>
                <a:gd name="connsiteY131" fmla="*/ 394916 h 1763131"/>
                <a:gd name="connsiteX132" fmla="*/ 1314036 w 1629088"/>
                <a:gd name="connsiteY132" fmla="*/ 352604 h 1763131"/>
                <a:gd name="connsiteX133" fmla="*/ 1564209 w 1629088"/>
                <a:gd name="connsiteY133" fmla="*/ 352604 h 1763131"/>
                <a:gd name="connsiteX134" fmla="*/ 902665 w 1629088"/>
                <a:gd name="connsiteY134" fmla="*/ 42312 h 1763131"/>
                <a:gd name="connsiteX135" fmla="*/ 42312 w 1629088"/>
                <a:gd name="connsiteY135" fmla="*/ 902665 h 1763131"/>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491631 h 1725407"/>
                <a:gd name="connsiteX117" fmla="*/ 218614 w 1629088"/>
                <a:gd name="connsiteY117" fmla="*/ 1725407 h 1725407"/>
                <a:gd name="connsiteX118" fmla="*/ 176302 w 1629088"/>
                <a:gd name="connsiteY118" fmla="*/ 1725407 h 1725407"/>
                <a:gd name="connsiteX119" fmla="*/ 176302 w 1629088"/>
                <a:gd name="connsiteY119" fmla="*/ 1410415 h 1725407"/>
                <a:gd name="connsiteX120" fmla="*/ 491294 w 1629088"/>
                <a:gd name="connsiteY120" fmla="*/ 1410415 h 1725407"/>
                <a:gd name="connsiteX121" fmla="*/ 491294 w 1629088"/>
                <a:gd name="connsiteY121" fmla="*/ 1452786 h 1725407"/>
                <a:gd name="connsiteX122" fmla="*/ 241122 w 1629088"/>
                <a:gd name="connsiteY122" fmla="*/ 1452786 h 1725407"/>
                <a:gd name="connsiteX123" fmla="*/ 42312 w 1629088"/>
                <a:gd name="connsiteY123" fmla="*/ 902665 h 1725407"/>
                <a:gd name="connsiteX124" fmla="*/ 0 w 1629088"/>
                <a:gd name="connsiteY124" fmla="*/ 902665 h 1725407"/>
                <a:gd name="connsiteX125" fmla="*/ 902665 w 1629088"/>
                <a:gd name="connsiteY125" fmla="*/ 0 h 1725407"/>
                <a:gd name="connsiteX126" fmla="*/ 1586717 w 1629088"/>
                <a:gd name="connsiteY126" fmla="*/ 313641 h 1725407"/>
                <a:gd name="connsiteX127" fmla="*/ 1586717 w 1629088"/>
                <a:gd name="connsiteY127" fmla="*/ 79924 h 1725407"/>
                <a:gd name="connsiteX128" fmla="*/ 1629088 w 1629088"/>
                <a:gd name="connsiteY128" fmla="*/ 79924 h 1725407"/>
                <a:gd name="connsiteX129" fmla="*/ 1629088 w 1629088"/>
                <a:gd name="connsiteY129" fmla="*/ 394916 h 1725407"/>
                <a:gd name="connsiteX130" fmla="*/ 1314036 w 1629088"/>
                <a:gd name="connsiteY130" fmla="*/ 394916 h 1725407"/>
                <a:gd name="connsiteX131" fmla="*/ 1314036 w 1629088"/>
                <a:gd name="connsiteY131" fmla="*/ 352604 h 1725407"/>
                <a:gd name="connsiteX132" fmla="*/ 1564209 w 1629088"/>
                <a:gd name="connsiteY132" fmla="*/ 352604 h 1725407"/>
                <a:gd name="connsiteX133" fmla="*/ 902665 w 1629088"/>
                <a:gd name="connsiteY133" fmla="*/ 42312 h 1725407"/>
                <a:gd name="connsiteX134" fmla="*/ 42312 w 1629088"/>
                <a:gd name="connsiteY134"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241122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241122 w 1629088"/>
                <a:gd name="connsiteY121" fmla="*/ 1452786 h 1725407"/>
                <a:gd name="connsiteX122" fmla="*/ 42312 w 1629088"/>
                <a:gd name="connsiteY122" fmla="*/ 902665 h 1725407"/>
                <a:gd name="connsiteX123" fmla="*/ 0 w 1629088"/>
                <a:gd name="connsiteY123" fmla="*/ 902665 h 1725407"/>
                <a:gd name="connsiteX124" fmla="*/ 902665 w 1629088"/>
                <a:gd name="connsiteY124" fmla="*/ 0 h 1725407"/>
                <a:gd name="connsiteX125" fmla="*/ 1586717 w 1629088"/>
                <a:gd name="connsiteY125" fmla="*/ 313641 h 1725407"/>
                <a:gd name="connsiteX126" fmla="*/ 1586717 w 1629088"/>
                <a:gd name="connsiteY126" fmla="*/ 79924 h 1725407"/>
                <a:gd name="connsiteX127" fmla="*/ 1629088 w 1629088"/>
                <a:gd name="connsiteY127" fmla="*/ 79924 h 1725407"/>
                <a:gd name="connsiteX128" fmla="*/ 1629088 w 1629088"/>
                <a:gd name="connsiteY128" fmla="*/ 394916 h 1725407"/>
                <a:gd name="connsiteX129" fmla="*/ 1314036 w 1629088"/>
                <a:gd name="connsiteY129" fmla="*/ 394916 h 1725407"/>
                <a:gd name="connsiteX130" fmla="*/ 1314036 w 1629088"/>
                <a:gd name="connsiteY130" fmla="*/ 352604 h 1725407"/>
                <a:gd name="connsiteX131" fmla="*/ 1564209 w 1629088"/>
                <a:gd name="connsiteY131" fmla="*/ 352604 h 1725407"/>
                <a:gd name="connsiteX132" fmla="*/ 902665 w 1629088"/>
                <a:gd name="connsiteY132" fmla="*/ 42312 h 1725407"/>
                <a:gd name="connsiteX133" fmla="*/ 42312 w 1629088"/>
                <a:gd name="connsiteY133"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52786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91294 w 1629088"/>
                <a:gd name="connsiteY120" fmla="*/ 1452786 h 1725407"/>
                <a:gd name="connsiteX121" fmla="*/ 42312 w 1629088"/>
                <a:gd name="connsiteY121" fmla="*/ 902665 h 1725407"/>
                <a:gd name="connsiteX122" fmla="*/ 0 w 1629088"/>
                <a:gd name="connsiteY122" fmla="*/ 902665 h 1725407"/>
                <a:gd name="connsiteX123" fmla="*/ 902665 w 1629088"/>
                <a:gd name="connsiteY123" fmla="*/ 0 h 1725407"/>
                <a:gd name="connsiteX124" fmla="*/ 1586717 w 1629088"/>
                <a:gd name="connsiteY124" fmla="*/ 313641 h 1725407"/>
                <a:gd name="connsiteX125" fmla="*/ 1586717 w 1629088"/>
                <a:gd name="connsiteY125" fmla="*/ 79924 h 1725407"/>
                <a:gd name="connsiteX126" fmla="*/ 1629088 w 1629088"/>
                <a:gd name="connsiteY126" fmla="*/ 79924 h 1725407"/>
                <a:gd name="connsiteX127" fmla="*/ 1629088 w 1629088"/>
                <a:gd name="connsiteY127" fmla="*/ 394916 h 1725407"/>
                <a:gd name="connsiteX128" fmla="*/ 1314036 w 1629088"/>
                <a:gd name="connsiteY128" fmla="*/ 394916 h 1725407"/>
                <a:gd name="connsiteX129" fmla="*/ 1314036 w 1629088"/>
                <a:gd name="connsiteY129" fmla="*/ 352604 h 1725407"/>
                <a:gd name="connsiteX130" fmla="*/ 1564209 w 1629088"/>
                <a:gd name="connsiteY130" fmla="*/ 352604 h 1725407"/>
                <a:gd name="connsiteX131" fmla="*/ 902665 w 1629088"/>
                <a:gd name="connsiteY131" fmla="*/ 42312 h 1725407"/>
                <a:gd name="connsiteX132" fmla="*/ 42312 w 1629088"/>
                <a:gd name="connsiteY132"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491294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91294 w 1629088"/>
                <a:gd name="connsiteY119" fmla="*/ 1410415 h 1725407"/>
                <a:gd name="connsiteX120" fmla="*/ 42312 w 1629088"/>
                <a:gd name="connsiteY120" fmla="*/ 902665 h 1725407"/>
                <a:gd name="connsiteX121" fmla="*/ 0 w 1629088"/>
                <a:gd name="connsiteY121" fmla="*/ 902665 h 1725407"/>
                <a:gd name="connsiteX122" fmla="*/ 902665 w 1629088"/>
                <a:gd name="connsiteY122" fmla="*/ 0 h 1725407"/>
                <a:gd name="connsiteX123" fmla="*/ 1586717 w 1629088"/>
                <a:gd name="connsiteY123" fmla="*/ 313641 h 1725407"/>
                <a:gd name="connsiteX124" fmla="*/ 1586717 w 1629088"/>
                <a:gd name="connsiteY124" fmla="*/ 79924 h 1725407"/>
                <a:gd name="connsiteX125" fmla="*/ 1629088 w 1629088"/>
                <a:gd name="connsiteY125" fmla="*/ 79924 h 1725407"/>
                <a:gd name="connsiteX126" fmla="*/ 1629088 w 1629088"/>
                <a:gd name="connsiteY126" fmla="*/ 394916 h 1725407"/>
                <a:gd name="connsiteX127" fmla="*/ 1314036 w 1629088"/>
                <a:gd name="connsiteY127" fmla="*/ 394916 h 1725407"/>
                <a:gd name="connsiteX128" fmla="*/ 1314036 w 1629088"/>
                <a:gd name="connsiteY128" fmla="*/ 352604 h 1725407"/>
                <a:gd name="connsiteX129" fmla="*/ 1564209 w 1629088"/>
                <a:gd name="connsiteY129" fmla="*/ 352604 h 1725407"/>
                <a:gd name="connsiteX130" fmla="*/ 902665 w 1629088"/>
                <a:gd name="connsiteY130" fmla="*/ 42312 h 1725407"/>
                <a:gd name="connsiteX131" fmla="*/ 42312 w 1629088"/>
                <a:gd name="connsiteY131"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410415 h 1725407"/>
                <a:gd name="connsiteX116" fmla="*/ 218614 w 1629088"/>
                <a:gd name="connsiteY116" fmla="*/ 1725407 h 1725407"/>
                <a:gd name="connsiteX117" fmla="*/ 176302 w 1629088"/>
                <a:gd name="connsiteY117" fmla="*/ 1725407 h 1725407"/>
                <a:gd name="connsiteX118" fmla="*/ 176302 w 1629088"/>
                <a:gd name="connsiteY118" fmla="*/ 1410415 h 1725407"/>
                <a:gd name="connsiteX119" fmla="*/ 42312 w 1629088"/>
                <a:gd name="connsiteY119" fmla="*/ 902665 h 1725407"/>
                <a:gd name="connsiteX120" fmla="*/ 0 w 1629088"/>
                <a:gd name="connsiteY120" fmla="*/ 902665 h 1725407"/>
                <a:gd name="connsiteX121" fmla="*/ 902665 w 1629088"/>
                <a:gd name="connsiteY121" fmla="*/ 0 h 1725407"/>
                <a:gd name="connsiteX122" fmla="*/ 1586717 w 1629088"/>
                <a:gd name="connsiteY122" fmla="*/ 313641 h 1725407"/>
                <a:gd name="connsiteX123" fmla="*/ 1586717 w 1629088"/>
                <a:gd name="connsiteY123" fmla="*/ 79924 h 1725407"/>
                <a:gd name="connsiteX124" fmla="*/ 1629088 w 1629088"/>
                <a:gd name="connsiteY124" fmla="*/ 79924 h 1725407"/>
                <a:gd name="connsiteX125" fmla="*/ 1629088 w 1629088"/>
                <a:gd name="connsiteY125" fmla="*/ 394916 h 1725407"/>
                <a:gd name="connsiteX126" fmla="*/ 1314036 w 1629088"/>
                <a:gd name="connsiteY126" fmla="*/ 394916 h 1725407"/>
                <a:gd name="connsiteX127" fmla="*/ 1314036 w 1629088"/>
                <a:gd name="connsiteY127" fmla="*/ 352604 h 1725407"/>
                <a:gd name="connsiteX128" fmla="*/ 1564209 w 1629088"/>
                <a:gd name="connsiteY128" fmla="*/ 352604 h 1725407"/>
                <a:gd name="connsiteX129" fmla="*/ 902665 w 1629088"/>
                <a:gd name="connsiteY129" fmla="*/ 42312 h 1725407"/>
                <a:gd name="connsiteX130" fmla="*/ 42312 w 1629088"/>
                <a:gd name="connsiteY130" fmla="*/ 902665 h 1725407"/>
                <a:gd name="connsiteX0" fmla="*/ 983764 w 1629088"/>
                <a:gd name="connsiteY0" fmla="*/ 1335193 h 1725407"/>
                <a:gd name="connsiteX1" fmla="*/ 821567 w 1629088"/>
                <a:gd name="connsiteY1" fmla="*/ 1335193 h 1725407"/>
                <a:gd name="connsiteX2" fmla="*/ 800410 w 1629088"/>
                <a:gd name="connsiteY2" fmla="*/ 1314036 h 1725407"/>
                <a:gd name="connsiteX3" fmla="*/ 800410 w 1629088"/>
                <a:gd name="connsiteY3" fmla="*/ 1221948 h 1725407"/>
                <a:gd name="connsiteX4" fmla="*/ 749342 w 1629088"/>
                <a:gd name="connsiteY4" fmla="*/ 1200616 h 1725407"/>
                <a:gd name="connsiteX5" fmla="*/ 684051 w 1629088"/>
                <a:gd name="connsiteY5" fmla="*/ 1265906 h 1725407"/>
                <a:gd name="connsiteX6" fmla="*/ 669124 w 1629088"/>
                <a:gd name="connsiteY6" fmla="*/ 1272077 h 1725407"/>
                <a:gd name="connsiteX7" fmla="*/ 669124 w 1629088"/>
                <a:gd name="connsiteY7" fmla="*/ 1272077 h 1725407"/>
                <a:gd name="connsiteX8" fmla="*/ 654197 w 1629088"/>
                <a:gd name="connsiteY8" fmla="*/ 1265906 h 1725407"/>
                <a:gd name="connsiteX9" fmla="*/ 539484 w 1629088"/>
                <a:gd name="connsiteY9" fmla="*/ 1151192 h 1725407"/>
                <a:gd name="connsiteX10" fmla="*/ 539484 w 1629088"/>
                <a:gd name="connsiteY10" fmla="*/ 1121221 h 1725407"/>
                <a:gd name="connsiteX11" fmla="*/ 604598 w 1629088"/>
                <a:gd name="connsiteY11" fmla="*/ 1056166 h 1725407"/>
                <a:gd name="connsiteX12" fmla="*/ 583618 w 1629088"/>
                <a:gd name="connsiteY12" fmla="*/ 1004979 h 1725407"/>
                <a:gd name="connsiteX13" fmla="*/ 491294 w 1629088"/>
                <a:gd name="connsiteY13" fmla="*/ 1004979 h 1725407"/>
                <a:gd name="connsiteX14" fmla="*/ 470138 w 1629088"/>
                <a:gd name="connsiteY14" fmla="*/ 983823 h 1725407"/>
                <a:gd name="connsiteX15" fmla="*/ 470138 w 1629088"/>
                <a:gd name="connsiteY15" fmla="*/ 821625 h 1725407"/>
                <a:gd name="connsiteX16" fmla="*/ 491294 w 1629088"/>
                <a:gd name="connsiteY16" fmla="*/ 800469 h 1725407"/>
                <a:gd name="connsiteX17" fmla="*/ 583383 w 1629088"/>
                <a:gd name="connsiteY17" fmla="*/ 800469 h 1725407"/>
                <a:gd name="connsiteX18" fmla="*/ 604715 w 1629088"/>
                <a:gd name="connsiteY18" fmla="*/ 749400 h 1725407"/>
                <a:gd name="connsiteX19" fmla="*/ 539484 w 1629088"/>
                <a:gd name="connsiteY19" fmla="*/ 684051 h 1725407"/>
                <a:gd name="connsiteX20" fmla="*/ 539484 w 1629088"/>
                <a:gd name="connsiteY20" fmla="*/ 654139 h 1725407"/>
                <a:gd name="connsiteX21" fmla="*/ 654139 w 1629088"/>
                <a:gd name="connsiteY21" fmla="*/ 539425 h 1725407"/>
                <a:gd name="connsiteX22" fmla="*/ 684051 w 1629088"/>
                <a:gd name="connsiteY22" fmla="*/ 539425 h 1725407"/>
                <a:gd name="connsiteX23" fmla="*/ 749165 w 1629088"/>
                <a:gd name="connsiteY23" fmla="*/ 604598 h 1725407"/>
                <a:gd name="connsiteX24" fmla="*/ 800410 w 1629088"/>
                <a:gd name="connsiteY24" fmla="*/ 583618 h 1725407"/>
                <a:gd name="connsiteX25" fmla="*/ 800410 w 1629088"/>
                <a:gd name="connsiteY25" fmla="*/ 491294 h 1725407"/>
                <a:gd name="connsiteX26" fmla="*/ 821567 w 1629088"/>
                <a:gd name="connsiteY26" fmla="*/ 470138 h 1725407"/>
                <a:gd name="connsiteX27" fmla="*/ 983764 w 1629088"/>
                <a:gd name="connsiteY27" fmla="*/ 470138 h 1725407"/>
                <a:gd name="connsiteX28" fmla="*/ 1004921 w 1629088"/>
                <a:gd name="connsiteY28" fmla="*/ 491294 h 1725407"/>
                <a:gd name="connsiteX29" fmla="*/ 1004921 w 1629088"/>
                <a:gd name="connsiteY29" fmla="*/ 583383 h 1725407"/>
                <a:gd name="connsiteX30" fmla="*/ 1055931 w 1629088"/>
                <a:gd name="connsiteY30" fmla="*/ 604715 h 1725407"/>
                <a:gd name="connsiteX31" fmla="*/ 1121162 w 1629088"/>
                <a:gd name="connsiteY31" fmla="*/ 539425 h 1725407"/>
                <a:gd name="connsiteX32" fmla="*/ 1151134 w 1629088"/>
                <a:gd name="connsiteY32" fmla="*/ 539425 h 1725407"/>
                <a:gd name="connsiteX33" fmla="*/ 1265847 w 1629088"/>
                <a:gd name="connsiteY33" fmla="*/ 654139 h 1725407"/>
                <a:gd name="connsiteX34" fmla="*/ 1272018 w 1629088"/>
                <a:gd name="connsiteY34" fmla="*/ 669066 h 1725407"/>
                <a:gd name="connsiteX35" fmla="*/ 1265847 w 1629088"/>
                <a:gd name="connsiteY35" fmla="*/ 683992 h 1725407"/>
                <a:gd name="connsiteX36" fmla="*/ 1200674 w 1629088"/>
                <a:gd name="connsiteY36" fmla="*/ 749107 h 1725407"/>
                <a:gd name="connsiteX37" fmla="*/ 1221654 w 1629088"/>
                <a:gd name="connsiteY37" fmla="*/ 800352 h 1725407"/>
                <a:gd name="connsiteX38" fmla="*/ 1314036 w 1629088"/>
                <a:gd name="connsiteY38" fmla="*/ 800352 h 1725407"/>
                <a:gd name="connsiteX39" fmla="*/ 1335193 w 1629088"/>
                <a:gd name="connsiteY39" fmla="*/ 821508 h 1725407"/>
                <a:gd name="connsiteX40" fmla="*/ 1335193 w 1629088"/>
                <a:gd name="connsiteY40" fmla="*/ 983706 h 1725407"/>
                <a:gd name="connsiteX41" fmla="*/ 1314036 w 1629088"/>
                <a:gd name="connsiteY41" fmla="*/ 1004862 h 1725407"/>
                <a:gd name="connsiteX42" fmla="*/ 1221948 w 1629088"/>
                <a:gd name="connsiteY42" fmla="*/ 1004862 h 1725407"/>
                <a:gd name="connsiteX43" fmla="*/ 1200616 w 1629088"/>
                <a:gd name="connsiteY43" fmla="*/ 1055872 h 1725407"/>
                <a:gd name="connsiteX44" fmla="*/ 1265906 w 1629088"/>
                <a:gd name="connsiteY44" fmla="*/ 1121103 h 1725407"/>
                <a:gd name="connsiteX45" fmla="*/ 1272077 w 1629088"/>
                <a:gd name="connsiteY45" fmla="*/ 1136089 h 1725407"/>
                <a:gd name="connsiteX46" fmla="*/ 1265906 w 1629088"/>
                <a:gd name="connsiteY46" fmla="*/ 1151075 h 1725407"/>
                <a:gd name="connsiteX47" fmla="*/ 1151192 w 1629088"/>
                <a:gd name="connsiteY47" fmla="*/ 1265789 h 1725407"/>
                <a:gd name="connsiteX48" fmla="*/ 1136207 w 1629088"/>
                <a:gd name="connsiteY48" fmla="*/ 1271959 h 1725407"/>
                <a:gd name="connsiteX49" fmla="*/ 1136207 w 1629088"/>
                <a:gd name="connsiteY49" fmla="*/ 1271959 h 1725407"/>
                <a:gd name="connsiteX50" fmla="*/ 1121221 w 1629088"/>
                <a:gd name="connsiteY50" fmla="*/ 1265789 h 1725407"/>
                <a:gd name="connsiteX51" fmla="*/ 1056166 w 1629088"/>
                <a:gd name="connsiteY51" fmla="*/ 1200616 h 1725407"/>
                <a:gd name="connsiteX52" fmla="*/ 1004979 w 1629088"/>
                <a:gd name="connsiteY52" fmla="*/ 1221596 h 1725407"/>
                <a:gd name="connsiteX53" fmla="*/ 1004979 w 1629088"/>
                <a:gd name="connsiteY53" fmla="*/ 1314036 h 1725407"/>
                <a:gd name="connsiteX54" fmla="*/ 983764 w 1629088"/>
                <a:gd name="connsiteY54" fmla="*/ 1335193 h 1725407"/>
                <a:gd name="connsiteX55" fmla="*/ 842723 w 1629088"/>
                <a:gd name="connsiteY55" fmla="*/ 1292880 h 1725407"/>
                <a:gd name="connsiteX56" fmla="*/ 962608 w 1629088"/>
                <a:gd name="connsiteY56" fmla="*/ 1292880 h 1725407"/>
                <a:gd name="connsiteX57" fmla="*/ 962608 w 1629088"/>
                <a:gd name="connsiteY57" fmla="*/ 1207550 h 1725407"/>
                <a:gd name="connsiteX58" fmla="*/ 975772 w 1629088"/>
                <a:gd name="connsiteY58" fmla="*/ 1187981 h 1725407"/>
                <a:gd name="connsiteX59" fmla="*/ 1053110 w 1629088"/>
                <a:gd name="connsiteY59" fmla="*/ 1156246 h 1725407"/>
                <a:gd name="connsiteX60" fmla="*/ 1076146 w 1629088"/>
                <a:gd name="connsiteY60" fmla="*/ 1160830 h 1725407"/>
                <a:gd name="connsiteX61" fmla="*/ 1136207 w 1629088"/>
                <a:gd name="connsiteY61" fmla="*/ 1221008 h 1725407"/>
                <a:gd name="connsiteX62" fmla="*/ 1221008 w 1629088"/>
                <a:gd name="connsiteY62" fmla="*/ 1136207 h 1725407"/>
                <a:gd name="connsiteX63" fmla="*/ 1160595 w 1629088"/>
                <a:gd name="connsiteY63" fmla="*/ 1075911 h 1725407"/>
                <a:gd name="connsiteX64" fmla="*/ 1156070 w 1629088"/>
                <a:gd name="connsiteY64" fmla="*/ 1052757 h 1725407"/>
                <a:gd name="connsiteX65" fmla="*/ 1188392 w 1629088"/>
                <a:gd name="connsiteY65" fmla="*/ 975654 h 1725407"/>
                <a:gd name="connsiteX66" fmla="*/ 1207903 w 1629088"/>
                <a:gd name="connsiteY66" fmla="*/ 962608 h 1725407"/>
                <a:gd name="connsiteX67" fmla="*/ 1292880 w 1629088"/>
                <a:gd name="connsiteY67" fmla="*/ 962608 h 1725407"/>
                <a:gd name="connsiteX68" fmla="*/ 1292880 w 1629088"/>
                <a:gd name="connsiteY68" fmla="*/ 842723 h 1725407"/>
                <a:gd name="connsiteX69" fmla="*/ 1207550 w 1629088"/>
                <a:gd name="connsiteY69" fmla="*/ 842723 h 1725407"/>
                <a:gd name="connsiteX70" fmla="*/ 1187981 w 1629088"/>
                <a:gd name="connsiteY70" fmla="*/ 829618 h 1725407"/>
                <a:gd name="connsiteX71" fmla="*/ 1156246 w 1629088"/>
                <a:gd name="connsiteY71" fmla="*/ 752280 h 1725407"/>
                <a:gd name="connsiteX72" fmla="*/ 1160830 w 1629088"/>
                <a:gd name="connsiteY72" fmla="*/ 729302 h 1725407"/>
                <a:gd name="connsiteX73" fmla="*/ 1221008 w 1629088"/>
                <a:gd name="connsiteY73" fmla="*/ 669183 h 1725407"/>
                <a:gd name="connsiteX74" fmla="*/ 1136207 w 1629088"/>
                <a:gd name="connsiteY74" fmla="*/ 584382 h 1725407"/>
                <a:gd name="connsiteX75" fmla="*/ 1075911 w 1629088"/>
                <a:gd name="connsiteY75" fmla="*/ 644736 h 1725407"/>
                <a:gd name="connsiteX76" fmla="*/ 1052757 w 1629088"/>
                <a:gd name="connsiteY76" fmla="*/ 649320 h 1725407"/>
                <a:gd name="connsiteX77" fmla="*/ 975654 w 1629088"/>
                <a:gd name="connsiteY77" fmla="*/ 617057 h 1725407"/>
                <a:gd name="connsiteX78" fmla="*/ 962608 w 1629088"/>
                <a:gd name="connsiteY78" fmla="*/ 597546 h 1725407"/>
                <a:gd name="connsiteX79" fmla="*/ 962608 w 1629088"/>
                <a:gd name="connsiteY79" fmla="*/ 512451 h 1725407"/>
                <a:gd name="connsiteX80" fmla="*/ 842723 w 1629088"/>
                <a:gd name="connsiteY80" fmla="*/ 512451 h 1725407"/>
                <a:gd name="connsiteX81" fmla="*/ 842723 w 1629088"/>
                <a:gd name="connsiteY81" fmla="*/ 597781 h 1725407"/>
                <a:gd name="connsiteX82" fmla="*/ 829618 w 1629088"/>
                <a:gd name="connsiteY82" fmla="*/ 617350 h 1725407"/>
                <a:gd name="connsiteX83" fmla="*/ 752280 w 1629088"/>
                <a:gd name="connsiteY83" fmla="*/ 649085 h 1725407"/>
                <a:gd name="connsiteX84" fmla="*/ 729302 w 1629088"/>
                <a:gd name="connsiteY84" fmla="*/ 644442 h 1725407"/>
                <a:gd name="connsiteX85" fmla="*/ 669183 w 1629088"/>
                <a:gd name="connsiteY85" fmla="*/ 584323 h 1725407"/>
                <a:gd name="connsiteX86" fmla="*/ 584441 w 1629088"/>
                <a:gd name="connsiteY86" fmla="*/ 669124 h 1725407"/>
                <a:gd name="connsiteX87" fmla="*/ 644795 w 1629088"/>
                <a:gd name="connsiteY87" fmla="*/ 729537 h 1725407"/>
                <a:gd name="connsiteX88" fmla="*/ 649320 w 1629088"/>
                <a:gd name="connsiteY88" fmla="*/ 752691 h 1725407"/>
                <a:gd name="connsiteX89" fmla="*/ 617057 w 1629088"/>
                <a:gd name="connsiteY89" fmla="*/ 829794 h 1725407"/>
                <a:gd name="connsiteX90" fmla="*/ 597546 w 1629088"/>
                <a:gd name="connsiteY90" fmla="*/ 842782 h 1725407"/>
                <a:gd name="connsiteX91" fmla="*/ 512451 w 1629088"/>
                <a:gd name="connsiteY91" fmla="*/ 842782 h 1725407"/>
                <a:gd name="connsiteX92" fmla="*/ 512451 w 1629088"/>
                <a:gd name="connsiteY92" fmla="*/ 962667 h 1725407"/>
                <a:gd name="connsiteX93" fmla="*/ 597781 w 1629088"/>
                <a:gd name="connsiteY93" fmla="*/ 962667 h 1725407"/>
                <a:gd name="connsiteX94" fmla="*/ 617350 w 1629088"/>
                <a:gd name="connsiteY94" fmla="*/ 975831 h 1725407"/>
                <a:gd name="connsiteX95" fmla="*/ 649085 w 1629088"/>
                <a:gd name="connsiteY95" fmla="*/ 1053169 h 1725407"/>
                <a:gd name="connsiteX96" fmla="*/ 644442 w 1629088"/>
                <a:gd name="connsiteY96" fmla="*/ 1076205 h 1725407"/>
                <a:gd name="connsiteX97" fmla="*/ 584382 w 1629088"/>
                <a:gd name="connsiteY97" fmla="*/ 1136265 h 1725407"/>
                <a:gd name="connsiteX98" fmla="*/ 669124 w 1629088"/>
                <a:gd name="connsiteY98" fmla="*/ 1221067 h 1725407"/>
                <a:gd name="connsiteX99" fmla="*/ 729537 w 1629088"/>
                <a:gd name="connsiteY99" fmla="*/ 1160654 h 1725407"/>
                <a:gd name="connsiteX100" fmla="*/ 752691 w 1629088"/>
                <a:gd name="connsiteY100" fmla="*/ 1156129 h 1725407"/>
                <a:gd name="connsiteX101" fmla="*/ 829794 w 1629088"/>
                <a:gd name="connsiteY101" fmla="*/ 1188451 h 1725407"/>
                <a:gd name="connsiteX102" fmla="*/ 842782 w 1629088"/>
                <a:gd name="connsiteY102" fmla="*/ 1207962 h 1725407"/>
                <a:gd name="connsiteX103" fmla="*/ 842723 w 1629088"/>
                <a:gd name="connsiteY103" fmla="*/ 1292880 h 1725407"/>
                <a:gd name="connsiteX104" fmla="*/ 842723 w 1629088"/>
                <a:gd name="connsiteY104" fmla="*/ 1292880 h 1725407"/>
                <a:gd name="connsiteX105" fmla="*/ 902665 w 1629088"/>
                <a:gd name="connsiteY105" fmla="*/ 1100124 h 1725407"/>
                <a:gd name="connsiteX106" fmla="*/ 705207 w 1629088"/>
                <a:gd name="connsiteY106" fmla="*/ 902665 h 1725407"/>
                <a:gd name="connsiteX107" fmla="*/ 902665 w 1629088"/>
                <a:gd name="connsiteY107" fmla="*/ 705207 h 1725407"/>
                <a:gd name="connsiteX108" fmla="*/ 1100124 w 1629088"/>
                <a:gd name="connsiteY108" fmla="*/ 902665 h 1725407"/>
                <a:gd name="connsiteX109" fmla="*/ 902665 w 1629088"/>
                <a:gd name="connsiteY109" fmla="*/ 1100124 h 1725407"/>
                <a:gd name="connsiteX110" fmla="*/ 902665 w 1629088"/>
                <a:gd name="connsiteY110" fmla="*/ 747520 h 1725407"/>
                <a:gd name="connsiteX111" fmla="*/ 747520 w 1629088"/>
                <a:gd name="connsiteY111" fmla="*/ 902665 h 1725407"/>
                <a:gd name="connsiteX112" fmla="*/ 902665 w 1629088"/>
                <a:gd name="connsiteY112" fmla="*/ 1057811 h 1725407"/>
                <a:gd name="connsiteX113" fmla="*/ 1057811 w 1629088"/>
                <a:gd name="connsiteY113" fmla="*/ 902665 h 1725407"/>
                <a:gd name="connsiteX114" fmla="*/ 902665 w 1629088"/>
                <a:gd name="connsiteY114" fmla="*/ 747520 h 1725407"/>
                <a:gd name="connsiteX115" fmla="*/ 176302 w 1629088"/>
                <a:gd name="connsiteY115" fmla="*/ 1725407 h 1725407"/>
                <a:gd name="connsiteX116" fmla="*/ 218614 w 1629088"/>
                <a:gd name="connsiteY116" fmla="*/ 1725407 h 1725407"/>
                <a:gd name="connsiteX117" fmla="*/ 176302 w 1629088"/>
                <a:gd name="connsiteY117" fmla="*/ 1725407 h 1725407"/>
                <a:gd name="connsiteX118" fmla="*/ 42312 w 1629088"/>
                <a:gd name="connsiteY118" fmla="*/ 902665 h 1725407"/>
                <a:gd name="connsiteX119" fmla="*/ 0 w 1629088"/>
                <a:gd name="connsiteY119" fmla="*/ 902665 h 1725407"/>
                <a:gd name="connsiteX120" fmla="*/ 902665 w 1629088"/>
                <a:gd name="connsiteY120" fmla="*/ 0 h 1725407"/>
                <a:gd name="connsiteX121" fmla="*/ 1586717 w 1629088"/>
                <a:gd name="connsiteY121" fmla="*/ 313641 h 1725407"/>
                <a:gd name="connsiteX122" fmla="*/ 1586717 w 1629088"/>
                <a:gd name="connsiteY122" fmla="*/ 79924 h 1725407"/>
                <a:gd name="connsiteX123" fmla="*/ 1629088 w 1629088"/>
                <a:gd name="connsiteY123" fmla="*/ 79924 h 1725407"/>
                <a:gd name="connsiteX124" fmla="*/ 1629088 w 1629088"/>
                <a:gd name="connsiteY124" fmla="*/ 394916 h 1725407"/>
                <a:gd name="connsiteX125" fmla="*/ 1314036 w 1629088"/>
                <a:gd name="connsiteY125" fmla="*/ 394916 h 1725407"/>
                <a:gd name="connsiteX126" fmla="*/ 1314036 w 1629088"/>
                <a:gd name="connsiteY126" fmla="*/ 352604 h 1725407"/>
                <a:gd name="connsiteX127" fmla="*/ 1564209 w 1629088"/>
                <a:gd name="connsiteY127" fmla="*/ 352604 h 1725407"/>
                <a:gd name="connsiteX128" fmla="*/ 902665 w 1629088"/>
                <a:gd name="connsiteY128" fmla="*/ 42312 h 1725407"/>
                <a:gd name="connsiteX129" fmla="*/ 42312 w 1629088"/>
                <a:gd name="connsiteY129" fmla="*/ 902665 h 1725407"/>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902665 w 1629088"/>
                <a:gd name="connsiteY125" fmla="*/ 42312 h 1335193"/>
                <a:gd name="connsiteX126" fmla="*/ 42312 w 1629088"/>
                <a:gd name="connsiteY126" fmla="*/ 902665 h 1335193"/>
                <a:gd name="connsiteX0" fmla="*/ 983764 w 1629088"/>
                <a:gd name="connsiteY0" fmla="*/ 1335193 h 1335193"/>
                <a:gd name="connsiteX1" fmla="*/ 821567 w 1629088"/>
                <a:gd name="connsiteY1" fmla="*/ 1335193 h 1335193"/>
                <a:gd name="connsiteX2" fmla="*/ 800410 w 1629088"/>
                <a:gd name="connsiteY2" fmla="*/ 1314036 h 1335193"/>
                <a:gd name="connsiteX3" fmla="*/ 800410 w 1629088"/>
                <a:gd name="connsiteY3" fmla="*/ 1221948 h 1335193"/>
                <a:gd name="connsiteX4" fmla="*/ 749342 w 1629088"/>
                <a:gd name="connsiteY4" fmla="*/ 1200616 h 1335193"/>
                <a:gd name="connsiteX5" fmla="*/ 684051 w 1629088"/>
                <a:gd name="connsiteY5" fmla="*/ 1265906 h 1335193"/>
                <a:gd name="connsiteX6" fmla="*/ 669124 w 1629088"/>
                <a:gd name="connsiteY6" fmla="*/ 1272077 h 1335193"/>
                <a:gd name="connsiteX7" fmla="*/ 669124 w 1629088"/>
                <a:gd name="connsiteY7" fmla="*/ 1272077 h 1335193"/>
                <a:gd name="connsiteX8" fmla="*/ 654197 w 1629088"/>
                <a:gd name="connsiteY8" fmla="*/ 1265906 h 1335193"/>
                <a:gd name="connsiteX9" fmla="*/ 539484 w 1629088"/>
                <a:gd name="connsiteY9" fmla="*/ 1151192 h 1335193"/>
                <a:gd name="connsiteX10" fmla="*/ 539484 w 1629088"/>
                <a:gd name="connsiteY10" fmla="*/ 1121221 h 1335193"/>
                <a:gd name="connsiteX11" fmla="*/ 604598 w 1629088"/>
                <a:gd name="connsiteY11" fmla="*/ 1056166 h 1335193"/>
                <a:gd name="connsiteX12" fmla="*/ 583618 w 1629088"/>
                <a:gd name="connsiteY12" fmla="*/ 1004979 h 1335193"/>
                <a:gd name="connsiteX13" fmla="*/ 491294 w 1629088"/>
                <a:gd name="connsiteY13" fmla="*/ 1004979 h 1335193"/>
                <a:gd name="connsiteX14" fmla="*/ 470138 w 1629088"/>
                <a:gd name="connsiteY14" fmla="*/ 983823 h 1335193"/>
                <a:gd name="connsiteX15" fmla="*/ 470138 w 1629088"/>
                <a:gd name="connsiteY15" fmla="*/ 821625 h 1335193"/>
                <a:gd name="connsiteX16" fmla="*/ 491294 w 1629088"/>
                <a:gd name="connsiteY16" fmla="*/ 800469 h 1335193"/>
                <a:gd name="connsiteX17" fmla="*/ 583383 w 1629088"/>
                <a:gd name="connsiteY17" fmla="*/ 800469 h 1335193"/>
                <a:gd name="connsiteX18" fmla="*/ 604715 w 1629088"/>
                <a:gd name="connsiteY18" fmla="*/ 749400 h 1335193"/>
                <a:gd name="connsiteX19" fmla="*/ 539484 w 1629088"/>
                <a:gd name="connsiteY19" fmla="*/ 684051 h 1335193"/>
                <a:gd name="connsiteX20" fmla="*/ 539484 w 1629088"/>
                <a:gd name="connsiteY20" fmla="*/ 654139 h 1335193"/>
                <a:gd name="connsiteX21" fmla="*/ 654139 w 1629088"/>
                <a:gd name="connsiteY21" fmla="*/ 539425 h 1335193"/>
                <a:gd name="connsiteX22" fmla="*/ 684051 w 1629088"/>
                <a:gd name="connsiteY22" fmla="*/ 539425 h 1335193"/>
                <a:gd name="connsiteX23" fmla="*/ 749165 w 1629088"/>
                <a:gd name="connsiteY23" fmla="*/ 604598 h 1335193"/>
                <a:gd name="connsiteX24" fmla="*/ 800410 w 1629088"/>
                <a:gd name="connsiteY24" fmla="*/ 583618 h 1335193"/>
                <a:gd name="connsiteX25" fmla="*/ 800410 w 1629088"/>
                <a:gd name="connsiteY25" fmla="*/ 491294 h 1335193"/>
                <a:gd name="connsiteX26" fmla="*/ 821567 w 1629088"/>
                <a:gd name="connsiteY26" fmla="*/ 470138 h 1335193"/>
                <a:gd name="connsiteX27" fmla="*/ 983764 w 1629088"/>
                <a:gd name="connsiteY27" fmla="*/ 470138 h 1335193"/>
                <a:gd name="connsiteX28" fmla="*/ 1004921 w 1629088"/>
                <a:gd name="connsiteY28" fmla="*/ 491294 h 1335193"/>
                <a:gd name="connsiteX29" fmla="*/ 1004921 w 1629088"/>
                <a:gd name="connsiteY29" fmla="*/ 583383 h 1335193"/>
                <a:gd name="connsiteX30" fmla="*/ 1055931 w 1629088"/>
                <a:gd name="connsiteY30" fmla="*/ 604715 h 1335193"/>
                <a:gd name="connsiteX31" fmla="*/ 1121162 w 1629088"/>
                <a:gd name="connsiteY31" fmla="*/ 539425 h 1335193"/>
                <a:gd name="connsiteX32" fmla="*/ 1151134 w 1629088"/>
                <a:gd name="connsiteY32" fmla="*/ 539425 h 1335193"/>
                <a:gd name="connsiteX33" fmla="*/ 1265847 w 1629088"/>
                <a:gd name="connsiteY33" fmla="*/ 654139 h 1335193"/>
                <a:gd name="connsiteX34" fmla="*/ 1272018 w 1629088"/>
                <a:gd name="connsiteY34" fmla="*/ 669066 h 1335193"/>
                <a:gd name="connsiteX35" fmla="*/ 1265847 w 1629088"/>
                <a:gd name="connsiteY35" fmla="*/ 683992 h 1335193"/>
                <a:gd name="connsiteX36" fmla="*/ 1200674 w 1629088"/>
                <a:gd name="connsiteY36" fmla="*/ 749107 h 1335193"/>
                <a:gd name="connsiteX37" fmla="*/ 1221654 w 1629088"/>
                <a:gd name="connsiteY37" fmla="*/ 800352 h 1335193"/>
                <a:gd name="connsiteX38" fmla="*/ 1314036 w 1629088"/>
                <a:gd name="connsiteY38" fmla="*/ 800352 h 1335193"/>
                <a:gd name="connsiteX39" fmla="*/ 1335193 w 1629088"/>
                <a:gd name="connsiteY39" fmla="*/ 821508 h 1335193"/>
                <a:gd name="connsiteX40" fmla="*/ 1335193 w 1629088"/>
                <a:gd name="connsiteY40" fmla="*/ 983706 h 1335193"/>
                <a:gd name="connsiteX41" fmla="*/ 1314036 w 1629088"/>
                <a:gd name="connsiteY41" fmla="*/ 1004862 h 1335193"/>
                <a:gd name="connsiteX42" fmla="*/ 1221948 w 1629088"/>
                <a:gd name="connsiteY42" fmla="*/ 1004862 h 1335193"/>
                <a:gd name="connsiteX43" fmla="*/ 1200616 w 1629088"/>
                <a:gd name="connsiteY43" fmla="*/ 1055872 h 1335193"/>
                <a:gd name="connsiteX44" fmla="*/ 1265906 w 1629088"/>
                <a:gd name="connsiteY44" fmla="*/ 1121103 h 1335193"/>
                <a:gd name="connsiteX45" fmla="*/ 1272077 w 1629088"/>
                <a:gd name="connsiteY45" fmla="*/ 1136089 h 1335193"/>
                <a:gd name="connsiteX46" fmla="*/ 1265906 w 1629088"/>
                <a:gd name="connsiteY46" fmla="*/ 1151075 h 1335193"/>
                <a:gd name="connsiteX47" fmla="*/ 1151192 w 1629088"/>
                <a:gd name="connsiteY47" fmla="*/ 1265789 h 1335193"/>
                <a:gd name="connsiteX48" fmla="*/ 1136207 w 1629088"/>
                <a:gd name="connsiteY48" fmla="*/ 1271959 h 1335193"/>
                <a:gd name="connsiteX49" fmla="*/ 1136207 w 1629088"/>
                <a:gd name="connsiteY49" fmla="*/ 1271959 h 1335193"/>
                <a:gd name="connsiteX50" fmla="*/ 1121221 w 1629088"/>
                <a:gd name="connsiteY50" fmla="*/ 1265789 h 1335193"/>
                <a:gd name="connsiteX51" fmla="*/ 1056166 w 1629088"/>
                <a:gd name="connsiteY51" fmla="*/ 1200616 h 1335193"/>
                <a:gd name="connsiteX52" fmla="*/ 1004979 w 1629088"/>
                <a:gd name="connsiteY52" fmla="*/ 1221596 h 1335193"/>
                <a:gd name="connsiteX53" fmla="*/ 1004979 w 1629088"/>
                <a:gd name="connsiteY53" fmla="*/ 1314036 h 1335193"/>
                <a:gd name="connsiteX54" fmla="*/ 983764 w 1629088"/>
                <a:gd name="connsiteY54" fmla="*/ 1335193 h 1335193"/>
                <a:gd name="connsiteX55" fmla="*/ 842723 w 1629088"/>
                <a:gd name="connsiteY55" fmla="*/ 1292880 h 1335193"/>
                <a:gd name="connsiteX56" fmla="*/ 962608 w 1629088"/>
                <a:gd name="connsiteY56" fmla="*/ 1292880 h 1335193"/>
                <a:gd name="connsiteX57" fmla="*/ 962608 w 1629088"/>
                <a:gd name="connsiteY57" fmla="*/ 1207550 h 1335193"/>
                <a:gd name="connsiteX58" fmla="*/ 975772 w 1629088"/>
                <a:gd name="connsiteY58" fmla="*/ 1187981 h 1335193"/>
                <a:gd name="connsiteX59" fmla="*/ 1053110 w 1629088"/>
                <a:gd name="connsiteY59" fmla="*/ 1156246 h 1335193"/>
                <a:gd name="connsiteX60" fmla="*/ 1076146 w 1629088"/>
                <a:gd name="connsiteY60" fmla="*/ 1160830 h 1335193"/>
                <a:gd name="connsiteX61" fmla="*/ 1136207 w 1629088"/>
                <a:gd name="connsiteY61" fmla="*/ 1221008 h 1335193"/>
                <a:gd name="connsiteX62" fmla="*/ 1221008 w 1629088"/>
                <a:gd name="connsiteY62" fmla="*/ 1136207 h 1335193"/>
                <a:gd name="connsiteX63" fmla="*/ 1160595 w 1629088"/>
                <a:gd name="connsiteY63" fmla="*/ 1075911 h 1335193"/>
                <a:gd name="connsiteX64" fmla="*/ 1156070 w 1629088"/>
                <a:gd name="connsiteY64" fmla="*/ 1052757 h 1335193"/>
                <a:gd name="connsiteX65" fmla="*/ 1188392 w 1629088"/>
                <a:gd name="connsiteY65" fmla="*/ 975654 h 1335193"/>
                <a:gd name="connsiteX66" fmla="*/ 1207903 w 1629088"/>
                <a:gd name="connsiteY66" fmla="*/ 962608 h 1335193"/>
                <a:gd name="connsiteX67" fmla="*/ 1292880 w 1629088"/>
                <a:gd name="connsiteY67" fmla="*/ 962608 h 1335193"/>
                <a:gd name="connsiteX68" fmla="*/ 1292880 w 1629088"/>
                <a:gd name="connsiteY68" fmla="*/ 842723 h 1335193"/>
                <a:gd name="connsiteX69" fmla="*/ 1207550 w 1629088"/>
                <a:gd name="connsiteY69" fmla="*/ 842723 h 1335193"/>
                <a:gd name="connsiteX70" fmla="*/ 1187981 w 1629088"/>
                <a:gd name="connsiteY70" fmla="*/ 829618 h 1335193"/>
                <a:gd name="connsiteX71" fmla="*/ 1156246 w 1629088"/>
                <a:gd name="connsiteY71" fmla="*/ 752280 h 1335193"/>
                <a:gd name="connsiteX72" fmla="*/ 1160830 w 1629088"/>
                <a:gd name="connsiteY72" fmla="*/ 729302 h 1335193"/>
                <a:gd name="connsiteX73" fmla="*/ 1221008 w 1629088"/>
                <a:gd name="connsiteY73" fmla="*/ 669183 h 1335193"/>
                <a:gd name="connsiteX74" fmla="*/ 1136207 w 1629088"/>
                <a:gd name="connsiteY74" fmla="*/ 584382 h 1335193"/>
                <a:gd name="connsiteX75" fmla="*/ 1075911 w 1629088"/>
                <a:gd name="connsiteY75" fmla="*/ 644736 h 1335193"/>
                <a:gd name="connsiteX76" fmla="*/ 1052757 w 1629088"/>
                <a:gd name="connsiteY76" fmla="*/ 649320 h 1335193"/>
                <a:gd name="connsiteX77" fmla="*/ 975654 w 1629088"/>
                <a:gd name="connsiteY77" fmla="*/ 617057 h 1335193"/>
                <a:gd name="connsiteX78" fmla="*/ 962608 w 1629088"/>
                <a:gd name="connsiteY78" fmla="*/ 597546 h 1335193"/>
                <a:gd name="connsiteX79" fmla="*/ 962608 w 1629088"/>
                <a:gd name="connsiteY79" fmla="*/ 512451 h 1335193"/>
                <a:gd name="connsiteX80" fmla="*/ 842723 w 1629088"/>
                <a:gd name="connsiteY80" fmla="*/ 512451 h 1335193"/>
                <a:gd name="connsiteX81" fmla="*/ 842723 w 1629088"/>
                <a:gd name="connsiteY81" fmla="*/ 597781 h 1335193"/>
                <a:gd name="connsiteX82" fmla="*/ 829618 w 1629088"/>
                <a:gd name="connsiteY82" fmla="*/ 617350 h 1335193"/>
                <a:gd name="connsiteX83" fmla="*/ 752280 w 1629088"/>
                <a:gd name="connsiteY83" fmla="*/ 649085 h 1335193"/>
                <a:gd name="connsiteX84" fmla="*/ 729302 w 1629088"/>
                <a:gd name="connsiteY84" fmla="*/ 644442 h 1335193"/>
                <a:gd name="connsiteX85" fmla="*/ 669183 w 1629088"/>
                <a:gd name="connsiteY85" fmla="*/ 584323 h 1335193"/>
                <a:gd name="connsiteX86" fmla="*/ 584441 w 1629088"/>
                <a:gd name="connsiteY86" fmla="*/ 669124 h 1335193"/>
                <a:gd name="connsiteX87" fmla="*/ 644795 w 1629088"/>
                <a:gd name="connsiteY87" fmla="*/ 729537 h 1335193"/>
                <a:gd name="connsiteX88" fmla="*/ 649320 w 1629088"/>
                <a:gd name="connsiteY88" fmla="*/ 752691 h 1335193"/>
                <a:gd name="connsiteX89" fmla="*/ 617057 w 1629088"/>
                <a:gd name="connsiteY89" fmla="*/ 829794 h 1335193"/>
                <a:gd name="connsiteX90" fmla="*/ 597546 w 1629088"/>
                <a:gd name="connsiteY90" fmla="*/ 842782 h 1335193"/>
                <a:gd name="connsiteX91" fmla="*/ 512451 w 1629088"/>
                <a:gd name="connsiteY91" fmla="*/ 842782 h 1335193"/>
                <a:gd name="connsiteX92" fmla="*/ 512451 w 1629088"/>
                <a:gd name="connsiteY92" fmla="*/ 962667 h 1335193"/>
                <a:gd name="connsiteX93" fmla="*/ 597781 w 1629088"/>
                <a:gd name="connsiteY93" fmla="*/ 962667 h 1335193"/>
                <a:gd name="connsiteX94" fmla="*/ 617350 w 1629088"/>
                <a:gd name="connsiteY94" fmla="*/ 975831 h 1335193"/>
                <a:gd name="connsiteX95" fmla="*/ 649085 w 1629088"/>
                <a:gd name="connsiteY95" fmla="*/ 1053169 h 1335193"/>
                <a:gd name="connsiteX96" fmla="*/ 644442 w 1629088"/>
                <a:gd name="connsiteY96" fmla="*/ 1076205 h 1335193"/>
                <a:gd name="connsiteX97" fmla="*/ 584382 w 1629088"/>
                <a:gd name="connsiteY97" fmla="*/ 1136265 h 1335193"/>
                <a:gd name="connsiteX98" fmla="*/ 669124 w 1629088"/>
                <a:gd name="connsiteY98" fmla="*/ 1221067 h 1335193"/>
                <a:gd name="connsiteX99" fmla="*/ 729537 w 1629088"/>
                <a:gd name="connsiteY99" fmla="*/ 1160654 h 1335193"/>
                <a:gd name="connsiteX100" fmla="*/ 752691 w 1629088"/>
                <a:gd name="connsiteY100" fmla="*/ 1156129 h 1335193"/>
                <a:gd name="connsiteX101" fmla="*/ 829794 w 1629088"/>
                <a:gd name="connsiteY101" fmla="*/ 1188451 h 1335193"/>
                <a:gd name="connsiteX102" fmla="*/ 842782 w 1629088"/>
                <a:gd name="connsiteY102" fmla="*/ 1207962 h 1335193"/>
                <a:gd name="connsiteX103" fmla="*/ 842723 w 1629088"/>
                <a:gd name="connsiteY103" fmla="*/ 1292880 h 1335193"/>
                <a:gd name="connsiteX104" fmla="*/ 842723 w 1629088"/>
                <a:gd name="connsiteY104" fmla="*/ 1292880 h 1335193"/>
                <a:gd name="connsiteX105" fmla="*/ 902665 w 1629088"/>
                <a:gd name="connsiteY105" fmla="*/ 1100124 h 1335193"/>
                <a:gd name="connsiteX106" fmla="*/ 705207 w 1629088"/>
                <a:gd name="connsiteY106" fmla="*/ 902665 h 1335193"/>
                <a:gd name="connsiteX107" fmla="*/ 902665 w 1629088"/>
                <a:gd name="connsiteY107" fmla="*/ 705207 h 1335193"/>
                <a:gd name="connsiteX108" fmla="*/ 1100124 w 1629088"/>
                <a:gd name="connsiteY108" fmla="*/ 902665 h 1335193"/>
                <a:gd name="connsiteX109" fmla="*/ 902665 w 1629088"/>
                <a:gd name="connsiteY109" fmla="*/ 1100124 h 1335193"/>
                <a:gd name="connsiteX110" fmla="*/ 902665 w 1629088"/>
                <a:gd name="connsiteY110" fmla="*/ 747520 h 1335193"/>
                <a:gd name="connsiteX111" fmla="*/ 747520 w 1629088"/>
                <a:gd name="connsiteY111" fmla="*/ 902665 h 1335193"/>
                <a:gd name="connsiteX112" fmla="*/ 902665 w 1629088"/>
                <a:gd name="connsiteY112" fmla="*/ 1057811 h 1335193"/>
                <a:gd name="connsiteX113" fmla="*/ 1057811 w 1629088"/>
                <a:gd name="connsiteY113" fmla="*/ 902665 h 1335193"/>
                <a:gd name="connsiteX114" fmla="*/ 902665 w 1629088"/>
                <a:gd name="connsiteY114" fmla="*/ 747520 h 1335193"/>
                <a:gd name="connsiteX115" fmla="*/ 42312 w 1629088"/>
                <a:gd name="connsiteY115" fmla="*/ 902665 h 1335193"/>
                <a:gd name="connsiteX116" fmla="*/ 0 w 1629088"/>
                <a:gd name="connsiteY116" fmla="*/ 902665 h 1335193"/>
                <a:gd name="connsiteX117" fmla="*/ 902665 w 1629088"/>
                <a:gd name="connsiteY117" fmla="*/ 0 h 1335193"/>
                <a:gd name="connsiteX118" fmla="*/ 1586717 w 1629088"/>
                <a:gd name="connsiteY118" fmla="*/ 313641 h 1335193"/>
                <a:gd name="connsiteX119" fmla="*/ 1586717 w 1629088"/>
                <a:gd name="connsiteY119" fmla="*/ 79924 h 1335193"/>
                <a:gd name="connsiteX120" fmla="*/ 1629088 w 1629088"/>
                <a:gd name="connsiteY120" fmla="*/ 79924 h 1335193"/>
                <a:gd name="connsiteX121" fmla="*/ 1629088 w 1629088"/>
                <a:gd name="connsiteY121" fmla="*/ 394916 h 1335193"/>
                <a:gd name="connsiteX122" fmla="*/ 1314036 w 1629088"/>
                <a:gd name="connsiteY122" fmla="*/ 394916 h 1335193"/>
                <a:gd name="connsiteX123" fmla="*/ 1314036 w 1629088"/>
                <a:gd name="connsiteY123" fmla="*/ 352604 h 1335193"/>
                <a:gd name="connsiteX124" fmla="*/ 1564209 w 1629088"/>
                <a:gd name="connsiteY124" fmla="*/ 352604 h 1335193"/>
                <a:gd name="connsiteX125" fmla="*/ 42312 w 1629088"/>
                <a:gd name="connsiteY125" fmla="*/ 902665 h 1335193"/>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314036 w 1629088"/>
                <a:gd name="connsiteY122" fmla="*/ 272680 h 1255269"/>
                <a:gd name="connsiteX123" fmla="*/ 1564209 w 1629088"/>
                <a:gd name="connsiteY123" fmla="*/ 272680 h 1255269"/>
                <a:gd name="connsiteX124" fmla="*/ 42312 w 1629088"/>
                <a:gd name="connsiteY124"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314036 w 1629088"/>
                <a:gd name="connsiteY121" fmla="*/ 314992 h 1255269"/>
                <a:gd name="connsiteX122" fmla="*/ 1564209 w 1629088"/>
                <a:gd name="connsiteY122" fmla="*/ 272680 h 1255269"/>
                <a:gd name="connsiteX123" fmla="*/ 42312 w 1629088"/>
                <a:gd name="connsiteY123"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1564209 w 1629088"/>
                <a:gd name="connsiteY121" fmla="*/ 272680 h 1255269"/>
                <a:gd name="connsiteX122" fmla="*/ 42312 w 1629088"/>
                <a:gd name="connsiteY122"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233717 h 1255269"/>
                <a:gd name="connsiteX118" fmla="*/ 1586717 w 1629088"/>
                <a:gd name="connsiteY118" fmla="*/ 0 h 1255269"/>
                <a:gd name="connsiteX119" fmla="*/ 1629088 w 1629088"/>
                <a:gd name="connsiteY119" fmla="*/ 0 h 1255269"/>
                <a:gd name="connsiteX120" fmla="*/ 1629088 w 1629088"/>
                <a:gd name="connsiteY120" fmla="*/ 314992 h 1255269"/>
                <a:gd name="connsiteX121" fmla="*/ 42312 w 1629088"/>
                <a:gd name="connsiteY121"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1629088 w 1629088"/>
                <a:gd name="connsiteY119" fmla="*/ 314992 h 1255269"/>
                <a:gd name="connsiteX120" fmla="*/ 42312 w 1629088"/>
                <a:gd name="connsiteY120"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42312 w 1629088"/>
                <a:gd name="connsiteY115" fmla="*/ 822741 h 1255269"/>
                <a:gd name="connsiteX116" fmla="*/ 0 w 1629088"/>
                <a:gd name="connsiteY116" fmla="*/ 822741 h 1255269"/>
                <a:gd name="connsiteX117" fmla="*/ 1586717 w 1629088"/>
                <a:gd name="connsiteY117" fmla="*/ 0 h 1255269"/>
                <a:gd name="connsiteX118" fmla="*/ 1629088 w 1629088"/>
                <a:gd name="connsiteY118" fmla="*/ 0 h 1255269"/>
                <a:gd name="connsiteX119" fmla="*/ 42312 w 1629088"/>
                <a:gd name="connsiteY119" fmla="*/ 822741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586717 w 1629088"/>
                <a:gd name="connsiteY117" fmla="*/ 0 h 1255269"/>
                <a:gd name="connsiteX118" fmla="*/ 1629088 w 1629088"/>
                <a:gd name="connsiteY118" fmla="*/ 0 h 1255269"/>
                <a:gd name="connsiteX0" fmla="*/ 983764 w 1629088"/>
                <a:gd name="connsiteY0" fmla="*/ 1255269 h 1255269"/>
                <a:gd name="connsiteX1" fmla="*/ 821567 w 1629088"/>
                <a:gd name="connsiteY1" fmla="*/ 1255269 h 1255269"/>
                <a:gd name="connsiteX2" fmla="*/ 800410 w 1629088"/>
                <a:gd name="connsiteY2" fmla="*/ 1234112 h 1255269"/>
                <a:gd name="connsiteX3" fmla="*/ 800410 w 1629088"/>
                <a:gd name="connsiteY3" fmla="*/ 1142024 h 1255269"/>
                <a:gd name="connsiteX4" fmla="*/ 749342 w 1629088"/>
                <a:gd name="connsiteY4" fmla="*/ 1120692 h 1255269"/>
                <a:gd name="connsiteX5" fmla="*/ 684051 w 1629088"/>
                <a:gd name="connsiteY5" fmla="*/ 1185982 h 1255269"/>
                <a:gd name="connsiteX6" fmla="*/ 669124 w 1629088"/>
                <a:gd name="connsiteY6" fmla="*/ 1192153 h 1255269"/>
                <a:gd name="connsiteX7" fmla="*/ 669124 w 1629088"/>
                <a:gd name="connsiteY7" fmla="*/ 1192153 h 1255269"/>
                <a:gd name="connsiteX8" fmla="*/ 654197 w 1629088"/>
                <a:gd name="connsiteY8" fmla="*/ 1185982 h 1255269"/>
                <a:gd name="connsiteX9" fmla="*/ 539484 w 1629088"/>
                <a:gd name="connsiteY9" fmla="*/ 1071268 h 1255269"/>
                <a:gd name="connsiteX10" fmla="*/ 539484 w 1629088"/>
                <a:gd name="connsiteY10" fmla="*/ 1041297 h 1255269"/>
                <a:gd name="connsiteX11" fmla="*/ 604598 w 1629088"/>
                <a:gd name="connsiteY11" fmla="*/ 976242 h 1255269"/>
                <a:gd name="connsiteX12" fmla="*/ 583618 w 1629088"/>
                <a:gd name="connsiteY12" fmla="*/ 925055 h 1255269"/>
                <a:gd name="connsiteX13" fmla="*/ 491294 w 1629088"/>
                <a:gd name="connsiteY13" fmla="*/ 925055 h 1255269"/>
                <a:gd name="connsiteX14" fmla="*/ 470138 w 1629088"/>
                <a:gd name="connsiteY14" fmla="*/ 903899 h 1255269"/>
                <a:gd name="connsiteX15" fmla="*/ 470138 w 1629088"/>
                <a:gd name="connsiteY15" fmla="*/ 741701 h 1255269"/>
                <a:gd name="connsiteX16" fmla="*/ 491294 w 1629088"/>
                <a:gd name="connsiteY16" fmla="*/ 720545 h 1255269"/>
                <a:gd name="connsiteX17" fmla="*/ 583383 w 1629088"/>
                <a:gd name="connsiteY17" fmla="*/ 720545 h 1255269"/>
                <a:gd name="connsiteX18" fmla="*/ 604715 w 1629088"/>
                <a:gd name="connsiteY18" fmla="*/ 669476 h 1255269"/>
                <a:gd name="connsiteX19" fmla="*/ 539484 w 1629088"/>
                <a:gd name="connsiteY19" fmla="*/ 604127 h 1255269"/>
                <a:gd name="connsiteX20" fmla="*/ 539484 w 1629088"/>
                <a:gd name="connsiteY20" fmla="*/ 574215 h 1255269"/>
                <a:gd name="connsiteX21" fmla="*/ 654139 w 1629088"/>
                <a:gd name="connsiteY21" fmla="*/ 459501 h 1255269"/>
                <a:gd name="connsiteX22" fmla="*/ 684051 w 1629088"/>
                <a:gd name="connsiteY22" fmla="*/ 459501 h 1255269"/>
                <a:gd name="connsiteX23" fmla="*/ 749165 w 1629088"/>
                <a:gd name="connsiteY23" fmla="*/ 524674 h 1255269"/>
                <a:gd name="connsiteX24" fmla="*/ 800410 w 1629088"/>
                <a:gd name="connsiteY24" fmla="*/ 503694 h 1255269"/>
                <a:gd name="connsiteX25" fmla="*/ 800410 w 1629088"/>
                <a:gd name="connsiteY25" fmla="*/ 411370 h 1255269"/>
                <a:gd name="connsiteX26" fmla="*/ 821567 w 1629088"/>
                <a:gd name="connsiteY26" fmla="*/ 390214 h 1255269"/>
                <a:gd name="connsiteX27" fmla="*/ 983764 w 1629088"/>
                <a:gd name="connsiteY27" fmla="*/ 390214 h 1255269"/>
                <a:gd name="connsiteX28" fmla="*/ 1004921 w 1629088"/>
                <a:gd name="connsiteY28" fmla="*/ 411370 h 1255269"/>
                <a:gd name="connsiteX29" fmla="*/ 1004921 w 1629088"/>
                <a:gd name="connsiteY29" fmla="*/ 503459 h 1255269"/>
                <a:gd name="connsiteX30" fmla="*/ 1055931 w 1629088"/>
                <a:gd name="connsiteY30" fmla="*/ 524791 h 1255269"/>
                <a:gd name="connsiteX31" fmla="*/ 1121162 w 1629088"/>
                <a:gd name="connsiteY31" fmla="*/ 459501 h 1255269"/>
                <a:gd name="connsiteX32" fmla="*/ 1151134 w 1629088"/>
                <a:gd name="connsiteY32" fmla="*/ 459501 h 1255269"/>
                <a:gd name="connsiteX33" fmla="*/ 1265847 w 1629088"/>
                <a:gd name="connsiteY33" fmla="*/ 574215 h 1255269"/>
                <a:gd name="connsiteX34" fmla="*/ 1272018 w 1629088"/>
                <a:gd name="connsiteY34" fmla="*/ 589142 h 1255269"/>
                <a:gd name="connsiteX35" fmla="*/ 1265847 w 1629088"/>
                <a:gd name="connsiteY35" fmla="*/ 604068 h 1255269"/>
                <a:gd name="connsiteX36" fmla="*/ 1200674 w 1629088"/>
                <a:gd name="connsiteY36" fmla="*/ 669183 h 1255269"/>
                <a:gd name="connsiteX37" fmla="*/ 1221654 w 1629088"/>
                <a:gd name="connsiteY37" fmla="*/ 720428 h 1255269"/>
                <a:gd name="connsiteX38" fmla="*/ 1314036 w 1629088"/>
                <a:gd name="connsiteY38" fmla="*/ 720428 h 1255269"/>
                <a:gd name="connsiteX39" fmla="*/ 1335193 w 1629088"/>
                <a:gd name="connsiteY39" fmla="*/ 741584 h 1255269"/>
                <a:gd name="connsiteX40" fmla="*/ 1335193 w 1629088"/>
                <a:gd name="connsiteY40" fmla="*/ 903782 h 1255269"/>
                <a:gd name="connsiteX41" fmla="*/ 1314036 w 1629088"/>
                <a:gd name="connsiteY41" fmla="*/ 924938 h 1255269"/>
                <a:gd name="connsiteX42" fmla="*/ 1221948 w 1629088"/>
                <a:gd name="connsiteY42" fmla="*/ 924938 h 1255269"/>
                <a:gd name="connsiteX43" fmla="*/ 1200616 w 1629088"/>
                <a:gd name="connsiteY43" fmla="*/ 975948 h 1255269"/>
                <a:gd name="connsiteX44" fmla="*/ 1265906 w 1629088"/>
                <a:gd name="connsiteY44" fmla="*/ 1041179 h 1255269"/>
                <a:gd name="connsiteX45" fmla="*/ 1272077 w 1629088"/>
                <a:gd name="connsiteY45" fmla="*/ 1056165 h 1255269"/>
                <a:gd name="connsiteX46" fmla="*/ 1265906 w 1629088"/>
                <a:gd name="connsiteY46" fmla="*/ 1071151 h 1255269"/>
                <a:gd name="connsiteX47" fmla="*/ 1151192 w 1629088"/>
                <a:gd name="connsiteY47" fmla="*/ 1185865 h 1255269"/>
                <a:gd name="connsiteX48" fmla="*/ 1136207 w 1629088"/>
                <a:gd name="connsiteY48" fmla="*/ 1192035 h 1255269"/>
                <a:gd name="connsiteX49" fmla="*/ 1136207 w 1629088"/>
                <a:gd name="connsiteY49" fmla="*/ 1192035 h 1255269"/>
                <a:gd name="connsiteX50" fmla="*/ 1121221 w 1629088"/>
                <a:gd name="connsiteY50" fmla="*/ 1185865 h 1255269"/>
                <a:gd name="connsiteX51" fmla="*/ 1056166 w 1629088"/>
                <a:gd name="connsiteY51" fmla="*/ 1120692 h 1255269"/>
                <a:gd name="connsiteX52" fmla="*/ 1004979 w 1629088"/>
                <a:gd name="connsiteY52" fmla="*/ 1141672 h 1255269"/>
                <a:gd name="connsiteX53" fmla="*/ 1004979 w 1629088"/>
                <a:gd name="connsiteY53" fmla="*/ 1234112 h 1255269"/>
                <a:gd name="connsiteX54" fmla="*/ 983764 w 1629088"/>
                <a:gd name="connsiteY54" fmla="*/ 1255269 h 1255269"/>
                <a:gd name="connsiteX55" fmla="*/ 842723 w 1629088"/>
                <a:gd name="connsiteY55" fmla="*/ 1212956 h 1255269"/>
                <a:gd name="connsiteX56" fmla="*/ 962608 w 1629088"/>
                <a:gd name="connsiteY56" fmla="*/ 1212956 h 1255269"/>
                <a:gd name="connsiteX57" fmla="*/ 962608 w 1629088"/>
                <a:gd name="connsiteY57" fmla="*/ 1127626 h 1255269"/>
                <a:gd name="connsiteX58" fmla="*/ 975772 w 1629088"/>
                <a:gd name="connsiteY58" fmla="*/ 1108057 h 1255269"/>
                <a:gd name="connsiteX59" fmla="*/ 1053110 w 1629088"/>
                <a:gd name="connsiteY59" fmla="*/ 1076322 h 1255269"/>
                <a:gd name="connsiteX60" fmla="*/ 1076146 w 1629088"/>
                <a:gd name="connsiteY60" fmla="*/ 1080906 h 1255269"/>
                <a:gd name="connsiteX61" fmla="*/ 1136207 w 1629088"/>
                <a:gd name="connsiteY61" fmla="*/ 1141084 h 1255269"/>
                <a:gd name="connsiteX62" fmla="*/ 1221008 w 1629088"/>
                <a:gd name="connsiteY62" fmla="*/ 1056283 h 1255269"/>
                <a:gd name="connsiteX63" fmla="*/ 1160595 w 1629088"/>
                <a:gd name="connsiteY63" fmla="*/ 995987 h 1255269"/>
                <a:gd name="connsiteX64" fmla="*/ 1156070 w 1629088"/>
                <a:gd name="connsiteY64" fmla="*/ 972833 h 1255269"/>
                <a:gd name="connsiteX65" fmla="*/ 1188392 w 1629088"/>
                <a:gd name="connsiteY65" fmla="*/ 895730 h 1255269"/>
                <a:gd name="connsiteX66" fmla="*/ 1207903 w 1629088"/>
                <a:gd name="connsiteY66" fmla="*/ 882684 h 1255269"/>
                <a:gd name="connsiteX67" fmla="*/ 1292880 w 1629088"/>
                <a:gd name="connsiteY67" fmla="*/ 882684 h 1255269"/>
                <a:gd name="connsiteX68" fmla="*/ 1292880 w 1629088"/>
                <a:gd name="connsiteY68" fmla="*/ 762799 h 1255269"/>
                <a:gd name="connsiteX69" fmla="*/ 1207550 w 1629088"/>
                <a:gd name="connsiteY69" fmla="*/ 762799 h 1255269"/>
                <a:gd name="connsiteX70" fmla="*/ 1187981 w 1629088"/>
                <a:gd name="connsiteY70" fmla="*/ 749694 h 1255269"/>
                <a:gd name="connsiteX71" fmla="*/ 1156246 w 1629088"/>
                <a:gd name="connsiteY71" fmla="*/ 672356 h 1255269"/>
                <a:gd name="connsiteX72" fmla="*/ 1160830 w 1629088"/>
                <a:gd name="connsiteY72" fmla="*/ 649378 h 1255269"/>
                <a:gd name="connsiteX73" fmla="*/ 1221008 w 1629088"/>
                <a:gd name="connsiteY73" fmla="*/ 589259 h 1255269"/>
                <a:gd name="connsiteX74" fmla="*/ 1136207 w 1629088"/>
                <a:gd name="connsiteY74" fmla="*/ 504458 h 1255269"/>
                <a:gd name="connsiteX75" fmla="*/ 1075911 w 1629088"/>
                <a:gd name="connsiteY75" fmla="*/ 564812 h 1255269"/>
                <a:gd name="connsiteX76" fmla="*/ 1052757 w 1629088"/>
                <a:gd name="connsiteY76" fmla="*/ 569396 h 1255269"/>
                <a:gd name="connsiteX77" fmla="*/ 975654 w 1629088"/>
                <a:gd name="connsiteY77" fmla="*/ 537133 h 1255269"/>
                <a:gd name="connsiteX78" fmla="*/ 962608 w 1629088"/>
                <a:gd name="connsiteY78" fmla="*/ 517622 h 1255269"/>
                <a:gd name="connsiteX79" fmla="*/ 962608 w 1629088"/>
                <a:gd name="connsiteY79" fmla="*/ 432527 h 1255269"/>
                <a:gd name="connsiteX80" fmla="*/ 842723 w 1629088"/>
                <a:gd name="connsiteY80" fmla="*/ 432527 h 1255269"/>
                <a:gd name="connsiteX81" fmla="*/ 842723 w 1629088"/>
                <a:gd name="connsiteY81" fmla="*/ 517857 h 1255269"/>
                <a:gd name="connsiteX82" fmla="*/ 829618 w 1629088"/>
                <a:gd name="connsiteY82" fmla="*/ 537426 h 1255269"/>
                <a:gd name="connsiteX83" fmla="*/ 752280 w 1629088"/>
                <a:gd name="connsiteY83" fmla="*/ 569161 h 1255269"/>
                <a:gd name="connsiteX84" fmla="*/ 729302 w 1629088"/>
                <a:gd name="connsiteY84" fmla="*/ 564518 h 1255269"/>
                <a:gd name="connsiteX85" fmla="*/ 669183 w 1629088"/>
                <a:gd name="connsiteY85" fmla="*/ 504399 h 1255269"/>
                <a:gd name="connsiteX86" fmla="*/ 584441 w 1629088"/>
                <a:gd name="connsiteY86" fmla="*/ 589200 h 1255269"/>
                <a:gd name="connsiteX87" fmla="*/ 644795 w 1629088"/>
                <a:gd name="connsiteY87" fmla="*/ 649613 h 1255269"/>
                <a:gd name="connsiteX88" fmla="*/ 649320 w 1629088"/>
                <a:gd name="connsiteY88" fmla="*/ 672767 h 1255269"/>
                <a:gd name="connsiteX89" fmla="*/ 617057 w 1629088"/>
                <a:gd name="connsiteY89" fmla="*/ 749870 h 1255269"/>
                <a:gd name="connsiteX90" fmla="*/ 597546 w 1629088"/>
                <a:gd name="connsiteY90" fmla="*/ 762858 h 1255269"/>
                <a:gd name="connsiteX91" fmla="*/ 512451 w 1629088"/>
                <a:gd name="connsiteY91" fmla="*/ 762858 h 1255269"/>
                <a:gd name="connsiteX92" fmla="*/ 512451 w 1629088"/>
                <a:gd name="connsiteY92" fmla="*/ 882743 h 1255269"/>
                <a:gd name="connsiteX93" fmla="*/ 597781 w 1629088"/>
                <a:gd name="connsiteY93" fmla="*/ 882743 h 1255269"/>
                <a:gd name="connsiteX94" fmla="*/ 617350 w 1629088"/>
                <a:gd name="connsiteY94" fmla="*/ 895907 h 1255269"/>
                <a:gd name="connsiteX95" fmla="*/ 649085 w 1629088"/>
                <a:gd name="connsiteY95" fmla="*/ 973245 h 1255269"/>
                <a:gd name="connsiteX96" fmla="*/ 644442 w 1629088"/>
                <a:gd name="connsiteY96" fmla="*/ 996281 h 1255269"/>
                <a:gd name="connsiteX97" fmla="*/ 584382 w 1629088"/>
                <a:gd name="connsiteY97" fmla="*/ 1056341 h 1255269"/>
                <a:gd name="connsiteX98" fmla="*/ 669124 w 1629088"/>
                <a:gd name="connsiteY98" fmla="*/ 1141143 h 1255269"/>
                <a:gd name="connsiteX99" fmla="*/ 729537 w 1629088"/>
                <a:gd name="connsiteY99" fmla="*/ 1080730 h 1255269"/>
                <a:gd name="connsiteX100" fmla="*/ 752691 w 1629088"/>
                <a:gd name="connsiteY100" fmla="*/ 1076205 h 1255269"/>
                <a:gd name="connsiteX101" fmla="*/ 829794 w 1629088"/>
                <a:gd name="connsiteY101" fmla="*/ 1108527 h 1255269"/>
                <a:gd name="connsiteX102" fmla="*/ 842782 w 1629088"/>
                <a:gd name="connsiteY102" fmla="*/ 1128038 h 1255269"/>
                <a:gd name="connsiteX103" fmla="*/ 842723 w 1629088"/>
                <a:gd name="connsiteY103" fmla="*/ 1212956 h 1255269"/>
                <a:gd name="connsiteX104" fmla="*/ 842723 w 1629088"/>
                <a:gd name="connsiteY104" fmla="*/ 1212956 h 1255269"/>
                <a:gd name="connsiteX105" fmla="*/ 902665 w 1629088"/>
                <a:gd name="connsiteY105" fmla="*/ 1020200 h 1255269"/>
                <a:gd name="connsiteX106" fmla="*/ 705207 w 1629088"/>
                <a:gd name="connsiteY106" fmla="*/ 822741 h 1255269"/>
                <a:gd name="connsiteX107" fmla="*/ 902665 w 1629088"/>
                <a:gd name="connsiteY107" fmla="*/ 625283 h 1255269"/>
                <a:gd name="connsiteX108" fmla="*/ 1100124 w 1629088"/>
                <a:gd name="connsiteY108" fmla="*/ 822741 h 1255269"/>
                <a:gd name="connsiteX109" fmla="*/ 902665 w 1629088"/>
                <a:gd name="connsiteY109" fmla="*/ 1020200 h 1255269"/>
                <a:gd name="connsiteX110" fmla="*/ 902665 w 1629088"/>
                <a:gd name="connsiteY110" fmla="*/ 667596 h 1255269"/>
                <a:gd name="connsiteX111" fmla="*/ 747520 w 1629088"/>
                <a:gd name="connsiteY111" fmla="*/ 822741 h 1255269"/>
                <a:gd name="connsiteX112" fmla="*/ 902665 w 1629088"/>
                <a:gd name="connsiteY112" fmla="*/ 977887 h 1255269"/>
                <a:gd name="connsiteX113" fmla="*/ 1057811 w 1629088"/>
                <a:gd name="connsiteY113" fmla="*/ 822741 h 1255269"/>
                <a:gd name="connsiteX114" fmla="*/ 902665 w 1629088"/>
                <a:gd name="connsiteY114" fmla="*/ 667596 h 1255269"/>
                <a:gd name="connsiteX115" fmla="*/ 1629088 w 1629088"/>
                <a:gd name="connsiteY115" fmla="*/ 0 h 1255269"/>
                <a:gd name="connsiteX116" fmla="*/ 0 w 1629088"/>
                <a:gd name="connsiteY116" fmla="*/ 822741 h 1255269"/>
                <a:gd name="connsiteX117" fmla="*/ 1629088 w 1629088"/>
                <a:gd name="connsiteY117" fmla="*/ 0 h 1255269"/>
                <a:gd name="connsiteX0" fmla="*/ 513626 w 865055"/>
                <a:gd name="connsiteY0" fmla="*/ 865055 h 865055"/>
                <a:gd name="connsiteX1" fmla="*/ 351429 w 865055"/>
                <a:gd name="connsiteY1" fmla="*/ 865055 h 865055"/>
                <a:gd name="connsiteX2" fmla="*/ 330272 w 865055"/>
                <a:gd name="connsiteY2" fmla="*/ 843898 h 865055"/>
                <a:gd name="connsiteX3" fmla="*/ 330272 w 865055"/>
                <a:gd name="connsiteY3" fmla="*/ 751810 h 865055"/>
                <a:gd name="connsiteX4" fmla="*/ 279204 w 865055"/>
                <a:gd name="connsiteY4" fmla="*/ 730478 h 865055"/>
                <a:gd name="connsiteX5" fmla="*/ 213913 w 865055"/>
                <a:gd name="connsiteY5" fmla="*/ 795768 h 865055"/>
                <a:gd name="connsiteX6" fmla="*/ 198986 w 865055"/>
                <a:gd name="connsiteY6" fmla="*/ 801939 h 865055"/>
                <a:gd name="connsiteX7" fmla="*/ 198986 w 865055"/>
                <a:gd name="connsiteY7" fmla="*/ 801939 h 865055"/>
                <a:gd name="connsiteX8" fmla="*/ 184059 w 865055"/>
                <a:gd name="connsiteY8" fmla="*/ 795768 h 865055"/>
                <a:gd name="connsiteX9" fmla="*/ 69346 w 865055"/>
                <a:gd name="connsiteY9" fmla="*/ 681054 h 865055"/>
                <a:gd name="connsiteX10" fmla="*/ 69346 w 865055"/>
                <a:gd name="connsiteY10" fmla="*/ 651083 h 865055"/>
                <a:gd name="connsiteX11" fmla="*/ 134460 w 865055"/>
                <a:gd name="connsiteY11" fmla="*/ 586028 h 865055"/>
                <a:gd name="connsiteX12" fmla="*/ 113480 w 865055"/>
                <a:gd name="connsiteY12" fmla="*/ 534841 h 865055"/>
                <a:gd name="connsiteX13" fmla="*/ 21156 w 865055"/>
                <a:gd name="connsiteY13" fmla="*/ 534841 h 865055"/>
                <a:gd name="connsiteX14" fmla="*/ 0 w 865055"/>
                <a:gd name="connsiteY14" fmla="*/ 513685 h 865055"/>
                <a:gd name="connsiteX15" fmla="*/ 0 w 865055"/>
                <a:gd name="connsiteY15" fmla="*/ 351487 h 865055"/>
                <a:gd name="connsiteX16" fmla="*/ 21156 w 865055"/>
                <a:gd name="connsiteY16" fmla="*/ 330331 h 865055"/>
                <a:gd name="connsiteX17" fmla="*/ 113245 w 865055"/>
                <a:gd name="connsiteY17" fmla="*/ 330331 h 865055"/>
                <a:gd name="connsiteX18" fmla="*/ 134577 w 865055"/>
                <a:gd name="connsiteY18" fmla="*/ 279262 h 865055"/>
                <a:gd name="connsiteX19" fmla="*/ 69346 w 865055"/>
                <a:gd name="connsiteY19" fmla="*/ 213913 h 865055"/>
                <a:gd name="connsiteX20" fmla="*/ 69346 w 865055"/>
                <a:gd name="connsiteY20" fmla="*/ 184001 h 865055"/>
                <a:gd name="connsiteX21" fmla="*/ 184001 w 865055"/>
                <a:gd name="connsiteY21" fmla="*/ 69287 h 865055"/>
                <a:gd name="connsiteX22" fmla="*/ 213913 w 865055"/>
                <a:gd name="connsiteY22" fmla="*/ 69287 h 865055"/>
                <a:gd name="connsiteX23" fmla="*/ 279027 w 865055"/>
                <a:gd name="connsiteY23" fmla="*/ 134460 h 865055"/>
                <a:gd name="connsiteX24" fmla="*/ 330272 w 865055"/>
                <a:gd name="connsiteY24" fmla="*/ 113480 h 865055"/>
                <a:gd name="connsiteX25" fmla="*/ 330272 w 865055"/>
                <a:gd name="connsiteY25" fmla="*/ 21156 h 865055"/>
                <a:gd name="connsiteX26" fmla="*/ 351429 w 865055"/>
                <a:gd name="connsiteY26" fmla="*/ 0 h 865055"/>
                <a:gd name="connsiteX27" fmla="*/ 513626 w 865055"/>
                <a:gd name="connsiteY27" fmla="*/ 0 h 865055"/>
                <a:gd name="connsiteX28" fmla="*/ 534783 w 865055"/>
                <a:gd name="connsiteY28" fmla="*/ 21156 h 865055"/>
                <a:gd name="connsiteX29" fmla="*/ 534783 w 865055"/>
                <a:gd name="connsiteY29" fmla="*/ 113245 h 865055"/>
                <a:gd name="connsiteX30" fmla="*/ 585793 w 865055"/>
                <a:gd name="connsiteY30" fmla="*/ 134577 h 865055"/>
                <a:gd name="connsiteX31" fmla="*/ 651024 w 865055"/>
                <a:gd name="connsiteY31" fmla="*/ 69287 h 865055"/>
                <a:gd name="connsiteX32" fmla="*/ 680996 w 865055"/>
                <a:gd name="connsiteY32" fmla="*/ 69287 h 865055"/>
                <a:gd name="connsiteX33" fmla="*/ 795709 w 865055"/>
                <a:gd name="connsiteY33" fmla="*/ 184001 h 865055"/>
                <a:gd name="connsiteX34" fmla="*/ 801880 w 865055"/>
                <a:gd name="connsiteY34" fmla="*/ 198928 h 865055"/>
                <a:gd name="connsiteX35" fmla="*/ 795709 w 865055"/>
                <a:gd name="connsiteY35" fmla="*/ 213854 h 865055"/>
                <a:gd name="connsiteX36" fmla="*/ 730536 w 865055"/>
                <a:gd name="connsiteY36" fmla="*/ 278969 h 865055"/>
                <a:gd name="connsiteX37" fmla="*/ 751516 w 865055"/>
                <a:gd name="connsiteY37" fmla="*/ 330214 h 865055"/>
                <a:gd name="connsiteX38" fmla="*/ 843898 w 865055"/>
                <a:gd name="connsiteY38" fmla="*/ 330214 h 865055"/>
                <a:gd name="connsiteX39" fmla="*/ 865055 w 865055"/>
                <a:gd name="connsiteY39" fmla="*/ 351370 h 865055"/>
                <a:gd name="connsiteX40" fmla="*/ 865055 w 865055"/>
                <a:gd name="connsiteY40" fmla="*/ 513568 h 865055"/>
                <a:gd name="connsiteX41" fmla="*/ 843898 w 865055"/>
                <a:gd name="connsiteY41" fmla="*/ 534724 h 865055"/>
                <a:gd name="connsiteX42" fmla="*/ 751810 w 865055"/>
                <a:gd name="connsiteY42" fmla="*/ 534724 h 865055"/>
                <a:gd name="connsiteX43" fmla="*/ 730478 w 865055"/>
                <a:gd name="connsiteY43" fmla="*/ 585734 h 865055"/>
                <a:gd name="connsiteX44" fmla="*/ 795768 w 865055"/>
                <a:gd name="connsiteY44" fmla="*/ 650965 h 865055"/>
                <a:gd name="connsiteX45" fmla="*/ 801939 w 865055"/>
                <a:gd name="connsiteY45" fmla="*/ 665951 h 865055"/>
                <a:gd name="connsiteX46" fmla="*/ 795768 w 865055"/>
                <a:gd name="connsiteY46" fmla="*/ 680937 h 865055"/>
                <a:gd name="connsiteX47" fmla="*/ 681054 w 865055"/>
                <a:gd name="connsiteY47" fmla="*/ 795651 h 865055"/>
                <a:gd name="connsiteX48" fmla="*/ 666069 w 865055"/>
                <a:gd name="connsiteY48" fmla="*/ 801821 h 865055"/>
                <a:gd name="connsiteX49" fmla="*/ 666069 w 865055"/>
                <a:gd name="connsiteY49" fmla="*/ 801821 h 865055"/>
                <a:gd name="connsiteX50" fmla="*/ 651083 w 865055"/>
                <a:gd name="connsiteY50" fmla="*/ 795651 h 865055"/>
                <a:gd name="connsiteX51" fmla="*/ 586028 w 865055"/>
                <a:gd name="connsiteY51" fmla="*/ 730478 h 865055"/>
                <a:gd name="connsiteX52" fmla="*/ 534841 w 865055"/>
                <a:gd name="connsiteY52" fmla="*/ 751458 h 865055"/>
                <a:gd name="connsiteX53" fmla="*/ 534841 w 865055"/>
                <a:gd name="connsiteY53" fmla="*/ 843898 h 865055"/>
                <a:gd name="connsiteX54" fmla="*/ 513626 w 865055"/>
                <a:gd name="connsiteY54" fmla="*/ 865055 h 865055"/>
                <a:gd name="connsiteX55" fmla="*/ 372585 w 865055"/>
                <a:gd name="connsiteY55" fmla="*/ 822742 h 865055"/>
                <a:gd name="connsiteX56" fmla="*/ 492470 w 865055"/>
                <a:gd name="connsiteY56" fmla="*/ 822742 h 865055"/>
                <a:gd name="connsiteX57" fmla="*/ 492470 w 865055"/>
                <a:gd name="connsiteY57" fmla="*/ 737412 h 865055"/>
                <a:gd name="connsiteX58" fmla="*/ 505634 w 865055"/>
                <a:gd name="connsiteY58" fmla="*/ 717843 h 865055"/>
                <a:gd name="connsiteX59" fmla="*/ 582972 w 865055"/>
                <a:gd name="connsiteY59" fmla="*/ 686108 h 865055"/>
                <a:gd name="connsiteX60" fmla="*/ 606008 w 865055"/>
                <a:gd name="connsiteY60" fmla="*/ 690692 h 865055"/>
                <a:gd name="connsiteX61" fmla="*/ 666069 w 865055"/>
                <a:gd name="connsiteY61" fmla="*/ 750870 h 865055"/>
                <a:gd name="connsiteX62" fmla="*/ 750870 w 865055"/>
                <a:gd name="connsiteY62" fmla="*/ 666069 h 865055"/>
                <a:gd name="connsiteX63" fmla="*/ 690457 w 865055"/>
                <a:gd name="connsiteY63" fmla="*/ 605773 h 865055"/>
                <a:gd name="connsiteX64" fmla="*/ 685932 w 865055"/>
                <a:gd name="connsiteY64" fmla="*/ 582619 h 865055"/>
                <a:gd name="connsiteX65" fmla="*/ 718254 w 865055"/>
                <a:gd name="connsiteY65" fmla="*/ 505516 h 865055"/>
                <a:gd name="connsiteX66" fmla="*/ 737765 w 865055"/>
                <a:gd name="connsiteY66" fmla="*/ 492470 h 865055"/>
                <a:gd name="connsiteX67" fmla="*/ 822742 w 865055"/>
                <a:gd name="connsiteY67" fmla="*/ 492470 h 865055"/>
                <a:gd name="connsiteX68" fmla="*/ 822742 w 865055"/>
                <a:gd name="connsiteY68" fmla="*/ 372585 h 865055"/>
                <a:gd name="connsiteX69" fmla="*/ 737412 w 865055"/>
                <a:gd name="connsiteY69" fmla="*/ 372585 h 865055"/>
                <a:gd name="connsiteX70" fmla="*/ 717843 w 865055"/>
                <a:gd name="connsiteY70" fmla="*/ 359480 h 865055"/>
                <a:gd name="connsiteX71" fmla="*/ 686108 w 865055"/>
                <a:gd name="connsiteY71" fmla="*/ 282142 h 865055"/>
                <a:gd name="connsiteX72" fmla="*/ 690692 w 865055"/>
                <a:gd name="connsiteY72" fmla="*/ 259164 h 865055"/>
                <a:gd name="connsiteX73" fmla="*/ 750870 w 865055"/>
                <a:gd name="connsiteY73" fmla="*/ 199045 h 865055"/>
                <a:gd name="connsiteX74" fmla="*/ 666069 w 865055"/>
                <a:gd name="connsiteY74" fmla="*/ 114244 h 865055"/>
                <a:gd name="connsiteX75" fmla="*/ 605773 w 865055"/>
                <a:gd name="connsiteY75" fmla="*/ 174598 h 865055"/>
                <a:gd name="connsiteX76" fmla="*/ 582619 w 865055"/>
                <a:gd name="connsiteY76" fmla="*/ 179182 h 865055"/>
                <a:gd name="connsiteX77" fmla="*/ 505516 w 865055"/>
                <a:gd name="connsiteY77" fmla="*/ 146919 h 865055"/>
                <a:gd name="connsiteX78" fmla="*/ 492470 w 865055"/>
                <a:gd name="connsiteY78" fmla="*/ 127408 h 865055"/>
                <a:gd name="connsiteX79" fmla="*/ 492470 w 865055"/>
                <a:gd name="connsiteY79" fmla="*/ 42313 h 865055"/>
                <a:gd name="connsiteX80" fmla="*/ 372585 w 865055"/>
                <a:gd name="connsiteY80" fmla="*/ 42313 h 865055"/>
                <a:gd name="connsiteX81" fmla="*/ 372585 w 865055"/>
                <a:gd name="connsiteY81" fmla="*/ 127643 h 865055"/>
                <a:gd name="connsiteX82" fmla="*/ 359480 w 865055"/>
                <a:gd name="connsiteY82" fmla="*/ 147212 h 865055"/>
                <a:gd name="connsiteX83" fmla="*/ 282142 w 865055"/>
                <a:gd name="connsiteY83" fmla="*/ 178947 h 865055"/>
                <a:gd name="connsiteX84" fmla="*/ 259164 w 865055"/>
                <a:gd name="connsiteY84" fmla="*/ 174304 h 865055"/>
                <a:gd name="connsiteX85" fmla="*/ 199045 w 865055"/>
                <a:gd name="connsiteY85" fmla="*/ 114185 h 865055"/>
                <a:gd name="connsiteX86" fmla="*/ 114303 w 865055"/>
                <a:gd name="connsiteY86" fmla="*/ 198986 h 865055"/>
                <a:gd name="connsiteX87" fmla="*/ 174657 w 865055"/>
                <a:gd name="connsiteY87" fmla="*/ 259399 h 865055"/>
                <a:gd name="connsiteX88" fmla="*/ 179182 w 865055"/>
                <a:gd name="connsiteY88" fmla="*/ 282553 h 865055"/>
                <a:gd name="connsiteX89" fmla="*/ 146919 w 865055"/>
                <a:gd name="connsiteY89" fmla="*/ 359656 h 865055"/>
                <a:gd name="connsiteX90" fmla="*/ 127408 w 865055"/>
                <a:gd name="connsiteY90" fmla="*/ 372644 h 865055"/>
                <a:gd name="connsiteX91" fmla="*/ 42313 w 865055"/>
                <a:gd name="connsiteY91" fmla="*/ 372644 h 865055"/>
                <a:gd name="connsiteX92" fmla="*/ 42313 w 865055"/>
                <a:gd name="connsiteY92" fmla="*/ 492529 h 865055"/>
                <a:gd name="connsiteX93" fmla="*/ 127643 w 865055"/>
                <a:gd name="connsiteY93" fmla="*/ 492529 h 865055"/>
                <a:gd name="connsiteX94" fmla="*/ 147212 w 865055"/>
                <a:gd name="connsiteY94" fmla="*/ 505693 h 865055"/>
                <a:gd name="connsiteX95" fmla="*/ 178947 w 865055"/>
                <a:gd name="connsiteY95" fmla="*/ 583031 h 865055"/>
                <a:gd name="connsiteX96" fmla="*/ 174304 w 865055"/>
                <a:gd name="connsiteY96" fmla="*/ 606067 h 865055"/>
                <a:gd name="connsiteX97" fmla="*/ 114244 w 865055"/>
                <a:gd name="connsiteY97" fmla="*/ 666127 h 865055"/>
                <a:gd name="connsiteX98" fmla="*/ 198986 w 865055"/>
                <a:gd name="connsiteY98" fmla="*/ 750929 h 865055"/>
                <a:gd name="connsiteX99" fmla="*/ 259399 w 865055"/>
                <a:gd name="connsiteY99" fmla="*/ 690516 h 865055"/>
                <a:gd name="connsiteX100" fmla="*/ 282553 w 865055"/>
                <a:gd name="connsiteY100" fmla="*/ 685991 h 865055"/>
                <a:gd name="connsiteX101" fmla="*/ 359656 w 865055"/>
                <a:gd name="connsiteY101" fmla="*/ 718313 h 865055"/>
                <a:gd name="connsiteX102" fmla="*/ 372644 w 865055"/>
                <a:gd name="connsiteY102" fmla="*/ 737824 h 865055"/>
                <a:gd name="connsiteX103" fmla="*/ 372585 w 865055"/>
                <a:gd name="connsiteY103" fmla="*/ 822742 h 865055"/>
                <a:gd name="connsiteX104" fmla="*/ 372585 w 865055"/>
                <a:gd name="connsiteY104" fmla="*/ 822742 h 865055"/>
                <a:gd name="connsiteX105" fmla="*/ 432527 w 865055"/>
                <a:gd name="connsiteY105" fmla="*/ 629986 h 865055"/>
                <a:gd name="connsiteX106" fmla="*/ 235069 w 865055"/>
                <a:gd name="connsiteY106" fmla="*/ 432527 h 865055"/>
                <a:gd name="connsiteX107" fmla="*/ 432527 w 865055"/>
                <a:gd name="connsiteY107" fmla="*/ 235069 h 865055"/>
                <a:gd name="connsiteX108" fmla="*/ 629986 w 865055"/>
                <a:gd name="connsiteY108" fmla="*/ 432527 h 865055"/>
                <a:gd name="connsiteX109" fmla="*/ 432527 w 865055"/>
                <a:gd name="connsiteY109" fmla="*/ 629986 h 865055"/>
                <a:gd name="connsiteX110" fmla="*/ 432527 w 865055"/>
                <a:gd name="connsiteY110" fmla="*/ 277382 h 865055"/>
                <a:gd name="connsiteX111" fmla="*/ 277382 w 865055"/>
                <a:gd name="connsiteY111" fmla="*/ 432527 h 865055"/>
                <a:gd name="connsiteX112" fmla="*/ 432527 w 865055"/>
                <a:gd name="connsiteY112" fmla="*/ 587673 h 865055"/>
                <a:gd name="connsiteX113" fmla="*/ 587673 w 865055"/>
                <a:gd name="connsiteY113" fmla="*/ 432527 h 865055"/>
                <a:gd name="connsiteX114" fmla="*/ 432527 w 865055"/>
                <a:gd name="connsiteY114" fmla="*/ 277382 h 86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65055" h="865055">
                  <a:moveTo>
                    <a:pt x="513626" y="865055"/>
                  </a:moveTo>
                  <a:lnTo>
                    <a:pt x="351429" y="865055"/>
                  </a:lnTo>
                  <a:cubicBezTo>
                    <a:pt x="339734" y="865055"/>
                    <a:pt x="330272" y="855593"/>
                    <a:pt x="330272" y="843898"/>
                  </a:cubicBezTo>
                  <a:lnTo>
                    <a:pt x="330272" y="751810"/>
                  </a:lnTo>
                  <a:lnTo>
                    <a:pt x="279204" y="730478"/>
                  </a:lnTo>
                  <a:lnTo>
                    <a:pt x="213913" y="795768"/>
                  </a:lnTo>
                  <a:cubicBezTo>
                    <a:pt x="209976" y="799705"/>
                    <a:pt x="204569" y="801939"/>
                    <a:pt x="198986" y="801939"/>
                  </a:cubicBezTo>
                  <a:lnTo>
                    <a:pt x="198986" y="801939"/>
                  </a:lnTo>
                  <a:cubicBezTo>
                    <a:pt x="193345" y="801939"/>
                    <a:pt x="187997" y="799705"/>
                    <a:pt x="184059" y="795768"/>
                  </a:cubicBezTo>
                  <a:lnTo>
                    <a:pt x="69346" y="681054"/>
                  </a:lnTo>
                  <a:cubicBezTo>
                    <a:pt x="61059" y="672768"/>
                    <a:pt x="61059" y="659369"/>
                    <a:pt x="69346" y="651083"/>
                  </a:cubicBezTo>
                  <a:lnTo>
                    <a:pt x="134460" y="586028"/>
                  </a:lnTo>
                  <a:lnTo>
                    <a:pt x="113480" y="534841"/>
                  </a:lnTo>
                  <a:lnTo>
                    <a:pt x="21156" y="534841"/>
                  </a:lnTo>
                  <a:cubicBezTo>
                    <a:pt x="9462" y="534841"/>
                    <a:pt x="0" y="525380"/>
                    <a:pt x="0" y="513685"/>
                  </a:cubicBezTo>
                  <a:lnTo>
                    <a:pt x="0" y="351487"/>
                  </a:lnTo>
                  <a:cubicBezTo>
                    <a:pt x="0" y="339793"/>
                    <a:pt x="9462" y="330331"/>
                    <a:pt x="21156" y="330331"/>
                  </a:cubicBezTo>
                  <a:lnTo>
                    <a:pt x="113245" y="330331"/>
                  </a:lnTo>
                  <a:lnTo>
                    <a:pt x="134577" y="279262"/>
                  </a:lnTo>
                  <a:lnTo>
                    <a:pt x="69346" y="213913"/>
                  </a:lnTo>
                  <a:cubicBezTo>
                    <a:pt x="61118" y="205627"/>
                    <a:pt x="61118" y="192287"/>
                    <a:pt x="69346" y="184001"/>
                  </a:cubicBezTo>
                  <a:lnTo>
                    <a:pt x="184001" y="69287"/>
                  </a:lnTo>
                  <a:cubicBezTo>
                    <a:pt x="191934" y="61295"/>
                    <a:pt x="205980" y="61295"/>
                    <a:pt x="213913" y="69287"/>
                  </a:cubicBezTo>
                  <a:lnTo>
                    <a:pt x="279027" y="134460"/>
                  </a:lnTo>
                  <a:lnTo>
                    <a:pt x="330272" y="113480"/>
                  </a:lnTo>
                  <a:lnTo>
                    <a:pt x="330272" y="21156"/>
                  </a:lnTo>
                  <a:cubicBezTo>
                    <a:pt x="330272" y="9462"/>
                    <a:pt x="339734" y="0"/>
                    <a:pt x="351429" y="0"/>
                  </a:cubicBezTo>
                  <a:lnTo>
                    <a:pt x="513626" y="0"/>
                  </a:lnTo>
                  <a:cubicBezTo>
                    <a:pt x="525321" y="0"/>
                    <a:pt x="534783" y="9462"/>
                    <a:pt x="534783" y="21156"/>
                  </a:cubicBezTo>
                  <a:lnTo>
                    <a:pt x="534783" y="113245"/>
                  </a:lnTo>
                  <a:lnTo>
                    <a:pt x="585793" y="134577"/>
                  </a:lnTo>
                  <a:lnTo>
                    <a:pt x="651024" y="69287"/>
                  </a:lnTo>
                  <a:cubicBezTo>
                    <a:pt x="658958" y="61353"/>
                    <a:pt x="673062" y="61295"/>
                    <a:pt x="680996" y="69287"/>
                  </a:cubicBezTo>
                  <a:lnTo>
                    <a:pt x="795709" y="184001"/>
                  </a:lnTo>
                  <a:cubicBezTo>
                    <a:pt x="799647" y="187938"/>
                    <a:pt x="801880" y="193345"/>
                    <a:pt x="801880" y="198928"/>
                  </a:cubicBezTo>
                  <a:cubicBezTo>
                    <a:pt x="801880" y="204569"/>
                    <a:pt x="799647" y="209917"/>
                    <a:pt x="795709" y="213854"/>
                  </a:cubicBezTo>
                  <a:lnTo>
                    <a:pt x="730536" y="278969"/>
                  </a:lnTo>
                  <a:lnTo>
                    <a:pt x="751516" y="330214"/>
                  </a:lnTo>
                  <a:lnTo>
                    <a:pt x="843898" y="330214"/>
                  </a:lnTo>
                  <a:cubicBezTo>
                    <a:pt x="855593" y="330214"/>
                    <a:pt x="865055" y="339675"/>
                    <a:pt x="865055" y="351370"/>
                  </a:cubicBezTo>
                  <a:lnTo>
                    <a:pt x="865055" y="513568"/>
                  </a:lnTo>
                  <a:cubicBezTo>
                    <a:pt x="865055" y="525262"/>
                    <a:pt x="855593" y="534724"/>
                    <a:pt x="843898" y="534724"/>
                  </a:cubicBezTo>
                  <a:lnTo>
                    <a:pt x="751810" y="534724"/>
                  </a:lnTo>
                  <a:lnTo>
                    <a:pt x="730478" y="585734"/>
                  </a:lnTo>
                  <a:lnTo>
                    <a:pt x="795768" y="650965"/>
                  </a:lnTo>
                  <a:cubicBezTo>
                    <a:pt x="799705" y="654903"/>
                    <a:pt x="801939" y="660309"/>
                    <a:pt x="801939" y="665951"/>
                  </a:cubicBezTo>
                  <a:cubicBezTo>
                    <a:pt x="801939" y="671593"/>
                    <a:pt x="799705" y="676999"/>
                    <a:pt x="795768" y="680937"/>
                  </a:cubicBezTo>
                  <a:lnTo>
                    <a:pt x="681054" y="795651"/>
                  </a:lnTo>
                  <a:cubicBezTo>
                    <a:pt x="677117" y="799588"/>
                    <a:pt x="671710" y="801821"/>
                    <a:pt x="666069" y="801821"/>
                  </a:cubicBezTo>
                  <a:lnTo>
                    <a:pt x="666069" y="801821"/>
                  </a:lnTo>
                  <a:cubicBezTo>
                    <a:pt x="660427" y="801821"/>
                    <a:pt x="655020" y="799588"/>
                    <a:pt x="651083" y="795651"/>
                  </a:cubicBezTo>
                  <a:lnTo>
                    <a:pt x="586028" y="730478"/>
                  </a:lnTo>
                  <a:lnTo>
                    <a:pt x="534841" y="751458"/>
                  </a:lnTo>
                  <a:lnTo>
                    <a:pt x="534841" y="843898"/>
                  </a:lnTo>
                  <a:cubicBezTo>
                    <a:pt x="534783" y="855593"/>
                    <a:pt x="525321" y="865055"/>
                    <a:pt x="513626" y="865055"/>
                  </a:cubicBezTo>
                  <a:close/>
                  <a:moveTo>
                    <a:pt x="372585" y="822742"/>
                  </a:moveTo>
                  <a:lnTo>
                    <a:pt x="492470" y="822742"/>
                  </a:lnTo>
                  <a:lnTo>
                    <a:pt x="492470" y="737412"/>
                  </a:lnTo>
                  <a:cubicBezTo>
                    <a:pt x="492470" y="728832"/>
                    <a:pt x="497700" y="721134"/>
                    <a:pt x="505634" y="717843"/>
                  </a:cubicBezTo>
                  <a:lnTo>
                    <a:pt x="582972" y="686108"/>
                  </a:lnTo>
                  <a:cubicBezTo>
                    <a:pt x="590847" y="682759"/>
                    <a:pt x="599897" y="684698"/>
                    <a:pt x="606008" y="690692"/>
                  </a:cubicBezTo>
                  <a:lnTo>
                    <a:pt x="666069" y="750870"/>
                  </a:lnTo>
                  <a:lnTo>
                    <a:pt x="750870" y="666069"/>
                  </a:lnTo>
                  <a:lnTo>
                    <a:pt x="690457" y="605773"/>
                  </a:lnTo>
                  <a:cubicBezTo>
                    <a:pt x="684404" y="599662"/>
                    <a:pt x="682582" y="590553"/>
                    <a:pt x="685932" y="582619"/>
                  </a:cubicBezTo>
                  <a:lnTo>
                    <a:pt x="718254" y="505516"/>
                  </a:lnTo>
                  <a:cubicBezTo>
                    <a:pt x="721545" y="497642"/>
                    <a:pt x="729243" y="492470"/>
                    <a:pt x="737765" y="492470"/>
                  </a:cubicBezTo>
                  <a:lnTo>
                    <a:pt x="822742" y="492470"/>
                  </a:lnTo>
                  <a:lnTo>
                    <a:pt x="822742" y="372585"/>
                  </a:lnTo>
                  <a:lnTo>
                    <a:pt x="737412" y="372585"/>
                  </a:lnTo>
                  <a:cubicBezTo>
                    <a:pt x="728832" y="372585"/>
                    <a:pt x="721134" y="367413"/>
                    <a:pt x="717843" y="359480"/>
                  </a:cubicBezTo>
                  <a:lnTo>
                    <a:pt x="686108" y="282142"/>
                  </a:lnTo>
                  <a:cubicBezTo>
                    <a:pt x="682876" y="274267"/>
                    <a:pt x="684698" y="265158"/>
                    <a:pt x="690692" y="259164"/>
                  </a:cubicBezTo>
                  <a:lnTo>
                    <a:pt x="750870" y="199045"/>
                  </a:lnTo>
                  <a:lnTo>
                    <a:pt x="666069" y="114244"/>
                  </a:lnTo>
                  <a:lnTo>
                    <a:pt x="605773" y="174598"/>
                  </a:lnTo>
                  <a:cubicBezTo>
                    <a:pt x="599662" y="180651"/>
                    <a:pt x="590553" y="182531"/>
                    <a:pt x="582619" y="179182"/>
                  </a:cubicBezTo>
                  <a:lnTo>
                    <a:pt x="505516" y="146919"/>
                  </a:lnTo>
                  <a:cubicBezTo>
                    <a:pt x="497642" y="143627"/>
                    <a:pt x="492470" y="135929"/>
                    <a:pt x="492470" y="127408"/>
                  </a:cubicBezTo>
                  <a:lnTo>
                    <a:pt x="492470" y="42313"/>
                  </a:lnTo>
                  <a:lnTo>
                    <a:pt x="372585" y="42313"/>
                  </a:lnTo>
                  <a:lnTo>
                    <a:pt x="372585" y="127643"/>
                  </a:lnTo>
                  <a:cubicBezTo>
                    <a:pt x="372585" y="136223"/>
                    <a:pt x="367413" y="143980"/>
                    <a:pt x="359480" y="147212"/>
                  </a:cubicBezTo>
                  <a:lnTo>
                    <a:pt x="282142" y="178947"/>
                  </a:lnTo>
                  <a:cubicBezTo>
                    <a:pt x="274208" y="182120"/>
                    <a:pt x="265217" y="180357"/>
                    <a:pt x="259164" y="174304"/>
                  </a:cubicBezTo>
                  <a:lnTo>
                    <a:pt x="199045" y="114185"/>
                  </a:lnTo>
                  <a:lnTo>
                    <a:pt x="114303" y="198986"/>
                  </a:lnTo>
                  <a:lnTo>
                    <a:pt x="174657" y="259399"/>
                  </a:lnTo>
                  <a:cubicBezTo>
                    <a:pt x="180710" y="265452"/>
                    <a:pt x="182531" y="274620"/>
                    <a:pt x="179182" y="282553"/>
                  </a:cubicBezTo>
                  <a:lnTo>
                    <a:pt x="146919" y="359656"/>
                  </a:lnTo>
                  <a:cubicBezTo>
                    <a:pt x="143627" y="367531"/>
                    <a:pt x="135929" y="372644"/>
                    <a:pt x="127408" y="372644"/>
                  </a:cubicBezTo>
                  <a:lnTo>
                    <a:pt x="42313" y="372644"/>
                  </a:lnTo>
                  <a:lnTo>
                    <a:pt x="42313" y="492529"/>
                  </a:lnTo>
                  <a:lnTo>
                    <a:pt x="127643" y="492529"/>
                  </a:lnTo>
                  <a:cubicBezTo>
                    <a:pt x="136223" y="492529"/>
                    <a:pt x="143980" y="497759"/>
                    <a:pt x="147212" y="505693"/>
                  </a:cubicBezTo>
                  <a:lnTo>
                    <a:pt x="178947" y="583031"/>
                  </a:lnTo>
                  <a:cubicBezTo>
                    <a:pt x="182179" y="590964"/>
                    <a:pt x="180357" y="600014"/>
                    <a:pt x="174304" y="606067"/>
                  </a:cubicBezTo>
                  <a:lnTo>
                    <a:pt x="114244" y="666127"/>
                  </a:lnTo>
                  <a:lnTo>
                    <a:pt x="198986" y="750929"/>
                  </a:lnTo>
                  <a:lnTo>
                    <a:pt x="259399" y="690516"/>
                  </a:lnTo>
                  <a:cubicBezTo>
                    <a:pt x="265511" y="684404"/>
                    <a:pt x="274620" y="682700"/>
                    <a:pt x="282553" y="685991"/>
                  </a:cubicBezTo>
                  <a:lnTo>
                    <a:pt x="359656" y="718313"/>
                  </a:lnTo>
                  <a:cubicBezTo>
                    <a:pt x="367531" y="721604"/>
                    <a:pt x="372644" y="729302"/>
                    <a:pt x="372644" y="737824"/>
                  </a:cubicBezTo>
                  <a:cubicBezTo>
                    <a:pt x="372624" y="766130"/>
                    <a:pt x="372605" y="794436"/>
                    <a:pt x="372585" y="822742"/>
                  </a:cubicBezTo>
                  <a:lnTo>
                    <a:pt x="372585" y="822742"/>
                  </a:lnTo>
                  <a:close/>
                  <a:moveTo>
                    <a:pt x="432527" y="629986"/>
                  </a:moveTo>
                  <a:cubicBezTo>
                    <a:pt x="323632" y="629986"/>
                    <a:pt x="235069" y="541364"/>
                    <a:pt x="235069" y="432527"/>
                  </a:cubicBezTo>
                  <a:cubicBezTo>
                    <a:pt x="235069" y="323690"/>
                    <a:pt x="323632" y="235069"/>
                    <a:pt x="432527" y="235069"/>
                  </a:cubicBezTo>
                  <a:cubicBezTo>
                    <a:pt x="541423" y="235069"/>
                    <a:pt x="629986" y="323632"/>
                    <a:pt x="629986" y="432527"/>
                  </a:cubicBezTo>
                  <a:cubicBezTo>
                    <a:pt x="629986" y="541423"/>
                    <a:pt x="541423" y="629986"/>
                    <a:pt x="432527" y="629986"/>
                  </a:cubicBezTo>
                  <a:close/>
                  <a:moveTo>
                    <a:pt x="432527" y="277382"/>
                  </a:moveTo>
                  <a:cubicBezTo>
                    <a:pt x="346962" y="277382"/>
                    <a:pt x="277382" y="347021"/>
                    <a:pt x="277382" y="432527"/>
                  </a:cubicBezTo>
                  <a:cubicBezTo>
                    <a:pt x="277382" y="518093"/>
                    <a:pt x="347021" y="587673"/>
                    <a:pt x="432527" y="587673"/>
                  </a:cubicBezTo>
                  <a:cubicBezTo>
                    <a:pt x="518093" y="587673"/>
                    <a:pt x="587673" y="518093"/>
                    <a:pt x="587673" y="432527"/>
                  </a:cubicBezTo>
                  <a:cubicBezTo>
                    <a:pt x="587673" y="346962"/>
                    <a:pt x="518093" y="277382"/>
                    <a:pt x="432527" y="277382"/>
                  </a:cubicBezTo>
                  <a:close/>
                </a:path>
              </a:pathLst>
            </a:custGeom>
            <a:solidFill>
              <a:srgbClr val="0F62FE"/>
            </a:solidFill>
            <a:ln w="58638" cap="flat">
              <a:noFill/>
              <a:prstDash val="solid"/>
              <a:miter/>
            </a:ln>
          </p:spPr>
          <p:txBody>
            <a:bodyPr rtlCol="0" anchor="ctr"/>
            <a:lstStyle/>
            <a:p>
              <a:endParaRPr lang="en-US"/>
            </a:p>
          </p:txBody>
        </p:sp>
      </p:grpSp>
      <p:sp>
        <p:nvSpPr>
          <p:cNvPr id="263" name="TextBox 262">
            <a:extLst>
              <a:ext uri="{FF2B5EF4-FFF2-40B4-BE49-F238E27FC236}">
                <a16:creationId xmlns:a16="http://schemas.microsoft.com/office/drawing/2014/main" id="{FB3171BB-C307-B9A4-C4CF-3F6FB43587AB}"/>
              </a:ext>
            </a:extLst>
          </p:cNvPr>
          <p:cNvSpPr txBox="1"/>
          <p:nvPr/>
        </p:nvSpPr>
        <p:spPr>
          <a:xfrm>
            <a:off x="12763500" y="12273365"/>
            <a:ext cx="11036391" cy="144655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Fine tuning</a:t>
            </a:r>
          </a:p>
          <a:p>
            <a:pPr algn="ctr"/>
            <a:r>
              <a:rPr lang="es-ES" sz="2800" i="1" dirty="0">
                <a:solidFill>
                  <a:schemeClr val="bg2"/>
                </a:solidFill>
              </a:rPr>
              <a:t>Costoso proceso de modificación del modelo para reflejar los datos de entrenamiento</a:t>
            </a:r>
            <a:endParaRPr lang="en-US" sz="2800" i="1" dirty="0">
              <a:solidFill>
                <a:schemeClr val="bg2"/>
              </a:solidFill>
            </a:endParaRPr>
          </a:p>
        </p:txBody>
      </p:sp>
      <p:sp>
        <p:nvSpPr>
          <p:cNvPr id="3" name="TextBox 2">
            <a:extLst>
              <a:ext uri="{FF2B5EF4-FFF2-40B4-BE49-F238E27FC236}">
                <a16:creationId xmlns:a16="http://schemas.microsoft.com/office/drawing/2014/main" id="{07A3DC8A-B782-47DE-FEE1-B67EA3B3F213}"/>
              </a:ext>
            </a:extLst>
          </p:cNvPr>
          <p:cNvSpPr txBox="1"/>
          <p:nvPr/>
        </p:nvSpPr>
        <p:spPr>
          <a:xfrm>
            <a:off x="587284" y="3380398"/>
            <a:ext cx="9951545" cy="4585871"/>
          </a:xfrm>
          <a:prstGeom prst="rect">
            <a:avLst/>
          </a:prstGeom>
          <a:no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spAutoFit/>
          </a:bodyPr>
          <a:lstStyle/>
          <a:p>
            <a:pPr>
              <a:spcAft>
                <a:spcPts val="2400"/>
              </a:spcAft>
            </a:pPr>
            <a:r>
              <a:rPr lang="en-US" dirty="0"/>
              <a:t>A fine-tuned </a:t>
            </a:r>
            <a:r>
              <a:rPr lang="es-ES" dirty="0"/>
              <a:t>es una nueva implementación personalizada de un modelo preexistente</a:t>
            </a:r>
            <a:endParaRPr lang="en-US" dirty="0"/>
          </a:p>
          <a:p>
            <a:pPr>
              <a:spcAft>
                <a:spcPts val="2400"/>
              </a:spcAft>
            </a:pPr>
            <a:r>
              <a:rPr lang="es-ES" dirty="0"/>
              <a:t>El modelo subyacente se ha cambiado para reflejar los datos de entrenamiento</a:t>
            </a:r>
          </a:p>
          <a:p>
            <a:pPr>
              <a:spcAft>
                <a:spcPts val="2400"/>
              </a:spcAft>
            </a:pPr>
            <a:r>
              <a:rPr lang="es-ES" dirty="0"/>
              <a:t>Buen rendimiento del modelo para casos de uso específicos reflejados por los datos de entrenamiento</a:t>
            </a:r>
            <a:endParaRPr lang="en-US" dirty="0"/>
          </a:p>
        </p:txBody>
      </p:sp>
      <p:cxnSp>
        <p:nvCxnSpPr>
          <p:cNvPr id="15" name="Straight Arrow Connector 14">
            <a:extLst>
              <a:ext uri="{FF2B5EF4-FFF2-40B4-BE49-F238E27FC236}">
                <a16:creationId xmlns:a16="http://schemas.microsoft.com/office/drawing/2014/main" id="{3E19774D-5353-D780-D752-6B8C20D77BC5}"/>
              </a:ext>
            </a:extLst>
          </p:cNvPr>
          <p:cNvCxnSpPr>
            <a:cxnSpLocks/>
          </p:cNvCxnSpPr>
          <p:nvPr/>
        </p:nvCxnSpPr>
        <p:spPr bwMode="auto">
          <a:xfrm>
            <a:off x="18927665" y="5722209"/>
            <a:ext cx="2034540"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4" name="TextBox 3">
            <a:extLst>
              <a:ext uri="{FF2B5EF4-FFF2-40B4-BE49-F238E27FC236}">
                <a16:creationId xmlns:a16="http://schemas.microsoft.com/office/drawing/2014/main" id="{1C72F432-47A3-01F1-2781-93637B622A7A}"/>
              </a:ext>
            </a:extLst>
          </p:cNvPr>
          <p:cNvSpPr txBox="1"/>
          <p:nvPr/>
        </p:nvSpPr>
        <p:spPr>
          <a:xfrm>
            <a:off x="12763500" y="2250500"/>
            <a:ext cx="8283765" cy="55399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a:spAutoFit/>
          </a:bodyPr>
          <a:lstStyle/>
          <a:p>
            <a:r>
              <a:rPr lang="en-US" sz="3600" i="1" dirty="0">
                <a:solidFill>
                  <a:schemeClr val="bg2"/>
                </a:solidFill>
              </a:rPr>
              <a:t>Example: Text generation</a:t>
            </a:r>
            <a:endParaRPr lang="en-US" dirty="0">
              <a:solidFill>
                <a:schemeClr val="bg2"/>
              </a:solidFill>
            </a:endParaRPr>
          </a:p>
        </p:txBody>
      </p:sp>
      <p:sp>
        <p:nvSpPr>
          <p:cNvPr id="10" name="TextBox 9">
            <a:extLst>
              <a:ext uri="{FF2B5EF4-FFF2-40B4-BE49-F238E27FC236}">
                <a16:creationId xmlns:a16="http://schemas.microsoft.com/office/drawing/2014/main" id="{9442CD1F-B9FB-7AF7-9AD2-425BA5FDBC18}"/>
              </a:ext>
            </a:extLst>
          </p:cNvPr>
          <p:cNvSpPr txBox="1"/>
          <p:nvPr/>
        </p:nvSpPr>
        <p:spPr>
          <a:xfrm>
            <a:off x="18859500" y="10722694"/>
            <a:ext cx="5112668" cy="523220"/>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2800" dirty="0">
                <a:latin typeface="IBM Plex Sans Text" panose="020B0503050203000203" pitchFamily="34" charset="0"/>
              </a:rPr>
              <a:t>Machine learning algorithm</a:t>
            </a:r>
          </a:p>
        </p:txBody>
      </p:sp>
      <p:cxnSp>
        <p:nvCxnSpPr>
          <p:cNvPr id="13" name="Straight Arrow Connector 12">
            <a:extLst>
              <a:ext uri="{FF2B5EF4-FFF2-40B4-BE49-F238E27FC236}">
                <a16:creationId xmlns:a16="http://schemas.microsoft.com/office/drawing/2014/main" id="{DAF7BEA3-4EFB-B74A-7677-F3FDE7E0A233}"/>
              </a:ext>
            </a:extLst>
          </p:cNvPr>
          <p:cNvCxnSpPr>
            <a:cxnSpLocks/>
          </p:cNvCxnSpPr>
          <p:nvPr/>
        </p:nvCxnSpPr>
        <p:spPr bwMode="auto">
          <a:xfrm>
            <a:off x="14609135" y="5722209"/>
            <a:ext cx="1754056" cy="0"/>
          </a:xfrm>
          <a:prstGeom prst="straightConnector1">
            <a:avLst/>
          </a:prstGeom>
          <a:ln w="25400">
            <a:solidFill>
              <a:schemeClr val="tx1"/>
            </a:solidFill>
            <a:headEnd type="none" w="med" len="med"/>
            <a:tailEnd type="triangle" w="lg" len="lg"/>
          </a:ln>
          <a:effectLst/>
        </p:spPr>
        <p:style>
          <a:lnRef idx="1">
            <a:schemeClr val="dk1"/>
          </a:lnRef>
          <a:fillRef idx="0">
            <a:schemeClr val="dk1"/>
          </a:fillRef>
          <a:effectRef idx="0">
            <a:schemeClr val="dk1"/>
          </a:effectRef>
          <a:fontRef idx="minor">
            <a:schemeClr val="tx1"/>
          </a:fontRef>
        </p:style>
      </p:cxnSp>
      <p:sp>
        <p:nvSpPr>
          <p:cNvPr id="16" name="TextBox 15">
            <a:extLst>
              <a:ext uri="{FF2B5EF4-FFF2-40B4-BE49-F238E27FC236}">
                <a16:creationId xmlns:a16="http://schemas.microsoft.com/office/drawing/2014/main" id="{19BB569A-081B-3B69-A519-1D33CDA72598}"/>
              </a:ext>
            </a:extLst>
          </p:cNvPr>
          <p:cNvSpPr txBox="1"/>
          <p:nvPr/>
        </p:nvSpPr>
        <p:spPr>
          <a:xfrm>
            <a:off x="12575683" y="3380398"/>
            <a:ext cx="2260581" cy="1015663"/>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pPr algn="ctr"/>
            <a:r>
              <a:rPr lang="en-US" sz="3200" dirty="0">
                <a:solidFill>
                  <a:schemeClr val="bg2"/>
                </a:solidFill>
                <a:latin typeface="IBM Plex Sans Text" panose="020B0503050203000203" pitchFamily="34" charset="0"/>
              </a:rPr>
              <a:t>Input</a:t>
            </a:r>
          </a:p>
          <a:p>
            <a:pPr algn="ctr"/>
            <a:r>
              <a:rPr lang="en-US" sz="2800" i="1" dirty="0">
                <a:solidFill>
                  <a:schemeClr val="bg2"/>
                </a:solidFill>
              </a:rPr>
              <a:t>prompt</a:t>
            </a:r>
          </a:p>
        </p:txBody>
      </p:sp>
      <p:sp>
        <p:nvSpPr>
          <p:cNvPr id="17" name="Freeform 16">
            <a:extLst>
              <a:ext uri="{FF2B5EF4-FFF2-40B4-BE49-F238E27FC236}">
                <a16:creationId xmlns:a16="http://schemas.microsoft.com/office/drawing/2014/main" id="{D9103399-7F9F-356C-CF7F-8CFB75EA9DCF}"/>
              </a:ext>
            </a:extLst>
          </p:cNvPr>
          <p:cNvSpPr/>
          <p:nvPr/>
        </p:nvSpPr>
        <p:spPr bwMode="auto">
          <a:xfrm>
            <a:off x="17622078" y="6887183"/>
            <a:ext cx="3834302" cy="2234930"/>
          </a:xfrm>
          <a:custGeom>
            <a:avLst/>
            <a:gdLst>
              <a:gd name="connsiteX0" fmla="*/ 3772138 w 3897436"/>
              <a:gd name="connsiteY0" fmla="*/ 2120630 h 2120630"/>
              <a:gd name="connsiteX1" fmla="*/ 3480308 w 3897436"/>
              <a:gd name="connsiteY1" fmla="*/ 894945 h 2120630"/>
              <a:gd name="connsiteX2" fmla="*/ 328546 w 3897436"/>
              <a:gd name="connsiteY2" fmla="*/ 1011677 h 2120630"/>
              <a:gd name="connsiteX3" fmla="*/ 75627 w 3897436"/>
              <a:gd name="connsiteY3" fmla="*/ 0 h 2120630"/>
              <a:gd name="connsiteX0" fmla="*/ 3702652 w 3819561"/>
              <a:gd name="connsiteY0" fmla="*/ 2120630 h 2120630"/>
              <a:gd name="connsiteX1" fmla="*/ 3410822 w 3819561"/>
              <a:gd name="connsiteY1" fmla="*/ 894945 h 2120630"/>
              <a:gd name="connsiteX2" fmla="*/ 414703 w 3819561"/>
              <a:gd name="connsiteY2" fmla="*/ 953311 h 2120630"/>
              <a:gd name="connsiteX3" fmla="*/ 6141 w 3819561"/>
              <a:gd name="connsiteY3" fmla="*/ 0 h 2120630"/>
              <a:gd name="connsiteX0" fmla="*/ 3702652 w 3733857"/>
              <a:gd name="connsiteY0" fmla="*/ 2120630 h 2120630"/>
              <a:gd name="connsiteX1" fmla="*/ 2943895 w 3733857"/>
              <a:gd name="connsiteY1" fmla="*/ 972766 h 2120630"/>
              <a:gd name="connsiteX2" fmla="*/ 414703 w 3733857"/>
              <a:gd name="connsiteY2" fmla="*/ 953311 h 2120630"/>
              <a:gd name="connsiteX3" fmla="*/ 6141 w 3733857"/>
              <a:gd name="connsiteY3" fmla="*/ 0 h 2120630"/>
              <a:gd name="connsiteX0" fmla="*/ 3702652 w 3707471"/>
              <a:gd name="connsiteY0" fmla="*/ 2120630 h 2120630"/>
              <a:gd name="connsiteX1" fmla="*/ 2943895 w 3707471"/>
              <a:gd name="connsiteY1" fmla="*/ 972766 h 2120630"/>
              <a:gd name="connsiteX2" fmla="*/ 414703 w 3707471"/>
              <a:gd name="connsiteY2" fmla="*/ 953311 h 2120630"/>
              <a:gd name="connsiteX3" fmla="*/ 6141 w 3707471"/>
              <a:gd name="connsiteY3" fmla="*/ 0 h 2120630"/>
              <a:gd name="connsiteX0" fmla="*/ 3702652 w 3711480"/>
              <a:gd name="connsiteY0" fmla="*/ 2120630 h 2120630"/>
              <a:gd name="connsiteX1" fmla="*/ 2943895 w 3711480"/>
              <a:gd name="connsiteY1" fmla="*/ 972766 h 2120630"/>
              <a:gd name="connsiteX2" fmla="*/ 414703 w 3711480"/>
              <a:gd name="connsiteY2" fmla="*/ 953311 h 2120630"/>
              <a:gd name="connsiteX3" fmla="*/ 6141 w 3711480"/>
              <a:gd name="connsiteY3" fmla="*/ 0 h 2120630"/>
              <a:gd name="connsiteX0" fmla="*/ 3702652 w 3707780"/>
              <a:gd name="connsiteY0" fmla="*/ 2120630 h 2120630"/>
              <a:gd name="connsiteX1" fmla="*/ 2943895 w 3707780"/>
              <a:gd name="connsiteY1" fmla="*/ 972766 h 2120630"/>
              <a:gd name="connsiteX2" fmla="*/ 414703 w 3707780"/>
              <a:gd name="connsiteY2" fmla="*/ 953311 h 2120630"/>
              <a:gd name="connsiteX3" fmla="*/ 6141 w 3707780"/>
              <a:gd name="connsiteY3" fmla="*/ 0 h 2120630"/>
              <a:gd name="connsiteX0" fmla="*/ 3702652 w 3705537"/>
              <a:gd name="connsiteY0" fmla="*/ 2120630 h 2120630"/>
              <a:gd name="connsiteX1" fmla="*/ 2943895 w 3705537"/>
              <a:gd name="connsiteY1" fmla="*/ 972766 h 2120630"/>
              <a:gd name="connsiteX2" fmla="*/ 414703 w 3705537"/>
              <a:gd name="connsiteY2" fmla="*/ 953311 h 2120630"/>
              <a:gd name="connsiteX3" fmla="*/ 6141 w 3705537"/>
              <a:gd name="connsiteY3" fmla="*/ 0 h 2120630"/>
              <a:gd name="connsiteX0" fmla="*/ 3702652 w 3707007"/>
              <a:gd name="connsiteY0" fmla="*/ 2120630 h 2120630"/>
              <a:gd name="connsiteX1" fmla="*/ 2943895 w 3707007"/>
              <a:gd name="connsiteY1" fmla="*/ 972766 h 2120630"/>
              <a:gd name="connsiteX2" fmla="*/ 414703 w 3707007"/>
              <a:gd name="connsiteY2" fmla="*/ 953311 h 2120630"/>
              <a:gd name="connsiteX3" fmla="*/ 6141 w 3707007"/>
              <a:gd name="connsiteY3" fmla="*/ 0 h 2120630"/>
              <a:gd name="connsiteX0" fmla="*/ 3702652 w 3706126"/>
              <a:gd name="connsiteY0" fmla="*/ 2120630 h 2120630"/>
              <a:gd name="connsiteX1" fmla="*/ 2811159 w 3706126"/>
              <a:gd name="connsiteY1" fmla="*/ 961705 h 2120630"/>
              <a:gd name="connsiteX2" fmla="*/ 414703 w 3706126"/>
              <a:gd name="connsiteY2" fmla="*/ 953311 h 2120630"/>
              <a:gd name="connsiteX3" fmla="*/ 6141 w 3706126"/>
              <a:gd name="connsiteY3" fmla="*/ 0 h 2120630"/>
              <a:gd name="connsiteX0" fmla="*/ 3702652 w 3706287"/>
              <a:gd name="connsiteY0" fmla="*/ 2120630 h 2120630"/>
              <a:gd name="connsiteX1" fmla="*/ 2811159 w 3706287"/>
              <a:gd name="connsiteY1" fmla="*/ 961705 h 2120630"/>
              <a:gd name="connsiteX2" fmla="*/ 414703 w 3706287"/>
              <a:gd name="connsiteY2" fmla="*/ 953311 h 2120630"/>
              <a:gd name="connsiteX3" fmla="*/ 6141 w 3706287"/>
              <a:gd name="connsiteY3" fmla="*/ 0 h 2120630"/>
              <a:gd name="connsiteX0" fmla="*/ 3836002 w 3840058"/>
              <a:gd name="connsiteY0" fmla="*/ 2234930 h 2234930"/>
              <a:gd name="connsiteX1" fmla="*/ 2811159 w 3840058"/>
              <a:gd name="connsiteY1" fmla="*/ 961705 h 2234930"/>
              <a:gd name="connsiteX2" fmla="*/ 414703 w 3840058"/>
              <a:gd name="connsiteY2" fmla="*/ 953311 h 2234930"/>
              <a:gd name="connsiteX3" fmla="*/ 6141 w 3840058"/>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6002 w 3836002"/>
              <a:gd name="connsiteY0" fmla="*/ 2234930 h 2234930"/>
              <a:gd name="connsiteX1" fmla="*/ 2811159 w 3836002"/>
              <a:gd name="connsiteY1" fmla="*/ 961705 h 2234930"/>
              <a:gd name="connsiteX2" fmla="*/ 414703 w 3836002"/>
              <a:gd name="connsiteY2" fmla="*/ 953311 h 2234930"/>
              <a:gd name="connsiteX3" fmla="*/ 6141 w 3836002"/>
              <a:gd name="connsiteY3" fmla="*/ 0 h 2234930"/>
              <a:gd name="connsiteX0" fmla="*/ 3834302 w 3834302"/>
              <a:gd name="connsiteY0" fmla="*/ 2234930 h 2234930"/>
              <a:gd name="connsiteX1" fmla="*/ 2809459 w 3834302"/>
              <a:gd name="connsiteY1" fmla="*/ 961705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2815210 w 3834302"/>
              <a:gd name="connsiteY1" fmla="*/ 1047969 h 2234930"/>
              <a:gd name="connsiteX2" fmla="*/ 418753 w 3834302"/>
              <a:gd name="connsiteY2" fmla="*/ 930307 h 2234930"/>
              <a:gd name="connsiteX3" fmla="*/ 4441 w 3834302"/>
              <a:gd name="connsiteY3" fmla="*/ 0 h 2234930"/>
              <a:gd name="connsiteX0" fmla="*/ 3834302 w 3834302"/>
              <a:gd name="connsiteY0" fmla="*/ 2234930 h 2234930"/>
              <a:gd name="connsiteX1" fmla="*/ 3027995 w 3834302"/>
              <a:gd name="connsiteY1" fmla="*/ 1036467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327044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505323 w 3834302"/>
              <a:gd name="connsiteY1" fmla="*/ 1059471 h 2234930"/>
              <a:gd name="connsiteX2" fmla="*/ 418753 w 3834302"/>
              <a:gd name="connsiteY2" fmla="*/ 930307 h 2234930"/>
              <a:gd name="connsiteX3" fmla="*/ 4441 w 3834302"/>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8563"/>
              <a:gd name="connsiteY0" fmla="*/ 2234930 h 2234930"/>
              <a:gd name="connsiteX1" fmla="*/ 3430561 w 3838563"/>
              <a:gd name="connsiteY1" fmla="*/ 1065222 h 2234930"/>
              <a:gd name="connsiteX2" fmla="*/ 418753 w 3838563"/>
              <a:gd name="connsiteY2" fmla="*/ 930307 h 2234930"/>
              <a:gd name="connsiteX3" fmla="*/ 4441 w 3838563"/>
              <a:gd name="connsiteY3" fmla="*/ 0 h 2234930"/>
              <a:gd name="connsiteX0" fmla="*/ 3834302 w 3834302"/>
              <a:gd name="connsiteY0" fmla="*/ 2234930 h 2234930"/>
              <a:gd name="connsiteX1" fmla="*/ 3430561 w 3834302"/>
              <a:gd name="connsiteY1" fmla="*/ 1065222 h 2234930"/>
              <a:gd name="connsiteX2" fmla="*/ 418753 w 3834302"/>
              <a:gd name="connsiteY2" fmla="*/ 930307 h 2234930"/>
              <a:gd name="connsiteX3" fmla="*/ 4441 w 3834302"/>
              <a:gd name="connsiteY3" fmla="*/ 0 h 2234930"/>
              <a:gd name="connsiteX0" fmla="*/ 3834302 w 3834668"/>
              <a:gd name="connsiteY0" fmla="*/ 2234930 h 2234930"/>
              <a:gd name="connsiteX1" fmla="*/ 3493821 w 3834668"/>
              <a:gd name="connsiteY1" fmla="*/ 1065222 h 2234930"/>
              <a:gd name="connsiteX2" fmla="*/ 418753 w 3834668"/>
              <a:gd name="connsiteY2" fmla="*/ 930307 h 2234930"/>
              <a:gd name="connsiteX3" fmla="*/ 4441 w 3834668"/>
              <a:gd name="connsiteY3" fmla="*/ 0 h 2234930"/>
              <a:gd name="connsiteX0" fmla="*/ 3834302 w 3834302"/>
              <a:gd name="connsiteY0" fmla="*/ 2234930 h 2234930"/>
              <a:gd name="connsiteX1" fmla="*/ 3493821 w 3834302"/>
              <a:gd name="connsiteY1" fmla="*/ 1065222 h 2234930"/>
              <a:gd name="connsiteX2" fmla="*/ 418753 w 3834302"/>
              <a:gd name="connsiteY2" fmla="*/ 930307 h 2234930"/>
              <a:gd name="connsiteX3" fmla="*/ 4441 w 3834302"/>
              <a:gd name="connsiteY3" fmla="*/ 0 h 2234930"/>
            </a:gdLst>
            <a:ahLst/>
            <a:cxnLst>
              <a:cxn ang="0">
                <a:pos x="connsiteX0" y="connsiteY0"/>
              </a:cxn>
              <a:cxn ang="0">
                <a:pos x="connsiteX1" y="connsiteY1"/>
              </a:cxn>
              <a:cxn ang="0">
                <a:pos x="connsiteX2" y="connsiteY2"/>
              </a:cxn>
              <a:cxn ang="0">
                <a:pos x="connsiteX3" y="connsiteY3"/>
              </a:cxn>
            </a:cxnLst>
            <a:rect l="l" t="t" r="r" b="b"/>
            <a:pathLst>
              <a:path w="3834302" h="2234930">
                <a:moveTo>
                  <a:pt x="3834302" y="2234930"/>
                </a:moveTo>
                <a:cubicBezTo>
                  <a:pt x="3833965" y="1242142"/>
                  <a:pt x="3798534" y="1219398"/>
                  <a:pt x="3493821" y="1065222"/>
                </a:cubicBezTo>
                <a:cubicBezTo>
                  <a:pt x="3189108" y="911046"/>
                  <a:pt x="986200" y="1079464"/>
                  <a:pt x="418753" y="930307"/>
                </a:cubicBezTo>
                <a:cubicBezTo>
                  <a:pt x="-148694" y="781150"/>
                  <a:pt x="36866" y="136187"/>
                  <a:pt x="4441" y="0"/>
                </a:cubicBezTo>
              </a:path>
            </a:pathLst>
          </a:custGeom>
          <a:ln w="25400">
            <a:solidFill>
              <a:schemeClr val="tx1"/>
            </a:solidFill>
            <a:prstDash val="sysDash"/>
            <a:headEnd type="none" w="med" len="med"/>
            <a:tailEnd type="triangle" w="lg" len="lg"/>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grpSp>
        <p:nvGrpSpPr>
          <p:cNvPr id="5" name="Group 4">
            <a:extLst>
              <a:ext uri="{FF2B5EF4-FFF2-40B4-BE49-F238E27FC236}">
                <a16:creationId xmlns:a16="http://schemas.microsoft.com/office/drawing/2014/main" id="{8018D33C-2AC2-D4B2-1FFC-7795CA2714F9}"/>
              </a:ext>
            </a:extLst>
          </p:cNvPr>
          <p:cNvGrpSpPr/>
          <p:nvPr/>
        </p:nvGrpSpPr>
        <p:grpSpPr>
          <a:xfrm>
            <a:off x="14408840" y="9288718"/>
            <a:ext cx="928964" cy="967037"/>
            <a:chOff x="14708380" y="9288718"/>
            <a:chExt cx="928964" cy="967037"/>
          </a:xfrm>
        </p:grpSpPr>
        <p:sp>
          <p:nvSpPr>
            <p:cNvPr id="6" name="Freeform 5">
              <a:extLst>
                <a:ext uri="{FF2B5EF4-FFF2-40B4-BE49-F238E27FC236}">
                  <a16:creationId xmlns:a16="http://schemas.microsoft.com/office/drawing/2014/main" id="{54930078-957D-FEE6-0E0F-679737609CB1}"/>
                </a:ext>
              </a:extLst>
            </p:cNvPr>
            <p:cNvSpPr>
              <a:spLocks noChangeAspect="1"/>
            </p:cNvSpPr>
            <p:nvPr/>
          </p:nvSpPr>
          <p:spPr>
            <a:xfrm>
              <a:off x="14708380" y="9288718"/>
              <a:ext cx="240889" cy="967037"/>
            </a:xfrm>
            <a:custGeom>
              <a:avLst/>
              <a:gdLst>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56864 w 289179"/>
                <a:gd name="connsiteY17" fmla="*/ 146304 h 292608"/>
                <a:gd name="connsiteX18" fmla="*/ 35433 w 289179"/>
                <a:gd name="connsiteY18" fmla="*/ 170926 h 292608"/>
                <a:gd name="connsiteX19" fmla="*/ 35433 w 289179"/>
                <a:gd name="connsiteY19" fmla="*/ 243230 h 292608"/>
                <a:gd name="connsiteX20" fmla="*/ 49721 w 289179"/>
                <a:gd name="connsiteY20" fmla="*/ 260604 h 292608"/>
                <a:gd name="connsiteX21" fmla="*/ 32004 w 289179"/>
                <a:gd name="connsiteY21" fmla="*/ 278321 h 292608"/>
                <a:gd name="connsiteX22" fmla="*/ 32004 w 289179"/>
                <a:gd name="connsiteY22" fmla="*/ 249746 h 292608"/>
                <a:gd name="connsiteX23" fmla="*/ 21146 w 289179"/>
                <a:gd name="connsiteY23" fmla="*/ 260604 h 292608"/>
                <a:gd name="connsiteX24" fmla="*/ 32004 w 289179"/>
                <a:gd name="connsiteY24" fmla="*/ 271463 h 292608"/>
                <a:gd name="connsiteX25" fmla="*/ 42863 w 289179"/>
                <a:gd name="connsiteY25" fmla="*/ 260604 h 292608"/>
                <a:gd name="connsiteX26" fmla="*/ 32252 w 289179"/>
                <a:gd name="connsiteY26" fmla="*/ 249746 h 292608"/>
                <a:gd name="connsiteX27" fmla="*/ 32004 w 289179"/>
                <a:gd name="connsiteY27" fmla="*/ 249746 h 292608"/>
                <a:gd name="connsiteX28" fmla="*/ 32004 w 289179"/>
                <a:gd name="connsiteY28" fmla="*/ 128302 h 292608"/>
                <a:gd name="connsiteX29" fmla="*/ 14002 w 289179"/>
                <a:gd name="connsiteY29" fmla="*/ 146304 h 292608"/>
                <a:gd name="connsiteX30" fmla="*/ 32004 w 289179"/>
                <a:gd name="connsiteY30" fmla="*/ 164306 h 292608"/>
                <a:gd name="connsiteX31" fmla="*/ 50006 w 289179"/>
                <a:gd name="connsiteY31" fmla="*/ 146304 h 292608"/>
                <a:gd name="connsiteX32" fmla="*/ 32385 w 289179"/>
                <a:gd name="connsiteY32" fmla="*/ 128302 h 292608"/>
                <a:gd name="connsiteX33" fmla="*/ 32004 w 289179"/>
                <a:gd name="connsiteY33" fmla="*/ 128302 h 292608"/>
                <a:gd name="connsiteX34" fmla="*/ 32004 w 289179"/>
                <a:gd name="connsiteY34" fmla="*/ 6858 h 292608"/>
                <a:gd name="connsiteX35" fmla="*/ 6858 w 289179"/>
                <a:gd name="connsiteY35" fmla="*/ 32004 h 292608"/>
                <a:gd name="connsiteX36" fmla="*/ 32004 w 289179"/>
                <a:gd name="connsiteY36" fmla="*/ 57150 h 292608"/>
                <a:gd name="connsiteX37" fmla="*/ 57150 w 289179"/>
                <a:gd name="connsiteY37" fmla="*/ 32004 h 292608"/>
                <a:gd name="connsiteX38" fmla="*/ 32004 w 289179"/>
                <a:gd name="connsiteY38" fmla="*/ 6858 h 292608"/>
                <a:gd name="connsiteX39" fmla="*/ 289179 w 289179"/>
                <a:gd name="connsiteY39" fmla="*/ 264033 h 292608"/>
                <a:gd name="connsiteX40" fmla="*/ 117729 w 289179"/>
                <a:gd name="connsiteY40" fmla="*/ 264033 h 292608"/>
                <a:gd name="connsiteX41" fmla="*/ 117729 w 289179"/>
                <a:gd name="connsiteY41" fmla="*/ 257175 h 292608"/>
                <a:gd name="connsiteX42" fmla="*/ 289179 w 289179"/>
                <a:gd name="connsiteY42" fmla="*/ 257175 h 292608"/>
                <a:gd name="connsiteX43" fmla="*/ 289179 w 289179"/>
                <a:gd name="connsiteY43" fmla="*/ 264033 h 292608"/>
                <a:gd name="connsiteX44" fmla="*/ 289179 w 289179"/>
                <a:gd name="connsiteY44" fmla="*/ 235458 h 292608"/>
                <a:gd name="connsiteX45" fmla="*/ 117729 w 289179"/>
                <a:gd name="connsiteY45" fmla="*/ 235458 h 292608"/>
                <a:gd name="connsiteX46" fmla="*/ 117729 w 289179"/>
                <a:gd name="connsiteY46" fmla="*/ 228600 h 292608"/>
                <a:gd name="connsiteX47" fmla="*/ 289179 w 289179"/>
                <a:gd name="connsiteY47" fmla="*/ 228600 h 292608"/>
                <a:gd name="connsiteX48" fmla="*/ 289179 w 289179"/>
                <a:gd name="connsiteY48" fmla="*/ 235458 h 292608"/>
                <a:gd name="connsiteX49" fmla="*/ 289179 w 289179"/>
                <a:gd name="connsiteY49" fmla="*/ 178308 h 292608"/>
                <a:gd name="connsiteX50" fmla="*/ 117729 w 289179"/>
                <a:gd name="connsiteY50" fmla="*/ 178308 h 292608"/>
                <a:gd name="connsiteX51" fmla="*/ 117729 w 289179"/>
                <a:gd name="connsiteY51" fmla="*/ 171450 h 292608"/>
                <a:gd name="connsiteX52" fmla="*/ 289179 w 289179"/>
                <a:gd name="connsiteY52" fmla="*/ 171450 h 292608"/>
                <a:gd name="connsiteX53" fmla="*/ 289179 w 289179"/>
                <a:gd name="connsiteY53" fmla="*/ 178308 h 292608"/>
                <a:gd name="connsiteX54" fmla="*/ 289179 w 289179"/>
                <a:gd name="connsiteY54" fmla="*/ 149733 h 292608"/>
                <a:gd name="connsiteX55" fmla="*/ 117729 w 289179"/>
                <a:gd name="connsiteY55" fmla="*/ 149733 h 292608"/>
                <a:gd name="connsiteX56" fmla="*/ 117729 w 289179"/>
                <a:gd name="connsiteY56" fmla="*/ 142875 h 292608"/>
                <a:gd name="connsiteX57" fmla="*/ 289179 w 289179"/>
                <a:gd name="connsiteY57" fmla="*/ 142875 h 292608"/>
                <a:gd name="connsiteX58" fmla="*/ 289179 w 289179"/>
                <a:gd name="connsiteY58" fmla="*/ 149733 h 292608"/>
                <a:gd name="connsiteX59" fmla="*/ 289179 w 289179"/>
                <a:gd name="connsiteY59" fmla="*/ 121158 h 292608"/>
                <a:gd name="connsiteX60" fmla="*/ 117729 w 289179"/>
                <a:gd name="connsiteY60" fmla="*/ 121158 h 292608"/>
                <a:gd name="connsiteX61" fmla="*/ 117729 w 289179"/>
                <a:gd name="connsiteY61" fmla="*/ 114300 h 292608"/>
                <a:gd name="connsiteX62" fmla="*/ 289179 w 289179"/>
                <a:gd name="connsiteY62" fmla="*/ 114300 h 292608"/>
                <a:gd name="connsiteX63" fmla="*/ 289179 w 289179"/>
                <a:gd name="connsiteY63" fmla="*/ 121158 h 292608"/>
                <a:gd name="connsiteX64" fmla="*/ 289179 w 289179"/>
                <a:gd name="connsiteY64" fmla="*/ 64008 h 292608"/>
                <a:gd name="connsiteX65" fmla="*/ 117729 w 289179"/>
                <a:gd name="connsiteY65" fmla="*/ 64008 h 292608"/>
                <a:gd name="connsiteX66" fmla="*/ 117729 w 289179"/>
                <a:gd name="connsiteY66" fmla="*/ 57150 h 292608"/>
                <a:gd name="connsiteX67" fmla="*/ 289179 w 289179"/>
                <a:gd name="connsiteY67" fmla="*/ 57150 h 292608"/>
                <a:gd name="connsiteX68" fmla="*/ 289179 w 289179"/>
                <a:gd name="connsiteY68" fmla="*/ 64008 h 292608"/>
                <a:gd name="connsiteX69" fmla="*/ 289179 w 289179"/>
                <a:gd name="connsiteY69" fmla="*/ 35433 h 292608"/>
                <a:gd name="connsiteX70" fmla="*/ 117729 w 289179"/>
                <a:gd name="connsiteY70" fmla="*/ 35433 h 292608"/>
                <a:gd name="connsiteX71" fmla="*/ 117729 w 289179"/>
                <a:gd name="connsiteY71" fmla="*/ 28575 h 292608"/>
                <a:gd name="connsiteX72" fmla="*/ 289179 w 289179"/>
                <a:gd name="connsiteY72" fmla="*/ 28575 h 292608"/>
                <a:gd name="connsiteX73" fmla="*/ 289179 w 289179"/>
                <a:gd name="connsiteY73" fmla="*/ 35433 h 292608"/>
                <a:gd name="connsiteX74" fmla="*/ 289179 w 289179"/>
                <a:gd name="connsiteY74" fmla="*/ 6858 h 292608"/>
                <a:gd name="connsiteX75" fmla="*/ 117729 w 289179"/>
                <a:gd name="connsiteY75" fmla="*/ 6858 h 292608"/>
                <a:gd name="connsiteX76" fmla="*/ 117729 w 289179"/>
                <a:gd name="connsiteY76" fmla="*/ 0 h 292608"/>
                <a:gd name="connsiteX77" fmla="*/ 289179 w 289179"/>
                <a:gd name="connsiteY77" fmla="*/ 0 h 292608"/>
                <a:gd name="connsiteX78" fmla="*/ 289179 w 289179"/>
                <a:gd name="connsiteY78"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56864 w 289179"/>
                <a:gd name="connsiteY17" fmla="*/ 146304 h 292608"/>
                <a:gd name="connsiteX18" fmla="*/ 35433 w 289179"/>
                <a:gd name="connsiteY18" fmla="*/ 170926 h 292608"/>
                <a:gd name="connsiteX19" fmla="*/ 35433 w 289179"/>
                <a:gd name="connsiteY19" fmla="*/ 243230 h 292608"/>
                <a:gd name="connsiteX20" fmla="*/ 49721 w 289179"/>
                <a:gd name="connsiteY20" fmla="*/ 260604 h 292608"/>
                <a:gd name="connsiteX21" fmla="*/ 32004 w 289179"/>
                <a:gd name="connsiteY21" fmla="*/ 278321 h 292608"/>
                <a:gd name="connsiteX22" fmla="*/ 32004 w 289179"/>
                <a:gd name="connsiteY22" fmla="*/ 249746 h 292608"/>
                <a:gd name="connsiteX23" fmla="*/ 21146 w 289179"/>
                <a:gd name="connsiteY23" fmla="*/ 260604 h 292608"/>
                <a:gd name="connsiteX24" fmla="*/ 32004 w 289179"/>
                <a:gd name="connsiteY24" fmla="*/ 271463 h 292608"/>
                <a:gd name="connsiteX25" fmla="*/ 42863 w 289179"/>
                <a:gd name="connsiteY25" fmla="*/ 260604 h 292608"/>
                <a:gd name="connsiteX26" fmla="*/ 32252 w 289179"/>
                <a:gd name="connsiteY26" fmla="*/ 249746 h 292608"/>
                <a:gd name="connsiteX27" fmla="*/ 32004 w 289179"/>
                <a:gd name="connsiteY27" fmla="*/ 249746 h 292608"/>
                <a:gd name="connsiteX28" fmla="*/ 32004 w 289179"/>
                <a:gd name="connsiteY28" fmla="*/ 128302 h 292608"/>
                <a:gd name="connsiteX29" fmla="*/ 14002 w 289179"/>
                <a:gd name="connsiteY29" fmla="*/ 146304 h 292608"/>
                <a:gd name="connsiteX30" fmla="*/ 32004 w 289179"/>
                <a:gd name="connsiteY30" fmla="*/ 164306 h 292608"/>
                <a:gd name="connsiteX31" fmla="*/ 32385 w 289179"/>
                <a:gd name="connsiteY31" fmla="*/ 128302 h 292608"/>
                <a:gd name="connsiteX32" fmla="*/ 32004 w 289179"/>
                <a:gd name="connsiteY32" fmla="*/ 128302 h 292608"/>
                <a:gd name="connsiteX33" fmla="*/ 32004 w 289179"/>
                <a:gd name="connsiteY33" fmla="*/ 6858 h 292608"/>
                <a:gd name="connsiteX34" fmla="*/ 6858 w 289179"/>
                <a:gd name="connsiteY34" fmla="*/ 32004 h 292608"/>
                <a:gd name="connsiteX35" fmla="*/ 32004 w 289179"/>
                <a:gd name="connsiteY35" fmla="*/ 57150 h 292608"/>
                <a:gd name="connsiteX36" fmla="*/ 57150 w 289179"/>
                <a:gd name="connsiteY36" fmla="*/ 32004 h 292608"/>
                <a:gd name="connsiteX37" fmla="*/ 32004 w 289179"/>
                <a:gd name="connsiteY37" fmla="*/ 6858 h 292608"/>
                <a:gd name="connsiteX38" fmla="*/ 289179 w 289179"/>
                <a:gd name="connsiteY38" fmla="*/ 264033 h 292608"/>
                <a:gd name="connsiteX39" fmla="*/ 117729 w 289179"/>
                <a:gd name="connsiteY39" fmla="*/ 264033 h 292608"/>
                <a:gd name="connsiteX40" fmla="*/ 117729 w 289179"/>
                <a:gd name="connsiteY40" fmla="*/ 257175 h 292608"/>
                <a:gd name="connsiteX41" fmla="*/ 289179 w 289179"/>
                <a:gd name="connsiteY41" fmla="*/ 257175 h 292608"/>
                <a:gd name="connsiteX42" fmla="*/ 289179 w 289179"/>
                <a:gd name="connsiteY42" fmla="*/ 264033 h 292608"/>
                <a:gd name="connsiteX43" fmla="*/ 289179 w 289179"/>
                <a:gd name="connsiteY43" fmla="*/ 235458 h 292608"/>
                <a:gd name="connsiteX44" fmla="*/ 117729 w 289179"/>
                <a:gd name="connsiteY44" fmla="*/ 235458 h 292608"/>
                <a:gd name="connsiteX45" fmla="*/ 117729 w 289179"/>
                <a:gd name="connsiteY45" fmla="*/ 228600 h 292608"/>
                <a:gd name="connsiteX46" fmla="*/ 289179 w 289179"/>
                <a:gd name="connsiteY46" fmla="*/ 228600 h 292608"/>
                <a:gd name="connsiteX47" fmla="*/ 289179 w 289179"/>
                <a:gd name="connsiteY47" fmla="*/ 235458 h 292608"/>
                <a:gd name="connsiteX48" fmla="*/ 289179 w 289179"/>
                <a:gd name="connsiteY48" fmla="*/ 178308 h 292608"/>
                <a:gd name="connsiteX49" fmla="*/ 117729 w 289179"/>
                <a:gd name="connsiteY49" fmla="*/ 178308 h 292608"/>
                <a:gd name="connsiteX50" fmla="*/ 117729 w 289179"/>
                <a:gd name="connsiteY50" fmla="*/ 171450 h 292608"/>
                <a:gd name="connsiteX51" fmla="*/ 289179 w 289179"/>
                <a:gd name="connsiteY51" fmla="*/ 171450 h 292608"/>
                <a:gd name="connsiteX52" fmla="*/ 289179 w 289179"/>
                <a:gd name="connsiteY52" fmla="*/ 178308 h 292608"/>
                <a:gd name="connsiteX53" fmla="*/ 289179 w 289179"/>
                <a:gd name="connsiteY53" fmla="*/ 149733 h 292608"/>
                <a:gd name="connsiteX54" fmla="*/ 117729 w 289179"/>
                <a:gd name="connsiteY54" fmla="*/ 149733 h 292608"/>
                <a:gd name="connsiteX55" fmla="*/ 117729 w 289179"/>
                <a:gd name="connsiteY55" fmla="*/ 142875 h 292608"/>
                <a:gd name="connsiteX56" fmla="*/ 289179 w 289179"/>
                <a:gd name="connsiteY56" fmla="*/ 142875 h 292608"/>
                <a:gd name="connsiteX57" fmla="*/ 289179 w 289179"/>
                <a:gd name="connsiteY57" fmla="*/ 149733 h 292608"/>
                <a:gd name="connsiteX58" fmla="*/ 289179 w 289179"/>
                <a:gd name="connsiteY58" fmla="*/ 121158 h 292608"/>
                <a:gd name="connsiteX59" fmla="*/ 117729 w 289179"/>
                <a:gd name="connsiteY59" fmla="*/ 121158 h 292608"/>
                <a:gd name="connsiteX60" fmla="*/ 117729 w 289179"/>
                <a:gd name="connsiteY60" fmla="*/ 114300 h 292608"/>
                <a:gd name="connsiteX61" fmla="*/ 289179 w 289179"/>
                <a:gd name="connsiteY61" fmla="*/ 114300 h 292608"/>
                <a:gd name="connsiteX62" fmla="*/ 289179 w 289179"/>
                <a:gd name="connsiteY62" fmla="*/ 121158 h 292608"/>
                <a:gd name="connsiteX63" fmla="*/ 289179 w 289179"/>
                <a:gd name="connsiteY63" fmla="*/ 64008 h 292608"/>
                <a:gd name="connsiteX64" fmla="*/ 117729 w 289179"/>
                <a:gd name="connsiteY64" fmla="*/ 64008 h 292608"/>
                <a:gd name="connsiteX65" fmla="*/ 117729 w 289179"/>
                <a:gd name="connsiteY65" fmla="*/ 57150 h 292608"/>
                <a:gd name="connsiteX66" fmla="*/ 289179 w 289179"/>
                <a:gd name="connsiteY66" fmla="*/ 57150 h 292608"/>
                <a:gd name="connsiteX67" fmla="*/ 289179 w 289179"/>
                <a:gd name="connsiteY67" fmla="*/ 64008 h 292608"/>
                <a:gd name="connsiteX68" fmla="*/ 289179 w 289179"/>
                <a:gd name="connsiteY68" fmla="*/ 35433 h 292608"/>
                <a:gd name="connsiteX69" fmla="*/ 117729 w 289179"/>
                <a:gd name="connsiteY69" fmla="*/ 35433 h 292608"/>
                <a:gd name="connsiteX70" fmla="*/ 117729 w 289179"/>
                <a:gd name="connsiteY70" fmla="*/ 28575 h 292608"/>
                <a:gd name="connsiteX71" fmla="*/ 289179 w 289179"/>
                <a:gd name="connsiteY71" fmla="*/ 28575 h 292608"/>
                <a:gd name="connsiteX72" fmla="*/ 289179 w 289179"/>
                <a:gd name="connsiteY72" fmla="*/ 35433 h 292608"/>
                <a:gd name="connsiteX73" fmla="*/ 289179 w 289179"/>
                <a:gd name="connsiteY73" fmla="*/ 6858 h 292608"/>
                <a:gd name="connsiteX74" fmla="*/ 117729 w 289179"/>
                <a:gd name="connsiteY74" fmla="*/ 6858 h 292608"/>
                <a:gd name="connsiteX75" fmla="*/ 117729 w 289179"/>
                <a:gd name="connsiteY75" fmla="*/ 0 h 292608"/>
                <a:gd name="connsiteX76" fmla="*/ 289179 w 289179"/>
                <a:gd name="connsiteY76" fmla="*/ 0 h 292608"/>
                <a:gd name="connsiteX77" fmla="*/ 289179 w 289179"/>
                <a:gd name="connsiteY77"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78321 h 292608"/>
                <a:gd name="connsiteX21" fmla="*/ 32004 w 289179"/>
                <a:gd name="connsiteY21" fmla="*/ 249746 h 292608"/>
                <a:gd name="connsiteX22" fmla="*/ 21146 w 289179"/>
                <a:gd name="connsiteY22" fmla="*/ 260604 h 292608"/>
                <a:gd name="connsiteX23" fmla="*/ 32004 w 289179"/>
                <a:gd name="connsiteY23" fmla="*/ 271463 h 292608"/>
                <a:gd name="connsiteX24" fmla="*/ 42863 w 289179"/>
                <a:gd name="connsiteY24" fmla="*/ 260604 h 292608"/>
                <a:gd name="connsiteX25" fmla="*/ 32252 w 289179"/>
                <a:gd name="connsiteY25" fmla="*/ 249746 h 292608"/>
                <a:gd name="connsiteX26" fmla="*/ 32004 w 289179"/>
                <a:gd name="connsiteY26" fmla="*/ 249746 h 292608"/>
                <a:gd name="connsiteX27" fmla="*/ 32004 w 289179"/>
                <a:gd name="connsiteY27" fmla="*/ 128302 h 292608"/>
                <a:gd name="connsiteX28" fmla="*/ 14002 w 289179"/>
                <a:gd name="connsiteY28" fmla="*/ 146304 h 292608"/>
                <a:gd name="connsiteX29" fmla="*/ 32004 w 289179"/>
                <a:gd name="connsiteY29" fmla="*/ 164306 h 292608"/>
                <a:gd name="connsiteX30" fmla="*/ 32385 w 289179"/>
                <a:gd name="connsiteY30" fmla="*/ 128302 h 292608"/>
                <a:gd name="connsiteX31" fmla="*/ 32004 w 289179"/>
                <a:gd name="connsiteY31" fmla="*/ 128302 h 292608"/>
                <a:gd name="connsiteX32" fmla="*/ 32004 w 289179"/>
                <a:gd name="connsiteY32" fmla="*/ 6858 h 292608"/>
                <a:gd name="connsiteX33" fmla="*/ 6858 w 289179"/>
                <a:gd name="connsiteY33" fmla="*/ 32004 h 292608"/>
                <a:gd name="connsiteX34" fmla="*/ 32004 w 289179"/>
                <a:gd name="connsiteY34" fmla="*/ 57150 h 292608"/>
                <a:gd name="connsiteX35" fmla="*/ 57150 w 289179"/>
                <a:gd name="connsiteY35" fmla="*/ 32004 h 292608"/>
                <a:gd name="connsiteX36" fmla="*/ 32004 w 289179"/>
                <a:gd name="connsiteY36" fmla="*/ 6858 h 292608"/>
                <a:gd name="connsiteX37" fmla="*/ 289179 w 289179"/>
                <a:gd name="connsiteY37" fmla="*/ 264033 h 292608"/>
                <a:gd name="connsiteX38" fmla="*/ 117729 w 289179"/>
                <a:gd name="connsiteY38" fmla="*/ 264033 h 292608"/>
                <a:gd name="connsiteX39" fmla="*/ 117729 w 289179"/>
                <a:gd name="connsiteY39" fmla="*/ 257175 h 292608"/>
                <a:gd name="connsiteX40" fmla="*/ 289179 w 289179"/>
                <a:gd name="connsiteY40" fmla="*/ 257175 h 292608"/>
                <a:gd name="connsiteX41" fmla="*/ 289179 w 289179"/>
                <a:gd name="connsiteY41" fmla="*/ 264033 h 292608"/>
                <a:gd name="connsiteX42" fmla="*/ 289179 w 289179"/>
                <a:gd name="connsiteY42" fmla="*/ 235458 h 292608"/>
                <a:gd name="connsiteX43" fmla="*/ 117729 w 289179"/>
                <a:gd name="connsiteY43" fmla="*/ 235458 h 292608"/>
                <a:gd name="connsiteX44" fmla="*/ 117729 w 289179"/>
                <a:gd name="connsiteY44" fmla="*/ 228600 h 292608"/>
                <a:gd name="connsiteX45" fmla="*/ 289179 w 289179"/>
                <a:gd name="connsiteY45" fmla="*/ 228600 h 292608"/>
                <a:gd name="connsiteX46" fmla="*/ 289179 w 289179"/>
                <a:gd name="connsiteY46" fmla="*/ 235458 h 292608"/>
                <a:gd name="connsiteX47" fmla="*/ 289179 w 289179"/>
                <a:gd name="connsiteY47" fmla="*/ 178308 h 292608"/>
                <a:gd name="connsiteX48" fmla="*/ 117729 w 289179"/>
                <a:gd name="connsiteY48" fmla="*/ 178308 h 292608"/>
                <a:gd name="connsiteX49" fmla="*/ 117729 w 289179"/>
                <a:gd name="connsiteY49" fmla="*/ 171450 h 292608"/>
                <a:gd name="connsiteX50" fmla="*/ 289179 w 289179"/>
                <a:gd name="connsiteY50" fmla="*/ 171450 h 292608"/>
                <a:gd name="connsiteX51" fmla="*/ 289179 w 289179"/>
                <a:gd name="connsiteY51" fmla="*/ 178308 h 292608"/>
                <a:gd name="connsiteX52" fmla="*/ 289179 w 289179"/>
                <a:gd name="connsiteY52" fmla="*/ 149733 h 292608"/>
                <a:gd name="connsiteX53" fmla="*/ 117729 w 289179"/>
                <a:gd name="connsiteY53" fmla="*/ 149733 h 292608"/>
                <a:gd name="connsiteX54" fmla="*/ 117729 w 289179"/>
                <a:gd name="connsiteY54" fmla="*/ 142875 h 292608"/>
                <a:gd name="connsiteX55" fmla="*/ 289179 w 289179"/>
                <a:gd name="connsiteY55" fmla="*/ 142875 h 292608"/>
                <a:gd name="connsiteX56" fmla="*/ 289179 w 289179"/>
                <a:gd name="connsiteY56" fmla="*/ 149733 h 292608"/>
                <a:gd name="connsiteX57" fmla="*/ 289179 w 289179"/>
                <a:gd name="connsiteY57" fmla="*/ 121158 h 292608"/>
                <a:gd name="connsiteX58" fmla="*/ 117729 w 289179"/>
                <a:gd name="connsiteY58" fmla="*/ 121158 h 292608"/>
                <a:gd name="connsiteX59" fmla="*/ 117729 w 289179"/>
                <a:gd name="connsiteY59" fmla="*/ 114300 h 292608"/>
                <a:gd name="connsiteX60" fmla="*/ 289179 w 289179"/>
                <a:gd name="connsiteY60" fmla="*/ 114300 h 292608"/>
                <a:gd name="connsiteX61" fmla="*/ 289179 w 289179"/>
                <a:gd name="connsiteY61" fmla="*/ 121158 h 292608"/>
                <a:gd name="connsiteX62" fmla="*/ 289179 w 289179"/>
                <a:gd name="connsiteY62" fmla="*/ 64008 h 292608"/>
                <a:gd name="connsiteX63" fmla="*/ 117729 w 289179"/>
                <a:gd name="connsiteY63" fmla="*/ 64008 h 292608"/>
                <a:gd name="connsiteX64" fmla="*/ 117729 w 289179"/>
                <a:gd name="connsiteY64" fmla="*/ 57150 h 292608"/>
                <a:gd name="connsiteX65" fmla="*/ 289179 w 289179"/>
                <a:gd name="connsiteY65" fmla="*/ 57150 h 292608"/>
                <a:gd name="connsiteX66" fmla="*/ 289179 w 289179"/>
                <a:gd name="connsiteY66" fmla="*/ 64008 h 292608"/>
                <a:gd name="connsiteX67" fmla="*/ 289179 w 289179"/>
                <a:gd name="connsiteY67" fmla="*/ 35433 h 292608"/>
                <a:gd name="connsiteX68" fmla="*/ 117729 w 289179"/>
                <a:gd name="connsiteY68" fmla="*/ 35433 h 292608"/>
                <a:gd name="connsiteX69" fmla="*/ 117729 w 289179"/>
                <a:gd name="connsiteY69" fmla="*/ 28575 h 292608"/>
                <a:gd name="connsiteX70" fmla="*/ 289179 w 289179"/>
                <a:gd name="connsiteY70" fmla="*/ 28575 h 292608"/>
                <a:gd name="connsiteX71" fmla="*/ 289179 w 289179"/>
                <a:gd name="connsiteY71" fmla="*/ 35433 h 292608"/>
                <a:gd name="connsiteX72" fmla="*/ 289179 w 289179"/>
                <a:gd name="connsiteY72" fmla="*/ 6858 h 292608"/>
                <a:gd name="connsiteX73" fmla="*/ 117729 w 289179"/>
                <a:gd name="connsiteY73" fmla="*/ 6858 h 292608"/>
                <a:gd name="connsiteX74" fmla="*/ 117729 w 289179"/>
                <a:gd name="connsiteY74" fmla="*/ 0 h 292608"/>
                <a:gd name="connsiteX75" fmla="*/ 289179 w 289179"/>
                <a:gd name="connsiteY75" fmla="*/ 0 h 292608"/>
                <a:gd name="connsiteX76" fmla="*/ 289179 w 289179"/>
                <a:gd name="connsiteY76"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78321 h 292608"/>
                <a:gd name="connsiteX21" fmla="*/ 32004 w 289179"/>
                <a:gd name="connsiteY21" fmla="*/ 249746 h 292608"/>
                <a:gd name="connsiteX22" fmla="*/ 21146 w 289179"/>
                <a:gd name="connsiteY22" fmla="*/ 260604 h 292608"/>
                <a:gd name="connsiteX23" fmla="*/ 42863 w 289179"/>
                <a:gd name="connsiteY23" fmla="*/ 260604 h 292608"/>
                <a:gd name="connsiteX24" fmla="*/ 32252 w 289179"/>
                <a:gd name="connsiteY24" fmla="*/ 249746 h 292608"/>
                <a:gd name="connsiteX25" fmla="*/ 32004 w 289179"/>
                <a:gd name="connsiteY25" fmla="*/ 249746 h 292608"/>
                <a:gd name="connsiteX26" fmla="*/ 32004 w 289179"/>
                <a:gd name="connsiteY26" fmla="*/ 128302 h 292608"/>
                <a:gd name="connsiteX27" fmla="*/ 14002 w 289179"/>
                <a:gd name="connsiteY27" fmla="*/ 146304 h 292608"/>
                <a:gd name="connsiteX28" fmla="*/ 32004 w 289179"/>
                <a:gd name="connsiteY28" fmla="*/ 164306 h 292608"/>
                <a:gd name="connsiteX29" fmla="*/ 32385 w 289179"/>
                <a:gd name="connsiteY29" fmla="*/ 128302 h 292608"/>
                <a:gd name="connsiteX30" fmla="*/ 32004 w 289179"/>
                <a:gd name="connsiteY30" fmla="*/ 128302 h 292608"/>
                <a:gd name="connsiteX31" fmla="*/ 32004 w 289179"/>
                <a:gd name="connsiteY31" fmla="*/ 6858 h 292608"/>
                <a:gd name="connsiteX32" fmla="*/ 6858 w 289179"/>
                <a:gd name="connsiteY32" fmla="*/ 32004 h 292608"/>
                <a:gd name="connsiteX33" fmla="*/ 32004 w 289179"/>
                <a:gd name="connsiteY33" fmla="*/ 57150 h 292608"/>
                <a:gd name="connsiteX34" fmla="*/ 57150 w 289179"/>
                <a:gd name="connsiteY34" fmla="*/ 32004 h 292608"/>
                <a:gd name="connsiteX35" fmla="*/ 32004 w 289179"/>
                <a:gd name="connsiteY35" fmla="*/ 6858 h 292608"/>
                <a:gd name="connsiteX36" fmla="*/ 289179 w 289179"/>
                <a:gd name="connsiteY36" fmla="*/ 264033 h 292608"/>
                <a:gd name="connsiteX37" fmla="*/ 117729 w 289179"/>
                <a:gd name="connsiteY37" fmla="*/ 264033 h 292608"/>
                <a:gd name="connsiteX38" fmla="*/ 117729 w 289179"/>
                <a:gd name="connsiteY38" fmla="*/ 257175 h 292608"/>
                <a:gd name="connsiteX39" fmla="*/ 289179 w 289179"/>
                <a:gd name="connsiteY39" fmla="*/ 257175 h 292608"/>
                <a:gd name="connsiteX40" fmla="*/ 289179 w 289179"/>
                <a:gd name="connsiteY40" fmla="*/ 264033 h 292608"/>
                <a:gd name="connsiteX41" fmla="*/ 289179 w 289179"/>
                <a:gd name="connsiteY41" fmla="*/ 235458 h 292608"/>
                <a:gd name="connsiteX42" fmla="*/ 117729 w 289179"/>
                <a:gd name="connsiteY42" fmla="*/ 235458 h 292608"/>
                <a:gd name="connsiteX43" fmla="*/ 117729 w 289179"/>
                <a:gd name="connsiteY43" fmla="*/ 228600 h 292608"/>
                <a:gd name="connsiteX44" fmla="*/ 289179 w 289179"/>
                <a:gd name="connsiteY44" fmla="*/ 228600 h 292608"/>
                <a:gd name="connsiteX45" fmla="*/ 289179 w 289179"/>
                <a:gd name="connsiteY45" fmla="*/ 235458 h 292608"/>
                <a:gd name="connsiteX46" fmla="*/ 289179 w 289179"/>
                <a:gd name="connsiteY46" fmla="*/ 178308 h 292608"/>
                <a:gd name="connsiteX47" fmla="*/ 117729 w 289179"/>
                <a:gd name="connsiteY47" fmla="*/ 178308 h 292608"/>
                <a:gd name="connsiteX48" fmla="*/ 117729 w 289179"/>
                <a:gd name="connsiteY48" fmla="*/ 171450 h 292608"/>
                <a:gd name="connsiteX49" fmla="*/ 289179 w 289179"/>
                <a:gd name="connsiteY49" fmla="*/ 171450 h 292608"/>
                <a:gd name="connsiteX50" fmla="*/ 289179 w 289179"/>
                <a:gd name="connsiteY50" fmla="*/ 178308 h 292608"/>
                <a:gd name="connsiteX51" fmla="*/ 289179 w 289179"/>
                <a:gd name="connsiteY51" fmla="*/ 149733 h 292608"/>
                <a:gd name="connsiteX52" fmla="*/ 117729 w 289179"/>
                <a:gd name="connsiteY52" fmla="*/ 149733 h 292608"/>
                <a:gd name="connsiteX53" fmla="*/ 117729 w 289179"/>
                <a:gd name="connsiteY53" fmla="*/ 142875 h 292608"/>
                <a:gd name="connsiteX54" fmla="*/ 289179 w 289179"/>
                <a:gd name="connsiteY54" fmla="*/ 142875 h 292608"/>
                <a:gd name="connsiteX55" fmla="*/ 289179 w 289179"/>
                <a:gd name="connsiteY55" fmla="*/ 149733 h 292608"/>
                <a:gd name="connsiteX56" fmla="*/ 289179 w 289179"/>
                <a:gd name="connsiteY56" fmla="*/ 121158 h 292608"/>
                <a:gd name="connsiteX57" fmla="*/ 117729 w 289179"/>
                <a:gd name="connsiteY57" fmla="*/ 121158 h 292608"/>
                <a:gd name="connsiteX58" fmla="*/ 117729 w 289179"/>
                <a:gd name="connsiteY58" fmla="*/ 114300 h 292608"/>
                <a:gd name="connsiteX59" fmla="*/ 289179 w 289179"/>
                <a:gd name="connsiteY59" fmla="*/ 114300 h 292608"/>
                <a:gd name="connsiteX60" fmla="*/ 289179 w 289179"/>
                <a:gd name="connsiteY60" fmla="*/ 121158 h 292608"/>
                <a:gd name="connsiteX61" fmla="*/ 289179 w 289179"/>
                <a:gd name="connsiteY61" fmla="*/ 64008 h 292608"/>
                <a:gd name="connsiteX62" fmla="*/ 117729 w 289179"/>
                <a:gd name="connsiteY62" fmla="*/ 64008 h 292608"/>
                <a:gd name="connsiteX63" fmla="*/ 117729 w 289179"/>
                <a:gd name="connsiteY63" fmla="*/ 57150 h 292608"/>
                <a:gd name="connsiteX64" fmla="*/ 289179 w 289179"/>
                <a:gd name="connsiteY64" fmla="*/ 57150 h 292608"/>
                <a:gd name="connsiteX65" fmla="*/ 289179 w 289179"/>
                <a:gd name="connsiteY65" fmla="*/ 64008 h 292608"/>
                <a:gd name="connsiteX66" fmla="*/ 289179 w 289179"/>
                <a:gd name="connsiteY66" fmla="*/ 35433 h 292608"/>
                <a:gd name="connsiteX67" fmla="*/ 117729 w 289179"/>
                <a:gd name="connsiteY67" fmla="*/ 35433 h 292608"/>
                <a:gd name="connsiteX68" fmla="*/ 117729 w 289179"/>
                <a:gd name="connsiteY68" fmla="*/ 28575 h 292608"/>
                <a:gd name="connsiteX69" fmla="*/ 289179 w 289179"/>
                <a:gd name="connsiteY69" fmla="*/ 28575 h 292608"/>
                <a:gd name="connsiteX70" fmla="*/ 289179 w 289179"/>
                <a:gd name="connsiteY70" fmla="*/ 35433 h 292608"/>
                <a:gd name="connsiteX71" fmla="*/ 289179 w 289179"/>
                <a:gd name="connsiteY71" fmla="*/ 6858 h 292608"/>
                <a:gd name="connsiteX72" fmla="*/ 117729 w 289179"/>
                <a:gd name="connsiteY72" fmla="*/ 6858 h 292608"/>
                <a:gd name="connsiteX73" fmla="*/ 117729 w 289179"/>
                <a:gd name="connsiteY73" fmla="*/ 0 h 292608"/>
                <a:gd name="connsiteX74" fmla="*/ 289179 w 289179"/>
                <a:gd name="connsiteY74" fmla="*/ 0 h 292608"/>
                <a:gd name="connsiteX75" fmla="*/ 289179 w 289179"/>
                <a:gd name="connsiteY75"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49746 h 292608"/>
                <a:gd name="connsiteX21" fmla="*/ 21146 w 289179"/>
                <a:gd name="connsiteY21" fmla="*/ 260604 h 292608"/>
                <a:gd name="connsiteX22" fmla="*/ 42863 w 289179"/>
                <a:gd name="connsiteY22" fmla="*/ 260604 h 292608"/>
                <a:gd name="connsiteX23" fmla="*/ 32252 w 289179"/>
                <a:gd name="connsiteY23" fmla="*/ 249746 h 292608"/>
                <a:gd name="connsiteX24" fmla="*/ 32004 w 289179"/>
                <a:gd name="connsiteY24" fmla="*/ 249746 h 292608"/>
                <a:gd name="connsiteX25" fmla="*/ 32004 w 289179"/>
                <a:gd name="connsiteY25" fmla="*/ 128302 h 292608"/>
                <a:gd name="connsiteX26" fmla="*/ 14002 w 289179"/>
                <a:gd name="connsiteY26" fmla="*/ 146304 h 292608"/>
                <a:gd name="connsiteX27" fmla="*/ 32004 w 289179"/>
                <a:gd name="connsiteY27" fmla="*/ 164306 h 292608"/>
                <a:gd name="connsiteX28" fmla="*/ 32385 w 289179"/>
                <a:gd name="connsiteY28" fmla="*/ 128302 h 292608"/>
                <a:gd name="connsiteX29" fmla="*/ 32004 w 289179"/>
                <a:gd name="connsiteY29" fmla="*/ 128302 h 292608"/>
                <a:gd name="connsiteX30" fmla="*/ 32004 w 289179"/>
                <a:gd name="connsiteY30" fmla="*/ 6858 h 292608"/>
                <a:gd name="connsiteX31" fmla="*/ 6858 w 289179"/>
                <a:gd name="connsiteY31" fmla="*/ 32004 h 292608"/>
                <a:gd name="connsiteX32" fmla="*/ 32004 w 289179"/>
                <a:gd name="connsiteY32" fmla="*/ 57150 h 292608"/>
                <a:gd name="connsiteX33" fmla="*/ 57150 w 289179"/>
                <a:gd name="connsiteY33" fmla="*/ 32004 h 292608"/>
                <a:gd name="connsiteX34" fmla="*/ 32004 w 289179"/>
                <a:gd name="connsiteY34" fmla="*/ 6858 h 292608"/>
                <a:gd name="connsiteX35" fmla="*/ 289179 w 289179"/>
                <a:gd name="connsiteY35" fmla="*/ 264033 h 292608"/>
                <a:gd name="connsiteX36" fmla="*/ 117729 w 289179"/>
                <a:gd name="connsiteY36" fmla="*/ 264033 h 292608"/>
                <a:gd name="connsiteX37" fmla="*/ 117729 w 289179"/>
                <a:gd name="connsiteY37" fmla="*/ 257175 h 292608"/>
                <a:gd name="connsiteX38" fmla="*/ 289179 w 289179"/>
                <a:gd name="connsiteY38" fmla="*/ 257175 h 292608"/>
                <a:gd name="connsiteX39" fmla="*/ 289179 w 289179"/>
                <a:gd name="connsiteY39" fmla="*/ 264033 h 292608"/>
                <a:gd name="connsiteX40" fmla="*/ 289179 w 289179"/>
                <a:gd name="connsiteY40" fmla="*/ 235458 h 292608"/>
                <a:gd name="connsiteX41" fmla="*/ 117729 w 289179"/>
                <a:gd name="connsiteY41" fmla="*/ 235458 h 292608"/>
                <a:gd name="connsiteX42" fmla="*/ 117729 w 289179"/>
                <a:gd name="connsiteY42" fmla="*/ 228600 h 292608"/>
                <a:gd name="connsiteX43" fmla="*/ 289179 w 289179"/>
                <a:gd name="connsiteY43" fmla="*/ 228600 h 292608"/>
                <a:gd name="connsiteX44" fmla="*/ 289179 w 289179"/>
                <a:gd name="connsiteY44" fmla="*/ 235458 h 292608"/>
                <a:gd name="connsiteX45" fmla="*/ 289179 w 289179"/>
                <a:gd name="connsiteY45" fmla="*/ 178308 h 292608"/>
                <a:gd name="connsiteX46" fmla="*/ 117729 w 289179"/>
                <a:gd name="connsiteY46" fmla="*/ 178308 h 292608"/>
                <a:gd name="connsiteX47" fmla="*/ 117729 w 289179"/>
                <a:gd name="connsiteY47" fmla="*/ 171450 h 292608"/>
                <a:gd name="connsiteX48" fmla="*/ 289179 w 289179"/>
                <a:gd name="connsiteY48" fmla="*/ 171450 h 292608"/>
                <a:gd name="connsiteX49" fmla="*/ 289179 w 289179"/>
                <a:gd name="connsiteY49" fmla="*/ 178308 h 292608"/>
                <a:gd name="connsiteX50" fmla="*/ 289179 w 289179"/>
                <a:gd name="connsiteY50" fmla="*/ 149733 h 292608"/>
                <a:gd name="connsiteX51" fmla="*/ 117729 w 289179"/>
                <a:gd name="connsiteY51" fmla="*/ 149733 h 292608"/>
                <a:gd name="connsiteX52" fmla="*/ 117729 w 289179"/>
                <a:gd name="connsiteY52" fmla="*/ 142875 h 292608"/>
                <a:gd name="connsiteX53" fmla="*/ 289179 w 289179"/>
                <a:gd name="connsiteY53" fmla="*/ 142875 h 292608"/>
                <a:gd name="connsiteX54" fmla="*/ 289179 w 289179"/>
                <a:gd name="connsiteY54" fmla="*/ 149733 h 292608"/>
                <a:gd name="connsiteX55" fmla="*/ 289179 w 289179"/>
                <a:gd name="connsiteY55" fmla="*/ 121158 h 292608"/>
                <a:gd name="connsiteX56" fmla="*/ 117729 w 289179"/>
                <a:gd name="connsiteY56" fmla="*/ 121158 h 292608"/>
                <a:gd name="connsiteX57" fmla="*/ 117729 w 289179"/>
                <a:gd name="connsiteY57" fmla="*/ 114300 h 292608"/>
                <a:gd name="connsiteX58" fmla="*/ 289179 w 289179"/>
                <a:gd name="connsiteY58" fmla="*/ 114300 h 292608"/>
                <a:gd name="connsiteX59" fmla="*/ 289179 w 289179"/>
                <a:gd name="connsiteY59" fmla="*/ 121158 h 292608"/>
                <a:gd name="connsiteX60" fmla="*/ 289179 w 289179"/>
                <a:gd name="connsiteY60" fmla="*/ 64008 h 292608"/>
                <a:gd name="connsiteX61" fmla="*/ 117729 w 289179"/>
                <a:gd name="connsiteY61" fmla="*/ 64008 h 292608"/>
                <a:gd name="connsiteX62" fmla="*/ 117729 w 289179"/>
                <a:gd name="connsiteY62" fmla="*/ 57150 h 292608"/>
                <a:gd name="connsiteX63" fmla="*/ 289179 w 289179"/>
                <a:gd name="connsiteY63" fmla="*/ 57150 h 292608"/>
                <a:gd name="connsiteX64" fmla="*/ 289179 w 289179"/>
                <a:gd name="connsiteY64" fmla="*/ 64008 h 292608"/>
                <a:gd name="connsiteX65" fmla="*/ 289179 w 289179"/>
                <a:gd name="connsiteY65" fmla="*/ 35433 h 292608"/>
                <a:gd name="connsiteX66" fmla="*/ 117729 w 289179"/>
                <a:gd name="connsiteY66" fmla="*/ 35433 h 292608"/>
                <a:gd name="connsiteX67" fmla="*/ 117729 w 289179"/>
                <a:gd name="connsiteY67" fmla="*/ 28575 h 292608"/>
                <a:gd name="connsiteX68" fmla="*/ 289179 w 289179"/>
                <a:gd name="connsiteY68" fmla="*/ 28575 h 292608"/>
                <a:gd name="connsiteX69" fmla="*/ 289179 w 289179"/>
                <a:gd name="connsiteY69" fmla="*/ 35433 h 292608"/>
                <a:gd name="connsiteX70" fmla="*/ 289179 w 289179"/>
                <a:gd name="connsiteY70" fmla="*/ 6858 h 292608"/>
                <a:gd name="connsiteX71" fmla="*/ 117729 w 289179"/>
                <a:gd name="connsiteY71" fmla="*/ 6858 h 292608"/>
                <a:gd name="connsiteX72" fmla="*/ 117729 w 289179"/>
                <a:gd name="connsiteY72" fmla="*/ 0 h 292608"/>
                <a:gd name="connsiteX73" fmla="*/ 289179 w 289179"/>
                <a:gd name="connsiteY73" fmla="*/ 0 h 292608"/>
                <a:gd name="connsiteX74" fmla="*/ 289179 w 289179"/>
                <a:gd name="connsiteY74"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49746 h 292608"/>
                <a:gd name="connsiteX21" fmla="*/ 21146 w 289179"/>
                <a:gd name="connsiteY21" fmla="*/ 260604 h 292608"/>
                <a:gd name="connsiteX22" fmla="*/ 32252 w 289179"/>
                <a:gd name="connsiteY22" fmla="*/ 249746 h 292608"/>
                <a:gd name="connsiteX23" fmla="*/ 32004 w 289179"/>
                <a:gd name="connsiteY23" fmla="*/ 249746 h 292608"/>
                <a:gd name="connsiteX24" fmla="*/ 32004 w 289179"/>
                <a:gd name="connsiteY24" fmla="*/ 128302 h 292608"/>
                <a:gd name="connsiteX25" fmla="*/ 14002 w 289179"/>
                <a:gd name="connsiteY25" fmla="*/ 146304 h 292608"/>
                <a:gd name="connsiteX26" fmla="*/ 32004 w 289179"/>
                <a:gd name="connsiteY26" fmla="*/ 164306 h 292608"/>
                <a:gd name="connsiteX27" fmla="*/ 32385 w 289179"/>
                <a:gd name="connsiteY27" fmla="*/ 128302 h 292608"/>
                <a:gd name="connsiteX28" fmla="*/ 32004 w 289179"/>
                <a:gd name="connsiteY28" fmla="*/ 128302 h 292608"/>
                <a:gd name="connsiteX29" fmla="*/ 32004 w 289179"/>
                <a:gd name="connsiteY29" fmla="*/ 6858 h 292608"/>
                <a:gd name="connsiteX30" fmla="*/ 6858 w 289179"/>
                <a:gd name="connsiteY30" fmla="*/ 32004 h 292608"/>
                <a:gd name="connsiteX31" fmla="*/ 32004 w 289179"/>
                <a:gd name="connsiteY31" fmla="*/ 57150 h 292608"/>
                <a:gd name="connsiteX32" fmla="*/ 57150 w 289179"/>
                <a:gd name="connsiteY32" fmla="*/ 32004 h 292608"/>
                <a:gd name="connsiteX33" fmla="*/ 32004 w 289179"/>
                <a:gd name="connsiteY33" fmla="*/ 6858 h 292608"/>
                <a:gd name="connsiteX34" fmla="*/ 289179 w 289179"/>
                <a:gd name="connsiteY34" fmla="*/ 264033 h 292608"/>
                <a:gd name="connsiteX35" fmla="*/ 117729 w 289179"/>
                <a:gd name="connsiteY35" fmla="*/ 264033 h 292608"/>
                <a:gd name="connsiteX36" fmla="*/ 117729 w 289179"/>
                <a:gd name="connsiteY36" fmla="*/ 257175 h 292608"/>
                <a:gd name="connsiteX37" fmla="*/ 289179 w 289179"/>
                <a:gd name="connsiteY37" fmla="*/ 257175 h 292608"/>
                <a:gd name="connsiteX38" fmla="*/ 289179 w 289179"/>
                <a:gd name="connsiteY38" fmla="*/ 264033 h 292608"/>
                <a:gd name="connsiteX39" fmla="*/ 289179 w 289179"/>
                <a:gd name="connsiteY39" fmla="*/ 235458 h 292608"/>
                <a:gd name="connsiteX40" fmla="*/ 117729 w 289179"/>
                <a:gd name="connsiteY40" fmla="*/ 235458 h 292608"/>
                <a:gd name="connsiteX41" fmla="*/ 117729 w 289179"/>
                <a:gd name="connsiteY41" fmla="*/ 228600 h 292608"/>
                <a:gd name="connsiteX42" fmla="*/ 289179 w 289179"/>
                <a:gd name="connsiteY42" fmla="*/ 228600 h 292608"/>
                <a:gd name="connsiteX43" fmla="*/ 289179 w 289179"/>
                <a:gd name="connsiteY43" fmla="*/ 235458 h 292608"/>
                <a:gd name="connsiteX44" fmla="*/ 289179 w 289179"/>
                <a:gd name="connsiteY44" fmla="*/ 178308 h 292608"/>
                <a:gd name="connsiteX45" fmla="*/ 117729 w 289179"/>
                <a:gd name="connsiteY45" fmla="*/ 178308 h 292608"/>
                <a:gd name="connsiteX46" fmla="*/ 117729 w 289179"/>
                <a:gd name="connsiteY46" fmla="*/ 171450 h 292608"/>
                <a:gd name="connsiteX47" fmla="*/ 289179 w 289179"/>
                <a:gd name="connsiteY47" fmla="*/ 171450 h 292608"/>
                <a:gd name="connsiteX48" fmla="*/ 289179 w 289179"/>
                <a:gd name="connsiteY48" fmla="*/ 178308 h 292608"/>
                <a:gd name="connsiteX49" fmla="*/ 289179 w 289179"/>
                <a:gd name="connsiteY49" fmla="*/ 149733 h 292608"/>
                <a:gd name="connsiteX50" fmla="*/ 117729 w 289179"/>
                <a:gd name="connsiteY50" fmla="*/ 149733 h 292608"/>
                <a:gd name="connsiteX51" fmla="*/ 117729 w 289179"/>
                <a:gd name="connsiteY51" fmla="*/ 142875 h 292608"/>
                <a:gd name="connsiteX52" fmla="*/ 289179 w 289179"/>
                <a:gd name="connsiteY52" fmla="*/ 142875 h 292608"/>
                <a:gd name="connsiteX53" fmla="*/ 289179 w 289179"/>
                <a:gd name="connsiteY53" fmla="*/ 149733 h 292608"/>
                <a:gd name="connsiteX54" fmla="*/ 289179 w 289179"/>
                <a:gd name="connsiteY54" fmla="*/ 121158 h 292608"/>
                <a:gd name="connsiteX55" fmla="*/ 117729 w 289179"/>
                <a:gd name="connsiteY55" fmla="*/ 121158 h 292608"/>
                <a:gd name="connsiteX56" fmla="*/ 117729 w 289179"/>
                <a:gd name="connsiteY56" fmla="*/ 114300 h 292608"/>
                <a:gd name="connsiteX57" fmla="*/ 289179 w 289179"/>
                <a:gd name="connsiteY57" fmla="*/ 114300 h 292608"/>
                <a:gd name="connsiteX58" fmla="*/ 289179 w 289179"/>
                <a:gd name="connsiteY58" fmla="*/ 121158 h 292608"/>
                <a:gd name="connsiteX59" fmla="*/ 289179 w 289179"/>
                <a:gd name="connsiteY59" fmla="*/ 64008 h 292608"/>
                <a:gd name="connsiteX60" fmla="*/ 117729 w 289179"/>
                <a:gd name="connsiteY60" fmla="*/ 64008 h 292608"/>
                <a:gd name="connsiteX61" fmla="*/ 117729 w 289179"/>
                <a:gd name="connsiteY61" fmla="*/ 57150 h 292608"/>
                <a:gd name="connsiteX62" fmla="*/ 289179 w 289179"/>
                <a:gd name="connsiteY62" fmla="*/ 57150 h 292608"/>
                <a:gd name="connsiteX63" fmla="*/ 289179 w 289179"/>
                <a:gd name="connsiteY63" fmla="*/ 64008 h 292608"/>
                <a:gd name="connsiteX64" fmla="*/ 289179 w 289179"/>
                <a:gd name="connsiteY64" fmla="*/ 35433 h 292608"/>
                <a:gd name="connsiteX65" fmla="*/ 117729 w 289179"/>
                <a:gd name="connsiteY65" fmla="*/ 35433 h 292608"/>
                <a:gd name="connsiteX66" fmla="*/ 117729 w 289179"/>
                <a:gd name="connsiteY66" fmla="*/ 28575 h 292608"/>
                <a:gd name="connsiteX67" fmla="*/ 289179 w 289179"/>
                <a:gd name="connsiteY67" fmla="*/ 28575 h 292608"/>
                <a:gd name="connsiteX68" fmla="*/ 289179 w 289179"/>
                <a:gd name="connsiteY68" fmla="*/ 35433 h 292608"/>
                <a:gd name="connsiteX69" fmla="*/ 289179 w 289179"/>
                <a:gd name="connsiteY69" fmla="*/ 6858 h 292608"/>
                <a:gd name="connsiteX70" fmla="*/ 117729 w 289179"/>
                <a:gd name="connsiteY70" fmla="*/ 6858 h 292608"/>
                <a:gd name="connsiteX71" fmla="*/ 117729 w 289179"/>
                <a:gd name="connsiteY71" fmla="*/ 0 h 292608"/>
                <a:gd name="connsiteX72" fmla="*/ 289179 w 289179"/>
                <a:gd name="connsiteY72" fmla="*/ 0 h 292608"/>
                <a:gd name="connsiteX73" fmla="*/ 289179 w 289179"/>
                <a:gd name="connsiteY73"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252 w 289179"/>
                <a:gd name="connsiteY20" fmla="*/ 249746 h 292608"/>
                <a:gd name="connsiteX21" fmla="*/ 21146 w 289179"/>
                <a:gd name="connsiteY21" fmla="*/ 260604 h 292608"/>
                <a:gd name="connsiteX22" fmla="*/ 32252 w 289179"/>
                <a:gd name="connsiteY22" fmla="*/ 249746 h 292608"/>
                <a:gd name="connsiteX23" fmla="*/ 32004 w 289179"/>
                <a:gd name="connsiteY23" fmla="*/ 128302 h 292608"/>
                <a:gd name="connsiteX24" fmla="*/ 14002 w 289179"/>
                <a:gd name="connsiteY24" fmla="*/ 146304 h 292608"/>
                <a:gd name="connsiteX25" fmla="*/ 32004 w 289179"/>
                <a:gd name="connsiteY25" fmla="*/ 164306 h 292608"/>
                <a:gd name="connsiteX26" fmla="*/ 32385 w 289179"/>
                <a:gd name="connsiteY26" fmla="*/ 128302 h 292608"/>
                <a:gd name="connsiteX27" fmla="*/ 32004 w 289179"/>
                <a:gd name="connsiteY27" fmla="*/ 128302 h 292608"/>
                <a:gd name="connsiteX28" fmla="*/ 32004 w 289179"/>
                <a:gd name="connsiteY28" fmla="*/ 6858 h 292608"/>
                <a:gd name="connsiteX29" fmla="*/ 6858 w 289179"/>
                <a:gd name="connsiteY29" fmla="*/ 32004 h 292608"/>
                <a:gd name="connsiteX30" fmla="*/ 32004 w 289179"/>
                <a:gd name="connsiteY30" fmla="*/ 57150 h 292608"/>
                <a:gd name="connsiteX31" fmla="*/ 57150 w 289179"/>
                <a:gd name="connsiteY31" fmla="*/ 32004 h 292608"/>
                <a:gd name="connsiteX32" fmla="*/ 32004 w 289179"/>
                <a:gd name="connsiteY32" fmla="*/ 6858 h 292608"/>
                <a:gd name="connsiteX33" fmla="*/ 289179 w 289179"/>
                <a:gd name="connsiteY33" fmla="*/ 264033 h 292608"/>
                <a:gd name="connsiteX34" fmla="*/ 117729 w 289179"/>
                <a:gd name="connsiteY34" fmla="*/ 264033 h 292608"/>
                <a:gd name="connsiteX35" fmla="*/ 117729 w 289179"/>
                <a:gd name="connsiteY35" fmla="*/ 257175 h 292608"/>
                <a:gd name="connsiteX36" fmla="*/ 289179 w 289179"/>
                <a:gd name="connsiteY36" fmla="*/ 257175 h 292608"/>
                <a:gd name="connsiteX37" fmla="*/ 289179 w 289179"/>
                <a:gd name="connsiteY37" fmla="*/ 264033 h 292608"/>
                <a:gd name="connsiteX38" fmla="*/ 289179 w 289179"/>
                <a:gd name="connsiteY38" fmla="*/ 235458 h 292608"/>
                <a:gd name="connsiteX39" fmla="*/ 117729 w 289179"/>
                <a:gd name="connsiteY39" fmla="*/ 235458 h 292608"/>
                <a:gd name="connsiteX40" fmla="*/ 117729 w 289179"/>
                <a:gd name="connsiteY40" fmla="*/ 228600 h 292608"/>
                <a:gd name="connsiteX41" fmla="*/ 289179 w 289179"/>
                <a:gd name="connsiteY41" fmla="*/ 228600 h 292608"/>
                <a:gd name="connsiteX42" fmla="*/ 289179 w 289179"/>
                <a:gd name="connsiteY42" fmla="*/ 235458 h 292608"/>
                <a:gd name="connsiteX43" fmla="*/ 289179 w 289179"/>
                <a:gd name="connsiteY43" fmla="*/ 178308 h 292608"/>
                <a:gd name="connsiteX44" fmla="*/ 117729 w 289179"/>
                <a:gd name="connsiteY44" fmla="*/ 178308 h 292608"/>
                <a:gd name="connsiteX45" fmla="*/ 117729 w 289179"/>
                <a:gd name="connsiteY45" fmla="*/ 171450 h 292608"/>
                <a:gd name="connsiteX46" fmla="*/ 289179 w 289179"/>
                <a:gd name="connsiteY46" fmla="*/ 171450 h 292608"/>
                <a:gd name="connsiteX47" fmla="*/ 289179 w 289179"/>
                <a:gd name="connsiteY47" fmla="*/ 178308 h 292608"/>
                <a:gd name="connsiteX48" fmla="*/ 289179 w 289179"/>
                <a:gd name="connsiteY48" fmla="*/ 149733 h 292608"/>
                <a:gd name="connsiteX49" fmla="*/ 117729 w 289179"/>
                <a:gd name="connsiteY49" fmla="*/ 149733 h 292608"/>
                <a:gd name="connsiteX50" fmla="*/ 117729 w 289179"/>
                <a:gd name="connsiteY50" fmla="*/ 142875 h 292608"/>
                <a:gd name="connsiteX51" fmla="*/ 289179 w 289179"/>
                <a:gd name="connsiteY51" fmla="*/ 142875 h 292608"/>
                <a:gd name="connsiteX52" fmla="*/ 289179 w 289179"/>
                <a:gd name="connsiteY52" fmla="*/ 149733 h 292608"/>
                <a:gd name="connsiteX53" fmla="*/ 289179 w 289179"/>
                <a:gd name="connsiteY53" fmla="*/ 121158 h 292608"/>
                <a:gd name="connsiteX54" fmla="*/ 117729 w 289179"/>
                <a:gd name="connsiteY54" fmla="*/ 121158 h 292608"/>
                <a:gd name="connsiteX55" fmla="*/ 117729 w 289179"/>
                <a:gd name="connsiteY55" fmla="*/ 114300 h 292608"/>
                <a:gd name="connsiteX56" fmla="*/ 289179 w 289179"/>
                <a:gd name="connsiteY56" fmla="*/ 114300 h 292608"/>
                <a:gd name="connsiteX57" fmla="*/ 289179 w 289179"/>
                <a:gd name="connsiteY57" fmla="*/ 121158 h 292608"/>
                <a:gd name="connsiteX58" fmla="*/ 289179 w 289179"/>
                <a:gd name="connsiteY58" fmla="*/ 64008 h 292608"/>
                <a:gd name="connsiteX59" fmla="*/ 117729 w 289179"/>
                <a:gd name="connsiteY59" fmla="*/ 64008 h 292608"/>
                <a:gd name="connsiteX60" fmla="*/ 117729 w 289179"/>
                <a:gd name="connsiteY60" fmla="*/ 57150 h 292608"/>
                <a:gd name="connsiteX61" fmla="*/ 289179 w 289179"/>
                <a:gd name="connsiteY61" fmla="*/ 57150 h 292608"/>
                <a:gd name="connsiteX62" fmla="*/ 289179 w 289179"/>
                <a:gd name="connsiteY62" fmla="*/ 64008 h 292608"/>
                <a:gd name="connsiteX63" fmla="*/ 289179 w 289179"/>
                <a:gd name="connsiteY63" fmla="*/ 35433 h 292608"/>
                <a:gd name="connsiteX64" fmla="*/ 117729 w 289179"/>
                <a:gd name="connsiteY64" fmla="*/ 35433 h 292608"/>
                <a:gd name="connsiteX65" fmla="*/ 117729 w 289179"/>
                <a:gd name="connsiteY65" fmla="*/ 28575 h 292608"/>
                <a:gd name="connsiteX66" fmla="*/ 289179 w 289179"/>
                <a:gd name="connsiteY66" fmla="*/ 28575 h 292608"/>
                <a:gd name="connsiteX67" fmla="*/ 289179 w 289179"/>
                <a:gd name="connsiteY67" fmla="*/ 35433 h 292608"/>
                <a:gd name="connsiteX68" fmla="*/ 289179 w 289179"/>
                <a:gd name="connsiteY68" fmla="*/ 6858 h 292608"/>
                <a:gd name="connsiteX69" fmla="*/ 117729 w 289179"/>
                <a:gd name="connsiteY69" fmla="*/ 6858 h 292608"/>
                <a:gd name="connsiteX70" fmla="*/ 117729 w 289179"/>
                <a:gd name="connsiteY70" fmla="*/ 0 h 292608"/>
                <a:gd name="connsiteX71" fmla="*/ 289179 w 289179"/>
                <a:gd name="connsiteY71" fmla="*/ 0 h 292608"/>
                <a:gd name="connsiteX72" fmla="*/ 289179 w 289179"/>
                <a:gd name="connsiteY72"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128302 h 292608"/>
                <a:gd name="connsiteX21" fmla="*/ 14002 w 289179"/>
                <a:gd name="connsiteY21" fmla="*/ 146304 h 292608"/>
                <a:gd name="connsiteX22" fmla="*/ 32004 w 289179"/>
                <a:gd name="connsiteY22" fmla="*/ 164306 h 292608"/>
                <a:gd name="connsiteX23" fmla="*/ 32385 w 289179"/>
                <a:gd name="connsiteY23" fmla="*/ 128302 h 292608"/>
                <a:gd name="connsiteX24" fmla="*/ 32004 w 289179"/>
                <a:gd name="connsiteY24" fmla="*/ 128302 h 292608"/>
                <a:gd name="connsiteX25" fmla="*/ 32004 w 289179"/>
                <a:gd name="connsiteY25" fmla="*/ 6858 h 292608"/>
                <a:gd name="connsiteX26" fmla="*/ 6858 w 289179"/>
                <a:gd name="connsiteY26" fmla="*/ 32004 h 292608"/>
                <a:gd name="connsiteX27" fmla="*/ 32004 w 289179"/>
                <a:gd name="connsiteY27" fmla="*/ 57150 h 292608"/>
                <a:gd name="connsiteX28" fmla="*/ 57150 w 289179"/>
                <a:gd name="connsiteY28" fmla="*/ 32004 h 292608"/>
                <a:gd name="connsiteX29" fmla="*/ 32004 w 289179"/>
                <a:gd name="connsiteY29" fmla="*/ 6858 h 292608"/>
                <a:gd name="connsiteX30" fmla="*/ 289179 w 289179"/>
                <a:gd name="connsiteY30" fmla="*/ 264033 h 292608"/>
                <a:gd name="connsiteX31" fmla="*/ 117729 w 289179"/>
                <a:gd name="connsiteY31" fmla="*/ 264033 h 292608"/>
                <a:gd name="connsiteX32" fmla="*/ 117729 w 289179"/>
                <a:gd name="connsiteY32" fmla="*/ 257175 h 292608"/>
                <a:gd name="connsiteX33" fmla="*/ 289179 w 289179"/>
                <a:gd name="connsiteY33" fmla="*/ 257175 h 292608"/>
                <a:gd name="connsiteX34" fmla="*/ 289179 w 289179"/>
                <a:gd name="connsiteY34" fmla="*/ 264033 h 292608"/>
                <a:gd name="connsiteX35" fmla="*/ 289179 w 289179"/>
                <a:gd name="connsiteY35" fmla="*/ 235458 h 292608"/>
                <a:gd name="connsiteX36" fmla="*/ 117729 w 289179"/>
                <a:gd name="connsiteY36" fmla="*/ 235458 h 292608"/>
                <a:gd name="connsiteX37" fmla="*/ 117729 w 289179"/>
                <a:gd name="connsiteY37" fmla="*/ 228600 h 292608"/>
                <a:gd name="connsiteX38" fmla="*/ 289179 w 289179"/>
                <a:gd name="connsiteY38" fmla="*/ 228600 h 292608"/>
                <a:gd name="connsiteX39" fmla="*/ 289179 w 289179"/>
                <a:gd name="connsiteY39" fmla="*/ 235458 h 292608"/>
                <a:gd name="connsiteX40" fmla="*/ 289179 w 289179"/>
                <a:gd name="connsiteY40" fmla="*/ 178308 h 292608"/>
                <a:gd name="connsiteX41" fmla="*/ 117729 w 289179"/>
                <a:gd name="connsiteY41" fmla="*/ 178308 h 292608"/>
                <a:gd name="connsiteX42" fmla="*/ 117729 w 289179"/>
                <a:gd name="connsiteY42" fmla="*/ 171450 h 292608"/>
                <a:gd name="connsiteX43" fmla="*/ 289179 w 289179"/>
                <a:gd name="connsiteY43" fmla="*/ 171450 h 292608"/>
                <a:gd name="connsiteX44" fmla="*/ 289179 w 289179"/>
                <a:gd name="connsiteY44" fmla="*/ 178308 h 292608"/>
                <a:gd name="connsiteX45" fmla="*/ 289179 w 289179"/>
                <a:gd name="connsiteY45" fmla="*/ 149733 h 292608"/>
                <a:gd name="connsiteX46" fmla="*/ 117729 w 289179"/>
                <a:gd name="connsiteY46" fmla="*/ 149733 h 292608"/>
                <a:gd name="connsiteX47" fmla="*/ 117729 w 289179"/>
                <a:gd name="connsiteY47" fmla="*/ 142875 h 292608"/>
                <a:gd name="connsiteX48" fmla="*/ 289179 w 289179"/>
                <a:gd name="connsiteY48" fmla="*/ 142875 h 292608"/>
                <a:gd name="connsiteX49" fmla="*/ 289179 w 289179"/>
                <a:gd name="connsiteY49" fmla="*/ 149733 h 292608"/>
                <a:gd name="connsiteX50" fmla="*/ 289179 w 289179"/>
                <a:gd name="connsiteY50" fmla="*/ 121158 h 292608"/>
                <a:gd name="connsiteX51" fmla="*/ 117729 w 289179"/>
                <a:gd name="connsiteY51" fmla="*/ 121158 h 292608"/>
                <a:gd name="connsiteX52" fmla="*/ 117729 w 289179"/>
                <a:gd name="connsiteY52" fmla="*/ 114300 h 292608"/>
                <a:gd name="connsiteX53" fmla="*/ 289179 w 289179"/>
                <a:gd name="connsiteY53" fmla="*/ 114300 h 292608"/>
                <a:gd name="connsiteX54" fmla="*/ 289179 w 289179"/>
                <a:gd name="connsiteY54" fmla="*/ 121158 h 292608"/>
                <a:gd name="connsiteX55" fmla="*/ 289179 w 289179"/>
                <a:gd name="connsiteY55" fmla="*/ 64008 h 292608"/>
                <a:gd name="connsiteX56" fmla="*/ 117729 w 289179"/>
                <a:gd name="connsiteY56" fmla="*/ 64008 h 292608"/>
                <a:gd name="connsiteX57" fmla="*/ 117729 w 289179"/>
                <a:gd name="connsiteY57" fmla="*/ 57150 h 292608"/>
                <a:gd name="connsiteX58" fmla="*/ 289179 w 289179"/>
                <a:gd name="connsiteY58" fmla="*/ 57150 h 292608"/>
                <a:gd name="connsiteX59" fmla="*/ 289179 w 289179"/>
                <a:gd name="connsiteY59" fmla="*/ 64008 h 292608"/>
                <a:gd name="connsiteX60" fmla="*/ 289179 w 289179"/>
                <a:gd name="connsiteY60" fmla="*/ 35433 h 292608"/>
                <a:gd name="connsiteX61" fmla="*/ 117729 w 289179"/>
                <a:gd name="connsiteY61" fmla="*/ 35433 h 292608"/>
                <a:gd name="connsiteX62" fmla="*/ 117729 w 289179"/>
                <a:gd name="connsiteY62" fmla="*/ 28575 h 292608"/>
                <a:gd name="connsiteX63" fmla="*/ 289179 w 289179"/>
                <a:gd name="connsiteY63" fmla="*/ 28575 h 292608"/>
                <a:gd name="connsiteX64" fmla="*/ 289179 w 289179"/>
                <a:gd name="connsiteY64" fmla="*/ 35433 h 292608"/>
                <a:gd name="connsiteX65" fmla="*/ 289179 w 289179"/>
                <a:gd name="connsiteY65" fmla="*/ 6858 h 292608"/>
                <a:gd name="connsiteX66" fmla="*/ 117729 w 289179"/>
                <a:gd name="connsiteY66" fmla="*/ 6858 h 292608"/>
                <a:gd name="connsiteX67" fmla="*/ 117729 w 289179"/>
                <a:gd name="connsiteY67" fmla="*/ 0 h 292608"/>
                <a:gd name="connsiteX68" fmla="*/ 289179 w 289179"/>
                <a:gd name="connsiteY68" fmla="*/ 0 h 292608"/>
                <a:gd name="connsiteX69" fmla="*/ 289179 w 289179"/>
                <a:gd name="connsiteY69"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243230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32004 w 289179"/>
                <a:gd name="connsiteY19" fmla="*/ 128302 h 292608"/>
                <a:gd name="connsiteX20" fmla="*/ 14002 w 289179"/>
                <a:gd name="connsiteY20" fmla="*/ 146304 h 292608"/>
                <a:gd name="connsiteX21" fmla="*/ 32004 w 289179"/>
                <a:gd name="connsiteY21" fmla="*/ 164306 h 292608"/>
                <a:gd name="connsiteX22" fmla="*/ 32385 w 289179"/>
                <a:gd name="connsiteY22" fmla="*/ 128302 h 292608"/>
                <a:gd name="connsiteX23" fmla="*/ 32004 w 289179"/>
                <a:gd name="connsiteY23" fmla="*/ 128302 h 292608"/>
                <a:gd name="connsiteX24" fmla="*/ 32004 w 289179"/>
                <a:gd name="connsiteY24" fmla="*/ 6858 h 292608"/>
                <a:gd name="connsiteX25" fmla="*/ 6858 w 289179"/>
                <a:gd name="connsiteY25" fmla="*/ 32004 h 292608"/>
                <a:gd name="connsiteX26" fmla="*/ 32004 w 289179"/>
                <a:gd name="connsiteY26" fmla="*/ 57150 h 292608"/>
                <a:gd name="connsiteX27" fmla="*/ 57150 w 289179"/>
                <a:gd name="connsiteY27" fmla="*/ 32004 h 292608"/>
                <a:gd name="connsiteX28" fmla="*/ 32004 w 289179"/>
                <a:gd name="connsiteY28" fmla="*/ 6858 h 292608"/>
                <a:gd name="connsiteX29" fmla="*/ 289179 w 289179"/>
                <a:gd name="connsiteY29" fmla="*/ 264033 h 292608"/>
                <a:gd name="connsiteX30" fmla="*/ 117729 w 289179"/>
                <a:gd name="connsiteY30" fmla="*/ 264033 h 292608"/>
                <a:gd name="connsiteX31" fmla="*/ 117729 w 289179"/>
                <a:gd name="connsiteY31" fmla="*/ 257175 h 292608"/>
                <a:gd name="connsiteX32" fmla="*/ 289179 w 289179"/>
                <a:gd name="connsiteY32" fmla="*/ 257175 h 292608"/>
                <a:gd name="connsiteX33" fmla="*/ 289179 w 289179"/>
                <a:gd name="connsiteY33" fmla="*/ 264033 h 292608"/>
                <a:gd name="connsiteX34" fmla="*/ 289179 w 289179"/>
                <a:gd name="connsiteY34" fmla="*/ 235458 h 292608"/>
                <a:gd name="connsiteX35" fmla="*/ 117729 w 289179"/>
                <a:gd name="connsiteY35" fmla="*/ 235458 h 292608"/>
                <a:gd name="connsiteX36" fmla="*/ 117729 w 289179"/>
                <a:gd name="connsiteY36" fmla="*/ 228600 h 292608"/>
                <a:gd name="connsiteX37" fmla="*/ 289179 w 289179"/>
                <a:gd name="connsiteY37" fmla="*/ 228600 h 292608"/>
                <a:gd name="connsiteX38" fmla="*/ 289179 w 289179"/>
                <a:gd name="connsiteY38" fmla="*/ 235458 h 292608"/>
                <a:gd name="connsiteX39" fmla="*/ 289179 w 289179"/>
                <a:gd name="connsiteY39" fmla="*/ 178308 h 292608"/>
                <a:gd name="connsiteX40" fmla="*/ 117729 w 289179"/>
                <a:gd name="connsiteY40" fmla="*/ 178308 h 292608"/>
                <a:gd name="connsiteX41" fmla="*/ 117729 w 289179"/>
                <a:gd name="connsiteY41" fmla="*/ 171450 h 292608"/>
                <a:gd name="connsiteX42" fmla="*/ 289179 w 289179"/>
                <a:gd name="connsiteY42" fmla="*/ 171450 h 292608"/>
                <a:gd name="connsiteX43" fmla="*/ 289179 w 289179"/>
                <a:gd name="connsiteY43" fmla="*/ 178308 h 292608"/>
                <a:gd name="connsiteX44" fmla="*/ 289179 w 289179"/>
                <a:gd name="connsiteY44" fmla="*/ 149733 h 292608"/>
                <a:gd name="connsiteX45" fmla="*/ 117729 w 289179"/>
                <a:gd name="connsiteY45" fmla="*/ 149733 h 292608"/>
                <a:gd name="connsiteX46" fmla="*/ 117729 w 289179"/>
                <a:gd name="connsiteY46" fmla="*/ 142875 h 292608"/>
                <a:gd name="connsiteX47" fmla="*/ 289179 w 289179"/>
                <a:gd name="connsiteY47" fmla="*/ 142875 h 292608"/>
                <a:gd name="connsiteX48" fmla="*/ 289179 w 289179"/>
                <a:gd name="connsiteY48" fmla="*/ 149733 h 292608"/>
                <a:gd name="connsiteX49" fmla="*/ 289179 w 289179"/>
                <a:gd name="connsiteY49" fmla="*/ 121158 h 292608"/>
                <a:gd name="connsiteX50" fmla="*/ 117729 w 289179"/>
                <a:gd name="connsiteY50" fmla="*/ 121158 h 292608"/>
                <a:gd name="connsiteX51" fmla="*/ 117729 w 289179"/>
                <a:gd name="connsiteY51" fmla="*/ 114300 h 292608"/>
                <a:gd name="connsiteX52" fmla="*/ 289179 w 289179"/>
                <a:gd name="connsiteY52" fmla="*/ 114300 h 292608"/>
                <a:gd name="connsiteX53" fmla="*/ 289179 w 289179"/>
                <a:gd name="connsiteY53" fmla="*/ 121158 h 292608"/>
                <a:gd name="connsiteX54" fmla="*/ 289179 w 289179"/>
                <a:gd name="connsiteY54" fmla="*/ 64008 h 292608"/>
                <a:gd name="connsiteX55" fmla="*/ 117729 w 289179"/>
                <a:gd name="connsiteY55" fmla="*/ 64008 h 292608"/>
                <a:gd name="connsiteX56" fmla="*/ 117729 w 289179"/>
                <a:gd name="connsiteY56" fmla="*/ 57150 h 292608"/>
                <a:gd name="connsiteX57" fmla="*/ 289179 w 289179"/>
                <a:gd name="connsiteY57" fmla="*/ 57150 h 292608"/>
                <a:gd name="connsiteX58" fmla="*/ 289179 w 289179"/>
                <a:gd name="connsiteY58" fmla="*/ 64008 h 292608"/>
                <a:gd name="connsiteX59" fmla="*/ 289179 w 289179"/>
                <a:gd name="connsiteY59" fmla="*/ 35433 h 292608"/>
                <a:gd name="connsiteX60" fmla="*/ 117729 w 289179"/>
                <a:gd name="connsiteY60" fmla="*/ 35433 h 292608"/>
                <a:gd name="connsiteX61" fmla="*/ 117729 w 289179"/>
                <a:gd name="connsiteY61" fmla="*/ 28575 h 292608"/>
                <a:gd name="connsiteX62" fmla="*/ 289179 w 289179"/>
                <a:gd name="connsiteY62" fmla="*/ 28575 h 292608"/>
                <a:gd name="connsiteX63" fmla="*/ 289179 w 289179"/>
                <a:gd name="connsiteY63" fmla="*/ 35433 h 292608"/>
                <a:gd name="connsiteX64" fmla="*/ 289179 w 289179"/>
                <a:gd name="connsiteY64" fmla="*/ 6858 h 292608"/>
                <a:gd name="connsiteX65" fmla="*/ 117729 w 289179"/>
                <a:gd name="connsiteY65" fmla="*/ 6858 h 292608"/>
                <a:gd name="connsiteX66" fmla="*/ 117729 w 289179"/>
                <a:gd name="connsiteY66" fmla="*/ 0 h 292608"/>
                <a:gd name="connsiteX67" fmla="*/ 289179 w 289179"/>
                <a:gd name="connsiteY67" fmla="*/ 0 h 292608"/>
                <a:gd name="connsiteX68" fmla="*/ 289179 w 289179"/>
                <a:gd name="connsiteY68"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2004 w 289179"/>
                <a:gd name="connsiteY18" fmla="*/ 128302 h 292608"/>
                <a:gd name="connsiteX19" fmla="*/ 14002 w 289179"/>
                <a:gd name="connsiteY19" fmla="*/ 146304 h 292608"/>
                <a:gd name="connsiteX20" fmla="*/ 32004 w 289179"/>
                <a:gd name="connsiteY20" fmla="*/ 164306 h 292608"/>
                <a:gd name="connsiteX21" fmla="*/ 32385 w 289179"/>
                <a:gd name="connsiteY21" fmla="*/ 128302 h 292608"/>
                <a:gd name="connsiteX22" fmla="*/ 32004 w 289179"/>
                <a:gd name="connsiteY22" fmla="*/ 128302 h 292608"/>
                <a:gd name="connsiteX23" fmla="*/ 32004 w 289179"/>
                <a:gd name="connsiteY23" fmla="*/ 6858 h 292608"/>
                <a:gd name="connsiteX24" fmla="*/ 6858 w 289179"/>
                <a:gd name="connsiteY24" fmla="*/ 32004 h 292608"/>
                <a:gd name="connsiteX25" fmla="*/ 32004 w 289179"/>
                <a:gd name="connsiteY25" fmla="*/ 57150 h 292608"/>
                <a:gd name="connsiteX26" fmla="*/ 57150 w 289179"/>
                <a:gd name="connsiteY26" fmla="*/ 32004 h 292608"/>
                <a:gd name="connsiteX27" fmla="*/ 32004 w 289179"/>
                <a:gd name="connsiteY27" fmla="*/ 6858 h 292608"/>
                <a:gd name="connsiteX28" fmla="*/ 289179 w 289179"/>
                <a:gd name="connsiteY28" fmla="*/ 264033 h 292608"/>
                <a:gd name="connsiteX29" fmla="*/ 117729 w 289179"/>
                <a:gd name="connsiteY29" fmla="*/ 264033 h 292608"/>
                <a:gd name="connsiteX30" fmla="*/ 117729 w 289179"/>
                <a:gd name="connsiteY30" fmla="*/ 257175 h 292608"/>
                <a:gd name="connsiteX31" fmla="*/ 289179 w 289179"/>
                <a:gd name="connsiteY31" fmla="*/ 257175 h 292608"/>
                <a:gd name="connsiteX32" fmla="*/ 289179 w 289179"/>
                <a:gd name="connsiteY32" fmla="*/ 264033 h 292608"/>
                <a:gd name="connsiteX33" fmla="*/ 289179 w 289179"/>
                <a:gd name="connsiteY33" fmla="*/ 235458 h 292608"/>
                <a:gd name="connsiteX34" fmla="*/ 117729 w 289179"/>
                <a:gd name="connsiteY34" fmla="*/ 235458 h 292608"/>
                <a:gd name="connsiteX35" fmla="*/ 117729 w 289179"/>
                <a:gd name="connsiteY35" fmla="*/ 228600 h 292608"/>
                <a:gd name="connsiteX36" fmla="*/ 289179 w 289179"/>
                <a:gd name="connsiteY36" fmla="*/ 228600 h 292608"/>
                <a:gd name="connsiteX37" fmla="*/ 289179 w 289179"/>
                <a:gd name="connsiteY37" fmla="*/ 235458 h 292608"/>
                <a:gd name="connsiteX38" fmla="*/ 289179 w 289179"/>
                <a:gd name="connsiteY38" fmla="*/ 178308 h 292608"/>
                <a:gd name="connsiteX39" fmla="*/ 117729 w 289179"/>
                <a:gd name="connsiteY39" fmla="*/ 178308 h 292608"/>
                <a:gd name="connsiteX40" fmla="*/ 117729 w 289179"/>
                <a:gd name="connsiteY40" fmla="*/ 171450 h 292608"/>
                <a:gd name="connsiteX41" fmla="*/ 289179 w 289179"/>
                <a:gd name="connsiteY41" fmla="*/ 171450 h 292608"/>
                <a:gd name="connsiteX42" fmla="*/ 289179 w 289179"/>
                <a:gd name="connsiteY42" fmla="*/ 178308 h 292608"/>
                <a:gd name="connsiteX43" fmla="*/ 289179 w 289179"/>
                <a:gd name="connsiteY43" fmla="*/ 149733 h 292608"/>
                <a:gd name="connsiteX44" fmla="*/ 117729 w 289179"/>
                <a:gd name="connsiteY44" fmla="*/ 149733 h 292608"/>
                <a:gd name="connsiteX45" fmla="*/ 117729 w 289179"/>
                <a:gd name="connsiteY45" fmla="*/ 142875 h 292608"/>
                <a:gd name="connsiteX46" fmla="*/ 289179 w 289179"/>
                <a:gd name="connsiteY46" fmla="*/ 142875 h 292608"/>
                <a:gd name="connsiteX47" fmla="*/ 289179 w 289179"/>
                <a:gd name="connsiteY47" fmla="*/ 149733 h 292608"/>
                <a:gd name="connsiteX48" fmla="*/ 289179 w 289179"/>
                <a:gd name="connsiteY48" fmla="*/ 121158 h 292608"/>
                <a:gd name="connsiteX49" fmla="*/ 117729 w 289179"/>
                <a:gd name="connsiteY49" fmla="*/ 121158 h 292608"/>
                <a:gd name="connsiteX50" fmla="*/ 117729 w 289179"/>
                <a:gd name="connsiteY50" fmla="*/ 114300 h 292608"/>
                <a:gd name="connsiteX51" fmla="*/ 289179 w 289179"/>
                <a:gd name="connsiteY51" fmla="*/ 114300 h 292608"/>
                <a:gd name="connsiteX52" fmla="*/ 289179 w 289179"/>
                <a:gd name="connsiteY52" fmla="*/ 121158 h 292608"/>
                <a:gd name="connsiteX53" fmla="*/ 289179 w 289179"/>
                <a:gd name="connsiteY53" fmla="*/ 64008 h 292608"/>
                <a:gd name="connsiteX54" fmla="*/ 117729 w 289179"/>
                <a:gd name="connsiteY54" fmla="*/ 64008 h 292608"/>
                <a:gd name="connsiteX55" fmla="*/ 117729 w 289179"/>
                <a:gd name="connsiteY55" fmla="*/ 57150 h 292608"/>
                <a:gd name="connsiteX56" fmla="*/ 289179 w 289179"/>
                <a:gd name="connsiteY56" fmla="*/ 57150 h 292608"/>
                <a:gd name="connsiteX57" fmla="*/ 289179 w 289179"/>
                <a:gd name="connsiteY57" fmla="*/ 64008 h 292608"/>
                <a:gd name="connsiteX58" fmla="*/ 289179 w 289179"/>
                <a:gd name="connsiteY58" fmla="*/ 35433 h 292608"/>
                <a:gd name="connsiteX59" fmla="*/ 117729 w 289179"/>
                <a:gd name="connsiteY59" fmla="*/ 35433 h 292608"/>
                <a:gd name="connsiteX60" fmla="*/ 117729 w 289179"/>
                <a:gd name="connsiteY60" fmla="*/ 28575 h 292608"/>
                <a:gd name="connsiteX61" fmla="*/ 289179 w 289179"/>
                <a:gd name="connsiteY61" fmla="*/ 28575 h 292608"/>
                <a:gd name="connsiteX62" fmla="*/ 289179 w 289179"/>
                <a:gd name="connsiteY62" fmla="*/ 35433 h 292608"/>
                <a:gd name="connsiteX63" fmla="*/ 289179 w 289179"/>
                <a:gd name="connsiteY63" fmla="*/ 6858 h 292608"/>
                <a:gd name="connsiteX64" fmla="*/ 117729 w 289179"/>
                <a:gd name="connsiteY64" fmla="*/ 6858 h 292608"/>
                <a:gd name="connsiteX65" fmla="*/ 117729 w 289179"/>
                <a:gd name="connsiteY65" fmla="*/ 0 h 292608"/>
                <a:gd name="connsiteX66" fmla="*/ 289179 w 289179"/>
                <a:gd name="connsiteY66" fmla="*/ 0 h 292608"/>
                <a:gd name="connsiteX67" fmla="*/ 289179 w 289179"/>
                <a:gd name="connsiteY67"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28575 w 289179"/>
                <a:gd name="connsiteY7" fmla="*/ 170926 h 292608"/>
                <a:gd name="connsiteX8" fmla="*/ 7144 w 289179"/>
                <a:gd name="connsiteY8" fmla="*/ 146304 h 292608"/>
                <a:gd name="connsiteX9" fmla="*/ 28575 w 289179"/>
                <a:gd name="connsiteY9" fmla="*/ 121682 h 292608"/>
                <a:gd name="connsiteX10" fmla="*/ 28575 w 289179"/>
                <a:gd name="connsiteY10" fmla="*/ 63827 h 292608"/>
                <a:gd name="connsiteX11" fmla="*/ 0 w 289179"/>
                <a:gd name="connsiteY11" fmla="*/ 32004 h 292608"/>
                <a:gd name="connsiteX12" fmla="*/ 32004 w 289179"/>
                <a:gd name="connsiteY12" fmla="*/ 0 h 292608"/>
                <a:gd name="connsiteX13" fmla="*/ 64008 w 289179"/>
                <a:gd name="connsiteY13" fmla="*/ 32004 h 292608"/>
                <a:gd name="connsiteX14" fmla="*/ 35433 w 289179"/>
                <a:gd name="connsiteY14" fmla="*/ 63827 h 292608"/>
                <a:gd name="connsiteX15" fmla="*/ 35433 w 289179"/>
                <a:gd name="connsiteY15" fmla="*/ 121682 h 292608"/>
                <a:gd name="connsiteX16" fmla="*/ 35433 w 289179"/>
                <a:gd name="connsiteY16" fmla="*/ 170926 h 292608"/>
                <a:gd name="connsiteX17" fmla="*/ 32004 w 289179"/>
                <a:gd name="connsiteY17" fmla="*/ 128302 h 292608"/>
                <a:gd name="connsiteX18" fmla="*/ 14002 w 289179"/>
                <a:gd name="connsiteY18" fmla="*/ 146304 h 292608"/>
                <a:gd name="connsiteX19" fmla="*/ 32004 w 289179"/>
                <a:gd name="connsiteY19" fmla="*/ 164306 h 292608"/>
                <a:gd name="connsiteX20" fmla="*/ 32385 w 289179"/>
                <a:gd name="connsiteY20" fmla="*/ 128302 h 292608"/>
                <a:gd name="connsiteX21" fmla="*/ 32004 w 289179"/>
                <a:gd name="connsiteY21" fmla="*/ 128302 h 292608"/>
                <a:gd name="connsiteX22" fmla="*/ 32004 w 289179"/>
                <a:gd name="connsiteY22" fmla="*/ 6858 h 292608"/>
                <a:gd name="connsiteX23" fmla="*/ 6858 w 289179"/>
                <a:gd name="connsiteY23" fmla="*/ 32004 h 292608"/>
                <a:gd name="connsiteX24" fmla="*/ 32004 w 289179"/>
                <a:gd name="connsiteY24" fmla="*/ 57150 h 292608"/>
                <a:gd name="connsiteX25" fmla="*/ 57150 w 289179"/>
                <a:gd name="connsiteY25" fmla="*/ 32004 h 292608"/>
                <a:gd name="connsiteX26" fmla="*/ 32004 w 289179"/>
                <a:gd name="connsiteY26" fmla="*/ 6858 h 292608"/>
                <a:gd name="connsiteX27" fmla="*/ 289179 w 289179"/>
                <a:gd name="connsiteY27" fmla="*/ 264033 h 292608"/>
                <a:gd name="connsiteX28" fmla="*/ 117729 w 289179"/>
                <a:gd name="connsiteY28" fmla="*/ 264033 h 292608"/>
                <a:gd name="connsiteX29" fmla="*/ 117729 w 289179"/>
                <a:gd name="connsiteY29" fmla="*/ 257175 h 292608"/>
                <a:gd name="connsiteX30" fmla="*/ 289179 w 289179"/>
                <a:gd name="connsiteY30" fmla="*/ 257175 h 292608"/>
                <a:gd name="connsiteX31" fmla="*/ 289179 w 289179"/>
                <a:gd name="connsiteY31" fmla="*/ 264033 h 292608"/>
                <a:gd name="connsiteX32" fmla="*/ 289179 w 289179"/>
                <a:gd name="connsiteY32" fmla="*/ 235458 h 292608"/>
                <a:gd name="connsiteX33" fmla="*/ 117729 w 289179"/>
                <a:gd name="connsiteY33" fmla="*/ 235458 h 292608"/>
                <a:gd name="connsiteX34" fmla="*/ 117729 w 289179"/>
                <a:gd name="connsiteY34" fmla="*/ 228600 h 292608"/>
                <a:gd name="connsiteX35" fmla="*/ 289179 w 289179"/>
                <a:gd name="connsiteY35" fmla="*/ 228600 h 292608"/>
                <a:gd name="connsiteX36" fmla="*/ 289179 w 289179"/>
                <a:gd name="connsiteY36" fmla="*/ 235458 h 292608"/>
                <a:gd name="connsiteX37" fmla="*/ 289179 w 289179"/>
                <a:gd name="connsiteY37" fmla="*/ 178308 h 292608"/>
                <a:gd name="connsiteX38" fmla="*/ 117729 w 289179"/>
                <a:gd name="connsiteY38" fmla="*/ 178308 h 292608"/>
                <a:gd name="connsiteX39" fmla="*/ 117729 w 289179"/>
                <a:gd name="connsiteY39" fmla="*/ 171450 h 292608"/>
                <a:gd name="connsiteX40" fmla="*/ 289179 w 289179"/>
                <a:gd name="connsiteY40" fmla="*/ 171450 h 292608"/>
                <a:gd name="connsiteX41" fmla="*/ 289179 w 289179"/>
                <a:gd name="connsiteY41" fmla="*/ 178308 h 292608"/>
                <a:gd name="connsiteX42" fmla="*/ 289179 w 289179"/>
                <a:gd name="connsiteY42" fmla="*/ 149733 h 292608"/>
                <a:gd name="connsiteX43" fmla="*/ 117729 w 289179"/>
                <a:gd name="connsiteY43" fmla="*/ 149733 h 292608"/>
                <a:gd name="connsiteX44" fmla="*/ 117729 w 289179"/>
                <a:gd name="connsiteY44" fmla="*/ 142875 h 292608"/>
                <a:gd name="connsiteX45" fmla="*/ 289179 w 289179"/>
                <a:gd name="connsiteY45" fmla="*/ 142875 h 292608"/>
                <a:gd name="connsiteX46" fmla="*/ 289179 w 289179"/>
                <a:gd name="connsiteY46" fmla="*/ 149733 h 292608"/>
                <a:gd name="connsiteX47" fmla="*/ 289179 w 289179"/>
                <a:gd name="connsiteY47" fmla="*/ 121158 h 292608"/>
                <a:gd name="connsiteX48" fmla="*/ 117729 w 289179"/>
                <a:gd name="connsiteY48" fmla="*/ 121158 h 292608"/>
                <a:gd name="connsiteX49" fmla="*/ 117729 w 289179"/>
                <a:gd name="connsiteY49" fmla="*/ 114300 h 292608"/>
                <a:gd name="connsiteX50" fmla="*/ 289179 w 289179"/>
                <a:gd name="connsiteY50" fmla="*/ 114300 h 292608"/>
                <a:gd name="connsiteX51" fmla="*/ 289179 w 289179"/>
                <a:gd name="connsiteY51" fmla="*/ 121158 h 292608"/>
                <a:gd name="connsiteX52" fmla="*/ 289179 w 289179"/>
                <a:gd name="connsiteY52" fmla="*/ 64008 h 292608"/>
                <a:gd name="connsiteX53" fmla="*/ 117729 w 289179"/>
                <a:gd name="connsiteY53" fmla="*/ 64008 h 292608"/>
                <a:gd name="connsiteX54" fmla="*/ 117729 w 289179"/>
                <a:gd name="connsiteY54" fmla="*/ 57150 h 292608"/>
                <a:gd name="connsiteX55" fmla="*/ 289179 w 289179"/>
                <a:gd name="connsiteY55" fmla="*/ 57150 h 292608"/>
                <a:gd name="connsiteX56" fmla="*/ 289179 w 289179"/>
                <a:gd name="connsiteY56" fmla="*/ 64008 h 292608"/>
                <a:gd name="connsiteX57" fmla="*/ 289179 w 289179"/>
                <a:gd name="connsiteY57" fmla="*/ 35433 h 292608"/>
                <a:gd name="connsiteX58" fmla="*/ 117729 w 289179"/>
                <a:gd name="connsiteY58" fmla="*/ 35433 h 292608"/>
                <a:gd name="connsiteX59" fmla="*/ 117729 w 289179"/>
                <a:gd name="connsiteY59" fmla="*/ 28575 h 292608"/>
                <a:gd name="connsiteX60" fmla="*/ 289179 w 289179"/>
                <a:gd name="connsiteY60" fmla="*/ 28575 h 292608"/>
                <a:gd name="connsiteX61" fmla="*/ 289179 w 289179"/>
                <a:gd name="connsiteY61" fmla="*/ 35433 h 292608"/>
                <a:gd name="connsiteX62" fmla="*/ 289179 w 289179"/>
                <a:gd name="connsiteY62" fmla="*/ 6858 h 292608"/>
                <a:gd name="connsiteX63" fmla="*/ 117729 w 289179"/>
                <a:gd name="connsiteY63" fmla="*/ 6858 h 292608"/>
                <a:gd name="connsiteX64" fmla="*/ 117729 w 289179"/>
                <a:gd name="connsiteY64" fmla="*/ 0 h 292608"/>
                <a:gd name="connsiteX65" fmla="*/ 289179 w 289179"/>
                <a:gd name="connsiteY65" fmla="*/ 0 h 292608"/>
                <a:gd name="connsiteX66" fmla="*/ 289179 w 289179"/>
                <a:gd name="connsiteY66"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004 w 289179"/>
                <a:gd name="connsiteY16" fmla="*/ 128302 h 292608"/>
                <a:gd name="connsiteX17" fmla="*/ 14002 w 289179"/>
                <a:gd name="connsiteY17" fmla="*/ 146304 h 292608"/>
                <a:gd name="connsiteX18" fmla="*/ 32004 w 289179"/>
                <a:gd name="connsiteY18" fmla="*/ 164306 h 292608"/>
                <a:gd name="connsiteX19" fmla="*/ 32385 w 289179"/>
                <a:gd name="connsiteY19" fmla="*/ 128302 h 292608"/>
                <a:gd name="connsiteX20" fmla="*/ 32004 w 289179"/>
                <a:gd name="connsiteY20" fmla="*/ 128302 h 292608"/>
                <a:gd name="connsiteX21" fmla="*/ 32004 w 289179"/>
                <a:gd name="connsiteY21" fmla="*/ 6858 h 292608"/>
                <a:gd name="connsiteX22" fmla="*/ 6858 w 289179"/>
                <a:gd name="connsiteY22" fmla="*/ 32004 h 292608"/>
                <a:gd name="connsiteX23" fmla="*/ 32004 w 289179"/>
                <a:gd name="connsiteY23" fmla="*/ 57150 h 292608"/>
                <a:gd name="connsiteX24" fmla="*/ 57150 w 289179"/>
                <a:gd name="connsiteY24" fmla="*/ 32004 h 292608"/>
                <a:gd name="connsiteX25" fmla="*/ 32004 w 289179"/>
                <a:gd name="connsiteY25" fmla="*/ 6858 h 292608"/>
                <a:gd name="connsiteX26" fmla="*/ 289179 w 289179"/>
                <a:gd name="connsiteY26" fmla="*/ 264033 h 292608"/>
                <a:gd name="connsiteX27" fmla="*/ 117729 w 289179"/>
                <a:gd name="connsiteY27" fmla="*/ 264033 h 292608"/>
                <a:gd name="connsiteX28" fmla="*/ 117729 w 289179"/>
                <a:gd name="connsiteY28" fmla="*/ 257175 h 292608"/>
                <a:gd name="connsiteX29" fmla="*/ 289179 w 289179"/>
                <a:gd name="connsiteY29" fmla="*/ 257175 h 292608"/>
                <a:gd name="connsiteX30" fmla="*/ 289179 w 289179"/>
                <a:gd name="connsiteY30" fmla="*/ 264033 h 292608"/>
                <a:gd name="connsiteX31" fmla="*/ 289179 w 289179"/>
                <a:gd name="connsiteY31" fmla="*/ 235458 h 292608"/>
                <a:gd name="connsiteX32" fmla="*/ 117729 w 289179"/>
                <a:gd name="connsiteY32" fmla="*/ 235458 h 292608"/>
                <a:gd name="connsiteX33" fmla="*/ 117729 w 289179"/>
                <a:gd name="connsiteY33" fmla="*/ 228600 h 292608"/>
                <a:gd name="connsiteX34" fmla="*/ 289179 w 289179"/>
                <a:gd name="connsiteY34" fmla="*/ 228600 h 292608"/>
                <a:gd name="connsiteX35" fmla="*/ 289179 w 289179"/>
                <a:gd name="connsiteY35" fmla="*/ 235458 h 292608"/>
                <a:gd name="connsiteX36" fmla="*/ 289179 w 289179"/>
                <a:gd name="connsiteY36" fmla="*/ 178308 h 292608"/>
                <a:gd name="connsiteX37" fmla="*/ 117729 w 289179"/>
                <a:gd name="connsiteY37" fmla="*/ 178308 h 292608"/>
                <a:gd name="connsiteX38" fmla="*/ 117729 w 289179"/>
                <a:gd name="connsiteY38" fmla="*/ 171450 h 292608"/>
                <a:gd name="connsiteX39" fmla="*/ 289179 w 289179"/>
                <a:gd name="connsiteY39" fmla="*/ 171450 h 292608"/>
                <a:gd name="connsiteX40" fmla="*/ 289179 w 289179"/>
                <a:gd name="connsiteY40" fmla="*/ 178308 h 292608"/>
                <a:gd name="connsiteX41" fmla="*/ 289179 w 289179"/>
                <a:gd name="connsiteY41" fmla="*/ 149733 h 292608"/>
                <a:gd name="connsiteX42" fmla="*/ 117729 w 289179"/>
                <a:gd name="connsiteY42" fmla="*/ 149733 h 292608"/>
                <a:gd name="connsiteX43" fmla="*/ 117729 w 289179"/>
                <a:gd name="connsiteY43" fmla="*/ 142875 h 292608"/>
                <a:gd name="connsiteX44" fmla="*/ 289179 w 289179"/>
                <a:gd name="connsiteY44" fmla="*/ 142875 h 292608"/>
                <a:gd name="connsiteX45" fmla="*/ 289179 w 289179"/>
                <a:gd name="connsiteY45" fmla="*/ 149733 h 292608"/>
                <a:gd name="connsiteX46" fmla="*/ 289179 w 289179"/>
                <a:gd name="connsiteY46" fmla="*/ 121158 h 292608"/>
                <a:gd name="connsiteX47" fmla="*/ 117729 w 289179"/>
                <a:gd name="connsiteY47" fmla="*/ 121158 h 292608"/>
                <a:gd name="connsiteX48" fmla="*/ 117729 w 289179"/>
                <a:gd name="connsiteY48" fmla="*/ 114300 h 292608"/>
                <a:gd name="connsiteX49" fmla="*/ 289179 w 289179"/>
                <a:gd name="connsiteY49" fmla="*/ 114300 h 292608"/>
                <a:gd name="connsiteX50" fmla="*/ 289179 w 289179"/>
                <a:gd name="connsiteY50" fmla="*/ 121158 h 292608"/>
                <a:gd name="connsiteX51" fmla="*/ 289179 w 289179"/>
                <a:gd name="connsiteY51" fmla="*/ 64008 h 292608"/>
                <a:gd name="connsiteX52" fmla="*/ 117729 w 289179"/>
                <a:gd name="connsiteY52" fmla="*/ 64008 h 292608"/>
                <a:gd name="connsiteX53" fmla="*/ 117729 w 289179"/>
                <a:gd name="connsiteY53" fmla="*/ 57150 h 292608"/>
                <a:gd name="connsiteX54" fmla="*/ 289179 w 289179"/>
                <a:gd name="connsiteY54" fmla="*/ 57150 h 292608"/>
                <a:gd name="connsiteX55" fmla="*/ 289179 w 289179"/>
                <a:gd name="connsiteY55" fmla="*/ 64008 h 292608"/>
                <a:gd name="connsiteX56" fmla="*/ 289179 w 289179"/>
                <a:gd name="connsiteY56" fmla="*/ 35433 h 292608"/>
                <a:gd name="connsiteX57" fmla="*/ 117729 w 289179"/>
                <a:gd name="connsiteY57" fmla="*/ 35433 h 292608"/>
                <a:gd name="connsiteX58" fmla="*/ 117729 w 289179"/>
                <a:gd name="connsiteY58" fmla="*/ 28575 h 292608"/>
                <a:gd name="connsiteX59" fmla="*/ 289179 w 289179"/>
                <a:gd name="connsiteY59" fmla="*/ 28575 h 292608"/>
                <a:gd name="connsiteX60" fmla="*/ 289179 w 289179"/>
                <a:gd name="connsiteY60" fmla="*/ 35433 h 292608"/>
                <a:gd name="connsiteX61" fmla="*/ 289179 w 289179"/>
                <a:gd name="connsiteY61" fmla="*/ 6858 h 292608"/>
                <a:gd name="connsiteX62" fmla="*/ 117729 w 289179"/>
                <a:gd name="connsiteY62" fmla="*/ 6858 h 292608"/>
                <a:gd name="connsiteX63" fmla="*/ 117729 w 289179"/>
                <a:gd name="connsiteY63" fmla="*/ 0 h 292608"/>
                <a:gd name="connsiteX64" fmla="*/ 289179 w 289179"/>
                <a:gd name="connsiteY64" fmla="*/ 0 h 292608"/>
                <a:gd name="connsiteX65" fmla="*/ 289179 w 289179"/>
                <a:gd name="connsiteY65"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004 w 289179"/>
                <a:gd name="connsiteY16" fmla="*/ 128302 h 292608"/>
                <a:gd name="connsiteX17" fmla="*/ 32004 w 289179"/>
                <a:gd name="connsiteY17" fmla="*/ 164306 h 292608"/>
                <a:gd name="connsiteX18" fmla="*/ 32385 w 289179"/>
                <a:gd name="connsiteY18" fmla="*/ 128302 h 292608"/>
                <a:gd name="connsiteX19" fmla="*/ 32004 w 289179"/>
                <a:gd name="connsiteY19" fmla="*/ 128302 h 292608"/>
                <a:gd name="connsiteX20" fmla="*/ 32004 w 289179"/>
                <a:gd name="connsiteY20" fmla="*/ 6858 h 292608"/>
                <a:gd name="connsiteX21" fmla="*/ 6858 w 289179"/>
                <a:gd name="connsiteY21" fmla="*/ 32004 h 292608"/>
                <a:gd name="connsiteX22" fmla="*/ 32004 w 289179"/>
                <a:gd name="connsiteY22" fmla="*/ 57150 h 292608"/>
                <a:gd name="connsiteX23" fmla="*/ 57150 w 289179"/>
                <a:gd name="connsiteY23" fmla="*/ 32004 h 292608"/>
                <a:gd name="connsiteX24" fmla="*/ 32004 w 289179"/>
                <a:gd name="connsiteY24" fmla="*/ 6858 h 292608"/>
                <a:gd name="connsiteX25" fmla="*/ 289179 w 289179"/>
                <a:gd name="connsiteY25" fmla="*/ 264033 h 292608"/>
                <a:gd name="connsiteX26" fmla="*/ 117729 w 289179"/>
                <a:gd name="connsiteY26" fmla="*/ 264033 h 292608"/>
                <a:gd name="connsiteX27" fmla="*/ 117729 w 289179"/>
                <a:gd name="connsiteY27" fmla="*/ 257175 h 292608"/>
                <a:gd name="connsiteX28" fmla="*/ 289179 w 289179"/>
                <a:gd name="connsiteY28" fmla="*/ 257175 h 292608"/>
                <a:gd name="connsiteX29" fmla="*/ 289179 w 289179"/>
                <a:gd name="connsiteY29" fmla="*/ 264033 h 292608"/>
                <a:gd name="connsiteX30" fmla="*/ 289179 w 289179"/>
                <a:gd name="connsiteY30" fmla="*/ 235458 h 292608"/>
                <a:gd name="connsiteX31" fmla="*/ 117729 w 289179"/>
                <a:gd name="connsiteY31" fmla="*/ 235458 h 292608"/>
                <a:gd name="connsiteX32" fmla="*/ 117729 w 289179"/>
                <a:gd name="connsiteY32" fmla="*/ 228600 h 292608"/>
                <a:gd name="connsiteX33" fmla="*/ 289179 w 289179"/>
                <a:gd name="connsiteY33" fmla="*/ 228600 h 292608"/>
                <a:gd name="connsiteX34" fmla="*/ 289179 w 289179"/>
                <a:gd name="connsiteY34" fmla="*/ 235458 h 292608"/>
                <a:gd name="connsiteX35" fmla="*/ 289179 w 289179"/>
                <a:gd name="connsiteY35" fmla="*/ 178308 h 292608"/>
                <a:gd name="connsiteX36" fmla="*/ 117729 w 289179"/>
                <a:gd name="connsiteY36" fmla="*/ 178308 h 292608"/>
                <a:gd name="connsiteX37" fmla="*/ 117729 w 289179"/>
                <a:gd name="connsiteY37" fmla="*/ 171450 h 292608"/>
                <a:gd name="connsiteX38" fmla="*/ 289179 w 289179"/>
                <a:gd name="connsiteY38" fmla="*/ 171450 h 292608"/>
                <a:gd name="connsiteX39" fmla="*/ 289179 w 289179"/>
                <a:gd name="connsiteY39" fmla="*/ 178308 h 292608"/>
                <a:gd name="connsiteX40" fmla="*/ 289179 w 289179"/>
                <a:gd name="connsiteY40" fmla="*/ 149733 h 292608"/>
                <a:gd name="connsiteX41" fmla="*/ 117729 w 289179"/>
                <a:gd name="connsiteY41" fmla="*/ 149733 h 292608"/>
                <a:gd name="connsiteX42" fmla="*/ 117729 w 289179"/>
                <a:gd name="connsiteY42" fmla="*/ 142875 h 292608"/>
                <a:gd name="connsiteX43" fmla="*/ 289179 w 289179"/>
                <a:gd name="connsiteY43" fmla="*/ 142875 h 292608"/>
                <a:gd name="connsiteX44" fmla="*/ 289179 w 289179"/>
                <a:gd name="connsiteY44" fmla="*/ 149733 h 292608"/>
                <a:gd name="connsiteX45" fmla="*/ 289179 w 289179"/>
                <a:gd name="connsiteY45" fmla="*/ 121158 h 292608"/>
                <a:gd name="connsiteX46" fmla="*/ 117729 w 289179"/>
                <a:gd name="connsiteY46" fmla="*/ 121158 h 292608"/>
                <a:gd name="connsiteX47" fmla="*/ 117729 w 289179"/>
                <a:gd name="connsiteY47" fmla="*/ 114300 h 292608"/>
                <a:gd name="connsiteX48" fmla="*/ 289179 w 289179"/>
                <a:gd name="connsiteY48" fmla="*/ 114300 h 292608"/>
                <a:gd name="connsiteX49" fmla="*/ 289179 w 289179"/>
                <a:gd name="connsiteY49" fmla="*/ 121158 h 292608"/>
                <a:gd name="connsiteX50" fmla="*/ 289179 w 289179"/>
                <a:gd name="connsiteY50" fmla="*/ 64008 h 292608"/>
                <a:gd name="connsiteX51" fmla="*/ 117729 w 289179"/>
                <a:gd name="connsiteY51" fmla="*/ 64008 h 292608"/>
                <a:gd name="connsiteX52" fmla="*/ 117729 w 289179"/>
                <a:gd name="connsiteY52" fmla="*/ 57150 h 292608"/>
                <a:gd name="connsiteX53" fmla="*/ 289179 w 289179"/>
                <a:gd name="connsiteY53" fmla="*/ 57150 h 292608"/>
                <a:gd name="connsiteX54" fmla="*/ 289179 w 289179"/>
                <a:gd name="connsiteY54" fmla="*/ 64008 h 292608"/>
                <a:gd name="connsiteX55" fmla="*/ 289179 w 289179"/>
                <a:gd name="connsiteY55" fmla="*/ 35433 h 292608"/>
                <a:gd name="connsiteX56" fmla="*/ 117729 w 289179"/>
                <a:gd name="connsiteY56" fmla="*/ 35433 h 292608"/>
                <a:gd name="connsiteX57" fmla="*/ 117729 w 289179"/>
                <a:gd name="connsiteY57" fmla="*/ 28575 h 292608"/>
                <a:gd name="connsiteX58" fmla="*/ 289179 w 289179"/>
                <a:gd name="connsiteY58" fmla="*/ 28575 h 292608"/>
                <a:gd name="connsiteX59" fmla="*/ 289179 w 289179"/>
                <a:gd name="connsiteY59" fmla="*/ 35433 h 292608"/>
                <a:gd name="connsiteX60" fmla="*/ 289179 w 289179"/>
                <a:gd name="connsiteY60" fmla="*/ 6858 h 292608"/>
                <a:gd name="connsiteX61" fmla="*/ 117729 w 289179"/>
                <a:gd name="connsiteY61" fmla="*/ 6858 h 292608"/>
                <a:gd name="connsiteX62" fmla="*/ 117729 w 289179"/>
                <a:gd name="connsiteY62" fmla="*/ 0 h 292608"/>
                <a:gd name="connsiteX63" fmla="*/ 289179 w 289179"/>
                <a:gd name="connsiteY63" fmla="*/ 0 h 292608"/>
                <a:gd name="connsiteX64" fmla="*/ 289179 w 289179"/>
                <a:gd name="connsiteY64"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385 w 289179"/>
                <a:gd name="connsiteY16" fmla="*/ 128302 h 292608"/>
                <a:gd name="connsiteX17" fmla="*/ 32004 w 289179"/>
                <a:gd name="connsiteY17" fmla="*/ 164306 h 292608"/>
                <a:gd name="connsiteX18" fmla="*/ 32385 w 289179"/>
                <a:gd name="connsiteY18" fmla="*/ 128302 h 292608"/>
                <a:gd name="connsiteX19" fmla="*/ 32004 w 289179"/>
                <a:gd name="connsiteY19" fmla="*/ 6858 h 292608"/>
                <a:gd name="connsiteX20" fmla="*/ 6858 w 289179"/>
                <a:gd name="connsiteY20" fmla="*/ 32004 h 292608"/>
                <a:gd name="connsiteX21" fmla="*/ 32004 w 289179"/>
                <a:gd name="connsiteY21" fmla="*/ 57150 h 292608"/>
                <a:gd name="connsiteX22" fmla="*/ 57150 w 289179"/>
                <a:gd name="connsiteY22" fmla="*/ 32004 h 292608"/>
                <a:gd name="connsiteX23" fmla="*/ 32004 w 289179"/>
                <a:gd name="connsiteY23" fmla="*/ 6858 h 292608"/>
                <a:gd name="connsiteX24" fmla="*/ 289179 w 289179"/>
                <a:gd name="connsiteY24" fmla="*/ 264033 h 292608"/>
                <a:gd name="connsiteX25" fmla="*/ 117729 w 289179"/>
                <a:gd name="connsiteY25" fmla="*/ 264033 h 292608"/>
                <a:gd name="connsiteX26" fmla="*/ 117729 w 289179"/>
                <a:gd name="connsiteY26" fmla="*/ 257175 h 292608"/>
                <a:gd name="connsiteX27" fmla="*/ 289179 w 289179"/>
                <a:gd name="connsiteY27" fmla="*/ 257175 h 292608"/>
                <a:gd name="connsiteX28" fmla="*/ 289179 w 289179"/>
                <a:gd name="connsiteY28" fmla="*/ 264033 h 292608"/>
                <a:gd name="connsiteX29" fmla="*/ 289179 w 289179"/>
                <a:gd name="connsiteY29" fmla="*/ 235458 h 292608"/>
                <a:gd name="connsiteX30" fmla="*/ 117729 w 289179"/>
                <a:gd name="connsiteY30" fmla="*/ 235458 h 292608"/>
                <a:gd name="connsiteX31" fmla="*/ 117729 w 289179"/>
                <a:gd name="connsiteY31" fmla="*/ 228600 h 292608"/>
                <a:gd name="connsiteX32" fmla="*/ 289179 w 289179"/>
                <a:gd name="connsiteY32" fmla="*/ 228600 h 292608"/>
                <a:gd name="connsiteX33" fmla="*/ 289179 w 289179"/>
                <a:gd name="connsiteY33" fmla="*/ 235458 h 292608"/>
                <a:gd name="connsiteX34" fmla="*/ 289179 w 289179"/>
                <a:gd name="connsiteY34" fmla="*/ 178308 h 292608"/>
                <a:gd name="connsiteX35" fmla="*/ 117729 w 289179"/>
                <a:gd name="connsiteY35" fmla="*/ 178308 h 292608"/>
                <a:gd name="connsiteX36" fmla="*/ 117729 w 289179"/>
                <a:gd name="connsiteY36" fmla="*/ 171450 h 292608"/>
                <a:gd name="connsiteX37" fmla="*/ 289179 w 289179"/>
                <a:gd name="connsiteY37" fmla="*/ 171450 h 292608"/>
                <a:gd name="connsiteX38" fmla="*/ 289179 w 289179"/>
                <a:gd name="connsiteY38" fmla="*/ 178308 h 292608"/>
                <a:gd name="connsiteX39" fmla="*/ 289179 w 289179"/>
                <a:gd name="connsiteY39" fmla="*/ 149733 h 292608"/>
                <a:gd name="connsiteX40" fmla="*/ 117729 w 289179"/>
                <a:gd name="connsiteY40" fmla="*/ 149733 h 292608"/>
                <a:gd name="connsiteX41" fmla="*/ 117729 w 289179"/>
                <a:gd name="connsiteY41" fmla="*/ 142875 h 292608"/>
                <a:gd name="connsiteX42" fmla="*/ 289179 w 289179"/>
                <a:gd name="connsiteY42" fmla="*/ 142875 h 292608"/>
                <a:gd name="connsiteX43" fmla="*/ 289179 w 289179"/>
                <a:gd name="connsiteY43" fmla="*/ 149733 h 292608"/>
                <a:gd name="connsiteX44" fmla="*/ 289179 w 289179"/>
                <a:gd name="connsiteY44" fmla="*/ 121158 h 292608"/>
                <a:gd name="connsiteX45" fmla="*/ 117729 w 289179"/>
                <a:gd name="connsiteY45" fmla="*/ 121158 h 292608"/>
                <a:gd name="connsiteX46" fmla="*/ 117729 w 289179"/>
                <a:gd name="connsiteY46" fmla="*/ 114300 h 292608"/>
                <a:gd name="connsiteX47" fmla="*/ 289179 w 289179"/>
                <a:gd name="connsiteY47" fmla="*/ 114300 h 292608"/>
                <a:gd name="connsiteX48" fmla="*/ 289179 w 289179"/>
                <a:gd name="connsiteY48" fmla="*/ 121158 h 292608"/>
                <a:gd name="connsiteX49" fmla="*/ 289179 w 289179"/>
                <a:gd name="connsiteY49" fmla="*/ 64008 h 292608"/>
                <a:gd name="connsiteX50" fmla="*/ 117729 w 289179"/>
                <a:gd name="connsiteY50" fmla="*/ 64008 h 292608"/>
                <a:gd name="connsiteX51" fmla="*/ 117729 w 289179"/>
                <a:gd name="connsiteY51" fmla="*/ 57150 h 292608"/>
                <a:gd name="connsiteX52" fmla="*/ 289179 w 289179"/>
                <a:gd name="connsiteY52" fmla="*/ 57150 h 292608"/>
                <a:gd name="connsiteX53" fmla="*/ 289179 w 289179"/>
                <a:gd name="connsiteY53" fmla="*/ 64008 h 292608"/>
                <a:gd name="connsiteX54" fmla="*/ 289179 w 289179"/>
                <a:gd name="connsiteY54" fmla="*/ 35433 h 292608"/>
                <a:gd name="connsiteX55" fmla="*/ 117729 w 289179"/>
                <a:gd name="connsiteY55" fmla="*/ 35433 h 292608"/>
                <a:gd name="connsiteX56" fmla="*/ 117729 w 289179"/>
                <a:gd name="connsiteY56" fmla="*/ 28575 h 292608"/>
                <a:gd name="connsiteX57" fmla="*/ 289179 w 289179"/>
                <a:gd name="connsiteY57" fmla="*/ 28575 h 292608"/>
                <a:gd name="connsiteX58" fmla="*/ 289179 w 289179"/>
                <a:gd name="connsiteY58" fmla="*/ 35433 h 292608"/>
                <a:gd name="connsiteX59" fmla="*/ 289179 w 289179"/>
                <a:gd name="connsiteY59" fmla="*/ 6858 h 292608"/>
                <a:gd name="connsiteX60" fmla="*/ 117729 w 289179"/>
                <a:gd name="connsiteY60" fmla="*/ 6858 h 292608"/>
                <a:gd name="connsiteX61" fmla="*/ 117729 w 289179"/>
                <a:gd name="connsiteY61" fmla="*/ 0 h 292608"/>
                <a:gd name="connsiteX62" fmla="*/ 289179 w 289179"/>
                <a:gd name="connsiteY62" fmla="*/ 0 h 292608"/>
                <a:gd name="connsiteX63" fmla="*/ 289179 w 289179"/>
                <a:gd name="connsiteY63"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004 w 289179"/>
                <a:gd name="connsiteY16" fmla="*/ 6858 h 292608"/>
                <a:gd name="connsiteX17" fmla="*/ 6858 w 289179"/>
                <a:gd name="connsiteY17" fmla="*/ 32004 h 292608"/>
                <a:gd name="connsiteX18" fmla="*/ 32004 w 289179"/>
                <a:gd name="connsiteY18" fmla="*/ 57150 h 292608"/>
                <a:gd name="connsiteX19" fmla="*/ 57150 w 289179"/>
                <a:gd name="connsiteY19" fmla="*/ 32004 h 292608"/>
                <a:gd name="connsiteX20" fmla="*/ 32004 w 289179"/>
                <a:gd name="connsiteY20" fmla="*/ 6858 h 292608"/>
                <a:gd name="connsiteX21" fmla="*/ 289179 w 289179"/>
                <a:gd name="connsiteY21" fmla="*/ 264033 h 292608"/>
                <a:gd name="connsiteX22" fmla="*/ 117729 w 289179"/>
                <a:gd name="connsiteY22" fmla="*/ 264033 h 292608"/>
                <a:gd name="connsiteX23" fmla="*/ 117729 w 289179"/>
                <a:gd name="connsiteY23" fmla="*/ 257175 h 292608"/>
                <a:gd name="connsiteX24" fmla="*/ 289179 w 289179"/>
                <a:gd name="connsiteY24" fmla="*/ 257175 h 292608"/>
                <a:gd name="connsiteX25" fmla="*/ 289179 w 289179"/>
                <a:gd name="connsiteY25" fmla="*/ 264033 h 292608"/>
                <a:gd name="connsiteX26" fmla="*/ 289179 w 289179"/>
                <a:gd name="connsiteY26" fmla="*/ 235458 h 292608"/>
                <a:gd name="connsiteX27" fmla="*/ 117729 w 289179"/>
                <a:gd name="connsiteY27" fmla="*/ 235458 h 292608"/>
                <a:gd name="connsiteX28" fmla="*/ 117729 w 289179"/>
                <a:gd name="connsiteY28" fmla="*/ 228600 h 292608"/>
                <a:gd name="connsiteX29" fmla="*/ 289179 w 289179"/>
                <a:gd name="connsiteY29" fmla="*/ 228600 h 292608"/>
                <a:gd name="connsiteX30" fmla="*/ 289179 w 289179"/>
                <a:gd name="connsiteY30" fmla="*/ 235458 h 292608"/>
                <a:gd name="connsiteX31" fmla="*/ 289179 w 289179"/>
                <a:gd name="connsiteY31" fmla="*/ 178308 h 292608"/>
                <a:gd name="connsiteX32" fmla="*/ 117729 w 289179"/>
                <a:gd name="connsiteY32" fmla="*/ 178308 h 292608"/>
                <a:gd name="connsiteX33" fmla="*/ 117729 w 289179"/>
                <a:gd name="connsiteY33" fmla="*/ 171450 h 292608"/>
                <a:gd name="connsiteX34" fmla="*/ 289179 w 289179"/>
                <a:gd name="connsiteY34" fmla="*/ 171450 h 292608"/>
                <a:gd name="connsiteX35" fmla="*/ 289179 w 289179"/>
                <a:gd name="connsiteY35" fmla="*/ 178308 h 292608"/>
                <a:gd name="connsiteX36" fmla="*/ 289179 w 289179"/>
                <a:gd name="connsiteY36" fmla="*/ 149733 h 292608"/>
                <a:gd name="connsiteX37" fmla="*/ 117729 w 289179"/>
                <a:gd name="connsiteY37" fmla="*/ 149733 h 292608"/>
                <a:gd name="connsiteX38" fmla="*/ 117729 w 289179"/>
                <a:gd name="connsiteY38" fmla="*/ 142875 h 292608"/>
                <a:gd name="connsiteX39" fmla="*/ 289179 w 289179"/>
                <a:gd name="connsiteY39" fmla="*/ 142875 h 292608"/>
                <a:gd name="connsiteX40" fmla="*/ 289179 w 289179"/>
                <a:gd name="connsiteY40" fmla="*/ 149733 h 292608"/>
                <a:gd name="connsiteX41" fmla="*/ 289179 w 289179"/>
                <a:gd name="connsiteY41" fmla="*/ 121158 h 292608"/>
                <a:gd name="connsiteX42" fmla="*/ 117729 w 289179"/>
                <a:gd name="connsiteY42" fmla="*/ 121158 h 292608"/>
                <a:gd name="connsiteX43" fmla="*/ 117729 w 289179"/>
                <a:gd name="connsiteY43" fmla="*/ 114300 h 292608"/>
                <a:gd name="connsiteX44" fmla="*/ 289179 w 289179"/>
                <a:gd name="connsiteY44" fmla="*/ 114300 h 292608"/>
                <a:gd name="connsiteX45" fmla="*/ 289179 w 289179"/>
                <a:gd name="connsiteY45" fmla="*/ 121158 h 292608"/>
                <a:gd name="connsiteX46" fmla="*/ 289179 w 289179"/>
                <a:gd name="connsiteY46" fmla="*/ 64008 h 292608"/>
                <a:gd name="connsiteX47" fmla="*/ 117729 w 289179"/>
                <a:gd name="connsiteY47" fmla="*/ 64008 h 292608"/>
                <a:gd name="connsiteX48" fmla="*/ 117729 w 289179"/>
                <a:gd name="connsiteY48" fmla="*/ 57150 h 292608"/>
                <a:gd name="connsiteX49" fmla="*/ 289179 w 289179"/>
                <a:gd name="connsiteY49" fmla="*/ 57150 h 292608"/>
                <a:gd name="connsiteX50" fmla="*/ 289179 w 289179"/>
                <a:gd name="connsiteY50" fmla="*/ 64008 h 292608"/>
                <a:gd name="connsiteX51" fmla="*/ 289179 w 289179"/>
                <a:gd name="connsiteY51" fmla="*/ 35433 h 292608"/>
                <a:gd name="connsiteX52" fmla="*/ 117729 w 289179"/>
                <a:gd name="connsiteY52" fmla="*/ 35433 h 292608"/>
                <a:gd name="connsiteX53" fmla="*/ 117729 w 289179"/>
                <a:gd name="connsiteY53" fmla="*/ 28575 h 292608"/>
                <a:gd name="connsiteX54" fmla="*/ 289179 w 289179"/>
                <a:gd name="connsiteY54" fmla="*/ 28575 h 292608"/>
                <a:gd name="connsiteX55" fmla="*/ 289179 w 289179"/>
                <a:gd name="connsiteY55" fmla="*/ 35433 h 292608"/>
                <a:gd name="connsiteX56" fmla="*/ 289179 w 289179"/>
                <a:gd name="connsiteY56" fmla="*/ 6858 h 292608"/>
                <a:gd name="connsiteX57" fmla="*/ 117729 w 289179"/>
                <a:gd name="connsiteY57" fmla="*/ 6858 h 292608"/>
                <a:gd name="connsiteX58" fmla="*/ 117729 w 289179"/>
                <a:gd name="connsiteY58" fmla="*/ 0 h 292608"/>
                <a:gd name="connsiteX59" fmla="*/ 289179 w 289179"/>
                <a:gd name="connsiteY59" fmla="*/ 0 h 292608"/>
                <a:gd name="connsiteX60" fmla="*/ 289179 w 289179"/>
                <a:gd name="connsiteY60"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63827 h 292608"/>
                <a:gd name="connsiteX9" fmla="*/ 0 w 289179"/>
                <a:gd name="connsiteY9" fmla="*/ 32004 h 292608"/>
                <a:gd name="connsiteX10" fmla="*/ 32004 w 289179"/>
                <a:gd name="connsiteY10" fmla="*/ 0 h 292608"/>
                <a:gd name="connsiteX11" fmla="*/ 64008 w 289179"/>
                <a:gd name="connsiteY11" fmla="*/ 32004 h 292608"/>
                <a:gd name="connsiteX12" fmla="*/ 35433 w 289179"/>
                <a:gd name="connsiteY12" fmla="*/ 63827 h 292608"/>
                <a:gd name="connsiteX13" fmla="*/ 35433 w 289179"/>
                <a:gd name="connsiteY13" fmla="*/ 121682 h 292608"/>
                <a:gd name="connsiteX14" fmla="*/ 35433 w 289179"/>
                <a:gd name="connsiteY14" fmla="*/ 170926 h 292608"/>
                <a:gd name="connsiteX15" fmla="*/ 32004 w 289179"/>
                <a:gd name="connsiteY15" fmla="*/ 6858 h 292608"/>
                <a:gd name="connsiteX16" fmla="*/ 6858 w 289179"/>
                <a:gd name="connsiteY16" fmla="*/ 32004 h 292608"/>
                <a:gd name="connsiteX17" fmla="*/ 32004 w 289179"/>
                <a:gd name="connsiteY17" fmla="*/ 57150 h 292608"/>
                <a:gd name="connsiteX18" fmla="*/ 57150 w 289179"/>
                <a:gd name="connsiteY18" fmla="*/ 32004 h 292608"/>
                <a:gd name="connsiteX19" fmla="*/ 32004 w 289179"/>
                <a:gd name="connsiteY19" fmla="*/ 6858 h 292608"/>
                <a:gd name="connsiteX20" fmla="*/ 289179 w 289179"/>
                <a:gd name="connsiteY20" fmla="*/ 264033 h 292608"/>
                <a:gd name="connsiteX21" fmla="*/ 117729 w 289179"/>
                <a:gd name="connsiteY21" fmla="*/ 264033 h 292608"/>
                <a:gd name="connsiteX22" fmla="*/ 117729 w 289179"/>
                <a:gd name="connsiteY22" fmla="*/ 257175 h 292608"/>
                <a:gd name="connsiteX23" fmla="*/ 289179 w 289179"/>
                <a:gd name="connsiteY23" fmla="*/ 257175 h 292608"/>
                <a:gd name="connsiteX24" fmla="*/ 289179 w 289179"/>
                <a:gd name="connsiteY24" fmla="*/ 264033 h 292608"/>
                <a:gd name="connsiteX25" fmla="*/ 289179 w 289179"/>
                <a:gd name="connsiteY25" fmla="*/ 235458 h 292608"/>
                <a:gd name="connsiteX26" fmla="*/ 117729 w 289179"/>
                <a:gd name="connsiteY26" fmla="*/ 235458 h 292608"/>
                <a:gd name="connsiteX27" fmla="*/ 117729 w 289179"/>
                <a:gd name="connsiteY27" fmla="*/ 228600 h 292608"/>
                <a:gd name="connsiteX28" fmla="*/ 289179 w 289179"/>
                <a:gd name="connsiteY28" fmla="*/ 228600 h 292608"/>
                <a:gd name="connsiteX29" fmla="*/ 289179 w 289179"/>
                <a:gd name="connsiteY29" fmla="*/ 235458 h 292608"/>
                <a:gd name="connsiteX30" fmla="*/ 289179 w 289179"/>
                <a:gd name="connsiteY30" fmla="*/ 178308 h 292608"/>
                <a:gd name="connsiteX31" fmla="*/ 117729 w 289179"/>
                <a:gd name="connsiteY31" fmla="*/ 178308 h 292608"/>
                <a:gd name="connsiteX32" fmla="*/ 117729 w 289179"/>
                <a:gd name="connsiteY32" fmla="*/ 171450 h 292608"/>
                <a:gd name="connsiteX33" fmla="*/ 289179 w 289179"/>
                <a:gd name="connsiteY33" fmla="*/ 171450 h 292608"/>
                <a:gd name="connsiteX34" fmla="*/ 289179 w 289179"/>
                <a:gd name="connsiteY34" fmla="*/ 178308 h 292608"/>
                <a:gd name="connsiteX35" fmla="*/ 289179 w 289179"/>
                <a:gd name="connsiteY35" fmla="*/ 149733 h 292608"/>
                <a:gd name="connsiteX36" fmla="*/ 117729 w 289179"/>
                <a:gd name="connsiteY36" fmla="*/ 149733 h 292608"/>
                <a:gd name="connsiteX37" fmla="*/ 117729 w 289179"/>
                <a:gd name="connsiteY37" fmla="*/ 142875 h 292608"/>
                <a:gd name="connsiteX38" fmla="*/ 289179 w 289179"/>
                <a:gd name="connsiteY38" fmla="*/ 142875 h 292608"/>
                <a:gd name="connsiteX39" fmla="*/ 289179 w 289179"/>
                <a:gd name="connsiteY39" fmla="*/ 149733 h 292608"/>
                <a:gd name="connsiteX40" fmla="*/ 289179 w 289179"/>
                <a:gd name="connsiteY40" fmla="*/ 121158 h 292608"/>
                <a:gd name="connsiteX41" fmla="*/ 117729 w 289179"/>
                <a:gd name="connsiteY41" fmla="*/ 121158 h 292608"/>
                <a:gd name="connsiteX42" fmla="*/ 117729 w 289179"/>
                <a:gd name="connsiteY42" fmla="*/ 114300 h 292608"/>
                <a:gd name="connsiteX43" fmla="*/ 289179 w 289179"/>
                <a:gd name="connsiteY43" fmla="*/ 114300 h 292608"/>
                <a:gd name="connsiteX44" fmla="*/ 289179 w 289179"/>
                <a:gd name="connsiteY44" fmla="*/ 121158 h 292608"/>
                <a:gd name="connsiteX45" fmla="*/ 289179 w 289179"/>
                <a:gd name="connsiteY45" fmla="*/ 64008 h 292608"/>
                <a:gd name="connsiteX46" fmla="*/ 117729 w 289179"/>
                <a:gd name="connsiteY46" fmla="*/ 64008 h 292608"/>
                <a:gd name="connsiteX47" fmla="*/ 117729 w 289179"/>
                <a:gd name="connsiteY47" fmla="*/ 57150 h 292608"/>
                <a:gd name="connsiteX48" fmla="*/ 289179 w 289179"/>
                <a:gd name="connsiteY48" fmla="*/ 57150 h 292608"/>
                <a:gd name="connsiteX49" fmla="*/ 289179 w 289179"/>
                <a:gd name="connsiteY49" fmla="*/ 64008 h 292608"/>
                <a:gd name="connsiteX50" fmla="*/ 289179 w 289179"/>
                <a:gd name="connsiteY50" fmla="*/ 35433 h 292608"/>
                <a:gd name="connsiteX51" fmla="*/ 117729 w 289179"/>
                <a:gd name="connsiteY51" fmla="*/ 35433 h 292608"/>
                <a:gd name="connsiteX52" fmla="*/ 117729 w 289179"/>
                <a:gd name="connsiteY52" fmla="*/ 28575 h 292608"/>
                <a:gd name="connsiteX53" fmla="*/ 289179 w 289179"/>
                <a:gd name="connsiteY53" fmla="*/ 28575 h 292608"/>
                <a:gd name="connsiteX54" fmla="*/ 289179 w 289179"/>
                <a:gd name="connsiteY54" fmla="*/ 35433 h 292608"/>
                <a:gd name="connsiteX55" fmla="*/ 289179 w 289179"/>
                <a:gd name="connsiteY55" fmla="*/ 6858 h 292608"/>
                <a:gd name="connsiteX56" fmla="*/ 117729 w 289179"/>
                <a:gd name="connsiteY56" fmla="*/ 6858 h 292608"/>
                <a:gd name="connsiteX57" fmla="*/ 117729 w 289179"/>
                <a:gd name="connsiteY57" fmla="*/ 0 h 292608"/>
                <a:gd name="connsiteX58" fmla="*/ 289179 w 289179"/>
                <a:gd name="connsiteY58" fmla="*/ 0 h 292608"/>
                <a:gd name="connsiteX59" fmla="*/ 289179 w 289179"/>
                <a:gd name="connsiteY59" fmla="*/ 6858 h 292608"/>
                <a:gd name="connsiteX0" fmla="*/ 290262 w 290262"/>
                <a:gd name="connsiteY0" fmla="*/ 292608 h 292608"/>
                <a:gd name="connsiteX1" fmla="*/ 118812 w 290262"/>
                <a:gd name="connsiteY1" fmla="*/ 292608 h 292608"/>
                <a:gd name="connsiteX2" fmla="*/ 118812 w 290262"/>
                <a:gd name="connsiteY2" fmla="*/ 285750 h 292608"/>
                <a:gd name="connsiteX3" fmla="*/ 290262 w 290262"/>
                <a:gd name="connsiteY3" fmla="*/ 285750 h 292608"/>
                <a:gd name="connsiteX4" fmla="*/ 290262 w 290262"/>
                <a:gd name="connsiteY4" fmla="*/ 292608 h 292608"/>
                <a:gd name="connsiteX5" fmla="*/ 36516 w 290262"/>
                <a:gd name="connsiteY5" fmla="*/ 170926 h 292608"/>
                <a:gd name="connsiteX6" fmla="*/ 15371 w 290262"/>
                <a:gd name="connsiteY6" fmla="*/ 260604 h 292608"/>
                <a:gd name="connsiteX7" fmla="*/ 8227 w 290262"/>
                <a:gd name="connsiteY7" fmla="*/ 146304 h 292608"/>
                <a:gd name="connsiteX8" fmla="*/ 1083 w 290262"/>
                <a:gd name="connsiteY8" fmla="*/ 32004 h 292608"/>
                <a:gd name="connsiteX9" fmla="*/ 33087 w 290262"/>
                <a:gd name="connsiteY9" fmla="*/ 0 h 292608"/>
                <a:gd name="connsiteX10" fmla="*/ 65091 w 290262"/>
                <a:gd name="connsiteY10" fmla="*/ 32004 h 292608"/>
                <a:gd name="connsiteX11" fmla="*/ 36516 w 290262"/>
                <a:gd name="connsiteY11" fmla="*/ 63827 h 292608"/>
                <a:gd name="connsiteX12" fmla="*/ 36516 w 290262"/>
                <a:gd name="connsiteY12" fmla="*/ 121682 h 292608"/>
                <a:gd name="connsiteX13" fmla="*/ 36516 w 290262"/>
                <a:gd name="connsiteY13" fmla="*/ 170926 h 292608"/>
                <a:gd name="connsiteX14" fmla="*/ 33087 w 290262"/>
                <a:gd name="connsiteY14" fmla="*/ 6858 h 292608"/>
                <a:gd name="connsiteX15" fmla="*/ 7941 w 290262"/>
                <a:gd name="connsiteY15" fmla="*/ 32004 h 292608"/>
                <a:gd name="connsiteX16" fmla="*/ 33087 w 290262"/>
                <a:gd name="connsiteY16" fmla="*/ 57150 h 292608"/>
                <a:gd name="connsiteX17" fmla="*/ 58233 w 290262"/>
                <a:gd name="connsiteY17" fmla="*/ 32004 h 292608"/>
                <a:gd name="connsiteX18" fmla="*/ 33087 w 290262"/>
                <a:gd name="connsiteY18" fmla="*/ 6858 h 292608"/>
                <a:gd name="connsiteX19" fmla="*/ 290262 w 290262"/>
                <a:gd name="connsiteY19" fmla="*/ 264033 h 292608"/>
                <a:gd name="connsiteX20" fmla="*/ 118812 w 290262"/>
                <a:gd name="connsiteY20" fmla="*/ 264033 h 292608"/>
                <a:gd name="connsiteX21" fmla="*/ 118812 w 290262"/>
                <a:gd name="connsiteY21" fmla="*/ 257175 h 292608"/>
                <a:gd name="connsiteX22" fmla="*/ 290262 w 290262"/>
                <a:gd name="connsiteY22" fmla="*/ 257175 h 292608"/>
                <a:gd name="connsiteX23" fmla="*/ 290262 w 290262"/>
                <a:gd name="connsiteY23" fmla="*/ 264033 h 292608"/>
                <a:gd name="connsiteX24" fmla="*/ 290262 w 290262"/>
                <a:gd name="connsiteY24" fmla="*/ 235458 h 292608"/>
                <a:gd name="connsiteX25" fmla="*/ 118812 w 290262"/>
                <a:gd name="connsiteY25" fmla="*/ 235458 h 292608"/>
                <a:gd name="connsiteX26" fmla="*/ 118812 w 290262"/>
                <a:gd name="connsiteY26" fmla="*/ 228600 h 292608"/>
                <a:gd name="connsiteX27" fmla="*/ 290262 w 290262"/>
                <a:gd name="connsiteY27" fmla="*/ 228600 h 292608"/>
                <a:gd name="connsiteX28" fmla="*/ 290262 w 290262"/>
                <a:gd name="connsiteY28" fmla="*/ 235458 h 292608"/>
                <a:gd name="connsiteX29" fmla="*/ 290262 w 290262"/>
                <a:gd name="connsiteY29" fmla="*/ 178308 h 292608"/>
                <a:gd name="connsiteX30" fmla="*/ 118812 w 290262"/>
                <a:gd name="connsiteY30" fmla="*/ 178308 h 292608"/>
                <a:gd name="connsiteX31" fmla="*/ 118812 w 290262"/>
                <a:gd name="connsiteY31" fmla="*/ 171450 h 292608"/>
                <a:gd name="connsiteX32" fmla="*/ 290262 w 290262"/>
                <a:gd name="connsiteY32" fmla="*/ 171450 h 292608"/>
                <a:gd name="connsiteX33" fmla="*/ 290262 w 290262"/>
                <a:gd name="connsiteY33" fmla="*/ 178308 h 292608"/>
                <a:gd name="connsiteX34" fmla="*/ 290262 w 290262"/>
                <a:gd name="connsiteY34" fmla="*/ 149733 h 292608"/>
                <a:gd name="connsiteX35" fmla="*/ 118812 w 290262"/>
                <a:gd name="connsiteY35" fmla="*/ 149733 h 292608"/>
                <a:gd name="connsiteX36" fmla="*/ 118812 w 290262"/>
                <a:gd name="connsiteY36" fmla="*/ 142875 h 292608"/>
                <a:gd name="connsiteX37" fmla="*/ 290262 w 290262"/>
                <a:gd name="connsiteY37" fmla="*/ 142875 h 292608"/>
                <a:gd name="connsiteX38" fmla="*/ 290262 w 290262"/>
                <a:gd name="connsiteY38" fmla="*/ 149733 h 292608"/>
                <a:gd name="connsiteX39" fmla="*/ 290262 w 290262"/>
                <a:gd name="connsiteY39" fmla="*/ 121158 h 292608"/>
                <a:gd name="connsiteX40" fmla="*/ 118812 w 290262"/>
                <a:gd name="connsiteY40" fmla="*/ 121158 h 292608"/>
                <a:gd name="connsiteX41" fmla="*/ 118812 w 290262"/>
                <a:gd name="connsiteY41" fmla="*/ 114300 h 292608"/>
                <a:gd name="connsiteX42" fmla="*/ 290262 w 290262"/>
                <a:gd name="connsiteY42" fmla="*/ 114300 h 292608"/>
                <a:gd name="connsiteX43" fmla="*/ 290262 w 290262"/>
                <a:gd name="connsiteY43" fmla="*/ 121158 h 292608"/>
                <a:gd name="connsiteX44" fmla="*/ 290262 w 290262"/>
                <a:gd name="connsiteY44" fmla="*/ 64008 h 292608"/>
                <a:gd name="connsiteX45" fmla="*/ 118812 w 290262"/>
                <a:gd name="connsiteY45" fmla="*/ 64008 h 292608"/>
                <a:gd name="connsiteX46" fmla="*/ 118812 w 290262"/>
                <a:gd name="connsiteY46" fmla="*/ 57150 h 292608"/>
                <a:gd name="connsiteX47" fmla="*/ 290262 w 290262"/>
                <a:gd name="connsiteY47" fmla="*/ 57150 h 292608"/>
                <a:gd name="connsiteX48" fmla="*/ 290262 w 290262"/>
                <a:gd name="connsiteY48" fmla="*/ 64008 h 292608"/>
                <a:gd name="connsiteX49" fmla="*/ 290262 w 290262"/>
                <a:gd name="connsiteY49" fmla="*/ 35433 h 292608"/>
                <a:gd name="connsiteX50" fmla="*/ 118812 w 290262"/>
                <a:gd name="connsiteY50" fmla="*/ 35433 h 292608"/>
                <a:gd name="connsiteX51" fmla="*/ 118812 w 290262"/>
                <a:gd name="connsiteY51" fmla="*/ 28575 h 292608"/>
                <a:gd name="connsiteX52" fmla="*/ 290262 w 290262"/>
                <a:gd name="connsiteY52" fmla="*/ 28575 h 292608"/>
                <a:gd name="connsiteX53" fmla="*/ 290262 w 290262"/>
                <a:gd name="connsiteY53" fmla="*/ 35433 h 292608"/>
                <a:gd name="connsiteX54" fmla="*/ 290262 w 290262"/>
                <a:gd name="connsiteY54" fmla="*/ 6858 h 292608"/>
                <a:gd name="connsiteX55" fmla="*/ 118812 w 290262"/>
                <a:gd name="connsiteY55" fmla="*/ 6858 h 292608"/>
                <a:gd name="connsiteX56" fmla="*/ 118812 w 290262"/>
                <a:gd name="connsiteY56" fmla="*/ 0 h 292608"/>
                <a:gd name="connsiteX57" fmla="*/ 290262 w 290262"/>
                <a:gd name="connsiteY57" fmla="*/ 0 h 292608"/>
                <a:gd name="connsiteX58" fmla="*/ 290262 w 290262"/>
                <a:gd name="connsiteY58" fmla="*/ 6858 h 292608"/>
                <a:gd name="connsiteX0" fmla="*/ 290262 w 290262"/>
                <a:gd name="connsiteY0" fmla="*/ 292608 h 292608"/>
                <a:gd name="connsiteX1" fmla="*/ 118812 w 290262"/>
                <a:gd name="connsiteY1" fmla="*/ 292608 h 292608"/>
                <a:gd name="connsiteX2" fmla="*/ 118812 w 290262"/>
                <a:gd name="connsiteY2" fmla="*/ 285750 h 292608"/>
                <a:gd name="connsiteX3" fmla="*/ 290262 w 290262"/>
                <a:gd name="connsiteY3" fmla="*/ 285750 h 292608"/>
                <a:gd name="connsiteX4" fmla="*/ 290262 w 290262"/>
                <a:gd name="connsiteY4" fmla="*/ 292608 h 292608"/>
                <a:gd name="connsiteX5" fmla="*/ 36516 w 290262"/>
                <a:gd name="connsiteY5" fmla="*/ 170926 h 292608"/>
                <a:gd name="connsiteX6" fmla="*/ 15371 w 290262"/>
                <a:gd name="connsiteY6" fmla="*/ 260604 h 292608"/>
                <a:gd name="connsiteX7" fmla="*/ 8227 w 290262"/>
                <a:gd name="connsiteY7" fmla="*/ 146304 h 292608"/>
                <a:gd name="connsiteX8" fmla="*/ 1083 w 290262"/>
                <a:gd name="connsiteY8" fmla="*/ 32004 h 292608"/>
                <a:gd name="connsiteX9" fmla="*/ 33087 w 290262"/>
                <a:gd name="connsiteY9" fmla="*/ 0 h 292608"/>
                <a:gd name="connsiteX10" fmla="*/ 65091 w 290262"/>
                <a:gd name="connsiteY10" fmla="*/ 32004 h 292608"/>
                <a:gd name="connsiteX11" fmla="*/ 36516 w 290262"/>
                <a:gd name="connsiteY11" fmla="*/ 121682 h 292608"/>
                <a:gd name="connsiteX12" fmla="*/ 36516 w 290262"/>
                <a:gd name="connsiteY12" fmla="*/ 170926 h 292608"/>
                <a:gd name="connsiteX13" fmla="*/ 33087 w 290262"/>
                <a:gd name="connsiteY13" fmla="*/ 6858 h 292608"/>
                <a:gd name="connsiteX14" fmla="*/ 7941 w 290262"/>
                <a:gd name="connsiteY14" fmla="*/ 32004 h 292608"/>
                <a:gd name="connsiteX15" fmla="*/ 33087 w 290262"/>
                <a:gd name="connsiteY15" fmla="*/ 57150 h 292608"/>
                <a:gd name="connsiteX16" fmla="*/ 58233 w 290262"/>
                <a:gd name="connsiteY16" fmla="*/ 32004 h 292608"/>
                <a:gd name="connsiteX17" fmla="*/ 33087 w 290262"/>
                <a:gd name="connsiteY17" fmla="*/ 6858 h 292608"/>
                <a:gd name="connsiteX18" fmla="*/ 290262 w 290262"/>
                <a:gd name="connsiteY18" fmla="*/ 264033 h 292608"/>
                <a:gd name="connsiteX19" fmla="*/ 118812 w 290262"/>
                <a:gd name="connsiteY19" fmla="*/ 264033 h 292608"/>
                <a:gd name="connsiteX20" fmla="*/ 118812 w 290262"/>
                <a:gd name="connsiteY20" fmla="*/ 257175 h 292608"/>
                <a:gd name="connsiteX21" fmla="*/ 290262 w 290262"/>
                <a:gd name="connsiteY21" fmla="*/ 257175 h 292608"/>
                <a:gd name="connsiteX22" fmla="*/ 290262 w 290262"/>
                <a:gd name="connsiteY22" fmla="*/ 264033 h 292608"/>
                <a:gd name="connsiteX23" fmla="*/ 290262 w 290262"/>
                <a:gd name="connsiteY23" fmla="*/ 235458 h 292608"/>
                <a:gd name="connsiteX24" fmla="*/ 118812 w 290262"/>
                <a:gd name="connsiteY24" fmla="*/ 235458 h 292608"/>
                <a:gd name="connsiteX25" fmla="*/ 118812 w 290262"/>
                <a:gd name="connsiteY25" fmla="*/ 228600 h 292608"/>
                <a:gd name="connsiteX26" fmla="*/ 290262 w 290262"/>
                <a:gd name="connsiteY26" fmla="*/ 228600 h 292608"/>
                <a:gd name="connsiteX27" fmla="*/ 290262 w 290262"/>
                <a:gd name="connsiteY27" fmla="*/ 235458 h 292608"/>
                <a:gd name="connsiteX28" fmla="*/ 290262 w 290262"/>
                <a:gd name="connsiteY28" fmla="*/ 178308 h 292608"/>
                <a:gd name="connsiteX29" fmla="*/ 118812 w 290262"/>
                <a:gd name="connsiteY29" fmla="*/ 178308 h 292608"/>
                <a:gd name="connsiteX30" fmla="*/ 118812 w 290262"/>
                <a:gd name="connsiteY30" fmla="*/ 171450 h 292608"/>
                <a:gd name="connsiteX31" fmla="*/ 290262 w 290262"/>
                <a:gd name="connsiteY31" fmla="*/ 171450 h 292608"/>
                <a:gd name="connsiteX32" fmla="*/ 290262 w 290262"/>
                <a:gd name="connsiteY32" fmla="*/ 178308 h 292608"/>
                <a:gd name="connsiteX33" fmla="*/ 290262 w 290262"/>
                <a:gd name="connsiteY33" fmla="*/ 149733 h 292608"/>
                <a:gd name="connsiteX34" fmla="*/ 118812 w 290262"/>
                <a:gd name="connsiteY34" fmla="*/ 149733 h 292608"/>
                <a:gd name="connsiteX35" fmla="*/ 118812 w 290262"/>
                <a:gd name="connsiteY35" fmla="*/ 142875 h 292608"/>
                <a:gd name="connsiteX36" fmla="*/ 290262 w 290262"/>
                <a:gd name="connsiteY36" fmla="*/ 142875 h 292608"/>
                <a:gd name="connsiteX37" fmla="*/ 290262 w 290262"/>
                <a:gd name="connsiteY37" fmla="*/ 149733 h 292608"/>
                <a:gd name="connsiteX38" fmla="*/ 290262 w 290262"/>
                <a:gd name="connsiteY38" fmla="*/ 121158 h 292608"/>
                <a:gd name="connsiteX39" fmla="*/ 118812 w 290262"/>
                <a:gd name="connsiteY39" fmla="*/ 121158 h 292608"/>
                <a:gd name="connsiteX40" fmla="*/ 118812 w 290262"/>
                <a:gd name="connsiteY40" fmla="*/ 114300 h 292608"/>
                <a:gd name="connsiteX41" fmla="*/ 290262 w 290262"/>
                <a:gd name="connsiteY41" fmla="*/ 114300 h 292608"/>
                <a:gd name="connsiteX42" fmla="*/ 290262 w 290262"/>
                <a:gd name="connsiteY42" fmla="*/ 121158 h 292608"/>
                <a:gd name="connsiteX43" fmla="*/ 290262 w 290262"/>
                <a:gd name="connsiteY43" fmla="*/ 64008 h 292608"/>
                <a:gd name="connsiteX44" fmla="*/ 118812 w 290262"/>
                <a:gd name="connsiteY44" fmla="*/ 64008 h 292608"/>
                <a:gd name="connsiteX45" fmla="*/ 118812 w 290262"/>
                <a:gd name="connsiteY45" fmla="*/ 57150 h 292608"/>
                <a:gd name="connsiteX46" fmla="*/ 290262 w 290262"/>
                <a:gd name="connsiteY46" fmla="*/ 57150 h 292608"/>
                <a:gd name="connsiteX47" fmla="*/ 290262 w 290262"/>
                <a:gd name="connsiteY47" fmla="*/ 64008 h 292608"/>
                <a:gd name="connsiteX48" fmla="*/ 290262 w 290262"/>
                <a:gd name="connsiteY48" fmla="*/ 35433 h 292608"/>
                <a:gd name="connsiteX49" fmla="*/ 118812 w 290262"/>
                <a:gd name="connsiteY49" fmla="*/ 35433 h 292608"/>
                <a:gd name="connsiteX50" fmla="*/ 118812 w 290262"/>
                <a:gd name="connsiteY50" fmla="*/ 28575 h 292608"/>
                <a:gd name="connsiteX51" fmla="*/ 290262 w 290262"/>
                <a:gd name="connsiteY51" fmla="*/ 28575 h 292608"/>
                <a:gd name="connsiteX52" fmla="*/ 290262 w 290262"/>
                <a:gd name="connsiteY52" fmla="*/ 35433 h 292608"/>
                <a:gd name="connsiteX53" fmla="*/ 290262 w 290262"/>
                <a:gd name="connsiteY53" fmla="*/ 6858 h 292608"/>
                <a:gd name="connsiteX54" fmla="*/ 118812 w 290262"/>
                <a:gd name="connsiteY54" fmla="*/ 6858 h 292608"/>
                <a:gd name="connsiteX55" fmla="*/ 118812 w 290262"/>
                <a:gd name="connsiteY55" fmla="*/ 0 h 292608"/>
                <a:gd name="connsiteX56" fmla="*/ 290262 w 290262"/>
                <a:gd name="connsiteY56" fmla="*/ 0 h 292608"/>
                <a:gd name="connsiteX57" fmla="*/ 290262 w 290262"/>
                <a:gd name="connsiteY57" fmla="*/ 6858 h 292608"/>
                <a:gd name="connsiteX0" fmla="*/ 290262 w 290262"/>
                <a:gd name="connsiteY0" fmla="*/ 292608 h 292608"/>
                <a:gd name="connsiteX1" fmla="*/ 118812 w 290262"/>
                <a:gd name="connsiteY1" fmla="*/ 292608 h 292608"/>
                <a:gd name="connsiteX2" fmla="*/ 118812 w 290262"/>
                <a:gd name="connsiteY2" fmla="*/ 285750 h 292608"/>
                <a:gd name="connsiteX3" fmla="*/ 290262 w 290262"/>
                <a:gd name="connsiteY3" fmla="*/ 285750 h 292608"/>
                <a:gd name="connsiteX4" fmla="*/ 290262 w 290262"/>
                <a:gd name="connsiteY4" fmla="*/ 292608 h 292608"/>
                <a:gd name="connsiteX5" fmla="*/ 36516 w 290262"/>
                <a:gd name="connsiteY5" fmla="*/ 170926 h 292608"/>
                <a:gd name="connsiteX6" fmla="*/ 15371 w 290262"/>
                <a:gd name="connsiteY6" fmla="*/ 260604 h 292608"/>
                <a:gd name="connsiteX7" fmla="*/ 8227 w 290262"/>
                <a:gd name="connsiteY7" fmla="*/ 146304 h 292608"/>
                <a:gd name="connsiteX8" fmla="*/ 1083 w 290262"/>
                <a:gd name="connsiteY8" fmla="*/ 32004 h 292608"/>
                <a:gd name="connsiteX9" fmla="*/ 33087 w 290262"/>
                <a:gd name="connsiteY9" fmla="*/ 0 h 292608"/>
                <a:gd name="connsiteX10" fmla="*/ 65091 w 290262"/>
                <a:gd name="connsiteY10" fmla="*/ 32004 h 292608"/>
                <a:gd name="connsiteX11" fmla="*/ 36516 w 290262"/>
                <a:gd name="connsiteY11" fmla="*/ 170926 h 292608"/>
                <a:gd name="connsiteX12" fmla="*/ 33087 w 290262"/>
                <a:gd name="connsiteY12" fmla="*/ 6858 h 292608"/>
                <a:gd name="connsiteX13" fmla="*/ 7941 w 290262"/>
                <a:gd name="connsiteY13" fmla="*/ 32004 h 292608"/>
                <a:gd name="connsiteX14" fmla="*/ 33087 w 290262"/>
                <a:gd name="connsiteY14" fmla="*/ 57150 h 292608"/>
                <a:gd name="connsiteX15" fmla="*/ 58233 w 290262"/>
                <a:gd name="connsiteY15" fmla="*/ 32004 h 292608"/>
                <a:gd name="connsiteX16" fmla="*/ 33087 w 290262"/>
                <a:gd name="connsiteY16" fmla="*/ 6858 h 292608"/>
                <a:gd name="connsiteX17" fmla="*/ 290262 w 290262"/>
                <a:gd name="connsiteY17" fmla="*/ 264033 h 292608"/>
                <a:gd name="connsiteX18" fmla="*/ 118812 w 290262"/>
                <a:gd name="connsiteY18" fmla="*/ 264033 h 292608"/>
                <a:gd name="connsiteX19" fmla="*/ 118812 w 290262"/>
                <a:gd name="connsiteY19" fmla="*/ 257175 h 292608"/>
                <a:gd name="connsiteX20" fmla="*/ 290262 w 290262"/>
                <a:gd name="connsiteY20" fmla="*/ 257175 h 292608"/>
                <a:gd name="connsiteX21" fmla="*/ 290262 w 290262"/>
                <a:gd name="connsiteY21" fmla="*/ 264033 h 292608"/>
                <a:gd name="connsiteX22" fmla="*/ 290262 w 290262"/>
                <a:gd name="connsiteY22" fmla="*/ 235458 h 292608"/>
                <a:gd name="connsiteX23" fmla="*/ 118812 w 290262"/>
                <a:gd name="connsiteY23" fmla="*/ 235458 h 292608"/>
                <a:gd name="connsiteX24" fmla="*/ 118812 w 290262"/>
                <a:gd name="connsiteY24" fmla="*/ 228600 h 292608"/>
                <a:gd name="connsiteX25" fmla="*/ 290262 w 290262"/>
                <a:gd name="connsiteY25" fmla="*/ 228600 h 292608"/>
                <a:gd name="connsiteX26" fmla="*/ 290262 w 290262"/>
                <a:gd name="connsiteY26" fmla="*/ 235458 h 292608"/>
                <a:gd name="connsiteX27" fmla="*/ 290262 w 290262"/>
                <a:gd name="connsiteY27" fmla="*/ 178308 h 292608"/>
                <a:gd name="connsiteX28" fmla="*/ 118812 w 290262"/>
                <a:gd name="connsiteY28" fmla="*/ 178308 h 292608"/>
                <a:gd name="connsiteX29" fmla="*/ 118812 w 290262"/>
                <a:gd name="connsiteY29" fmla="*/ 171450 h 292608"/>
                <a:gd name="connsiteX30" fmla="*/ 290262 w 290262"/>
                <a:gd name="connsiteY30" fmla="*/ 171450 h 292608"/>
                <a:gd name="connsiteX31" fmla="*/ 290262 w 290262"/>
                <a:gd name="connsiteY31" fmla="*/ 178308 h 292608"/>
                <a:gd name="connsiteX32" fmla="*/ 290262 w 290262"/>
                <a:gd name="connsiteY32" fmla="*/ 149733 h 292608"/>
                <a:gd name="connsiteX33" fmla="*/ 118812 w 290262"/>
                <a:gd name="connsiteY33" fmla="*/ 149733 h 292608"/>
                <a:gd name="connsiteX34" fmla="*/ 118812 w 290262"/>
                <a:gd name="connsiteY34" fmla="*/ 142875 h 292608"/>
                <a:gd name="connsiteX35" fmla="*/ 290262 w 290262"/>
                <a:gd name="connsiteY35" fmla="*/ 142875 h 292608"/>
                <a:gd name="connsiteX36" fmla="*/ 290262 w 290262"/>
                <a:gd name="connsiteY36" fmla="*/ 149733 h 292608"/>
                <a:gd name="connsiteX37" fmla="*/ 290262 w 290262"/>
                <a:gd name="connsiteY37" fmla="*/ 121158 h 292608"/>
                <a:gd name="connsiteX38" fmla="*/ 118812 w 290262"/>
                <a:gd name="connsiteY38" fmla="*/ 121158 h 292608"/>
                <a:gd name="connsiteX39" fmla="*/ 118812 w 290262"/>
                <a:gd name="connsiteY39" fmla="*/ 114300 h 292608"/>
                <a:gd name="connsiteX40" fmla="*/ 290262 w 290262"/>
                <a:gd name="connsiteY40" fmla="*/ 114300 h 292608"/>
                <a:gd name="connsiteX41" fmla="*/ 290262 w 290262"/>
                <a:gd name="connsiteY41" fmla="*/ 121158 h 292608"/>
                <a:gd name="connsiteX42" fmla="*/ 290262 w 290262"/>
                <a:gd name="connsiteY42" fmla="*/ 64008 h 292608"/>
                <a:gd name="connsiteX43" fmla="*/ 118812 w 290262"/>
                <a:gd name="connsiteY43" fmla="*/ 64008 h 292608"/>
                <a:gd name="connsiteX44" fmla="*/ 118812 w 290262"/>
                <a:gd name="connsiteY44" fmla="*/ 57150 h 292608"/>
                <a:gd name="connsiteX45" fmla="*/ 290262 w 290262"/>
                <a:gd name="connsiteY45" fmla="*/ 57150 h 292608"/>
                <a:gd name="connsiteX46" fmla="*/ 290262 w 290262"/>
                <a:gd name="connsiteY46" fmla="*/ 64008 h 292608"/>
                <a:gd name="connsiteX47" fmla="*/ 290262 w 290262"/>
                <a:gd name="connsiteY47" fmla="*/ 35433 h 292608"/>
                <a:gd name="connsiteX48" fmla="*/ 118812 w 290262"/>
                <a:gd name="connsiteY48" fmla="*/ 35433 h 292608"/>
                <a:gd name="connsiteX49" fmla="*/ 118812 w 290262"/>
                <a:gd name="connsiteY49" fmla="*/ 28575 h 292608"/>
                <a:gd name="connsiteX50" fmla="*/ 290262 w 290262"/>
                <a:gd name="connsiteY50" fmla="*/ 28575 h 292608"/>
                <a:gd name="connsiteX51" fmla="*/ 290262 w 290262"/>
                <a:gd name="connsiteY51" fmla="*/ 35433 h 292608"/>
                <a:gd name="connsiteX52" fmla="*/ 290262 w 290262"/>
                <a:gd name="connsiteY52" fmla="*/ 6858 h 292608"/>
                <a:gd name="connsiteX53" fmla="*/ 118812 w 290262"/>
                <a:gd name="connsiteY53" fmla="*/ 6858 h 292608"/>
                <a:gd name="connsiteX54" fmla="*/ 118812 w 290262"/>
                <a:gd name="connsiteY54" fmla="*/ 0 h 292608"/>
                <a:gd name="connsiteX55" fmla="*/ 290262 w 290262"/>
                <a:gd name="connsiteY55" fmla="*/ 0 h 292608"/>
                <a:gd name="connsiteX56" fmla="*/ 290262 w 290262"/>
                <a:gd name="connsiteY56" fmla="*/ 6858 h 292608"/>
                <a:gd name="connsiteX0" fmla="*/ 290262 w 290262"/>
                <a:gd name="connsiteY0" fmla="*/ 293967 h 293967"/>
                <a:gd name="connsiteX1" fmla="*/ 118812 w 290262"/>
                <a:gd name="connsiteY1" fmla="*/ 293967 h 293967"/>
                <a:gd name="connsiteX2" fmla="*/ 118812 w 290262"/>
                <a:gd name="connsiteY2" fmla="*/ 287109 h 293967"/>
                <a:gd name="connsiteX3" fmla="*/ 290262 w 290262"/>
                <a:gd name="connsiteY3" fmla="*/ 287109 h 293967"/>
                <a:gd name="connsiteX4" fmla="*/ 290262 w 290262"/>
                <a:gd name="connsiteY4" fmla="*/ 293967 h 293967"/>
                <a:gd name="connsiteX5" fmla="*/ 65091 w 290262"/>
                <a:gd name="connsiteY5" fmla="*/ 33363 h 293967"/>
                <a:gd name="connsiteX6" fmla="*/ 15371 w 290262"/>
                <a:gd name="connsiteY6" fmla="*/ 261963 h 293967"/>
                <a:gd name="connsiteX7" fmla="*/ 8227 w 290262"/>
                <a:gd name="connsiteY7" fmla="*/ 147663 h 293967"/>
                <a:gd name="connsiteX8" fmla="*/ 1083 w 290262"/>
                <a:gd name="connsiteY8" fmla="*/ 33363 h 293967"/>
                <a:gd name="connsiteX9" fmla="*/ 33087 w 290262"/>
                <a:gd name="connsiteY9" fmla="*/ 1359 h 293967"/>
                <a:gd name="connsiteX10" fmla="*/ 65091 w 290262"/>
                <a:gd name="connsiteY10" fmla="*/ 33363 h 293967"/>
                <a:gd name="connsiteX11" fmla="*/ 33087 w 290262"/>
                <a:gd name="connsiteY11" fmla="*/ 8217 h 293967"/>
                <a:gd name="connsiteX12" fmla="*/ 7941 w 290262"/>
                <a:gd name="connsiteY12" fmla="*/ 33363 h 293967"/>
                <a:gd name="connsiteX13" fmla="*/ 33087 w 290262"/>
                <a:gd name="connsiteY13" fmla="*/ 58509 h 293967"/>
                <a:gd name="connsiteX14" fmla="*/ 58233 w 290262"/>
                <a:gd name="connsiteY14" fmla="*/ 33363 h 293967"/>
                <a:gd name="connsiteX15" fmla="*/ 33087 w 290262"/>
                <a:gd name="connsiteY15" fmla="*/ 8217 h 293967"/>
                <a:gd name="connsiteX16" fmla="*/ 290262 w 290262"/>
                <a:gd name="connsiteY16" fmla="*/ 265392 h 293967"/>
                <a:gd name="connsiteX17" fmla="*/ 118812 w 290262"/>
                <a:gd name="connsiteY17" fmla="*/ 265392 h 293967"/>
                <a:gd name="connsiteX18" fmla="*/ 118812 w 290262"/>
                <a:gd name="connsiteY18" fmla="*/ 258534 h 293967"/>
                <a:gd name="connsiteX19" fmla="*/ 290262 w 290262"/>
                <a:gd name="connsiteY19" fmla="*/ 258534 h 293967"/>
                <a:gd name="connsiteX20" fmla="*/ 290262 w 290262"/>
                <a:gd name="connsiteY20" fmla="*/ 265392 h 293967"/>
                <a:gd name="connsiteX21" fmla="*/ 290262 w 290262"/>
                <a:gd name="connsiteY21" fmla="*/ 236817 h 293967"/>
                <a:gd name="connsiteX22" fmla="*/ 118812 w 290262"/>
                <a:gd name="connsiteY22" fmla="*/ 236817 h 293967"/>
                <a:gd name="connsiteX23" fmla="*/ 118812 w 290262"/>
                <a:gd name="connsiteY23" fmla="*/ 229959 h 293967"/>
                <a:gd name="connsiteX24" fmla="*/ 290262 w 290262"/>
                <a:gd name="connsiteY24" fmla="*/ 229959 h 293967"/>
                <a:gd name="connsiteX25" fmla="*/ 290262 w 290262"/>
                <a:gd name="connsiteY25" fmla="*/ 236817 h 293967"/>
                <a:gd name="connsiteX26" fmla="*/ 290262 w 290262"/>
                <a:gd name="connsiteY26" fmla="*/ 179667 h 293967"/>
                <a:gd name="connsiteX27" fmla="*/ 118812 w 290262"/>
                <a:gd name="connsiteY27" fmla="*/ 179667 h 293967"/>
                <a:gd name="connsiteX28" fmla="*/ 118812 w 290262"/>
                <a:gd name="connsiteY28" fmla="*/ 172809 h 293967"/>
                <a:gd name="connsiteX29" fmla="*/ 290262 w 290262"/>
                <a:gd name="connsiteY29" fmla="*/ 172809 h 293967"/>
                <a:gd name="connsiteX30" fmla="*/ 290262 w 290262"/>
                <a:gd name="connsiteY30" fmla="*/ 179667 h 293967"/>
                <a:gd name="connsiteX31" fmla="*/ 290262 w 290262"/>
                <a:gd name="connsiteY31" fmla="*/ 151092 h 293967"/>
                <a:gd name="connsiteX32" fmla="*/ 118812 w 290262"/>
                <a:gd name="connsiteY32" fmla="*/ 151092 h 293967"/>
                <a:gd name="connsiteX33" fmla="*/ 118812 w 290262"/>
                <a:gd name="connsiteY33" fmla="*/ 144234 h 293967"/>
                <a:gd name="connsiteX34" fmla="*/ 290262 w 290262"/>
                <a:gd name="connsiteY34" fmla="*/ 144234 h 293967"/>
                <a:gd name="connsiteX35" fmla="*/ 290262 w 290262"/>
                <a:gd name="connsiteY35" fmla="*/ 151092 h 293967"/>
                <a:gd name="connsiteX36" fmla="*/ 290262 w 290262"/>
                <a:gd name="connsiteY36" fmla="*/ 122517 h 293967"/>
                <a:gd name="connsiteX37" fmla="*/ 118812 w 290262"/>
                <a:gd name="connsiteY37" fmla="*/ 122517 h 293967"/>
                <a:gd name="connsiteX38" fmla="*/ 118812 w 290262"/>
                <a:gd name="connsiteY38" fmla="*/ 115659 h 293967"/>
                <a:gd name="connsiteX39" fmla="*/ 290262 w 290262"/>
                <a:gd name="connsiteY39" fmla="*/ 115659 h 293967"/>
                <a:gd name="connsiteX40" fmla="*/ 290262 w 290262"/>
                <a:gd name="connsiteY40" fmla="*/ 122517 h 293967"/>
                <a:gd name="connsiteX41" fmla="*/ 290262 w 290262"/>
                <a:gd name="connsiteY41" fmla="*/ 65367 h 293967"/>
                <a:gd name="connsiteX42" fmla="*/ 118812 w 290262"/>
                <a:gd name="connsiteY42" fmla="*/ 65367 h 293967"/>
                <a:gd name="connsiteX43" fmla="*/ 118812 w 290262"/>
                <a:gd name="connsiteY43" fmla="*/ 58509 h 293967"/>
                <a:gd name="connsiteX44" fmla="*/ 290262 w 290262"/>
                <a:gd name="connsiteY44" fmla="*/ 58509 h 293967"/>
                <a:gd name="connsiteX45" fmla="*/ 290262 w 290262"/>
                <a:gd name="connsiteY45" fmla="*/ 65367 h 293967"/>
                <a:gd name="connsiteX46" fmla="*/ 290262 w 290262"/>
                <a:gd name="connsiteY46" fmla="*/ 36792 h 293967"/>
                <a:gd name="connsiteX47" fmla="*/ 118812 w 290262"/>
                <a:gd name="connsiteY47" fmla="*/ 36792 h 293967"/>
                <a:gd name="connsiteX48" fmla="*/ 118812 w 290262"/>
                <a:gd name="connsiteY48" fmla="*/ 29934 h 293967"/>
                <a:gd name="connsiteX49" fmla="*/ 290262 w 290262"/>
                <a:gd name="connsiteY49" fmla="*/ 29934 h 293967"/>
                <a:gd name="connsiteX50" fmla="*/ 290262 w 290262"/>
                <a:gd name="connsiteY50" fmla="*/ 36792 h 293967"/>
                <a:gd name="connsiteX51" fmla="*/ 290262 w 290262"/>
                <a:gd name="connsiteY51" fmla="*/ 8217 h 293967"/>
                <a:gd name="connsiteX52" fmla="*/ 118812 w 290262"/>
                <a:gd name="connsiteY52" fmla="*/ 8217 h 293967"/>
                <a:gd name="connsiteX53" fmla="*/ 118812 w 290262"/>
                <a:gd name="connsiteY53" fmla="*/ 1359 h 293967"/>
                <a:gd name="connsiteX54" fmla="*/ 290262 w 290262"/>
                <a:gd name="connsiteY54" fmla="*/ 1359 h 293967"/>
                <a:gd name="connsiteX55" fmla="*/ 290262 w 290262"/>
                <a:gd name="connsiteY55" fmla="*/ 8217 h 293967"/>
                <a:gd name="connsiteX0" fmla="*/ 289888 w 289888"/>
                <a:gd name="connsiteY0" fmla="*/ 293967 h 293967"/>
                <a:gd name="connsiteX1" fmla="*/ 118438 w 289888"/>
                <a:gd name="connsiteY1" fmla="*/ 293967 h 293967"/>
                <a:gd name="connsiteX2" fmla="*/ 118438 w 289888"/>
                <a:gd name="connsiteY2" fmla="*/ 287109 h 293967"/>
                <a:gd name="connsiteX3" fmla="*/ 289888 w 289888"/>
                <a:gd name="connsiteY3" fmla="*/ 287109 h 293967"/>
                <a:gd name="connsiteX4" fmla="*/ 289888 w 289888"/>
                <a:gd name="connsiteY4" fmla="*/ 293967 h 293967"/>
                <a:gd name="connsiteX5" fmla="*/ 64717 w 289888"/>
                <a:gd name="connsiteY5" fmla="*/ 33363 h 293967"/>
                <a:gd name="connsiteX6" fmla="*/ 14997 w 289888"/>
                <a:gd name="connsiteY6" fmla="*/ 261963 h 293967"/>
                <a:gd name="connsiteX7" fmla="*/ 709 w 289888"/>
                <a:gd name="connsiteY7" fmla="*/ 33363 h 293967"/>
                <a:gd name="connsiteX8" fmla="*/ 32713 w 289888"/>
                <a:gd name="connsiteY8" fmla="*/ 1359 h 293967"/>
                <a:gd name="connsiteX9" fmla="*/ 64717 w 289888"/>
                <a:gd name="connsiteY9" fmla="*/ 33363 h 293967"/>
                <a:gd name="connsiteX10" fmla="*/ 32713 w 289888"/>
                <a:gd name="connsiteY10" fmla="*/ 8217 h 293967"/>
                <a:gd name="connsiteX11" fmla="*/ 7567 w 289888"/>
                <a:gd name="connsiteY11" fmla="*/ 33363 h 293967"/>
                <a:gd name="connsiteX12" fmla="*/ 32713 w 289888"/>
                <a:gd name="connsiteY12" fmla="*/ 58509 h 293967"/>
                <a:gd name="connsiteX13" fmla="*/ 57859 w 289888"/>
                <a:gd name="connsiteY13" fmla="*/ 33363 h 293967"/>
                <a:gd name="connsiteX14" fmla="*/ 32713 w 289888"/>
                <a:gd name="connsiteY14" fmla="*/ 8217 h 293967"/>
                <a:gd name="connsiteX15" fmla="*/ 289888 w 289888"/>
                <a:gd name="connsiteY15" fmla="*/ 265392 h 293967"/>
                <a:gd name="connsiteX16" fmla="*/ 118438 w 289888"/>
                <a:gd name="connsiteY16" fmla="*/ 265392 h 293967"/>
                <a:gd name="connsiteX17" fmla="*/ 118438 w 289888"/>
                <a:gd name="connsiteY17" fmla="*/ 258534 h 293967"/>
                <a:gd name="connsiteX18" fmla="*/ 289888 w 289888"/>
                <a:gd name="connsiteY18" fmla="*/ 258534 h 293967"/>
                <a:gd name="connsiteX19" fmla="*/ 289888 w 289888"/>
                <a:gd name="connsiteY19" fmla="*/ 265392 h 293967"/>
                <a:gd name="connsiteX20" fmla="*/ 289888 w 289888"/>
                <a:gd name="connsiteY20" fmla="*/ 236817 h 293967"/>
                <a:gd name="connsiteX21" fmla="*/ 118438 w 289888"/>
                <a:gd name="connsiteY21" fmla="*/ 236817 h 293967"/>
                <a:gd name="connsiteX22" fmla="*/ 118438 w 289888"/>
                <a:gd name="connsiteY22" fmla="*/ 229959 h 293967"/>
                <a:gd name="connsiteX23" fmla="*/ 289888 w 289888"/>
                <a:gd name="connsiteY23" fmla="*/ 229959 h 293967"/>
                <a:gd name="connsiteX24" fmla="*/ 289888 w 289888"/>
                <a:gd name="connsiteY24" fmla="*/ 236817 h 293967"/>
                <a:gd name="connsiteX25" fmla="*/ 289888 w 289888"/>
                <a:gd name="connsiteY25" fmla="*/ 179667 h 293967"/>
                <a:gd name="connsiteX26" fmla="*/ 118438 w 289888"/>
                <a:gd name="connsiteY26" fmla="*/ 179667 h 293967"/>
                <a:gd name="connsiteX27" fmla="*/ 118438 w 289888"/>
                <a:gd name="connsiteY27" fmla="*/ 172809 h 293967"/>
                <a:gd name="connsiteX28" fmla="*/ 289888 w 289888"/>
                <a:gd name="connsiteY28" fmla="*/ 172809 h 293967"/>
                <a:gd name="connsiteX29" fmla="*/ 289888 w 289888"/>
                <a:gd name="connsiteY29" fmla="*/ 179667 h 293967"/>
                <a:gd name="connsiteX30" fmla="*/ 289888 w 289888"/>
                <a:gd name="connsiteY30" fmla="*/ 151092 h 293967"/>
                <a:gd name="connsiteX31" fmla="*/ 118438 w 289888"/>
                <a:gd name="connsiteY31" fmla="*/ 151092 h 293967"/>
                <a:gd name="connsiteX32" fmla="*/ 118438 w 289888"/>
                <a:gd name="connsiteY32" fmla="*/ 144234 h 293967"/>
                <a:gd name="connsiteX33" fmla="*/ 289888 w 289888"/>
                <a:gd name="connsiteY33" fmla="*/ 144234 h 293967"/>
                <a:gd name="connsiteX34" fmla="*/ 289888 w 289888"/>
                <a:gd name="connsiteY34" fmla="*/ 151092 h 293967"/>
                <a:gd name="connsiteX35" fmla="*/ 289888 w 289888"/>
                <a:gd name="connsiteY35" fmla="*/ 122517 h 293967"/>
                <a:gd name="connsiteX36" fmla="*/ 118438 w 289888"/>
                <a:gd name="connsiteY36" fmla="*/ 122517 h 293967"/>
                <a:gd name="connsiteX37" fmla="*/ 118438 w 289888"/>
                <a:gd name="connsiteY37" fmla="*/ 115659 h 293967"/>
                <a:gd name="connsiteX38" fmla="*/ 289888 w 289888"/>
                <a:gd name="connsiteY38" fmla="*/ 115659 h 293967"/>
                <a:gd name="connsiteX39" fmla="*/ 289888 w 289888"/>
                <a:gd name="connsiteY39" fmla="*/ 122517 h 293967"/>
                <a:gd name="connsiteX40" fmla="*/ 289888 w 289888"/>
                <a:gd name="connsiteY40" fmla="*/ 65367 h 293967"/>
                <a:gd name="connsiteX41" fmla="*/ 118438 w 289888"/>
                <a:gd name="connsiteY41" fmla="*/ 65367 h 293967"/>
                <a:gd name="connsiteX42" fmla="*/ 118438 w 289888"/>
                <a:gd name="connsiteY42" fmla="*/ 58509 h 293967"/>
                <a:gd name="connsiteX43" fmla="*/ 289888 w 289888"/>
                <a:gd name="connsiteY43" fmla="*/ 58509 h 293967"/>
                <a:gd name="connsiteX44" fmla="*/ 289888 w 289888"/>
                <a:gd name="connsiteY44" fmla="*/ 65367 h 293967"/>
                <a:gd name="connsiteX45" fmla="*/ 289888 w 289888"/>
                <a:gd name="connsiteY45" fmla="*/ 36792 h 293967"/>
                <a:gd name="connsiteX46" fmla="*/ 118438 w 289888"/>
                <a:gd name="connsiteY46" fmla="*/ 36792 h 293967"/>
                <a:gd name="connsiteX47" fmla="*/ 118438 w 289888"/>
                <a:gd name="connsiteY47" fmla="*/ 29934 h 293967"/>
                <a:gd name="connsiteX48" fmla="*/ 289888 w 289888"/>
                <a:gd name="connsiteY48" fmla="*/ 29934 h 293967"/>
                <a:gd name="connsiteX49" fmla="*/ 289888 w 289888"/>
                <a:gd name="connsiteY49" fmla="*/ 36792 h 293967"/>
                <a:gd name="connsiteX50" fmla="*/ 289888 w 289888"/>
                <a:gd name="connsiteY50" fmla="*/ 8217 h 293967"/>
                <a:gd name="connsiteX51" fmla="*/ 118438 w 289888"/>
                <a:gd name="connsiteY51" fmla="*/ 8217 h 293967"/>
                <a:gd name="connsiteX52" fmla="*/ 118438 w 289888"/>
                <a:gd name="connsiteY52" fmla="*/ 1359 h 293967"/>
                <a:gd name="connsiteX53" fmla="*/ 289888 w 289888"/>
                <a:gd name="connsiteY53" fmla="*/ 1359 h 293967"/>
                <a:gd name="connsiteX54" fmla="*/ 289888 w 289888"/>
                <a:gd name="connsiteY54" fmla="*/ 8217 h 293967"/>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34778 w 291953"/>
                <a:gd name="connsiteY9" fmla="*/ 6858 h 292608"/>
                <a:gd name="connsiteX10" fmla="*/ 9632 w 291953"/>
                <a:gd name="connsiteY10" fmla="*/ 32004 h 292608"/>
                <a:gd name="connsiteX11" fmla="*/ 34778 w 291953"/>
                <a:gd name="connsiteY11" fmla="*/ 57150 h 292608"/>
                <a:gd name="connsiteX12" fmla="*/ 59924 w 291953"/>
                <a:gd name="connsiteY12" fmla="*/ 32004 h 292608"/>
                <a:gd name="connsiteX13" fmla="*/ 34778 w 291953"/>
                <a:gd name="connsiteY13" fmla="*/ 6858 h 292608"/>
                <a:gd name="connsiteX14" fmla="*/ 291953 w 291953"/>
                <a:gd name="connsiteY14" fmla="*/ 264033 h 292608"/>
                <a:gd name="connsiteX15" fmla="*/ 120503 w 291953"/>
                <a:gd name="connsiteY15" fmla="*/ 264033 h 292608"/>
                <a:gd name="connsiteX16" fmla="*/ 120503 w 291953"/>
                <a:gd name="connsiteY16" fmla="*/ 257175 h 292608"/>
                <a:gd name="connsiteX17" fmla="*/ 291953 w 291953"/>
                <a:gd name="connsiteY17" fmla="*/ 257175 h 292608"/>
                <a:gd name="connsiteX18" fmla="*/ 291953 w 291953"/>
                <a:gd name="connsiteY18" fmla="*/ 264033 h 292608"/>
                <a:gd name="connsiteX19" fmla="*/ 291953 w 291953"/>
                <a:gd name="connsiteY19" fmla="*/ 235458 h 292608"/>
                <a:gd name="connsiteX20" fmla="*/ 120503 w 291953"/>
                <a:gd name="connsiteY20" fmla="*/ 235458 h 292608"/>
                <a:gd name="connsiteX21" fmla="*/ 120503 w 291953"/>
                <a:gd name="connsiteY21" fmla="*/ 228600 h 292608"/>
                <a:gd name="connsiteX22" fmla="*/ 291953 w 291953"/>
                <a:gd name="connsiteY22" fmla="*/ 228600 h 292608"/>
                <a:gd name="connsiteX23" fmla="*/ 291953 w 291953"/>
                <a:gd name="connsiteY23" fmla="*/ 235458 h 292608"/>
                <a:gd name="connsiteX24" fmla="*/ 291953 w 291953"/>
                <a:gd name="connsiteY24" fmla="*/ 178308 h 292608"/>
                <a:gd name="connsiteX25" fmla="*/ 120503 w 291953"/>
                <a:gd name="connsiteY25" fmla="*/ 178308 h 292608"/>
                <a:gd name="connsiteX26" fmla="*/ 120503 w 291953"/>
                <a:gd name="connsiteY26" fmla="*/ 171450 h 292608"/>
                <a:gd name="connsiteX27" fmla="*/ 291953 w 291953"/>
                <a:gd name="connsiteY27" fmla="*/ 171450 h 292608"/>
                <a:gd name="connsiteX28" fmla="*/ 291953 w 291953"/>
                <a:gd name="connsiteY28" fmla="*/ 178308 h 292608"/>
                <a:gd name="connsiteX29" fmla="*/ 291953 w 291953"/>
                <a:gd name="connsiteY29" fmla="*/ 149733 h 292608"/>
                <a:gd name="connsiteX30" fmla="*/ 120503 w 291953"/>
                <a:gd name="connsiteY30" fmla="*/ 149733 h 292608"/>
                <a:gd name="connsiteX31" fmla="*/ 120503 w 291953"/>
                <a:gd name="connsiteY31" fmla="*/ 142875 h 292608"/>
                <a:gd name="connsiteX32" fmla="*/ 291953 w 291953"/>
                <a:gd name="connsiteY32" fmla="*/ 142875 h 292608"/>
                <a:gd name="connsiteX33" fmla="*/ 291953 w 291953"/>
                <a:gd name="connsiteY33" fmla="*/ 149733 h 292608"/>
                <a:gd name="connsiteX34" fmla="*/ 291953 w 291953"/>
                <a:gd name="connsiteY34" fmla="*/ 121158 h 292608"/>
                <a:gd name="connsiteX35" fmla="*/ 120503 w 291953"/>
                <a:gd name="connsiteY35" fmla="*/ 121158 h 292608"/>
                <a:gd name="connsiteX36" fmla="*/ 120503 w 291953"/>
                <a:gd name="connsiteY36" fmla="*/ 114300 h 292608"/>
                <a:gd name="connsiteX37" fmla="*/ 291953 w 291953"/>
                <a:gd name="connsiteY37" fmla="*/ 114300 h 292608"/>
                <a:gd name="connsiteX38" fmla="*/ 291953 w 291953"/>
                <a:gd name="connsiteY38" fmla="*/ 121158 h 292608"/>
                <a:gd name="connsiteX39" fmla="*/ 291953 w 291953"/>
                <a:gd name="connsiteY39" fmla="*/ 64008 h 292608"/>
                <a:gd name="connsiteX40" fmla="*/ 120503 w 291953"/>
                <a:gd name="connsiteY40" fmla="*/ 64008 h 292608"/>
                <a:gd name="connsiteX41" fmla="*/ 120503 w 291953"/>
                <a:gd name="connsiteY41" fmla="*/ 57150 h 292608"/>
                <a:gd name="connsiteX42" fmla="*/ 291953 w 291953"/>
                <a:gd name="connsiteY42" fmla="*/ 57150 h 292608"/>
                <a:gd name="connsiteX43" fmla="*/ 291953 w 291953"/>
                <a:gd name="connsiteY43" fmla="*/ 64008 h 292608"/>
                <a:gd name="connsiteX44" fmla="*/ 291953 w 291953"/>
                <a:gd name="connsiteY44" fmla="*/ 35433 h 292608"/>
                <a:gd name="connsiteX45" fmla="*/ 120503 w 291953"/>
                <a:gd name="connsiteY45" fmla="*/ 35433 h 292608"/>
                <a:gd name="connsiteX46" fmla="*/ 120503 w 291953"/>
                <a:gd name="connsiteY46" fmla="*/ 28575 h 292608"/>
                <a:gd name="connsiteX47" fmla="*/ 291953 w 291953"/>
                <a:gd name="connsiteY47" fmla="*/ 28575 h 292608"/>
                <a:gd name="connsiteX48" fmla="*/ 291953 w 291953"/>
                <a:gd name="connsiteY48" fmla="*/ 35433 h 292608"/>
                <a:gd name="connsiteX49" fmla="*/ 291953 w 291953"/>
                <a:gd name="connsiteY49" fmla="*/ 6858 h 292608"/>
                <a:gd name="connsiteX50" fmla="*/ 120503 w 291953"/>
                <a:gd name="connsiteY50" fmla="*/ 6858 h 292608"/>
                <a:gd name="connsiteX51" fmla="*/ 120503 w 291953"/>
                <a:gd name="connsiteY51" fmla="*/ 0 h 292608"/>
                <a:gd name="connsiteX52" fmla="*/ 291953 w 291953"/>
                <a:gd name="connsiteY52" fmla="*/ 0 h 292608"/>
                <a:gd name="connsiteX53" fmla="*/ 291953 w 291953"/>
                <a:gd name="connsiteY53" fmla="*/ 6858 h 292608"/>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59924 w 291953"/>
                <a:gd name="connsiteY9" fmla="*/ 32004 h 292608"/>
                <a:gd name="connsiteX10" fmla="*/ 9632 w 291953"/>
                <a:gd name="connsiteY10" fmla="*/ 32004 h 292608"/>
                <a:gd name="connsiteX11" fmla="*/ 34778 w 291953"/>
                <a:gd name="connsiteY11" fmla="*/ 57150 h 292608"/>
                <a:gd name="connsiteX12" fmla="*/ 59924 w 291953"/>
                <a:gd name="connsiteY12" fmla="*/ 32004 h 292608"/>
                <a:gd name="connsiteX13" fmla="*/ 291953 w 291953"/>
                <a:gd name="connsiteY13" fmla="*/ 264033 h 292608"/>
                <a:gd name="connsiteX14" fmla="*/ 120503 w 291953"/>
                <a:gd name="connsiteY14" fmla="*/ 264033 h 292608"/>
                <a:gd name="connsiteX15" fmla="*/ 120503 w 291953"/>
                <a:gd name="connsiteY15" fmla="*/ 257175 h 292608"/>
                <a:gd name="connsiteX16" fmla="*/ 291953 w 291953"/>
                <a:gd name="connsiteY16" fmla="*/ 257175 h 292608"/>
                <a:gd name="connsiteX17" fmla="*/ 291953 w 291953"/>
                <a:gd name="connsiteY17" fmla="*/ 264033 h 292608"/>
                <a:gd name="connsiteX18" fmla="*/ 291953 w 291953"/>
                <a:gd name="connsiteY18" fmla="*/ 235458 h 292608"/>
                <a:gd name="connsiteX19" fmla="*/ 120503 w 291953"/>
                <a:gd name="connsiteY19" fmla="*/ 235458 h 292608"/>
                <a:gd name="connsiteX20" fmla="*/ 120503 w 291953"/>
                <a:gd name="connsiteY20" fmla="*/ 228600 h 292608"/>
                <a:gd name="connsiteX21" fmla="*/ 291953 w 291953"/>
                <a:gd name="connsiteY21" fmla="*/ 228600 h 292608"/>
                <a:gd name="connsiteX22" fmla="*/ 291953 w 291953"/>
                <a:gd name="connsiteY22" fmla="*/ 235458 h 292608"/>
                <a:gd name="connsiteX23" fmla="*/ 291953 w 291953"/>
                <a:gd name="connsiteY23" fmla="*/ 178308 h 292608"/>
                <a:gd name="connsiteX24" fmla="*/ 120503 w 291953"/>
                <a:gd name="connsiteY24" fmla="*/ 178308 h 292608"/>
                <a:gd name="connsiteX25" fmla="*/ 120503 w 291953"/>
                <a:gd name="connsiteY25" fmla="*/ 171450 h 292608"/>
                <a:gd name="connsiteX26" fmla="*/ 291953 w 291953"/>
                <a:gd name="connsiteY26" fmla="*/ 171450 h 292608"/>
                <a:gd name="connsiteX27" fmla="*/ 291953 w 291953"/>
                <a:gd name="connsiteY27" fmla="*/ 178308 h 292608"/>
                <a:gd name="connsiteX28" fmla="*/ 291953 w 291953"/>
                <a:gd name="connsiteY28" fmla="*/ 149733 h 292608"/>
                <a:gd name="connsiteX29" fmla="*/ 120503 w 291953"/>
                <a:gd name="connsiteY29" fmla="*/ 149733 h 292608"/>
                <a:gd name="connsiteX30" fmla="*/ 120503 w 291953"/>
                <a:gd name="connsiteY30" fmla="*/ 142875 h 292608"/>
                <a:gd name="connsiteX31" fmla="*/ 291953 w 291953"/>
                <a:gd name="connsiteY31" fmla="*/ 142875 h 292608"/>
                <a:gd name="connsiteX32" fmla="*/ 291953 w 291953"/>
                <a:gd name="connsiteY32" fmla="*/ 149733 h 292608"/>
                <a:gd name="connsiteX33" fmla="*/ 291953 w 291953"/>
                <a:gd name="connsiteY33" fmla="*/ 121158 h 292608"/>
                <a:gd name="connsiteX34" fmla="*/ 120503 w 291953"/>
                <a:gd name="connsiteY34" fmla="*/ 121158 h 292608"/>
                <a:gd name="connsiteX35" fmla="*/ 120503 w 291953"/>
                <a:gd name="connsiteY35" fmla="*/ 114300 h 292608"/>
                <a:gd name="connsiteX36" fmla="*/ 291953 w 291953"/>
                <a:gd name="connsiteY36" fmla="*/ 114300 h 292608"/>
                <a:gd name="connsiteX37" fmla="*/ 291953 w 291953"/>
                <a:gd name="connsiteY37" fmla="*/ 121158 h 292608"/>
                <a:gd name="connsiteX38" fmla="*/ 291953 w 291953"/>
                <a:gd name="connsiteY38" fmla="*/ 64008 h 292608"/>
                <a:gd name="connsiteX39" fmla="*/ 120503 w 291953"/>
                <a:gd name="connsiteY39" fmla="*/ 64008 h 292608"/>
                <a:gd name="connsiteX40" fmla="*/ 120503 w 291953"/>
                <a:gd name="connsiteY40" fmla="*/ 57150 h 292608"/>
                <a:gd name="connsiteX41" fmla="*/ 291953 w 291953"/>
                <a:gd name="connsiteY41" fmla="*/ 57150 h 292608"/>
                <a:gd name="connsiteX42" fmla="*/ 291953 w 291953"/>
                <a:gd name="connsiteY42" fmla="*/ 64008 h 292608"/>
                <a:gd name="connsiteX43" fmla="*/ 291953 w 291953"/>
                <a:gd name="connsiteY43" fmla="*/ 35433 h 292608"/>
                <a:gd name="connsiteX44" fmla="*/ 120503 w 291953"/>
                <a:gd name="connsiteY44" fmla="*/ 35433 h 292608"/>
                <a:gd name="connsiteX45" fmla="*/ 120503 w 291953"/>
                <a:gd name="connsiteY45" fmla="*/ 28575 h 292608"/>
                <a:gd name="connsiteX46" fmla="*/ 291953 w 291953"/>
                <a:gd name="connsiteY46" fmla="*/ 28575 h 292608"/>
                <a:gd name="connsiteX47" fmla="*/ 291953 w 291953"/>
                <a:gd name="connsiteY47" fmla="*/ 35433 h 292608"/>
                <a:gd name="connsiteX48" fmla="*/ 291953 w 291953"/>
                <a:gd name="connsiteY48" fmla="*/ 6858 h 292608"/>
                <a:gd name="connsiteX49" fmla="*/ 120503 w 291953"/>
                <a:gd name="connsiteY49" fmla="*/ 6858 h 292608"/>
                <a:gd name="connsiteX50" fmla="*/ 120503 w 291953"/>
                <a:gd name="connsiteY50" fmla="*/ 0 h 292608"/>
                <a:gd name="connsiteX51" fmla="*/ 291953 w 291953"/>
                <a:gd name="connsiteY51" fmla="*/ 0 h 292608"/>
                <a:gd name="connsiteX52" fmla="*/ 291953 w 291953"/>
                <a:gd name="connsiteY52" fmla="*/ 6858 h 292608"/>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59924 w 291953"/>
                <a:gd name="connsiteY9" fmla="*/ 32004 h 292608"/>
                <a:gd name="connsiteX10" fmla="*/ 9632 w 291953"/>
                <a:gd name="connsiteY10" fmla="*/ 32004 h 292608"/>
                <a:gd name="connsiteX11" fmla="*/ 59924 w 291953"/>
                <a:gd name="connsiteY11" fmla="*/ 32004 h 292608"/>
                <a:gd name="connsiteX12" fmla="*/ 291953 w 291953"/>
                <a:gd name="connsiteY12" fmla="*/ 264033 h 292608"/>
                <a:gd name="connsiteX13" fmla="*/ 120503 w 291953"/>
                <a:gd name="connsiteY13" fmla="*/ 264033 h 292608"/>
                <a:gd name="connsiteX14" fmla="*/ 120503 w 291953"/>
                <a:gd name="connsiteY14" fmla="*/ 257175 h 292608"/>
                <a:gd name="connsiteX15" fmla="*/ 291953 w 291953"/>
                <a:gd name="connsiteY15" fmla="*/ 257175 h 292608"/>
                <a:gd name="connsiteX16" fmla="*/ 291953 w 291953"/>
                <a:gd name="connsiteY16" fmla="*/ 264033 h 292608"/>
                <a:gd name="connsiteX17" fmla="*/ 291953 w 291953"/>
                <a:gd name="connsiteY17" fmla="*/ 235458 h 292608"/>
                <a:gd name="connsiteX18" fmla="*/ 120503 w 291953"/>
                <a:gd name="connsiteY18" fmla="*/ 235458 h 292608"/>
                <a:gd name="connsiteX19" fmla="*/ 120503 w 291953"/>
                <a:gd name="connsiteY19" fmla="*/ 228600 h 292608"/>
                <a:gd name="connsiteX20" fmla="*/ 291953 w 291953"/>
                <a:gd name="connsiteY20" fmla="*/ 228600 h 292608"/>
                <a:gd name="connsiteX21" fmla="*/ 291953 w 291953"/>
                <a:gd name="connsiteY21" fmla="*/ 235458 h 292608"/>
                <a:gd name="connsiteX22" fmla="*/ 291953 w 291953"/>
                <a:gd name="connsiteY22" fmla="*/ 178308 h 292608"/>
                <a:gd name="connsiteX23" fmla="*/ 120503 w 291953"/>
                <a:gd name="connsiteY23" fmla="*/ 178308 h 292608"/>
                <a:gd name="connsiteX24" fmla="*/ 120503 w 291953"/>
                <a:gd name="connsiteY24" fmla="*/ 171450 h 292608"/>
                <a:gd name="connsiteX25" fmla="*/ 291953 w 291953"/>
                <a:gd name="connsiteY25" fmla="*/ 171450 h 292608"/>
                <a:gd name="connsiteX26" fmla="*/ 291953 w 291953"/>
                <a:gd name="connsiteY26" fmla="*/ 178308 h 292608"/>
                <a:gd name="connsiteX27" fmla="*/ 291953 w 291953"/>
                <a:gd name="connsiteY27" fmla="*/ 149733 h 292608"/>
                <a:gd name="connsiteX28" fmla="*/ 120503 w 291953"/>
                <a:gd name="connsiteY28" fmla="*/ 149733 h 292608"/>
                <a:gd name="connsiteX29" fmla="*/ 120503 w 291953"/>
                <a:gd name="connsiteY29" fmla="*/ 142875 h 292608"/>
                <a:gd name="connsiteX30" fmla="*/ 291953 w 291953"/>
                <a:gd name="connsiteY30" fmla="*/ 142875 h 292608"/>
                <a:gd name="connsiteX31" fmla="*/ 291953 w 291953"/>
                <a:gd name="connsiteY31" fmla="*/ 149733 h 292608"/>
                <a:gd name="connsiteX32" fmla="*/ 291953 w 291953"/>
                <a:gd name="connsiteY32" fmla="*/ 121158 h 292608"/>
                <a:gd name="connsiteX33" fmla="*/ 120503 w 291953"/>
                <a:gd name="connsiteY33" fmla="*/ 121158 h 292608"/>
                <a:gd name="connsiteX34" fmla="*/ 120503 w 291953"/>
                <a:gd name="connsiteY34" fmla="*/ 114300 h 292608"/>
                <a:gd name="connsiteX35" fmla="*/ 291953 w 291953"/>
                <a:gd name="connsiteY35" fmla="*/ 114300 h 292608"/>
                <a:gd name="connsiteX36" fmla="*/ 291953 w 291953"/>
                <a:gd name="connsiteY36" fmla="*/ 121158 h 292608"/>
                <a:gd name="connsiteX37" fmla="*/ 291953 w 291953"/>
                <a:gd name="connsiteY37" fmla="*/ 64008 h 292608"/>
                <a:gd name="connsiteX38" fmla="*/ 120503 w 291953"/>
                <a:gd name="connsiteY38" fmla="*/ 64008 h 292608"/>
                <a:gd name="connsiteX39" fmla="*/ 120503 w 291953"/>
                <a:gd name="connsiteY39" fmla="*/ 57150 h 292608"/>
                <a:gd name="connsiteX40" fmla="*/ 291953 w 291953"/>
                <a:gd name="connsiteY40" fmla="*/ 57150 h 292608"/>
                <a:gd name="connsiteX41" fmla="*/ 291953 w 291953"/>
                <a:gd name="connsiteY41" fmla="*/ 64008 h 292608"/>
                <a:gd name="connsiteX42" fmla="*/ 291953 w 291953"/>
                <a:gd name="connsiteY42" fmla="*/ 35433 h 292608"/>
                <a:gd name="connsiteX43" fmla="*/ 120503 w 291953"/>
                <a:gd name="connsiteY43" fmla="*/ 35433 h 292608"/>
                <a:gd name="connsiteX44" fmla="*/ 120503 w 291953"/>
                <a:gd name="connsiteY44" fmla="*/ 28575 h 292608"/>
                <a:gd name="connsiteX45" fmla="*/ 291953 w 291953"/>
                <a:gd name="connsiteY45" fmla="*/ 28575 h 292608"/>
                <a:gd name="connsiteX46" fmla="*/ 291953 w 291953"/>
                <a:gd name="connsiteY46" fmla="*/ 35433 h 292608"/>
                <a:gd name="connsiteX47" fmla="*/ 291953 w 291953"/>
                <a:gd name="connsiteY47" fmla="*/ 6858 h 292608"/>
                <a:gd name="connsiteX48" fmla="*/ 120503 w 291953"/>
                <a:gd name="connsiteY48" fmla="*/ 6858 h 292608"/>
                <a:gd name="connsiteX49" fmla="*/ 120503 w 291953"/>
                <a:gd name="connsiteY49" fmla="*/ 0 h 292608"/>
                <a:gd name="connsiteX50" fmla="*/ 291953 w 291953"/>
                <a:gd name="connsiteY50" fmla="*/ 0 h 292608"/>
                <a:gd name="connsiteX51" fmla="*/ 291953 w 291953"/>
                <a:gd name="connsiteY51" fmla="*/ 6858 h 292608"/>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291953 w 291953"/>
                <a:gd name="connsiteY9" fmla="*/ 264033 h 292608"/>
                <a:gd name="connsiteX10" fmla="*/ 120503 w 291953"/>
                <a:gd name="connsiteY10" fmla="*/ 264033 h 292608"/>
                <a:gd name="connsiteX11" fmla="*/ 120503 w 291953"/>
                <a:gd name="connsiteY11" fmla="*/ 257175 h 292608"/>
                <a:gd name="connsiteX12" fmla="*/ 291953 w 291953"/>
                <a:gd name="connsiteY12" fmla="*/ 257175 h 292608"/>
                <a:gd name="connsiteX13" fmla="*/ 291953 w 291953"/>
                <a:gd name="connsiteY13" fmla="*/ 264033 h 292608"/>
                <a:gd name="connsiteX14" fmla="*/ 291953 w 291953"/>
                <a:gd name="connsiteY14" fmla="*/ 235458 h 292608"/>
                <a:gd name="connsiteX15" fmla="*/ 120503 w 291953"/>
                <a:gd name="connsiteY15" fmla="*/ 235458 h 292608"/>
                <a:gd name="connsiteX16" fmla="*/ 120503 w 291953"/>
                <a:gd name="connsiteY16" fmla="*/ 228600 h 292608"/>
                <a:gd name="connsiteX17" fmla="*/ 291953 w 291953"/>
                <a:gd name="connsiteY17" fmla="*/ 228600 h 292608"/>
                <a:gd name="connsiteX18" fmla="*/ 291953 w 291953"/>
                <a:gd name="connsiteY18" fmla="*/ 235458 h 292608"/>
                <a:gd name="connsiteX19" fmla="*/ 291953 w 291953"/>
                <a:gd name="connsiteY19" fmla="*/ 178308 h 292608"/>
                <a:gd name="connsiteX20" fmla="*/ 120503 w 291953"/>
                <a:gd name="connsiteY20" fmla="*/ 178308 h 292608"/>
                <a:gd name="connsiteX21" fmla="*/ 120503 w 291953"/>
                <a:gd name="connsiteY21" fmla="*/ 171450 h 292608"/>
                <a:gd name="connsiteX22" fmla="*/ 291953 w 291953"/>
                <a:gd name="connsiteY22" fmla="*/ 171450 h 292608"/>
                <a:gd name="connsiteX23" fmla="*/ 291953 w 291953"/>
                <a:gd name="connsiteY23" fmla="*/ 178308 h 292608"/>
                <a:gd name="connsiteX24" fmla="*/ 291953 w 291953"/>
                <a:gd name="connsiteY24" fmla="*/ 149733 h 292608"/>
                <a:gd name="connsiteX25" fmla="*/ 120503 w 291953"/>
                <a:gd name="connsiteY25" fmla="*/ 149733 h 292608"/>
                <a:gd name="connsiteX26" fmla="*/ 120503 w 291953"/>
                <a:gd name="connsiteY26" fmla="*/ 142875 h 292608"/>
                <a:gd name="connsiteX27" fmla="*/ 291953 w 291953"/>
                <a:gd name="connsiteY27" fmla="*/ 142875 h 292608"/>
                <a:gd name="connsiteX28" fmla="*/ 291953 w 291953"/>
                <a:gd name="connsiteY28" fmla="*/ 149733 h 292608"/>
                <a:gd name="connsiteX29" fmla="*/ 291953 w 291953"/>
                <a:gd name="connsiteY29" fmla="*/ 121158 h 292608"/>
                <a:gd name="connsiteX30" fmla="*/ 120503 w 291953"/>
                <a:gd name="connsiteY30" fmla="*/ 121158 h 292608"/>
                <a:gd name="connsiteX31" fmla="*/ 120503 w 291953"/>
                <a:gd name="connsiteY31" fmla="*/ 114300 h 292608"/>
                <a:gd name="connsiteX32" fmla="*/ 291953 w 291953"/>
                <a:gd name="connsiteY32" fmla="*/ 114300 h 292608"/>
                <a:gd name="connsiteX33" fmla="*/ 291953 w 291953"/>
                <a:gd name="connsiteY33" fmla="*/ 121158 h 292608"/>
                <a:gd name="connsiteX34" fmla="*/ 291953 w 291953"/>
                <a:gd name="connsiteY34" fmla="*/ 64008 h 292608"/>
                <a:gd name="connsiteX35" fmla="*/ 120503 w 291953"/>
                <a:gd name="connsiteY35" fmla="*/ 64008 h 292608"/>
                <a:gd name="connsiteX36" fmla="*/ 120503 w 291953"/>
                <a:gd name="connsiteY36" fmla="*/ 57150 h 292608"/>
                <a:gd name="connsiteX37" fmla="*/ 291953 w 291953"/>
                <a:gd name="connsiteY37" fmla="*/ 57150 h 292608"/>
                <a:gd name="connsiteX38" fmla="*/ 291953 w 291953"/>
                <a:gd name="connsiteY38" fmla="*/ 64008 h 292608"/>
                <a:gd name="connsiteX39" fmla="*/ 291953 w 291953"/>
                <a:gd name="connsiteY39" fmla="*/ 35433 h 292608"/>
                <a:gd name="connsiteX40" fmla="*/ 120503 w 291953"/>
                <a:gd name="connsiteY40" fmla="*/ 35433 h 292608"/>
                <a:gd name="connsiteX41" fmla="*/ 120503 w 291953"/>
                <a:gd name="connsiteY41" fmla="*/ 28575 h 292608"/>
                <a:gd name="connsiteX42" fmla="*/ 291953 w 291953"/>
                <a:gd name="connsiteY42" fmla="*/ 28575 h 292608"/>
                <a:gd name="connsiteX43" fmla="*/ 291953 w 291953"/>
                <a:gd name="connsiteY43" fmla="*/ 35433 h 292608"/>
                <a:gd name="connsiteX44" fmla="*/ 291953 w 291953"/>
                <a:gd name="connsiteY44" fmla="*/ 6858 h 292608"/>
                <a:gd name="connsiteX45" fmla="*/ 120503 w 291953"/>
                <a:gd name="connsiteY45" fmla="*/ 6858 h 292608"/>
                <a:gd name="connsiteX46" fmla="*/ 120503 w 291953"/>
                <a:gd name="connsiteY46" fmla="*/ 0 h 292608"/>
                <a:gd name="connsiteX47" fmla="*/ 291953 w 291953"/>
                <a:gd name="connsiteY47" fmla="*/ 0 h 292608"/>
                <a:gd name="connsiteX48" fmla="*/ 291953 w 291953"/>
                <a:gd name="connsiteY48" fmla="*/ 6858 h 292608"/>
                <a:gd name="connsiteX0" fmla="*/ 274891 w 274891"/>
                <a:gd name="connsiteY0" fmla="*/ 292608 h 292608"/>
                <a:gd name="connsiteX1" fmla="*/ 103441 w 274891"/>
                <a:gd name="connsiteY1" fmla="*/ 292608 h 292608"/>
                <a:gd name="connsiteX2" fmla="*/ 103441 w 274891"/>
                <a:gd name="connsiteY2" fmla="*/ 285750 h 292608"/>
                <a:gd name="connsiteX3" fmla="*/ 274891 w 274891"/>
                <a:gd name="connsiteY3" fmla="*/ 285750 h 292608"/>
                <a:gd name="connsiteX4" fmla="*/ 274891 w 274891"/>
                <a:gd name="connsiteY4" fmla="*/ 292608 h 292608"/>
                <a:gd name="connsiteX5" fmla="*/ 49720 w 274891"/>
                <a:gd name="connsiteY5" fmla="*/ 32004 h 292608"/>
                <a:gd name="connsiteX6" fmla="*/ 0 w 274891"/>
                <a:gd name="connsiteY6" fmla="*/ 260604 h 292608"/>
                <a:gd name="connsiteX7" fmla="*/ 49720 w 274891"/>
                <a:gd name="connsiteY7" fmla="*/ 32004 h 292608"/>
                <a:gd name="connsiteX8" fmla="*/ 274891 w 274891"/>
                <a:gd name="connsiteY8" fmla="*/ 264033 h 292608"/>
                <a:gd name="connsiteX9" fmla="*/ 103441 w 274891"/>
                <a:gd name="connsiteY9" fmla="*/ 264033 h 292608"/>
                <a:gd name="connsiteX10" fmla="*/ 103441 w 274891"/>
                <a:gd name="connsiteY10" fmla="*/ 257175 h 292608"/>
                <a:gd name="connsiteX11" fmla="*/ 274891 w 274891"/>
                <a:gd name="connsiteY11" fmla="*/ 257175 h 292608"/>
                <a:gd name="connsiteX12" fmla="*/ 274891 w 274891"/>
                <a:gd name="connsiteY12" fmla="*/ 264033 h 292608"/>
                <a:gd name="connsiteX13" fmla="*/ 274891 w 274891"/>
                <a:gd name="connsiteY13" fmla="*/ 235458 h 292608"/>
                <a:gd name="connsiteX14" fmla="*/ 103441 w 274891"/>
                <a:gd name="connsiteY14" fmla="*/ 235458 h 292608"/>
                <a:gd name="connsiteX15" fmla="*/ 103441 w 274891"/>
                <a:gd name="connsiteY15" fmla="*/ 228600 h 292608"/>
                <a:gd name="connsiteX16" fmla="*/ 274891 w 274891"/>
                <a:gd name="connsiteY16" fmla="*/ 228600 h 292608"/>
                <a:gd name="connsiteX17" fmla="*/ 274891 w 274891"/>
                <a:gd name="connsiteY17" fmla="*/ 235458 h 292608"/>
                <a:gd name="connsiteX18" fmla="*/ 274891 w 274891"/>
                <a:gd name="connsiteY18" fmla="*/ 178308 h 292608"/>
                <a:gd name="connsiteX19" fmla="*/ 103441 w 274891"/>
                <a:gd name="connsiteY19" fmla="*/ 178308 h 292608"/>
                <a:gd name="connsiteX20" fmla="*/ 103441 w 274891"/>
                <a:gd name="connsiteY20" fmla="*/ 171450 h 292608"/>
                <a:gd name="connsiteX21" fmla="*/ 274891 w 274891"/>
                <a:gd name="connsiteY21" fmla="*/ 171450 h 292608"/>
                <a:gd name="connsiteX22" fmla="*/ 274891 w 274891"/>
                <a:gd name="connsiteY22" fmla="*/ 178308 h 292608"/>
                <a:gd name="connsiteX23" fmla="*/ 274891 w 274891"/>
                <a:gd name="connsiteY23" fmla="*/ 149733 h 292608"/>
                <a:gd name="connsiteX24" fmla="*/ 103441 w 274891"/>
                <a:gd name="connsiteY24" fmla="*/ 149733 h 292608"/>
                <a:gd name="connsiteX25" fmla="*/ 103441 w 274891"/>
                <a:gd name="connsiteY25" fmla="*/ 142875 h 292608"/>
                <a:gd name="connsiteX26" fmla="*/ 274891 w 274891"/>
                <a:gd name="connsiteY26" fmla="*/ 142875 h 292608"/>
                <a:gd name="connsiteX27" fmla="*/ 274891 w 274891"/>
                <a:gd name="connsiteY27" fmla="*/ 149733 h 292608"/>
                <a:gd name="connsiteX28" fmla="*/ 274891 w 274891"/>
                <a:gd name="connsiteY28" fmla="*/ 121158 h 292608"/>
                <a:gd name="connsiteX29" fmla="*/ 103441 w 274891"/>
                <a:gd name="connsiteY29" fmla="*/ 121158 h 292608"/>
                <a:gd name="connsiteX30" fmla="*/ 103441 w 274891"/>
                <a:gd name="connsiteY30" fmla="*/ 114300 h 292608"/>
                <a:gd name="connsiteX31" fmla="*/ 274891 w 274891"/>
                <a:gd name="connsiteY31" fmla="*/ 114300 h 292608"/>
                <a:gd name="connsiteX32" fmla="*/ 274891 w 274891"/>
                <a:gd name="connsiteY32" fmla="*/ 121158 h 292608"/>
                <a:gd name="connsiteX33" fmla="*/ 274891 w 274891"/>
                <a:gd name="connsiteY33" fmla="*/ 64008 h 292608"/>
                <a:gd name="connsiteX34" fmla="*/ 103441 w 274891"/>
                <a:gd name="connsiteY34" fmla="*/ 64008 h 292608"/>
                <a:gd name="connsiteX35" fmla="*/ 103441 w 274891"/>
                <a:gd name="connsiteY35" fmla="*/ 57150 h 292608"/>
                <a:gd name="connsiteX36" fmla="*/ 274891 w 274891"/>
                <a:gd name="connsiteY36" fmla="*/ 57150 h 292608"/>
                <a:gd name="connsiteX37" fmla="*/ 274891 w 274891"/>
                <a:gd name="connsiteY37" fmla="*/ 64008 h 292608"/>
                <a:gd name="connsiteX38" fmla="*/ 274891 w 274891"/>
                <a:gd name="connsiteY38" fmla="*/ 35433 h 292608"/>
                <a:gd name="connsiteX39" fmla="*/ 103441 w 274891"/>
                <a:gd name="connsiteY39" fmla="*/ 35433 h 292608"/>
                <a:gd name="connsiteX40" fmla="*/ 103441 w 274891"/>
                <a:gd name="connsiteY40" fmla="*/ 28575 h 292608"/>
                <a:gd name="connsiteX41" fmla="*/ 274891 w 274891"/>
                <a:gd name="connsiteY41" fmla="*/ 28575 h 292608"/>
                <a:gd name="connsiteX42" fmla="*/ 274891 w 274891"/>
                <a:gd name="connsiteY42" fmla="*/ 35433 h 292608"/>
                <a:gd name="connsiteX43" fmla="*/ 274891 w 274891"/>
                <a:gd name="connsiteY43" fmla="*/ 6858 h 292608"/>
                <a:gd name="connsiteX44" fmla="*/ 103441 w 274891"/>
                <a:gd name="connsiteY44" fmla="*/ 6858 h 292608"/>
                <a:gd name="connsiteX45" fmla="*/ 103441 w 274891"/>
                <a:gd name="connsiteY45" fmla="*/ 0 h 292608"/>
                <a:gd name="connsiteX46" fmla="*/ 274891 w 274891"/>
                <a:gd name="connsiteY46" fmla="*/ 0 h 292608"/>
                <a:gd name="connsiteX47" fmla="*/ 274891 w 274891"/>
                <a:gd name="connsiteY47" fmla="*/ 6858 h 292608"/>
                <a:gd name="connsiteX0" fmla="*/ 171450 w 171450"/>
                <a:gd name="connsiteY0" fmla="*/ 292608 h 292608"/>
                <a:gd name="connsiteX1" fmla="*/ 0 w 171450"/>
                <a:gd name="connsiteY1" fmla="*/ 292608 h 292608"/>
                <a:gd name="connsiteX2" fmla="*/ 0 w 171450"/>
                <a:gd name="connsiteY2" fmla="*/ 285750 h 292608"/>
                <a:gd name="connsiteX3" fmla="*/ 171450 w 171450"/>
                <a:gd name="connsiteY3" fmla="*/ 285750 h 292608"/>
                <a:gd name="connsiteX4" fmla="*/ 171450 w 171450"/>
                <a:gd name="connsiteY4" fmla="*/ 292608 h 292608"/>
                <a:gd name="connsiteX5" fmla="*/ 171450 w 171450"/>
                <a:gd name="connsiteY5" fmla="*/ 264033 h 292608"/>
                <a:gd name="connsiteX6" fmla="*/ 0 w 171450"/>
                <a:gd name="connsiteY6" fmla="*/ 264033 h 292608"/>
                <a:gd name="connsiteX7" fmla="*/ 0 w 171450"/>
                <a:gd name="connsiteY7" fmla="*/ 257175 h 292608"/>
                <a:gd name="connsiteX8" fmla="*/ 171450 w 171450"/>
                <a:gd name="connsiteY8" fmla="*/ 257175 h 292608"/>
                <a:gd name="connsiteX9" fmla="*/ 171450 w 171450"/>
                <a:gd name="connsiteY9" fmla="*/ 264033 h 292608"/>
                <a:gd name="connsiteX10" fmla="*/ 171450 w 171450"/>
                <a:gd name="connsiteY10" fmla="*/ 235458 h 292608"/>
                <a:gd name="connsiteX11" fmla="*/ 0 w 171450"/>
                <a:gd name="connsiteY11" fmla="*/ 235458 h 292608"/>
                <a:gd name="connsiteX12" fmla="*/ 0 w 171450"/>
                <a:gd name="connsiteY12" fmla="*/ 228600 h 292608"/>
                <a:gd name="connsiteX13" fmla="*/ 171450 w 171450"/>
                <a:gd name="connsiteY13" fmla="*/ 228600 h 292608"/>
                <a:gd name="connsiteX14" fmla="*/ 171450 w 171450"/>
                <a:gd name="connsiteY14" fmla="*/ 235458 h 292608"/>
                <a:gd name="connsiteX15" fmla="*/ 171450 w 171450"/>
                <a:gd name="connsiteY15" fmla="*/ 178308 h 292608"/>
                <a:gd name="connsiteX16" fmla="*/ 0 w 171450"/>
                <a:gd name="connsiteY16" fmla="*/ 178308 h 292608"/>
                <a:gd name="connsiteX17" fmla="*/ 0 w 171450"/>
                <a:gd name="connsiteY17" fmla="*/ 171450 h 292608"/>
                <a:gd name="connsiteX18" fmla="*/ 171450 w 171450"/>
                <a:gd name="connsiteY18" fmla="*/ 171450 h 292608"/>
                <a:gd name="connsiteX19" fmla="*/ 171450 w 171450"/>
                <a:gd name="connsiteY19" fmla="*/ 178308 h 292608"/>
                <a:gd name="connsiteX20" fmla="*/ 171450 w 171450"/>
                <a:gd name="connsiteY20" fmla="*/ 149733 h 292608"/>
                <a:gd name="connsiteX21" fmla="*/ 0 w 171450"/>
                <a:gd name="connsiteY21" fmla="*/ 149733 h 292608"/>
                <a:gd name="connsiteX22" fmla="*/ 0 w 171450"/>
                <a:gd name="connsiteY22" fmla="*/ 142875 h 292608"/>
                <a:gd name="connsiteX23" fmla="*/ 171450 w 171450"/>
                <a:gd name="connsiteY23" fmla="*/ 142875 h 292608"/>
                <a:gd name="connsiteX24" fmla="*/ 171450 w 171450"/>
                <a:gd name="connsiteY24" fmla="*/ 149733 h 292608"/>
                <a:gd name="connsiteX25" fmla="*/ 171450 w 171450"/>
                <a:gd name="connsiteY25" fmla="*/ 121158 h 292608"/>
                <a:gd name="connsiteX26" fmla="*/ 0 w 171450"/>
                <a:gd name="connsiteY26" fmla="*/ 121158 h 292608"/>
                <a:gd name="connsiteX27" fmla="*/ 0 w 171450"/>
                <a:gd name="connsiteY27" fmla="*/ 114300 h 292608"/>
                <a:gd name="connsiteX28" fmla="*/ 171450 w 171450"/>
                <a:gd name="connsiteY28" fmla="*/ 114300 h 292608"/>
                <a:gd name="connsiteX29" fmla="*/ 171450 w 171450"/>
                <a:gd name="connsiteY29" fmla="*/ 121158 h 292608"/>
                <a:gd name="connsiteX30" fmla="*/ 171450 w 171450"/>
                <a:gd name="connsiteY30" fmla="*/ 64008 h 292608"/>
                <a:gd name="connsiteX31" fmla="*/ 0 w 171450"/>
                <a:gd name="connsiteY31" fmla="*/ 64008 h 292608"/>
                <a:gd name="connsiteX32" fmla="*/ 0 w 171450"/>
                <a:gd name="connsiteY32" fmla="*/ 57150 h 292608"/>
                <a:gd name="connsiteX33" fmla="*/ 171450 w 171450"/>
                <a:gd name="connsiteY33" fmla="*/ 57150 h 292608"/>
                <a:gd name="connsiteX34" fmla="*/ 171450 w 171450"/>
                <a:gd name="connsiteY34" fmla="*/ 64008 h 292608"/>
                <a:gd name="connsiteX35" fmla="*/ 171450 w 171450"/>
                <a:gd name="connsiteY35" fmla="*/ 35433 h 292608"/>
                <a:gd name="connsiteX36" fmla="*/ 0 w 171450"/>
                <a:gd name="connsiteY36" fmla="*/ 35433 h 292608"/>
                <a:gd name="connsiteX37" fmla="*/ 0 w 171450"/>
                <a:gd name="connsiteY37" fmla="*/ 28575 h 292608"/>
                <a:gd name="connsiteX38" fmla="*/ 171450 w 171450"/>
                <a:gd name="connsiteY38" fmla="*/ 28575 h 292608"/>
                <a:gd name="connsiteX39" fmla="*/ 171450 w 171450"/>
                <a:gd name="connsiteY39" fmla="*/ 35433 h 292608"/>
                <a:gd name="connsiteX40" fmla="*/ 171450 w 171450"/>
                <a:gd name="connsiteY40" fmla="*/ 6858 h 292608"/>
                <a:gd name="connsiteX41" fmla="*/ 0 w 171450"/>
                <a:gd name="connsiteY41" fmla="*/ 6858 h 292608"/>
                <a:gd name="connsiteX42" fmla="*/ 0 w 171450"/>
                <a:gd name="connsiteY42" fmla="*/ 0 h 292608"/>
                <a:gd name="connsiteX43" fmla="*/ 171450 w 171450"/>
                <a:gd name="connsiteY43" fmla="*/ 0 h 292608"/>
                <a:gd name="connsiteX44" fmla="*/ 171450 w 171450"/>
                <a:gd name="connsiteY44" fmla="*/ 6858 h 29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71450" h="292608">
                  <a:moveTo>
                    <a:pt x="171450" y="292608"/>
                  </a:moveTo>
                  <a:lnTo>
                    <a:pt x="0" y="292608"/>
                  </a:lnTo>
                  <a:lnTo>
                    <a:pt x="0" y="285750"/>
                  </a:lnTo>
                  <a:lnTo>
                    <a:pt x="171450" y="285750"/>
                  </a:lnTo>
                  <a:lnTo>
                    <a:pt x="171450" y="292608"/>
                  </a:lnTo>
                  <a:close/>
                  <a:moveTo>
                    <a:pt x="171450" y="264033"/>
                  </a:moveTo>
                  <a:lnTo>
                    <a:pt x="0" y="264033"/>
                  </a:lnTo>
                  <a:lnTo>
                    <a:pt x="0" y="257175"/>
                  </a:lnTo>
                  <a:lnTo>
                    <a:pt x="171450" y="257175"/>
                  </a:lnTo>
                  <a:lnTo>
                    <a:pt x="171450" y="264033"/>
                  </a:lnTo>
                  <a:close/>
                  <a:moveTo>
                    <a:pt x="171450" y="235458"/>
                  </a:moveTo>
                  <a:lnTo>
                    <a:pt x="0" y="235458"/>
                  </a:lnTo>
                  <a:lnTo>
                    <a:pt x="0" y="228600"/>
                  </a:lnTo>
                  <a:lnTo>
                    <a:pt x="171450" y="228600"/>
                  </a:lnTo>
                  <a:lnTo>
                    <a:pt x="171450" y="235458"/>
                  </a:lnTo>
                  <a:close/>
                  <a:moveTo>
                    <a:pt x="171450" y="178308"/>
                  </a:moveTo>
                  <a:lnTo>
                    <a:pt x="0" y="178308"/>
                  </a:lnTo>
                  <a:lnTo>
                    <a:pt x="0" y="171450"/>
                  </a:lnTo>
                  <a:lnTo>
                    <a:pt x="171450" y="171450"/>
                  </a:lnTo>
                  <a:lnTo>
                    <a:pt x="171450" y="178308"/>
                  </a:lnTo>
                  <a:close/>
                  <a:moveTo>
                    <a:pt x="171450" y="149733"/>
                  </a:moveTo>
                  <a:lnTo>
                    <a:pt x="0" y="149733"/>
                  </a:lnTo>
                  <a:lnTo>
                    <a:pt x="0" y="142875"/>
                  </a:lnTo>
                  <a:lnTo>
                    <a:pt x="171450" y="142875"/>
                  </a:lnTo>
                  <a:lnTo>
                    <a:pt x="171450" y="149733"/>
                  </a:lnTo>
                  <a:close/>
                  <a:moveTo>
                    <a:pt x="171450" y="121158"/>
                  </a:moveTo>
                  <a:lnTo>
                    <a:pt x="0" y="121158"/>
                  </a:lnTo>
                  <a:lnTo>
                    <a:pt x="0" y="114300"/>
                  </a:lnTo>
                  <a:lnTo>
                    <a:pt x="171450" y="114300"/>
                  </a:lnTo>
                  <a:lnTo>
                    <a:pt x="171450" y="121158"/>
                  </a:lnTo>
                  <a:close/>
                  <a:moveTo>
                    <a:pt x="171450" y="64008"/>
                  </a:moveTo>
                  <a:lnTo>
                    <a:pt x="0" y="64008"/>
                  </a:lnTo>
                  <a:lnTo>
                    <a:pt x="0" y="57150"/>
                  </a:lnTo>
                  <a:lnTo>
                    <a:pt x="171450" y="57150"/>
                  </a:lnTo>
                  <a:lnTo>
                    <a:pt x="171450" y="64008"/>
                  </a:lnTo>
                  <a:close/>
                  <a:moveTo>
                    <a:pt x="171450" y="35433"/>
                  </a:moveTo>
                  <a:lnTo>
                    <a:pt x="0" y="35433"/>
                  </a:lnTo>
                  <a:lnTo>
                    <a:pt x="0" y="28575"/>
                  </a:lnTo>
                  <a:lnTo>
                    <a:pt x="171450" y="28575"/>
                  </a:lnTo>
                  <a:lnTo>
                    <a:pt x="171450" y="35433"/>
                  </a:lnTo>
                  <a:close/>
                  <a:moveTo>
                    <a:pt x="171450" y="6858"/>
                  </a:moveTo>
                  <a:lnTo>
                    <a:pt x="0" y="6858"/>
                  </a:lnTo>
                  <a:lnTo>
                    <a:pt x="0" y="0"/>
                  </a:lnTo>
                  <a:lnTo>
                    <a:pt x="171450" y="0"/>
                  </a:lnTo>
                  <a:lnTo>
                    <a:pt x="171450" y="6858"/>
                  </a:lnTo>
                  <a:close/>
                </a:path>
              </a:pathLst>
            </a:custGeom>
            <a:solidFill>
              <a:srgbClr val="0F62FE"/>
            </a:solidFill>
            <a:ln w="9525"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A61BE134-8514-F42F-4177-ACF0F8D9C937}"/>
                </a:ext>
              </a:extLst>
            </p:cNvPr>
            <p:cNvSpPr>
              <a:spLocks noChangeAspect="1"/>
            </p:cNvSpPr>
            <p:nvPr/>
          </p:nvSpPr>
          <p:spPr>
            <a:xfrm>
              <a:off x="15070721" y="9288718"/>
              <a:ext cx="566623" cy="967037"/>
            </a:xfrm>
            <a:custGeom>
              <a:avLst/>
              <a:gdLst>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56864 w 289179"/>
                <a:gd name="connsiteY17" fmla="*/ 146304 h 292608"/>
                <a:gd name="connsiteX18" fmla="*/ 35433 w 289179"/>
                <a:gd name="connsiteY18" fmla="*/ 170926 h 292608"/>
                <a:gd name="connsiteX19" fmla="*/ 35433 w 289179"/>
                <a:gd name="connsiteY19" fmla="*/ 243230 h 292608"/>
                <a:gd name="connsiteX20" fmla="*/ 49721 w 289179"/>
                <a:gd name="connsiteY20" fmla="*/ 260604 h 292608"/>
                <a:gd name="connsiteX21" fmla="*/ 32004 w 289179"/>
                <a:gd name="connsiteY21" fmla="*/ 278321 h 292608"/>
                <a:gd name="connsiteX22" fmla="*/ 32004 w 289179"/>
                <a:gd name="connsiteY22" fmla="*/ 249746 h 292608"/>
                <a:gd name="connsiteX23" fmla="*/ 21146 w 289179"/>
                <a:gd name="connsiteY23" fmla="*/ 260604 h 292608"/>
                <a:gd name="connsiteX24" fmla="*/ 32004 w 289179"/>
                <a:gd name="connsiteY24" fmla="*/ 271463 h 292608"/>
                <a:gd name="connsiteX25" fmla="*/ 42863 w 289179"/>
                <a:gd name="connsiteY25" fmla="*/ 260604 h 292608"/>
                <a:gd name="connsiteX26" fmla="*/ 32252 w 289179"/>
                <a:gd name="connsiteY26" fmla="*/ 249746 h 292608"/>
                <a:gd name="connsiteX27" fmla="*/ 32004 w 289179"/>
                <a:gd name="connsiteY27" fmla="*/ 249746 h 292608"/>
                <a:gd name="connsiteX28" fmla="*/ 32004 w 289179"/>
                <a:gd name="connsiteY28" fmla="*/ 128302 h 292608"/>
                <a:gd name="connsiteX29" fmla="*/ 14002 w 289179"/>
                <a:gd name="connsiteY29" fmla="*/ 146304 h 292608"/>
                <a:gd name="connsiteX30" fmla="*/ 32004 w 289179"/>
                <a:gd name="connsiteY30" fmla="*/ 164306 h 292608"/>
                <a:gd name="connsiteX31" fmla="*/ 50006 w 289179"/>
                <a:gd name="connsiteY31" fmla="*/ 146304 h 292608"/>
                <a:gd name="connsiteX32" fmla="*/ 32385 w 289179"/>
                <a:gd name="connsiteY32" fmla="*/ 128302 h 292608"/>
                <a:gd name="connsiteX33" fmla="*/ 32004 w 289179"/>
                <a:gd name="connsiteY33" fmla="*/ 128302 h 292608"/>
                <a:gd name="connsiteX34" fmla="*/ 32004 w 289179"/>
                <a:gd name="connsiteY34" fmla="*/ 6858 h 292608"/>
                <a:gd name="connsiteX35" fmla="*/ 6858 w 289179"/>
                <a:gd name="connsiteY35" fmla="*/ 32004 h 292608"/>
                <a:gd name="connsiteX36" fmla="*/ 32004 w 289179"/>
                <a:gd name="connsiteY36" fmla="*/ 57150 h 292608"/>
                <a:gd name="connsiteX37" fmla="*/ 57150 w 289179"/>
                <a:gd name="connsiteY37" fmla="*/ 32004 h 292608"/>
                <a:gd name="connsiteX38" fmla="*/ 32004 w 289179"/>
                <a:gd name="connsiteY38" fmla="*/ 6858 h 292608"/>
                <a:gd name="connsiteX39" fmla="*/ 289179 w 289179"/>
                <a:gd name="connsiteY39" fmla="*/ 264033 h 292608"/>
                <a:gd name="connsiteX40" fmla="*/ 117729 w 289179"/>
                <a:gd name="connsiteY40" fmla="*/ 264033 h 292608"/>
                <a:gd name="connsiteX41" fmla="*/ 117729 w 289179"/>
                <a:gd name="connsiteY41" fmla="*/ 257175 h 292608"/>
                <a:gd name="connsiteX42" fmla="*/ 289179 w 289179"/>
                <a:gd name="connsiteY42" fmla="*/ 257175 h 292608"/>
                <a:gd name="connsiteX43" fmla="*/ 289179 w 289179"/>
                <a:gd name="connsiteY43" fmla="*/ 264033 h 292608"/>
                <a:gd name="connsiteX44" fmla="*/ 289179 w 289179"/>
                <a:gd name="connsiteY44" fmla="*/ 235458 h 292608"/>
                <a:gd name="connsiteX45" fmla="*/ 117729 w 289179"/>
                <a:gd name="connsiteY45" fmla="*/ 235458 h 292608"/>
                <a:gd name="connsiteX46" fmla="*/ 117729 w 289179"/>
                <a:gd name="connsiteY46" fmla="*/ 228600 h 292608"/>
                <a:gd name="connsiteX47" fmla="*/ 289179 w 289179"/>
                <a:gd name="connsiteY47" fmla="*/ 228600 h 292608"/>
                <a:gd name="connsiteX48" fmla="*/ 289179 w 289179"/>
                <a:gd name="connsiteY48" fmla="*/ 235458 h 292608"/>
                <a:gd name="connsiteX49" fmla="*/ 289179 w 289179"/>
                <a:gd name="connsiteY49" fmla="*/ 178308 h 292608"/>
                <a:gd name="connsiteX50" fmla="*/ 117729 w 289179"/>
                <a:gd name="connsiteY50" fmla="*/ 178308 h 292608"/>
                <a:gd name="connsiteX51" fmla="*/ 117729 w 289179"/>
                <a:gd name="connsiteY51" fmla="*/ 171450 h 292608"/>
                <a:gd name="connsiteX52" fmla="*/ 289179 w 289179"/>
                <a:gd name="connsiteY52" fmla="*/ 171450 h 292608"/>
                <a:gd name="connsiteX53" fmla="*/ 289179 w 289179"/>
                <a:gd name="connsiteY53" fmla="*/ 178308 h 292608"/>
                <a:gd name="connsiteX54" fmla="*/ 289179 w 289179"/>
                <a:gd name="connsiteY54" fmla="*/ 149733 h 292608"/>
                <a:gd name="connsiteX55" fmla="*/ 117729 w 289179"/>
                <a:gd name="connsiteY55" fmla="*/ 149733 h 292608"/>
                <a:gd name="connsiteX56" fmla="*/ 117729 w 289179"/>
                <a:gd name="connsiteY56" fmla="*/ 142875 h 292608"/>
                <a:gd name="connsiteX57" fmla="*/ 289179 w 289179"/>
                <a:gd name="connsiteY57" fmla="*/ 142875 h 292608"/>
                <a:gd name="connsiteX58" fmla="*/ 289179 w 289179"/>
                <a:gd name="connsiteY58" fmla="*/ 149733 h 292608"/>
                <a:gd name="connsiteX59" fmla="*/ 289179 w 289179"/>
                <a:gd name="connsiteY59" fmla="*/ 121158 h 292608"/>
                <a:gd name="connsiteX60" fmla="*/ 117729 w 289179"/>
                <a:gd name="connsiteY60" fmla="*/ 121158 h 292608"/>
                <a:gd name="connsiteX61" fmla="*/ 117729 w 289179"/>
                <a:gd name="connsiteY61" fmla="*/ 114300 h 292608"/>
                <a:gd name="connsiteX62" fmla="*/ 289179 w 289179"/>
                <a:gd name="connsiteY62" fmla="*/ 114300 h 292608"/>
                <a:gd name="connsiteX63" fmla="*/ 289179 w 289179"/>
                <a:gd name="connsiteY63" fmla="*/ 121158 h 292608"/>
                <a:gd name="connsiteX64" fmla="*/ 289179 w 289179"/>
                <a:gd name="connsiteY64" fmla="*/ 64008 h 292608"/>
                <a:gd name="connsiteX65" fmla="*/ 117729 w 289179"/>
                <a:gd name="connsiteY65" fmla="*/ 64008 h 292608"/>
                <a:gd name="connsiteX66" fmla="*/ 117729 w 289179"/>
                <a:gd name="connsiteY66" fmla="*/ 57150 h 292608"/>
                <a:gd name="connsiteX67" fmla="*/ 289179 w 289179"/>
                <a:gd name="connsiteY67" fmla="*/ 57150 h 292608"/>
                <a:gd name="connsiteX68" fmla="*/ 289179 w 289179"/>
                <a:gd name="connsiteY68" fmla="*/ 64008 h 292608"/>
                <a:gd name="connsiteX69" fmla="*/ 289179 w 289179"/>
                <a:gd name="connsiteY69" fmla="*/ 35433 h 292608"/>
                <a:gd name="connsiteX70" fmla="*/ 117729 w 289179"/>
                <a:gd name="connsiteY70" fmla="*/ 35433 h 292608"/>
                <a:gd name="connsiteX71" fmla="*/ 117729 w 289179"/>
                <a:gd name="connsiteY71" fmla="*/ 28575 h 292608"/>
                <a:gd name="connsiteX72" fmla="*/ 289179 w 289179"/>
                <a:gd name="connsiteY72" fmla="*/ 28575 h 292608"/>
                <a:gd name="connsiteX73" fmla="*/ 289179 w 289179"/>
                <a:gd name="connsiteY73" fmla="*/ 35433 h 292608"/>
                <a:gd name="connsiteX74" fmla="*/ 289179 w 289179"/>
                <a:gd name="connsiteY74" fmla="*/ 6858 h 292608"/>
                <a:gd name="connsiteX75" fmla="*/ 117729 w 289179"/>
                <a:gd name="connsiteY75" fmla="*/ 6858 h 292608"/>
                <a:gd name="connsiteX76" fmla="*/ 117729 w 289179"/>
                <a:gd name="connsiteY76" fmla="*/ 0 h 292608"/>
                <a:gd name="connsiteX77" fmla="*/ 289179 w 289179"/>
                <a:gd name="connsiteY77" fmla="*/ 0 h 292608"/>
                <a:gd name="connsiteX78" fmla="*/ 289179 w 289179"/>
                <a:gd name="connsiteY78"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56864 w 289179"/>
                <a:gd name="connsiteY17" fmla="*/ 146304 h 292608"/>
                <a:gd name="connsiteX18" fmla="*/ 35433 w 289179"/>
                <a:gd name="connsiteY18" fmla="*/ 170926 h 292608"/>
                <a:gd name="connsiteX19" fmla="*/ 35433 w 289179"/>
                <a:gd name="connsiteY19" fmla="*/ 243230 h 292608"/>
                <a:gd name="connsiteX20" fmla="*/ 49721 w 289179"/>
                <a:gd name="connsiteY20" fmla="*/ 260604 h 292608"/>
                <a:gd name="connsiteX21" fmla="*/ 32004 w 289179"/>
                <a:gd name="connsiteY21" fmla="*/ 278321 h 292608"/>
                <a:gd name="connsiteX22" fmla="*/ 32004 w 289179"/>
                <a:gd name="connsiteY22" fmla="*/ 249746 h 292608"/>
                <a:gd name="connsiteX23" fmla="*/ 21146 w 289179"/>
                <a:gd name="connsiteY23" fmla="*/ 260604 h 292608"/>
                <a:gd name="connsiteX24" fmla="*/ 32004 w 289179"/>
                <a:gd name="connsiteY24" fmla="*/ 271463 h 292608"/>
                <a:gd name="connsiteX25" fmla="*/ 42863 w 289179"/>
                <a:gd name="connsiteY25" fmla="*/ 260604 h 292608"/>
                <a:gd name="connsiteX26" fmla="*/ 32252 w 289179"/>
                <a:gd name="connsiteY26" fmla="*/ 249746 h 292608"/>
                <a:gd name="connsiteX27" fmla="*/ 32004 w 289179"/>
                <a:gd name="connsiteY27" fmla="*/ 249746 h 292608"/>
                <a:gd name="connsiteX28" fmla="*/ 32004 w 289179"/>
                <a:gd name="connsiteY28" fmla="*/ 128302 h 292608"/>
                <a:gd name="connsiteX29" fmla="*/ 14002 w 289179"/>
                <a:gd name="connsiteY29" fmla="*/ 146304 h 292608"/>
                <a:gd name="connsiteX30" fmla="*/ 32004 w 289179"/>
                <a:gd name="connsiteY30" fmla="*/ 164306 h 292608"/>
                <a:gd name="connsiteX31" fmla="*/ 32385 w 289179"/>
                <a:gd name="connsiteY31" fmla="*/ 128302 h 292608"/>
                <a:gd name="connsiteX32" fmla="*/ 32004 w 289179"/>
                <a:gd name="connsiteY32" fmla="*/ 128302 h 292608"/>
                <a:gd name="connsiteX33" fmla="*/ 32004 w 289179"/>
                <a:gd name="connsiteY33" fmla="*/ 6858 h 292608"/>
                <a:gd name="connsiteX34" fmla="*/ 6858 w 289179"/>
                <a:gd name="connsiteY34" fmla="*/ 32004 h 292608"/>
                <a:gd name="connsiteX35" fmla="*/ 32004 w 289179"/>
                <a:gd name="connsiteY35" fmla="*/ 57150 h 292608"/>
                <a:gd name="connsiteX36" fmla="*/ 57150 w 289179"/>
                <a:gd name="connsiteY36" fmla="*/ 32004 h 292608"/>
                <a:gd name="connsiteX37" fmla="*/ 32004 w 289179"/>
                <a:gd name="connsiteY37" fmla="*/ 6858 h 292608"/>
                <a:gd name="connsiteX38" fmla="*/ 289179 w 289179"/>
                <a:gd name="connsiteY38" fmla="*/ 264033 h 292608"/>
                <a:gd name="connsiteX39" fmla="*/ 117729 w 289179"/>
                <a:gd name="connsiteY39" fmla="*/ 264033 h 292608"/>
                <a:gd name="connsiteX40" fmla="*/ 117729 w 289179"/>
                <a:gd name="connsiteY40" fmla="*/ 257175 h 292608"/>
                <a:gd name="connsiteX41" fmla="*/ 289179 w 289179"/>
                <a:gd name="connsiteY41" fmla="*/ 257175 h 292608"/>
                <a:gd name="connsiteX42" fmla="*/ 289179 w 289179"/>
                <a:gd name="connsiteY42" fmla="*/ 264033 h 292608"/>
                <a:gd name="connsiteX43" fmla="*/ 289179 w 289179"/>
                <a:gd name="connsiteY43" fmla="*/ 235458 h 292608"/>
                <a:gd name="connsiteX44" fmla="*/ 117729 w 289179"/>
                <a:gd name="connsiteY44" fmla="*/ 235458 h 292608"/>
                <a:gd name="connsiteX45" fmla="*/ 117729 w 289179"/>
                <a:gd name="connsiteY45" fmla="*/ 228600 h 292608"/>
                <a:gd name="connsiteX46" fmla="*/ 289179 w 289179"/>
                <a:gd name="connsiteY46" fmla="*/ 228600 h 292608"/>
                <a:gd name="connsiteX47" fmla="*/ 289179 w 289179"/>
                <a:gd name="connsiteY47" fmla="*/ 235458 h 292608"/>
                <a:gd name="connsiteX48" fmla="*/ 289179 w 289179"/>
                <a:gd name="connsiteY48" fmla="*/ 178308 h 292608"/>
                <a:gd name="connsiteX49" fmla="*/ 117729 w 289179"/>
                <a:gd name="connsiteY49" fmla="*/ 178308 h 292608"/>
                <a:gd name="connsiteX50" fmla="*/ 117729 w 289179"/>
                <a:gd name="connsiteY50" fmla="*/ 171450 h 292608"/>
                <a:gd name="connsiteX51" fmla="*/ 289179 w 289179"/>
                <a:gd name="connsiteY51" fmla="*/ 171450 h 292608"/>
                <a:gd name="connsiteX52" fmla="*/ 289179 w 289179"/>
                <a:gd name="connsiteY52" fmla="*/ 178308 h 292608"/>
                <a:gd name="connsiteX53" fmla="*/ 289179 w 289179"/>
                <a:gd name="connsiteY53" fmla="*/ 149733 h 292608"/>
                <a:gd name="connsiteX54" fmla="*/ 117729 w 289179"/>
                <a:gd name="connsiteY54" fmla="*/ 149733 h 292608"/>
                <a:gd name="connsiteX55" fmla="*/ 117729 w 289179"/>
                <a:gd name="connsiteY55" fmla="*/ 142875 h 292608"/>
                <a:gd name="connsiteX56" fmla="*/ 289179 w 289179"/>
                <a:gd name="connsiteY56" fmla="*/ 142875 h 292608"/>
                <a:gd name="connsiteX57" fmla="*/ 289179 w 289179"/>
                <a:gd name="connsiteY57" fmla="*/ 149733 h 292608"/>
                <a:gd name="connsiteX58" fmla="*/ 289179 w 289179"/>
                <a:gd name="connsiteY58" fmla="*/ 121158 h 292608"/>
                <a:gd name="connsiteX59" fmla="*/ 117729 w 289179"/>
                <a:gd name="connsiteY59" fmla="*/ 121158 h 292608"/>
                <a:gd name="connsiteX60" fmla="*/ 117729 w 289179"/>
                <a:gd name="connsiteY60" fmla="*/ 114300 h 292608"/>
                <a:gd name="connsiteX61" fmla="*/ 289179 w 289179"/>
                <a:gd name="connsiteY61" fmla="*/ 114300 h 292608"/>
                <a:gd name="connsiteX62" fmla="*/ 289179 w 289179"/>
                <a:gd name="connsiteY62" fmla="*/ 121158 h 292608"/>
                <a:gd name="connsiteX63" fmla="*/ 289179 w 289179"/>
                <a:gd name="connsiteY63" fmla="*/ 64008 h 292608"/>
                <a:gd name="connsiteX64" fmla="*/ 117729 w 289179"/>
                <a:gd name="connsiteY64" fmla="*/ 64008 h 292608"/>
                <a:gd name="connsiteX65" fmla="*/ 117729 w 289179"/>
                <a:gd name="connsiteY65" fmla="*/ 57150 h 292608"/>
                <a:gd name="connsiteX66" fmla="*/ 289179 w 289179"/>
                <a:gd name="connsiteY66" fmla="*/ 57150 h 292608"/>
                <a:gd name="connsiteX67" fmla="*/ 289179 w 289179"/>
                <a:gd name="connsiteY67" fmla="*/ 64008 h 292608"/>
                <a:gd name="connsiteX68" fmla="*/ 289179 w 289179"/>
                <a:gd name="connsiteY68" fmla="*/ 35433 h 292608"/>
                <a:gd name="connsiteX69" fmla="*/ 117729 w 289179"/>
                <a:gd name="connsiteY69" fmla="*/ 35433 h 292608"/>
                <a:gd name="connsiteX70" fmla="*/ 117729 w 289179"/>
                <a:gd name="connsiteY70" fmla="*/ 28575 h 292608"/>
                <a:gd name="connsiteX71" fmla="*/ 289179 w 289179"/>
                <a:gd name="connsiteY71" fmla="*/ 28575 h 292608"/>
                <a:gd name="connsiteX72" fmla="*/ 289179 w 289179"/>
                <a:gd name="connsiteY72" fmla="*/ 35433 h 292608"/>
                <a:gd name="connsiteX73" fmla="*/ 289179 w 289179"/>
                <a:gd name="connsiteY73" fmla="*/ 6858 h 292608"/>
                <a:gd name="connsiteX74" fmla="*/ 117729 w 289179"/>
                <a:gd name="connsiteY74" fmla="*/ 6858 h 292608"/>
                <a:gd name="connsiteX75" fmla="*/ 117729 w 289179"/>
                <a:gd name="connsiteY75" fmla="*/ 0 h 292608"/>
                <a:gd name="connsiteX76" fmla="*/ 289179 w 289179"/>
                <a:gd name="connsiteY76" fmla="*/ 0 h 292608"/>
                <a:gd name="connsiteX77" fmla="*/ 289179 w 289179"/>
                <a:gd name="connsiteY77"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78321 h 292608"/>
                <a:gd name="connsiteX21" fmla="*/ 32004 w 289179"/>
                <a:gd name="connsiteY21" fmla="*/ 249746 h 292608"/>
                <a:gd name="connsiteX22" fmla="*/ 21146 w 289179"/>
                <a:gd name="connsiteY22" fmla="*/ 260604 h 292608"/>
                <a:gd name="connsiteX23" fmla="*/ 32004 w 289179"/>
                <a:gd name="connsiteY23" fmla="*/ 271463 h 292608"/>
                <a:gd name="connsiteX24" fmla="*/ 42863 w 289179"/>
                <a:gd name="connsiteY24" fmla="*/ 260604 h 292608"/>
                <a:gd name="connsiteX25" fmla="*/ 32252 w 289179"/>
                <a:gd name="connsiteY25" fmla="*/ 249746 h 292608"/>
                <a:gd name="connsiteX26" fmla="*/ 32004 w 289179"/>
                <a:gd name="connsiteY26" fmla="*/ 249746 h 292608"/>
                <a:gd name="connsiteX27" fmla="*/ 32004 w 289179"/>
                <a:gd name="connsiteY27" fmla="*/ 128302 h 292608"/>
                <a:gd name="connsiteX28" fmla="*/ 14002 w 289179"/>
                <a:gd name="connsiteY28" fmla="*/ 146304 h 292608"/>
                <a:gd name="connsiteX29" fmla="*/ 32004 w 289179"/>
                <a:gd name="connsiteY29" fmla="*/ 164306 h 292608"/>
                <a:gd name="connsiteX30" fmla="*/ 32385 w 289179"/>
                <a:gd name="connsiteY30" fmla="*/ 128302 h 292608"/>
                <a:gd name="connsiteX31" fmla="*/ 32004 w 289179"/>
                <a:gd name="connsiteY31" fmla="*/ 128302 h 292608"/>
                <a:gd name="connsiteX32" fmla="*/ 32004 w 289179"/>
                <a:gd name="connsiteY32" fmla="*/ 6858 h 292608"/>
                <a:gd name="connsiteX33" fmla="*/ 6858 w 289179"/>
                <a:gd name="connsiteY33" fmla="*/ 32004 h 292608"/>
                <a:gd name="connsiteX34" fmla="*/ 32004 w 289179"/>
                <a:gd name="connsiteY34" fmla="*/ 57150 h 292608"/>
                <a:gd name="connsiteX35" fmla="*/ 57150 w 289179"/>
                <a:gd name="connsiteY35" fmla="*/ 32004 h 292608"/>
                <a:gd name="connsiteX36" fmla="*/ 32004 w 289179"/>
                <a:gd name="connsiteY36" fmla="*/ 6858 h 292608"/>
                <a:gd name="connsiteX37" fmla="*/ 289179 w 289179"/>
                <a:gd name="connsiteY37" fmla="*/ 264033 h 292608"/>
                <a:gd name="connsiteX38" fmla="*/ 117729 w 289179"/>
                <a:gd name="connsiteY38" fmla="*/ 264033 h 292608"/>
                <a:gd name="connsiteX39" fmla="*/ 117729 w 289179"/>
                <a:gd name="connsiteY39" fmla="*/ 257175 h 292608"/>
                <a:gd name="connsiteX40" fmla="*/ 289179 w 289179"/>
                <a:gd name="connsiteY40" fmla="*/ 257175 h 292608"/>
                <a:gd name="connsiteX41" fmla="*/ 289179 w 289179"/>
                <a:gd name="connsiteY41" fmla="*/ 264033 h 292608"/>
                <a:gd name="connsiteX42" fmla="*/ 289179 w 289179"/>
                <a:gd name="connsiteY42" fmla="*/ 235458 h 292608"/>
                <a:gd name="connsiteX43" fmla="*/ 117729 w 289179"/>
                <a:gd name="connsiteY43" fmla="*/ 235458 h 292608"/>
                <a:gd name="connsiteX44" fmla="*/ 117729 w 289179"/>
                <a:gd name="connsiteY44" fmla="*/ 228600 h 292608"/>
                <a:gd name="connsiteX45" fmla="*/ 289179 w 289179"/>
                <a:gd name="connsiteY45" fmla="*/ 228600 h 292608"/>
                <a:gd name="connsiteX46" fmla="*/ 289179 w 289179"/>
                <a:gd name="connsiteY46" fmla="*/ 235458 h 292608"/>
                <a:gd name="connsiteX47" fmla="*/ 289179 w 289179"/>
                <a:gd name="connsiteY47" fmla="*/ 178308 h 292608"/>
                <a:gd name="connsiteX48" fmla="*/ 117729 w 289179"/>
                <a:gd name="connsiteY48" fmla="*/ 178308 h 292608"/>
                <a:gd name="connsiteX49" fmla="*/ 117729 w 289179"/>
                <a:gd name="connsiteY49" fmla="*/ 171450 h 292608"/>
                <a:gd name="connsiteX50" fmla="*/ 289179 w 289179"/>
                <a:gd name="connsiteY50" fmla="*/ 171450 h 292608"/>
                <a:gd name="connsiteX51" fmla="*/ 289179 w 289179"/>
                <a:gd name="connsiteY51" fmla="*/ 178308 h 292608"/>
                <a:gd name="connsiteX52" fmla="*/ 289179 w 289179"/>
                <a:gd name="connsiteY52" fmla="*/ 149733 h 292608"/>
                <a:gd name="connsiteX53" fmla="*/ 117729 w 289179"/>
                <a:gd name="connsiteY53" fmla="*/ 149733 h 292608"/>
                <a:gd name="connsiteX54" fmla="*/ 117729 w 289179"/>
                <a:gd name="connsiteY54" fmla="*/ 142875 h 292608"/>
                <a:gd name="connsiteX55" fmla="*/ 289179 w 289179"/>
                <a:gd name="connsiteY55" fmla="*/ 142875 h 292608"/>
                <a:gd name="connsiteX56" fmla="*/ 289179 w 289179"/>
                <a:gd name="connsiteY56" fmla="*/ 149733 h 292608"/>
                <a:gd name="connsiteX57" fmla="*/ 289179 w 289179"/>
                <a:gd name="connsiteY57" fmla="*/ 121158 h 292608"/>
                <a:gd name="connsiteX58" fmla="*/ 117729 w 289179"/>
                <a:gd name="connsiteY58" fmla="*/ 121158 h 292608"/>
                <a:gd name="connsiteX59" fmla="*/ 117729 w 289179"/>
                <a:gd name="connsiteY59" fmla="*/ 114300 h 292608"/>
                <a:gd name="connsiteX60" fmla="*/ 289179 w 289179"/>
                <a:gd name="connsiteY60" fmla="*/ 114300 h 292608"/>
                <a:gd name="connsiteX61" fmla="*/ 289179 w 289179"/>
                <a:gd name="connsiteY61" fmla="*/ 121158 h 292608"/>
                <a:gd name="connsiteX62" fmla="*/ 289179 w 289179"/>
                <a:gd name="connsiteY62" fmla="*/ 64008 h 292608"/>
                <a:gd name="connsiteX63" fmla="*/ 117729 w 289179"/>
                <a:gd name="connsiteY63" fmla="*/ 64008 h 292608"/>
                <a:gd name="connsiteX64" fmla="*/ 117729 w 289179"/>
                <a:gd name="connsiteY64" fmla="*/ 57150 h 292608"/>
                <a:gd name="connsiteX65" fmla="*/ 289179 w 289179"/>
                <a:gd name="connsiteY65" fmla="*/ 57150 h 292608"/>
                <a:gd name="connsiteX66" fmla="*/ 289179 w 289179"/>
                <a:gd name="connsiteY66" fmla="*/ 64008 h 292608"/>
                <a:gd name="connsiteX67" fmla="*/ 289179 w 289179"/>
                <a:gd name="connsiteY67" fmla="*/ 35433 h 292608"/>
                <a:gd name="connsiteX68" fmla="*/ 117729 w 289179"/>
                <a:gd name="connsiteY68" fmla="*/ 35433 h 292608"/>
                <a:gd name="connsiteX69" fmla="*/ 117729 w 289179"/>
                <a:gd name="connsiteY69" fmla="*/ 28575 h 292608"/>
                <a:gd name="connsiteX70" fmla="*/ 289179 w 289179"/>
                <a:gd name="connsiteY70" fmla="*/ 28575 h 292608"/>
                <a:gd name="connsiteX71" fmla="*/ 289179 w 289179"/>
                <a:gd name="connsiteY71" fmla="*/ 35433 h 292608"/>
                <a:gd name="connsiteX72" fmla="*/ 289179 w 289179"/>
                <a:gd name="connsiteY72" fmla="*/ 6858 h 292608"/>
                <a:gd name="connsiteX73" fmla="*/ 117729 w 289179"/>
                <a:gd name="connsiteY73" fmla="*/ 6858 h 292608"/>
                <a:gd name="connsiteX74" fmla="*/ 117729 w 289179"/>
                <a:gd name="connsiteY74" fmla="*/ 0 h 292608"/>
                <a:gd name="connsiteX75" fmla="*/ 289179 w 289179"/>
                <a:gd name="connsiteY75" fmla="*/ 0 h 292608"/>
                <a:gd name="connsiteX76" fmla="*/ 289179 w 289179"/>
                <a:gd name="connsiteY76"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2004 w 289179"/>
                <a:gd name="connsiteY5" fmla="*/ 278321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78321 h 292608"/>
                <a:gd name="connsiteX21" fmla="*/ 32004 w 289179"/>
                <a:gd name="connsiteY21" fmla="*/ 249746 h 292608"/>
                <a:gd name="connsiteX22" fmla="*/ 21146 w 289179"/>
                <a:gd name="connsiteY22" fmla="*/ 260604 h 292608"/>
                <a:gd name="connsiteX23" fmla="*/ 42863 w 289179"/>
                <a:gd name="connsiteY23" fmla="*/ 260604 h 292608"/>
                <a:gd name="connsiteX24" fmla="*/ 32252 w 289179"/>
                <a:gd name="connsiteY24" fmla="*/ 249746 h 292608"/>
                <a:gd name="connsiteX25" fmla="*/ 32004 w 289179"/>
                <a:gd name="connsiteY25" fmla="*/ 249746 h 292608"/>
                <a:gd name="connsiteX26" fmla="*/ 32004 w 289179"/>
                <a:gd name="connsiteY26" fmla="*/ 128302 h 292608"/>
                <a:gd name="connsiteX27" fmla="*/ 14002 w 289179"/>
                <a:gd name="connsiteY27" fmla="*/ 146304 h 292608"/>
                <a:gd name="connsiteX28" fmla="*/ 32004 w 289179"/>
                <a:gd name="connsiteY28" fmla="*/ 164306 h 292608"/>
                <a:gd name="connsiteX29" fmla="*/ 32385 w 289179"/>
                <a:gd name="connsiteY29" fmla="*/ 128302 h 292608"/>
                <a:gd name="connsiteX30" fmla="*/ 32004 w 289179"/>
                <a:gd name="connsiteY30" fmla="*/ 128302 h 292608"/>
                <a:gd name="connsiteX31" fmla="*/ 32004 w 289179"/>
                <a:gd name="connsiteY31" fmla="*/ 6858 h 292608"/>
                <a:gd name="connsiteX32" fmla="*/ 6858 w 289179"/>
                <a:gd name="connsiteY32" fmla="*/ 32004 h 292608"/>
                <a:gd name="connsiteX33" fmla="*/ 32004 w 289179"/>
                <a:gd name="connsiteY33" fmla="*/ 57150 h 292608"/>
                <a:gd name="connsiteX34" fmla="*/ 57150 w 289179"/>
                <a:gd name="connsiteY34" fmla="*/ 32004 h 292608"/>
                <a:gd name="connsiteX35" fmla="*/ 32004 w 289179"/>
                <a:gd name="connsiteY35" fmla="*/ 6858 h 292608"/>
                <a:gd name="connsiteX36" fmla="*/ 289179 w 289179"/>
                <a:gd name="connsiteY36" fmla="*/ 264033 h 292608"/>
                <a:gd name="connsiteX37" fmla="*/ 117729 w 289179"/>
                <a:gd name="connsiteY37" fmla="*/ 264033 h 292608"/>
                <a:gd name="connsiteX38" fmla="*/ 117729 w 289179"/>
                <a:gd name="connsiteY38" fmla="*/ 257175 h 292608"/>
                <a:gd name="connsiteX39" fmla="*/ 289179 w 289179"/>
                <a:gd name="connsiteY39" fmla="*/ 257175 h 292608"/>
                <a:gd name="connsiteX40" fmla="*/ 289179 w 289179"/>
                <a:gd name="connsiteY40" fmla="*/ 264033 h 292608"/>
                <a:gd name="connsiteX41" fmla="*/ 289179 w 289179"/>
                <a:gd name="connsiteY41" fmla="*/ 235458 h 292608"/>
                <a:gd name="connsiteX42" fmla="*/ 117729 w 289179"/>
                <a:gd name="connsiteY42" fmla="*/ 235458 h 292608"/>
                <a:gd name="connsiteX43" fmla="*/ 117729 w 289179"/>
                <a:gd name="connsiteY43" fmla="*/ 228600 h 292608"/>
                <a:gd name="connsiteX44" fmla="*/ 289179 w 289179"/>
                <a:gd name="connsiteY44" fmla="*/ 228600 h 292608"/>
                <a:gd name="connsiteX45" fmla="*/ 289179 w 289179"/>
                <a:gd name="connsiteY45" fmla="*/ 235458 h 292608"/>
                <a:gd name="connsiteX46" fmla="*/ 289179 w 289179"/>
                <a:gd name="connsiteY46" fmla="*/ 178308 h 292608"/>
                <a:gd name="connsiteX47" fmla="*/ 117729 w 289179"/>
                <a:gd name="connsiteY47" fmla="*/ 178308 h 292608"/>
                <a:gd name="connsiteX48" fmla="*/ 117729 w 289179"/>
                <a:gd name="connsiteY48" fmla="*/ 171450 h 292608"/>
                <a:gd name="connsiteX49" fmla="*/ 289179 w 289179"/>
                <a:gd name="connsiteY49" fmla="*/ 171450 h 292608"/>
                <a:gd name="connsiteX50" fmla="*/ 289179 w 289179"/>
                <a:gd name="connsiteY50" fmla="*/ 178308 h 292608"/>
                <a:gd name="connsiteX51" fmla="*/ 289179 w 289179"/>
                <a:gd name="connsiteY51" fmla="*/ 149733 h 292608"/>
                <a:gd name="connsiteX52" fmla="*/ 117729 w 289179"/>
                <a:gd name="connsiteY52" fmla="*/ 149733 h 292608"/>
                <a:gd name="connsiteX53" fmla="*/ 117729 w 289179"/>
                <a:gd name="connsiteY53" fmla="*/ 142875 h 292608"/>
                <a:gd name="connsiteX54" fmla="*/ 289179 w 289179"/>
                <a:gd name="connsiteY54" fmla="*/ 142875 h 292608"/>
                <a:gd name="connsiteX55" fmla="*/ 289179 w 289179"/>
                <a:gd name="connsiteY55" fmla="*/ 149733 h 292608"/>
                <a:gd name="connsiteX56" fmla="*/ 289179 w 289179"/>
                <a:gd name="connsiteY56" fmla="*/ 121158 h 292608"/>
                <a:gd name="connsiteX57" fmla="*/ 117729 w 289179"/>
                <a:gd name="connsiteY57" fmla="*/ 121158 h 292608"/>
                <a:gd name="connsiteX58" fmla="*/ 117729 w 289179"/>
                <a:gd name="connsiteY58" fmla="*/ 114300 h 292608"/>
                <a:gd name="connsiteX59" fmla="*/ 289179 w 289179"/>
                <a:gd name="connsiteY59" fmla="*/ 114300 h 292608"/>
                <a:gd name="connsiteX60" fmla="*/ 289179 w 289179"/>
                <a:gd name="connsiteY60" fmla="*/ 121158 h 292608"/>
                <a:gd name="connsiteX61" fmla="*/ 289179 w 289179"/>
                <a:gd name="connsiteY61" fmla="*/ 64008 h 292608"/>
                <a:gd name="connsiteX62" fmla="*/ 117729 w 289179"/>
                <a:gd name="connsiteY62" fmla="*/ 64008 h 292608"/>
                <a:gd name="connsiteX63" fmla="*/ 117729 w 289179"/>
                <a:gd name="connsiteY63" fmla="*/ 57150 h 292608"/>
                <a:gd name="connsiteX64" fmla="*/ 289179 w 289179"/>
                <a:gd name="connsiteY64" fmla="*/ 57150 h 292608"/>
                <a:gd name="connsiteX65" fmla="*/ 289179 w 289179"/>
                <a:gd name="connsiteY65" fmla="*/ 64008 h 292608"/>
                <a:gd name="connsiteX66" fmla="*/ 289179 w 289179"/>
                <a:gd name="connsiteY66" fmla="*/ 35433 h 292608"/>
                <a:gd name="connsiteX67" fmla="*/ 117729 w 289179"/>
                <a:gd name="connsiteY67" fmla="*/ 35433 h 292608"/>
                <a:gd name="connsiteX68" fmla="*/ 117729 w 289179"/>
                <a:gd name="connsiteY68" fmla="*/ 28575 h 292608"/>
                <a:gd name="connsiteX69" fmla="*/ 289179 w 289179"/>
                <a:gd name="connsiteY69" fmla="*/ 28575 h 292608"/>
                <a:gd name="connsiteX70" fmla="*/ 289179 w 289179"/>
                <a:gd name="connsiteY70" fmla="*/ 35433 h 292608"/>
                <a:gd name="connsiteX71" fmla="*/ 289179 w 289179"/>
                <a:gd name="connsiteY71" fmla="*/ 6858 h 292608"/>
                <a:gd name="connsiteX72" fmla="*/ 117729 w 289179"/>
                <a:gd name="connsiteY72" fmla="*/ 6858 h 292608"/>
                <a:gd name="connsiteX73" fmla="*/ 117729 w 289179"/>
                <a:gd name="connsiteY73" fmla="*/ 0 h 292608"/>
                <a:gd name="connsiteX74" fmla="*/ 289179 w 289179"/>
                <a:gd name="connsiteY74" fmla="*/ 0 h 292608"/>
                <a:gd name="connsiteX75" fmla="*/ 289179 w 289179"/>
                <a:gd name="connsiteY75"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49746 h 292608"/>
                <a:gd name="connsiteX21" fmla="*/ 21146 w 289179"/>
                <a:gd name="connsiteY21" fmla="*/ 260604 h 292608"/>
                <a:gd name="connsiteX22" fmla="*/ 42863 w 289179"/>
                <a:gd name="connsiteY22" fmla="*/ 260604 h 292608"/>
                <a:gd name="connsiteX23" fmla="*/ 32252 w 289179"/>
                <a:gd name="connsiteY23" fmla="*/ 249746 h 292608"/>
                <a:gd name="connsiteX24" fmla="*/ 32004 w 289179"/>
                <a:gd name="connsiteY24" fmla="*/ 249746 h 292608"/>
                <a:gd name="connsiteX25" fmla="*/ 32004 w 289179"/>
                <a:gd name="connsiteY25" fmla="*/ 128302 h 292608"/>
                <a:gd name="connsiteX26" fmla="*/ 14002 w 289179"/>
                <a:gd name="connsiteY26" fmla="*/ 146304 h 292608"/>
                <a:gd name="connsiteX27" fmla="*/ 32004 w 289179"/>
                <a:gd name="connsiteY27" fmla="*/ 164306 h 292608"/>
                <a:gd name="connsiteX28" fmla="*/ 32385 w 289179"/>
                <a:gd name="connsiteY28" fmla="*/ 128302 h 292608"/>
                <a:gd name="connsiteX29" fmla="*/ 32004 w 289179"/>
                <a:gd name="connsiteY29" fmla="*/ 128302 h 292608"/>
                <a:gd name="connsiteX30" fmla="*/ 32004 w 289179"/>
                <a:gd name="connsiteY30" fmla="*/ 6858 h 292608"/>
                <a:gd name="connsiteX31" fmla="*/ 6858 w 289179"/>
                <a:gd name="connsiteY31" fmla="*/ 32004 h 292608"/>
                <a:gd name="connsiteX32" fmla="*/ 32004 w 289179"/>
                <a:gd name="connsiteY32" fmla="*/ 57150 h 292608"/>
                <a:gd name="connsiteX33" fmla="*/ 57150 w 289179"/>
                <a:gd name="connsiteY33" fmla="*/ 32004 h 292608"/>
                <a:gd name="connsiteX34" fmla="*/ 32004 w 289179"/>
                <a:gd name="connsiteY34" fmla="*/ 6858 h 292608"/>
                <a:gd name="connsiteX35" fmla="*/ 289179 w 289179"/>
                <a:gd name="connsiteY35" fmla="*/ 264033 h 292608"/>
                <a:gd name="connsiteX36" fmla="*/ 117729 w 289179"/>
                <a:gd name="connsiteY36" fmla="*/ 264033 h 292608"/>
                <a:gd name="connsiteX37" fmla="*/ 117729 w 289179"/>
                <a:gd name="connsiteY37" fmla="*/ 257175 h 292608"/>
                <a:gd name="connsiteX38" fmla="*/ 289179 w 289179"/>
                <a:gd name="connsiteY38" fmla="*/ 257175 h 292608"/>
                <a:gd name="connsiteX39" fmla="*/ 289179 w 289179"/>
                <a:gd name="connsiteY39" fmla="*/ 264033 h 292608"/>
                <a:gd name="connsiteX40" fmla="*/ 289179 w 289179"/>
                <a:gd name="connsiteY40" fmla="*/ 235458 h 292608"/>
                <a:gd name="connsiteX41" fmla="*/ 117729 w 289179"/>
                <a:gd name="connsiteY41" fmla="*/ 235458 h 292608"/>
                <a:gd name="connsiteX42" fmla="*/ 117729 w 289179"/>
                <a:gd name="connsiteY42" fmla="*/ 228600 h 292608"/>
                <a:gd name="connsiteX43" fmla="*/ 289179 w 289179"/>
                <a:gd name="connsiteY43" fmla="*/ 228600 h 292608"/>
                <a:gd name="connsiteX44" fmla="*/ 289179 w 289179"/>
                <a:gd name="connsiteY44" fmla="*/ 235458 h 292608"/>
                <a:gd name="connsiteX45" fmla="*/ 289179 w 289179"/>
                <a:gd name="connsiteY45" fmla="*/ 178308 h 292608"/>
                <a:gd name="connsiteX46" fmla="*/ 117729 w 289179"/>
                <a:gd name="connsiteY46" fmla="*/ 178308 h 292608"/>
                <a:gd name="connsiteX47" fmla="*/ 117729 w 289179"/>
                <a:gd name="connsiteY47" fmla="*/ 171450 h 292608"/>
                <a:gd name="connsiteX48" fmla="*/ 289179 w 289179"/>
                <a:gd name="connsiteY48" fmla="*/ 171450 h 292608"/>
                <a:gd name="connsiteX49" fmla="*/ 289179 w 289179"/>
                <a:gd name="connsiteY49" fmla="*/ 178308 h 292608"/>
                <a:gd name="connsiteX50" fmla="*/ 289179 w 289179"/>
                <a:gd name="connsiteY50" fmla="*/ 149733 h 292608"/>
                <a:gd name="connsiteX51" fmla="*/ 117729 w 289179"/>
                <a:gd name="connsiteY51" fmla="*/ 149733 h 292608"/>
                <a:gd name="connsiteX52" fmla="*/ 117729 w 289179"/>
                <a:gd name="connsiteY52" fmla="*/ 142875 h 292608"/>
                <a:gd name="connsiteX53" fmla="*/ 289179 w 289179"/>
                <a:gd name="connsiteY53" fmla="*/ 142875 h 292608"/>
                <a:gd name="connsiteX54" fmla="*/ 289179 w 289179"/>
                <a:gd name="connsiteY54" fmla="*/ 149733 h 292608"/>
                <a:gd name="connsiteX55" fmla="*/ 289179 w 289179"/>
                <a:gd name="connsiteY55" fmla="*/ 121158 h 292608"/>
                <a:gd name="connsiteX56" fmla="*/ 117729 w 289179"/>
                <a:gd name="connsiteY56" fmla="*/ 121158 h 292608"/>
                <a:gd name="connsiteX57" fmla="*/ 117729 w 289179"/>
                <a:gd name="connsiteY57" fmla="*/ 114300 h 292608"/>
                <a:gd name="connsiteX58" fmla="*/ 289179 w 289179"/>
                <a:gd name="connsiteY58" fmla="*/ 114300 h 292608"/>
                <a:gd name="connsiteX59" fmla="*/ 289179 w 289179"/>
                <a:gd name="connsiteY59" fmla="*/ 121158 h 292608"/>
                <a:gd name="connsiteX60" fmla="*/ 289179 w 289179"/>
                <a:gd name="connsiteY60" fmla="*/ 64008 h 292608"/>
                <a:gd name="connsiteX61" fmla="*/ 117729 w 289179"/>
                <a:gd name="connsiteY61" fmla="*/ 64008 h 292608"/>
                <a:gd name="connsiteX62" fmla="*/ 117729 w 289179"/>
                <a:gd name="connsiteY62" fmla="*/ 57150 h 292608"/>
                <a:gd name="connsiteX63" fmla="*/ 289179 w 289179"/>
                <a:gd name="connsiteY63" fmla="*/ 57150 h 292608"/>
                <a:gd name="connsiteX64" fmla="*/ 289179 w 289179"/>
                <a:gd name="connsiteY64" fmla="*/ 64008 h 292608"/>
                <a:gd name="connsiteX65" fmla="*/ 289179 w 289179"/>
                <a:gd name="connsiteY65" fmla="*/ 35433 h 292608"/>
                <a:gd name="connsiteX66" fmla="*/ 117729 w 289179"/>
                <a:gd name="connsiteY66" fmla="*/ 35433 h 292608"/>
                <a:gd name="connsiteX67" fmla="*/ 117729 w 289179"/>
                <a:gd name="connsiteY67" fmla="*/ 28575 h 292608"/>
                <a:gd name="connsiteX68" fmla="*/ 289179 w 289179"/>
                <a:gd name="connsiteY68" fmla="*/ 28575 h 292608"/>
                <a:gd name="connsiteX69" fmla="*/ 289179 w 289179"/>
                <a:gd name="connsiteY69" fmla="*/ 35433 h 292608"/>
                <a:gd name="connsiteX70" fmla="*/ 289179 w 289179"/>
                <a:gd name="connsiteY70" fmla="*/ 6858 h 292608"/>
                <a:gd name="connsiteX71" fmla="*/ 117729 w 289179"/>
                <a:gd name="connsiteY71" fmla="*/ 6858 h 292608"/>
                <a:gd name="connsiteX72" fmla="*/ 117729 w 289179"/>
                <a:gd name="connsiteY72" fmla="*/ 0 h 292608"/>
                <a:gd name="connsiteX73" fmla="*/ 289179 w 289179"/>
                <a:gd name="connsiteY73" fmla="*/ 0 h 292608"/>
                <a:gd name="connsiteX74" fmla="*/ 289179 w 289179"/>
                <a:gd name="connsiteY74"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249746 h 292608"/>
                <a:gd name="connsiteX21" fmla="*/ 21146 w 289179"/>
                <a:gd name="connsiteY21" fmla="*/ 260604 h 292608"/>
                <a:gd name="connsiteX22" fmla="*/ 32252 w 289179"/>
                <a:gd name="connsiteY22" fmla="*/ 249746 h 292608"/>
                <a:gd name="connsiteX23" fmla="*/ 32004 w 289179"/>
                <a:gd name="connsiteY23" fmla="*/ 249746 h 292608"/>
                <a:gd name="connsiteX24" fmla="*/ 32004 w 289179"/>
                <a:gd name="connsiteY24" fmla="*/ 128302 h 292608"/>
                <a:gd name="connsiteX25" fmla="*/ 14002 w 289179"/>
                <a:gd name="connsiteY25" fmla="*/ 146304 h 292608"/>
                <a:gd name="connsiteX26" fmla="*/ 32004 w 289179"/>
                <a:gd name="connsiteY26" fmla="*/ 164306 h 292608"/>
                <a:gd name="connsiteX27" fmla="*/ 32385 w 289179"/>
                <a:gd name="connsiteY27" fmla="*/ 128302 h 292608"/>
                <a:gd name="connsiteX28" fmla="*/ 32004 w 289179"/>
                <a:gd name="connsiteY28" fmla="*/ 128302 h 292608"/>
                <a:gd name="connsiteX29" fmla="*/ 32004 w 289179"/>
                <a:gd name="connsiteY29" fmla="*/ 6858 h 292608"/>
                <a:gd name="connsiteX30" fmla="*/ 6858 w 289179"/>
                <a:gd name="connsiteY30" fmla="*/ 32004 h 292608"/>
                <a:gd name="connsiteX31" fmla="*/ 32004 w 289179"/>
                <a:gd name="connsiteY31" fmla="*/ 57150 h 292608"/>
                <a:gd name="connsiteX32" fmla="*/ 57150 w 289179"/>
                <a:gd name="connsiteY32" fmla="*/ 32004 h 292608"/>
                <a:gd name="connsiteX33" fmla="*/ 32004 w 289179"/>
                <a:gd name="connsiteY33" fmla="*/ 6858 h 292608"/>
                <a:gd name="connsiteX34" fmla="*/ 289179 w 289179"/>
                <a:gd name="connsiteY34" fmla="*/ 264033 h 292608"/>
                <a:gd name="connsiteX35" fmla="*/ 117729 w 289179"/>
                <a:gd name="connsiteY35" fmla="*/ 264033 h 292608"/>
                <a:gd name="connsiteX36" fmla="*/ 117729 w 289179"/>
                <a:gd name="connsiteY36" fmla="*/ 257175 h 292608"/>
                <a:gd name="connsiteX37" fmla="*/ 289179 w 289179"/>
                <a:gd name="connsiteY37" fmla="*/ 257175 h 292608"/>
                <a:gd name="connsiteX38" fmla="*/ 289179 w 289179"/>
                <a:gd name="connsiteY38" fmla="*/ 264033 h 292608"/>
                <a:gd name="connsiteX39" fmla="*/ 289179 w 289179"/>
                <a:gd name="connsiteY39" fmla="*/ 235458 h 292608"/>
                <a:gd name="connsiteX40" fmla="*/ 117729 w 289179"/>
                <a:gd name="connsiteY40" fmla="*/ 235458 h 292608"/>
                <a:gd name="connsiteX41" fmla="*/ 117729 w 289179"/>
                <a:gd name="connsiteY41" fmla="*/ 228600 h 292608"/>
                <a:gd name="connsiteX42" fmla="*/ 289179 w 289179"/>
                <a:gd name="connsiteY42" fmla="*/ 228600 h 292608"/>
                <a:gd name="connsiteX43" fmla="*/ 289179 w 289179"/>
                <a:gd name="connsiteY43" fmla="*/ 235458 h 292608"/>
                <a:gd name="connsiteX44" fmla="*/ 289179 w 289179"/>
                <a:gd name="connsiteY44" fmla="*/ 178308 h 292608"/>
                <a:gd name="connsiteX45" fmla="*/ 117729 w 289179"/>
                <a:gd name="connsiteY45" fmla="*/ 178308 h 292608"/>
                <a:gd name="connsiteX46" fmla="*/ 117729 w 289179"/>
                <a:gd name="connsiteY46" fmla="*/ 171450 h 292608"/>
                <a:gd name="connsiteX47" fmla="*/ 289179 w 289179"/>
                <a:gd name="connsiteY47" fmla="*/ 171450 h 292608"/>
                <a:gd name="connsiteX48" fmla="*/ 289179 w 289179"/>
                <a:gd name="connsiteY48" fmla="*/ 178308 h 292608"/>
                <a:gd name="connsiteX49" fmla="*/ 289179 w 289179"/>
                <a:gd name="connsiteY49" fmla="*/ 149733 h 292608"/>
                <a:gd name="connsiteX50" fmla="*/ 117729 w 289179"/>
                <a:gd name="connsiteY50" fmla="*/ 149733 h 292608"/>
                <a:gd name="connsiteX51" fmla="*/ 117729 w 289179"/>
                <a:gd name="connsiteY51" fmla="*/ 142875 h 292608"/>
                <a:gd name="connsiteX52" fmla="*/ 289179 w 289179"/>
                <a:gd name="connsiteY52" fmla="*/ 142875 h 292608"/>
                <a:gd name="connsiteX53" fmla="*/ 289179 w 289179"/>
                <a:gd name="connsiteY53" fmla="*/ 149733 h 292608"/>
                <a:gd name="connsiteX54" fmla="*/ 289179 w 289179"/>
                <a:gd name="connsiteY54" fmla="*/ 121158 h 292608"/>
                <a:gd name="connsiteX55" fmla="*/ 117729 w 289179"/>
                <a:gd name="connsiteY55" fmla="*/ 121158 h 292608"/>
                <a:gd name="connsiteX56" fmla="*/ 117729 w 289179"/>
                <a:gd name="connsiteY56" fmla="*/ 114300 h 292608"/>
                <a:gd name="connsiteX57" fmla="*/ 289179 w 289179"/>
                <a:gd name="connsiteY57" fmla="*/ 114300 h 292608"/>
                <a:gd name="connsiteX58" fmla="*/ 289179 w 289179"/>
                <a:gd name="connsiteY58" fmla="*/ 121158 h 292608"/>
                <a:gd name="connsiteX59" fmla="*/ 289179 w 289179"/>
                <a:gd name="connsiteY59" fmla="*/ 64008 h 292608"/>
                <a:gd name="connsiteX60" fmla="*/ 117729 w 289179"/>
                <a:gd name="connsiteY60" fmla="*/ 64008 h 292608"/>
                <a:gd name="connsiteX61" fmla="*/ 117729 w 289179"/>
                <a:gd name="connsiteY61" fmla="*/ 57150 h 292608"/>
                <a:gd name="connsiteX62" fmla="*/ 289179 w 289179"/>
                <a:gd name="connsiteY62" fmla="*/ 57150 h 292608"/>
                <a:gd name="connsiteX63" fmla="*/ 289179 w 289179"/>
                <a:gd name="connsiteY63" fmla="*/ 64008 h 292608"/>
                <a:gd name="connsiteX64" fmla="*/ 289179 w 289179"/>
                <a:gd name="connsiteY64" fmla="*/ 35433 h 292608"/>
                <a:gd name="connsiteX65" fmla="*/ 117729 w 289179"/>
                <a:gd name="connsiteY65" fmla="*/ 35433 h 292608"/>
                <a:gd name="connsiteX66" fmla="*/ 117729 w 289179"/>
                <a:gd name="connsiteY66" fmla="*/ 28575 h 292608"/>
                <a:gd name="connsiteX67" fmla="*/ 289179 w 289179"/>
                <a:gd name="connsiteY67" fmla="*/ 28575 h 292608"/>
                <a:gd name="connsiteX68" fmla="*/ 289179 w 289179"/>
                <a:gd name="connsiteY68" fmla="*/ 35433 h 292608"/>
                <a:gd name="connsiteX69" fmla="*/ 289179 w 289179"/>
                <a:gd name="connsiteY69" fmla="*/ 6858 h 292608"/>
                <a:gd name="connsiteX70" fmla="*/ 117729 w 289179"/>
                <a:gd name="connsiteY70" fmla="*/ 6858 h 292608"/>
                <a:gd name="connsiteX71" fmla="*/ 117729 w 289179"/>
                <a:gd name="connsiteY71" fmla="*/ 0 h 292608"/>
                <a:gd name="connsiteX72" fmla="*/ 289179 w 289179"/>
                <a:gd name="connsiteY72" fmla="*/ 0 h 292608"/>
                <a:gd name="connsiteX73" fmla="*/ 289179 w 289179"/>
                <a:gd name="connsiteY73"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252 w 289179"/>
                <a:gd name="connsiteY20" fmla="*/ 249746 h 292608"/>
                <a:gd name="connsiteX21" fmla="*/ 21146 w 289179"/>
                <a:gd name="connsiteY21" fmla="*/ 260604 h 292608"/>
                <a:gd name="connsiteX22" fmla="*/ 32252 w 289179"/>
                <a:gd name="connsiteY22" fmla="*/ 249746 h 292608"/>
                <a:gd name="connsiteX23" fmla="*/ 32004 w 289179"/>
                <a:gd name="connsiteY23" fmla="*/ 128302 h 292608"/>
                <a:gd name="connsiteX24" fmla="*/ 14002 w 289179"/>
                <a:gd name="connsiteY24" fmla="*/ 146304 h 292608"/>
                <a:gd name="connsiteX25" fmla="*/ 32004 w 289179"/>
                <a:gd name="connsiteY25" fmla="*/ 164306 h 292608"/>
                <a:gd name="connsiteX26" fmla="*/ 32385 w 289179"/>
                <a:gd name="connsiteY26" fmla="*/ 128302 h 292608"/>
                <a:gd name="connsiteX27" fmla="*/ 32004 w 289179"/>
                <a:gd name="connsiteY27" fmla="*/ 128302 h 292608"/>
                <a:gd name="connsiteX28" fmla="*/ 32004 w 289179"/>
                <a:gd name="connsiteY28" fmla="*/ 6858 h 292608"/>
                <a:gd name="connsiteX29" fmla="*/ 6858 w 289179"/>
                <a:gd name="connsiteY29" fmla="*/ 32004 h 292608"/>
                <a:gd name="connsiteX30" fmla="*/ 32004 w 289179"/>
                <a:gd name="connsiteY30" fmla="*/ 57150 h 292608"/>
                <a:gd name="connsiteX31" fmla="*/ 57150 w 289179"/>
                <a:gd name="connsiteY31" fmla="*/ 32004 h 292608"/>
                <a:gd name="connsiteX32" fmla="*/ 32004 w 289179"/>
                <a:gd name="connsiteY32" fmla="*/ 6858 h 292608"/>
                <a:gd name="connsiteX33" fmla="*/ 289179 w 289179"/>
                <a:gd name="connsiteY33" fmla="*/ 264033 h 292608"/>
                <a:gd name="connsiteX34" fmla="*/ 117729 w 289179"/>
                <a:gd name="connsiteY34" fmla="*/ 264033 h 292608"/>
                <a:gd name="connsiteX35" fmla="*/ 117729 w 289179"/>
                <a:gd name="connsiteY35" fmla="*/ 257175 h 292608"/>
                <a:gd name="connsiteX36" fmla="*/ 289179 w 289179"/>
                <a:gd name="connsiteY36" fmla="*/ 257175 h 292608"/>
                <a:gd name="connsiteX37" fmla="*/ 289179 w 289179"/>
                <a:gd name="connsiteY37" fmla="*/ 264033 h 292608"/>
                <a:gd name="connsiteX38" fmla="*/ 289179 w 289179"/>
                <a:gd name="connsiteY38" fmla="*/ 235458 h 292608"/>
                <a:gd name="connsiteX39" fmla="*/ 117729 w 289179"/>
                <a:gd name="connsiteY39" fmla="*/ 235458 h 292608"/>
                <a:gd name="connsiteX40" fmla="*/ 117729 w 289179"/>
                <a:gd name="connsiteY40" fmla="*/ 228600 h 292608"/>
                <a:gd name="connsiteX41" fmla="*/ 289179 w 289179"/>
                <a:gd name="connsiteY41" fmla="*/ 228600 h 292608"/>
                <a:gd name="connsiteX42" fmla="*/ 289179 w 289179"/>
                <a:gd name="connsiteY42" fmla="*/ 235458 h 292608"/>
                <a:gd name="connsiteX43" fmla="*/ 289179 w 289179"/>
                <a:gd name="connsiteY43" fmla="*/ 178308 h 292608"/>
                <a:gd name="connsiteX44" fmla="*/ 117729 w 289179"/>
                <a:gd name="connsiteY44" fmla="*/ 178308 h 292608"/>
                <a:gd name="connsiteX45" fmla="*/ 117729 w 289179"/>
                <a:gd name="connsiteY45" fmla="*/ 171450 h 292608"/>
                <a:gd name="connsiteX46" fmla="*/ 289179 w 289179"/>
                <a:gd name="connsiteY46" fmla="*/ 171450 h 292608"/>
                <a:gd name="connsiteX47" fmla="*/ 289179 w 289179"/>
                <a:gd name="connsiteY47" fmla="*/ 178308 h 292608"/>
                <a:gd name="connsiteX48" fmla="*/ 289179 w 289179"/>
                <a:gd name="connsiteY48" fmla="*/ 149733 h 292608"/>
                <a:gd name="connsiteX49" fmla="*/ 117729 w 289179"/>
                <a:gd name="connsiteY49" fmla="*/ 149733 h 292608"/>
                <a:gd name="connsiteX50" fmla="*/ 117729 w 289179"/>
                <a:gd name="connsiteY50" fmla="*/ 142875 h 292608"/>
                <a:gd name="connsiteX51" fmla="*/ 289179 w 289179"/>
                <a:gd name="connsiteY51" fmla="*/ 142875 h 292608"/>
                <a:gd name="connsiteX52" fmla="*/ 289179 w 289179"/>
                <a:gd name="connsiteY52" fmla="*/ 149733 h 292608"/>
                <a:gd name="connsiteX53" fmla="*/ 289179 w 289179"/>
                <a:gd name="connsiteY53" fmla="*/ 121158 h 292608"/>
                <a:gd name="connsiteX54" fmla="*/ 117729 w 289179"/>
                <a:gd name="connsiteY54" fmla="*/ 121158 h 292608"/>
                <a:gd name="connsiteX55" fmla="*/ 117729 w 289179"/>
                <a:gd name="connsiteY55" fmla="*/ 114300 h 292608"/>
                <a:gd name="connsiteX56" fmla="*/ 289179 w 289179"/>
                <a:gd name="connsiteY56" fmla="*/ 114300 h 292608"/>
                <a:gd name="connsiteX57" fmla="*/ 289179 w 289179"/>
                <a:gd name="connsiteY57" fmla="*/ 121158 h 292608"/>
                <a:gd name="connsiteX58" fmla="*/ 289179 w 289179"/>
                <a:gd name="connsiteY58" fmla="*/ 64008 h 292608"/>
                <a:gd name="connsiteX59" fmla="*/ 117729 w 289179"/>
                <a:gd name="connsiteY59" fmla="*/ 64008 h 292608"/>
                <a:gd name="connsiteX60" fmla="*/ 117729 w 289179"/>
                <a:gd name="connsiteY60" fmla="*/ 57150 h 292608"/>
                <a:gd name="connsiteX61" fmla="*/ 289179 w 289179"/>
                <a:gd name="connsiteY61" fmla="*/ 57150 h 292608"/>
                <a:gd name="connsiteX62" fmla="*/ 289179 w 289179"/>
                <a:gd name="connsiteY62" fmla="*/ 64008 h 292608"/>
                <a:gd name="connsiteX63" fmla="*/ 289179 w 289179"/>
                <a:gd name="connsiteY63" fmla="*/ 35433 h 292608"/>
                <a:gd name="connsiteX64" fmla="*/ 117729 w 289179"/>
                <a:gd name="connsiteY64" fmla="*/ 35433 h 292608"/>
                <a:gd name="connsiteX65" fmla="*/ 117729 w 289179"/>
                <a:gd name="connsiteY65" fmla="*/ 28575 h 292608"/>
                <a:gd name="connsiteX66" fmla="*/ 289179 w 289179"/>
                <a:gd name="connsiteY66" fmla="*/ 28575 h 292608"/>
                <a:gd name="connsiteX67" fmla="*/ 289179 w 289179"/>
                <a:gd name="connsiteY67" fmla="*/ 35433 h 292608"/>
                <a:gd name="connsiteX68" fmla="*/ 289179 w 289179"/>
                <a:gd name="connsiteY68" fmla="*/ 6858 h 292608"/>
                <a:gd name="connsiteX69" fmla="*/ 117729 w 289179"/>
                <a:gd name="connsiteY69" fmla="*/ 6858 h 292608"/>
                <a:gd name="connsiteX70" fmla="*/ 117729 w 289179"/>
                <a:gd name="connsiteY70" fmla="*/ 0 h 292608"/>
                <a:gd name="connsiteX71" fmla="*/ 289179 w 289179"/>
                <a:gd name="connsiteY71" fmla="*/ 0 h 292608"/>
                <a:gd name="connsiteX72" fmla="*/ 289179 w 289179"/>
                <a:gd name="connsiteY72"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49721 w 289179"/>
                <a:gd name="connsiteY5" fmla="*/ 260604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49721 w 289179"/>
                <a:gd name="connsiteY19" fmla="*/ 260604 h 292608"/>
                <a:gd name="connsiteX20" fmla="*/ 32004 w 289179"/>
                <a:gd name="connsiteY20" fmla="*/ 128302 h 292608"/>
                <a:gd name="connsiteX21" fmla="*/ 14002 w 289179"/>
                <a:gd name="connsiteY21" fmla="*/ 146304 h 292608"/>
                <a:gd name="connsiteX22" fmla="*/ 32004 w 289179"/>
                <a:gd name="connsiteY22" fmla="*/ 164306 h 292608"/>
                <a:gd name="connsiteX23" fmla="*/ 32385 w 289179"/>
                <a:gd name="connsiteY23" fmla="*/ 128302 h 292608"/>
                <a:gd name="connsiteX24" fmla="*/ 32004 w 289179"/>
                <a:gd name="connsiteY24" fmla="*/ 128302 h 292608"/>
                <a:gd name="connsiteX25" fmla="*/ 32004 w 289179"/>
                <a:gd name="connsiteY25" fmla="*/ 6858 h 292608"/>
                <a:gd name="connsiteX26" fmla="*/ 6858 w 289179"/>
                <a:gd name="connsiteY26" fmla="*/ 32004 h 292608"/>
                <a:gd name="connsiteX27" fmla="*/ 32004 w 289179"/>
                <a:gd name="connsiteY27" fmla="*/ 57150 h 292608"/>
                <a:gd name="connsiteX28" fmla="*/ 57150 w 289179"/>
                <a:gd name="connsiteY28" fmla="*/ 32004 h 292608"/>
                <a:gd name="connsiteX29" fmla="*/ 32004 w 289179"/>
                <a:gd name="connsiteY29" fmla="*/ 6858 h 292608"/>
                <a:gd name="connsiteX30" fmla="*/ 289179 w 289179"/>
                <a:gd name="connsiteY30" fmla="*/ 264033 h 292608"/>
                <a:gd name="connsiteX31" fmla="*/ 117729 w 289179"/>
                <a:gd name="connsiteY31" fmla="*/ 264033 h 292608"/>
                <a:gd name="connsiteX32" fmla="*/ 117729 w 289179"/>
                <a:gd name="connsiteY32" fmla="*/ 257175 h 292608"/>
                <a:gd name="connsiteX33" fmla="*/ 289179 w 289179"/>
                <a:gd name="connsiteY33" fmla="*/ 257175 h 292608"/>
                <a:gd name="connsiteX34" fmla="*/ 289179 w 289179"/>
                <a:gd name="connsiteY34" fmla="*/ 264033 h 292608"/>
                <a:gd name="connsiteX35" fmla="*/ 289179 w 289179"/>
                <a:gd name="connsiteY35" fmla="*/ 235458 h 292608"/>
                <a:gd name="connsiteX36" fmla="*/ 117729 w 289179"/>
                <a:gd name="connsiteY36" fmla="*/ 235458 h 292608"/>
                <a:gd name="connsiteX37" fmla="*/ 117729 w 289179"/>
                <a:gd name="connsiteY37" fmla="*/ 228600 h 292608"/>
                <a:gd name="connsiteX38" fmla="*/ 289179 w 289179"/>
                <a:gd name="connsiteY38" fmla="*/ 228600 h 292608"/>
                <a:gd name="connsiteX39" fmla="*/ 289179 w 289179"/>
                <a:gd name="connsiteY39" fmla="*/ 235458 h 292608"/>
                <a:gd name="connsiteX40" fmla="*/ 289179 w 289179"/>
                <a:gd name="connsiteY40" fmla="*/ 178308 h 292608"/>
                <a:gd name="connsiteX41" fmla="*/ 117729 w 289179"/>
                <a:gd name="connsiteY41" fmla="*/ 178308 h 292608"/>
                <a:gd name="connsiteX42" fmla="*/ 117729 w 289179"/>
                <a:gd name="connsiteY42" fmla="*/ 171450 h 292608"/>
                <a:gd name="connsiteX43" fmla="*/ 289179 w 289179"/>
                <a:gd name="connsiteY43" fmla="*/ 171450 h 292608"/>
                <a:gd name="connsiteX44" fmla="*/ 289179 w 289179"/>
                <a:gd name="connsiteY44" fmla="*/ 178308 h 292608"/>
                <a:gd name="connsiteX45" fmla="*/ 289179 w 289179"/>
                <a:gd name="connsiteY45" fmla="*/ 149733 h 292608"/>
                <a:gd name="connsiteX46" fmla="*/ 117729 w 289179"/>
                <a:gd name="connsiteY46" fmla="*/ 149733 h 292608"/>
                <a:gd name="connsiteX47" fmla="*/ 117729 w 289179"/>
                <a:gd name="connsiteY47" fmla="*/ 142875 h 292608"/>
                <a:gd name="connsiteX48" fmla="*/ 289179 w 289179"/>
                <a:gd name="connsiteY48" fmla="*/ 142875 h 292608"/>
                <a:gd name="connsiteX49" fmla="*/ 289179 w 289179"/>
                <a:gd name="connsiteY49" fmla="*/ 149733 h 292608"/>
                <a:gd name="connsiteX50" fmla="*/ 289179 w 289179"/>
                <a:gd name="connsiteY50" fmla="*/ 121158 h 292608"/>
                <a:gd name="connsiteX51" fmla="*/ 117729 w 289179"/>
                <a:gd name="connsiteY51" fmla="*/ 121158 h 292608"/>
                <a:gd name="connsiteX52" fmla="*/ 117729 w 289179"/>
                <a:gd name="connsiteY52" fmla="*/ 114300 h 292608"/>
                <a:gd name="connsiteX53" fmla="*/ 289179 w 289179"/>
                <a:gd name="connsiteY53" fmla="*/ 114300 h 292608"/>
                <a:gd name="connsiteX54" fmla="*/ 289179 w 289179"/>
                <a:gd name="connsiteY54" fmla="*/ 121158 h 292608"/>
                <a:gd name="connsiteX55" fmla="*/ 289179 w 289179"/>
                <a:gd name="connsiteY55" fmla="*/ 64008 h 292608"/>
                <a:gd name="connsiteX56" fmla="*/ 117729 w 289179"/>
                <a:gd name="connsiteY56" fmla="*/ 64008 h 292608"/>
                <a:gd name="connsiteX57" fmla="*/ 117729 w 289179"/>
                <a:gd name="connsiteY57" fmla="*/ 57150 h 292608"/>
                <a:gd name="connsiteX58" fmla="*/ 289179 w 289179"/>
                <a:gd name="connsiteY58" fmla="*/ 57150 h 292608"/>
                <a:gd name="connsiteX59" fmla="*/ 289179 w 289179"/>
                <a:gd name="connsiteY59" fmla="*/ 64008 h 292608"/>
                <a:gd name="connsiteX60" fmla="*/ 289179 w 289179"/>
                <a:gd name="connsiteY60" fmla="*/ 35433 h 292608"/>
                <a:gd name="connsiteX61" fmla="*/ 117729 w 289179"/>
                <a:gd name="connsiteY61" fmla="*/ 35433 h 292608"/>
                <a:gd name="connsiteX62" fmla="*/ 117729 w 289179"/>
                <a:gd name="connsiteY62" fmla="*/ 28575 h 292608"/>
                <a:gd name="connsiteX63" fmla="*/ 289179 w 289179"/>
                <a:gd name="connsiteY63" fmla="*/ 28575 h 292608"/>
                <a:gd name="connsiteX64" fmla="*/ 289179 w 289179"/>
                <a:gd name="connsiteY64" fmla="*/ 35433 h 292608"/>
                <a:gd name="connsiteX65" fmla="*/ 289179 w 289179"/>
                <a:gd name="connsiteY65" fmla="*/ 6858 h 292608"/>
                <a:gd name="connsiteX66" fmla="*/ 117729 w 289179"/>
                <a:gd name="connsiteY66" fmla="*/ 6858 h 292608"/>
                <a:gd name="connsiteX67" fmla="*/ 117729 w 289179"/>
                <a:gd name="connsiteY67" fmla="*/ 0 h 292608"/>
                <a:gd name="connsiteX68" fmla="*/ 289179 w 289179"/>
                <a:gd name="connsiteY68" fmla="*/ 0 h 292608"/>
                <a:gd name="connsiteX69" fmla="*/ 289179 w 289179"/>
                <a:gd name="connsiteY69"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243230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5433 w 289179"/>
                <a:gd name="connsiteY18" fmla="*/ 243230 h 292608"/>
                <a:gd name="connsiteX19" fmla="*/ 32004 w 289179"/>
                <a:gd name="connsiteY19" fmla="*/ 128302 h 292608"/>
                <a:gd name="connsiteX20" fmla="*/ 14002 w 289179"/>
                <a:gd name="connsiteY20" fmla="*/ 146304 h 292608"/>
                <a:gd name="connsiteX21" fmla="*/ 32004 w 289179"/>
                <a:gd name="connsiteY21" fmla="*/ 164306 h 292608"/>
                <a:gd name="connsiteX22" fmla="*/ 32385 w 289179"/>
                <a:gd name="connsiteY22" fmla="*/ 128302 h 292608"/>
                <a:gd name="connsiteX23" fmla="*/ 32004 w 289179"/>
                <a:gd name="connsiteY23" fmla="*/ 128302 h 292608"/>
                <a:gd name="connsiteX24" fmla="*/ 32004 w 289179"/>
                <a:gd name="connsiteY24" fmla="*/ 6858 h 292608"/>
                <a:gd name="connsiteX25" fmla="*/ 6858 w 289179"/>
                <a:gd name="connsiteY25" fmla="*/ 32004 h 292608"/>
                <a:gd name="connsiteX26" fmla="*/ 32004 w 289179"/>
                <a:gd name="connsiteY26" fmla="*/ 57150 h 292608"/>
                <a:gd name="connsiteX27" fmla="*/ 57150 w 289179"/>
                <a:gd name="connsiteY27" fmla="*/ 32004 h 292608"/>
                <a:gd name="connsiteX28" fmla="*/ 32004 w 289179"/>
                <a:gd name="connsiteY28" fmla="*/ 6858 h 292608"/>
                <a:gd name="connsiteX29" fmla="*/ 289179 w 289179"/>
                <a:gd name="connsiteY29" fmla="*/ 264033 h 292608"/>
                <a:gd name="connsiteX30" fmla="*/ 117729 w 289179"/>
                <a:gd name="connsiteY30" fmla="*/ 264033 h 292608"/>
                <a:gd name="connsiteX31" fmla="*/ 117729 w 289179"/>
                <a:gd name="connsiteY31" fmla="*/ 257175 h 292608"/>
                <a:gd name="connsiteX32" fmla="*/ 289179 w 289179"/>
                <a:gd name="connsiteY32" fmla="*/ 257175 h 292608"/>
                <a:gd name="connsiteX33" fmla="*/ 289179 w 289179"/>
                <a:gd name="connsiteY33" fmla="*/ 264033 h 292608"/>
                <a:gd name="connsiteX34" fmla="*/ 289179 w 289179"/>
                <a:gd name="connsiteY34" fmla="*/ 235458 h 292608"/>
                <a:gd name="connsiteX35" fmla="*/ 117729 w 289179"/>
                <a:gd name="connsiteY35" fmla="*/ 235458 h 292608"/>
                <a:gd name="connsiteX36" fmla="*/ 117729 w 289179"/>
                <a:gd name="connsiteY36" fmla="*/ 228600 h 292608"/>
                <a:gd name="connsiteX37" fmla="*/ 289179 w 289179"/>
                <a:gd name="connsiteY37" fmla="*/ 228600 h 292608"/>
                <a:gd name="connsiteX38" fmla="*/ 289179 w 289179"/>
                <a:gd name="connsiteY38" fmla="*/ 235458 h 292608"/>
                <a:gd name="connsiteX39" fmla="*/ 289179 w 289179"/>
                <a:gd name="connsiteY39" fmla="*/ 178308 h 292608"/>
                <a:gd name="connsiteX40" fmla="*/ 117729 w 289179"/>
                <a:gd name="connsiteY40" fmla="*/ 178308 h 292608"/>
                <a:gd name="connsiteX41" fmla="*/ 117729 w 289179"/>
                <a:gd name="connsiteY41" fmla="*/ 171450 h 292608"/>
                <a:gd name="connsiteX42" fmla="*/ 289179 w 289179"/>
                <a:gd name="connsiteY42" fmla="*/ 171450 h 292608"/>
                <a:gd name="connsiteX43" fmla="*/ 289179 w 289179"/>
                <a:gd name="connsiteY43" fmla="*/ 178308 h 292608"/>
                <a:gd name="connsiteX44" fmla="*/ 289179 w 289179"/>
                <a:gd name="connsiteY44" fmla="*/ 149733 h 292608"/>
                <a:gd name="connsiteX45" fmla="*/ 117729 w 289179"/>
                <a:gd name="connsiteY45" fmla="*/ 149733 h 292608"/>
                <a:gd name="connsiteX46" fmla="*/ 117729 w 289179"/>
                <a:gd name="connsiteY46" fmla="*/ 142875 h 292608"/>
                <a:gd name="connsiteX47" fmla="*/ 289179 w 289179"/>
                <a:gd name="connsiteY47" fmla="*/ 142875 h 292608"/>
                <a:gd name="connsiteX48" fmla="*/ 289179 w 289179"/>
                <a:gd name="connsiteY48" fmla="*/ 149733 h 292608"/>
                <a:gd name="connsiteX49" fmla="*/ 289179 w 289179"/>
                <a:gd name="connsiteY49" fmla="*/ 121158 h 292608"/>
                <a:gd name="connsiteX50" fmla="*/ 117729 w 289179"/>
                <a:gd name="connsiteY50" fmla="*/ 121158 h 292608"/>
                <a:gd name="connsiteX51" fmla="*/ 117729 w 289179"/>
                <a:gd name="connsiteY51" fmla="*/ 114300 h 292608"/>
                <a:gd name="connsiteX52" fmla="*/ 289179 w 289179"/>
                <a:gd name="connsiteY52" fmla="*/ 114300 h 292608"/>
                <a:gd name="connsiteX53" fmla="*/ 289179 w 289179"/>
                <a:gd name="connsiteY53" fmla="*/ 121158 h 292608"/>
                <a:gd name="connsiteX54" fmla="*/ 289179 w 289179"/>
                <a:gd name="connsiteY54" fmla="*/ 64008 h 292608"/>
                <a:gd name="connsiteX55" fmla="*/ 117729 w 289179"/>
                <a:gd name="connsiteY55" fmla="*/ 64008 h 292608"/>
                <a:gd name="connsiteX56" fmla="*/ 117729 w 289179"/>
                <a:gd name="connsiteY56" fmla="*/ 57150 h 292608"/>
                <a:gd name="connsiteX57" fmla="*/ 289179 w 289179"/>
                <a:gd name="connsiteY57" fmla="*/ 57150 h 292608"/>
                <a:gd name="connsiteX58" fmla="*/ 289179 w 289179"/>
                <a:gd name="connsiteY58" fmla="*/ 64008 h 292608"/>
                <a:gd name="connsiteX59" fmla="*/ 289179 w 289179"/>
                <a:gd name="connsiteY59" fmla="*/ 35433 h 292608"/>
                <a:gd name="connsiteX60" fmla="*/ 117729 w 289179"/>
                <a:gd name="connsiteY60" fmla="*/ 35433 h 292608"/>
                <a:gd name="connsiteX61" fmla="*/ 117729 w 289179"/>
                <a:gd name="connsiteY61" fmla="*/ 28575 h 292608"/>
                <a:gd name="connsiteX62" fmla="*/ 289179 w 289179"/>
                <a:gd name="connsiteY62" fmla="*/ 28575 h 292608"/>
                <a:gd name="connsiteX63" fmla="*/ 289179 w 289179"/>
                <a:gd name="connsiteY63" fmla="*/ 35433 h 292608"/>
                <a:gd name="connsiteX64" fmla="*/ 289179 w 289179"/>
                <a:gd name="connsiteY64" fmla="*/ 6858 h 292608"/>
                <a:gd name="connsiteX65" fmla="*/ 117729 w 289179"/>
                <a:gd name="connsiteY65" fmla="*/ 6858 h 292608"/>
                <a:gd name="connsiteX66" fmla="*/ 117729 w 289179"/>
                <a:gd name="connsiteY66" fmla="*/ 0 h 292608"/>
                <a:gd name="connsiteX67" fmla="*/ 289179 w 289179"/>
                <a:gd name="connsiteY67" fmla="*/ 0 h 292608"/>
                <a:gd name="connsiteX68" fmla="*/ 289179 w 289179"/>
                <a:gd name="connsiteY68"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28575 w 289179"/>
                <a:gd name="connsiteY7" fmla="*/ 243221 h 292608"/>
                <a:gd name="connsiteX8" fmla="*/ 28575 w 289179"/>
                <a:gd name="connsiteY8" fmla="*/ 170926 h 292608"/>
                <a:gd name="connsiteX9" fmla="*/ 7144 w 289179"/>
                <a:gd name="connsiteY9" fmla="*/ 146304 h 292608"/>
                <a:gd name="connsiteX10" fmla="*/ 28575 w 289179"/>
                <a:gd name="connsiteY10" fmla="*/ 121682 h 292608"/>
                <a:gd name="connsiteX11" fmla="*/ 28575 w 289179"/>
                <a:gd name="connsiteY11" fmla="*/ 63827 h 292608"/>
                <a:gd name="connsiteX12" fmla="*/ 0 w 289179"/>
                <a:gd name="connsiteY12" fmla="*/ 32004 h 292608"/>
                <a:gd name="connsiteX13" fmla="*/ 32004 w 289179"/>
                <a:gd name="connsiteY13" fmla="*/ 0 h 292608"/>
                <a:gd name="connsiteX14" fmla="*/ 64008 w 289179"/>
                <a:gd name="connsiteY14" fmla="*/ 32004 h 292608"/>
                <a:gd name="connsiteX15" fmla="*/ 35433 w 289179"/>
                <a:gd name="connsiteY15" fmla="*/ 63827 h 292608"/>
                <a:gd name="connsiteX16" fmla="*/ 35433 w 289179"/>
                <a:gd name="connsiteY16" fmla="*/ 121682 h 292608"/>
                <a:gd name="connsiteX17" fmla="*/ 35433 w 289179"/>
                <a:gd name="connsiteY17" fmla="*/ 170926 h 292608"/>
                <a:gd name="connsiteX18" fmla="*/ 32004 w 289179"/>
                <a:gd name="connsiteY18" fmla="*/ 128302 h 292608"/>
                <a:gd name="connsiteX19" fmla="*/ 14002 w 289179"/>
                <a:gd name="connsiteY19" fmla="*/ 146304 h 292608"/>
                <a:gd name="connsiteX20" fmla="*/ 32004 w 289179"/>
                <a:gd name="connsiteY20" fmla="*/ 164306 h 292608"/>
                <a:gd name="connsiteX21" fmla="*/ 32385 w 289179"/>
                <a:gd name="connsiteY21" fmla="*/ 128302 h 292608"/>
                <a:gd name="connsiteX22" fmla="*/ 32004 w 289179"/>
                <a:gd name="connsiteY22" fmla="*/ 128302 h 292608"/>
                <a:gd name="connsiteX23" fmla="*/ 32004 w 289179"/>
                <a:gd name="connsiteY23" fmla="*/ 6858 h 292608"/>
                <a:gd name="connsiteX24" fmla="*/ 6858 w 289179"/>
                <a:gd name="connsiteY24" fmla="*/ 32004 h 292608"/>
                <a:gd name="connsiteX25" fmla="*/ 32004 w 289179"/>
                <a:gd name="connsiteY25" fmla="*/ 57150 h 292608"/>
                <a:gd name="connsiteX26" fmla="*/ 57150 w 289179"/>
                <a:gd name="connsiteY26" fmla="*/ 32004 h 292608"/>
                <a:gd name="connsiteX27" fmla="*/ 32004 w 289179"/>
                <a:gd name="connsiteY27" fmla="*/ 6858 h 292608"/>
                <a:gd name="connsiteX28" fmla="*/ 289179 w 289179"/>
                <a:gd name="connsiteY28" fmla="*/ 264033 h 292608"/>
                <a:gd name="connsiteX29" fmla="*/ 117729 w 289179"/>
                <a:gd name="connsiteY29" fmla="*/ 264033 h 292608"/>
                <a:gd name="connsiteX30" fmla="*/ 117729 w 289179"/>
                <a:gd name="connsiteY30" fmla="*/ 257175 h 292608"/>
                <a:gd name="connsiteX31" fmla="*/ 289179 w 289179"/>
                <a:gd name="connsiteY31" fmla="*/ 257175 h 292608"/>
                <a:gd name="connsiteX32" fmla="*/ 289179 w 289179"/>
                <a:gd name="connsiteY32" fmla="*/ 264033 h 292608"/>
                <a:gd name="connsiteX33" fmla="*/ 289179 w 289179"/>
                <a:gd name="connsiteY33" fmla="*/ 235458 h 292608"/>
                <a:gd name="connsiteX34" fmla="*/ 117729 w 289179"/>
                <a:gd name="connsiteY34" fmla="*/ 235458 h 292608"/>
                <a:gd name="connsiteX35" fmla="*/ 117729 w 289179"/>
                <a:gd name="connsiteY35" fmla="*/ 228600 h 292608"/>
                <a:gd name="connsiteX36" fmla="*/ 289179 w 289179"/>
                <a:gd name="connsiteY36" fmla="*/ 228600 h 292608"/>
                <a:gd name="connsiteX37" fmla="*/ 289179 w 289179"/>
                <a:gd name="connsiteY37" fmla="*/ 235458 h 292608"/>
                <a:gd name="connsiteX38" fmla="*/ 289179 w 289179"/>
                <a:gd name="connsiteY38" fmla="*/ 178308 h 292608"/>
                <a:gd name="connsiteX39" fmla="*/ 117729 w 289179"/>
                <a:gd name="connsiteY39" fmla="*/ 178308 h 292608"/>
                <a:gd name="connsiteX40" fmla="*/ 117729 w 289179"/>
                <a:gd name="connsiteY40" fmla="*/ 171450 h 292608"/>
                <a:gd name="connsiteX41" fmla="*/ 289179 w 289179"/>
                <a:gd name="connsiteY41" fmla="*/ 171450 h 292608"/>
                <a:gd name="connsiteX42" fmla="*/ 289179 w 289179"/>
                <a:gd name="connsiteY42" fmla="*/ 178308 h 292608"/>
                <a:gd name="connsiteX43" fmla="*/ 289179 w 289179"/>
                <a:gd name="connsiteY43" fmla="*/ 149733 h 292608"/>
                <a:gd name="connsiteX44" fmla="*/ 117729 w 289179"/>
                <a:gd name="connsiteY44" fmla="*/ 149733 h 292608"/>
                <a:gd name="connsiteX45" fmla="*/ 117729 w 289179"/>
                <a:gd name="connsiteY45" fmla="*/ 142875 h 292608"/>
                <a:gd name="connsiteX46" fmla="*/ 289179 w 289179"/>
                <a:gd name="connsiteY46" fmla="*/ 142875 h 292608"/>
                <a:gd name="connsiteX47" fmla="*/ 289179 w 289179"/>
                <a:gd name="connsiteY47" fmla="*/ 149733 h 292608"/>
                <a:gd name="connsiteX48" fmla="*/ 289179 w 289179"/>
                <a:gd name="connsiteY48" fmla="*/ 121158 h 292608"/>
                <a:gd name="connsiteX49" fmla="*/ 117729 w 289179"/>
                <a:gd name="connsiteY49" fmla="*/ 121158 h 292608"/>
                <a:gd name="connsiteX50" fmla="*/ 117729 w 289179"/>
                <a:gd name="connsiteY50" fmla="*/ 114300 h 292608"/>
                <a:gd name="connsiteX51" fmla="*/ 289179 w 289179"/>
                <a:gd name="connsiteY51" fmla="*/ 114300 h 292608"/>
                <a:gd name="connsiteX52" fmla="*/ 289179 w 289179"/>
                <a:gd name="connsiteY52" fmla="*/ 121158 h 292608"/>
                <a:gd name="connsiteX53" fmla="*/ 289179 w 289179"/>
                <a:gd name="connsiteY53" fmla="*/ 64008 h 292608"/>
                <a:gd name="connsiteX54" fmla="*/ 117729 w 289179"/>
                <a:gd name="connsiteY54" fmla="*/ 64008 h 292608"/>
                <a:gd name="connsiteX55" fmla="*/ 117729 w 289179"/>
                <a:gd name="connsiteY55" fmla="*/ 57150 h 292608"/>
                <a:gd name="connsiteX56" fmla="*/ 289179 w 289179"/>
                <a:gd name="connsiteY56" fmla="*/ 57150 h 292608"/>
                <a:gd name="connsiteX57" fmla="*/ 289179 w 289179"/>
                <a:gd name="connsiteY57" fmla="*/ 64008 h 292608"/>
                <a:gd name="connsiteX58" fmla="*/ 289179 w 289179"/>
                <a:gd name="connsiteY58" fmla="*/ 35433 h 292608"/>
                <a:gd name="connsiteX59" fmla="*/ 117729 w 289179"/>
                <a:gd name="connsiteY59" fmla="*/ 35433 h 292608"/>
                <a:gd name="connsiteX60" fmla="*/ 117729 w 289179"/>
                <a:gd name="connsiteY60" fmla="*/ 28575 h 292608"/>
                <a:gd name="connsiteX61" fmla="*/ 289179 w 289179"/>
                <a:gd name="connsiteY61" fmla="*/ 28575 h 292608"/>
                <a:gd name="connsiteX62" fmla="*/ 289179 w 289179"/>
                <a:gd name="connsiteY62" fmla="*/ 35433 h 292608"/>
                <a:gd name="connsiteX63" fmla="*/ 289179 w 289179"/>
                <a:gd name="connsiteY63" fmla="*/ 6858 h 292608"/>
                <a:gd name="connsiteX64" fmla="*/ 117729 w 289179"/>
                <a:gd name="connsiteY64" fmla="*/ 6858 h 292608"/>
                <a:gd name="connsiteX65" fmla="*/ 117729 w 289179"/>
                <a:gd name="connsiteY65" fmla="*/ 0 h 292608"/>
                <a:gd name="connsiteX66" fmla="*/ 289179 w 289179"/>
                <a:gd name="connsiteY66" fmla="*/ 0 h 292608"/>
                <a:gd name="connsiteX67" fmla="*/ 289179 w 289179"/>
                <a:gd name="connsiteY67"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28575 w 289179"/>
                <a:gd name="connsiteY7" fmla="*/ 170926 h 292608"/>
                <a:gd name="connsiteX8" fmla="*/ 7144 w 289179"/>
                <a:gd name="connsiteY8" fmla="*/ 146304 h 292608"/>
                <a:gd name="connsiteX9" fmla="*/ 28575 w 289179"/>
                <a:gd name="connsiteY9" fmla="*/ 121682 h 292608"/>
                <a:gd name="connsiteX10" fmla="*/ 28575 w 289179"/>
                <a:gd name="connsiteY10" fmla="*/ 63827 h 292608"/>
                <a:gd name="connsiteX11" fmla="*/ 0 w 289179"/>
                <a:gd name="connsiteY11" fmla="*/ 32004 h 292608"/>
                <a:gd name="connsiteX12" fmla="*/ 32004 w 289179"/>
                <a:gd name="connsiteY12" fmla="*/ 0 h 292608"/>
                <a:gd name="connsiteX13" fmla="*/ 64008 w 289179"/>
                <a:gd name="connsiteY13" fmla="*/ 32004 h 292608"/>
                <a:gd name="connsiteX14" fmla="*/ 35433 w 289179"/>
                <a:gd name="connsiteY14" fmla="*/ 63827 h 292608"/>
                <a:gd name="connsiteX15" fmla="*/ 35433 w 289179"/>
                <a:gd name="connsiteY15" fmla="*/ 121682 h 292608"/>
                <a:gd name="connsiteX16" fmla="*/ 35433 w 289179"/>
                <a:gd name="connsiteY16" fmla="*/ 170926 h 292608"/>
                <a:gd name="connsiteX17" fmla="*/ 32004 w 289179"/>
                <a:gd name="connsiteY17" fmla="*/ 128302 h 292608"/>
                <a:gd name="connsiteX18" fmla="*/ 14002 w 289179"/>
                <a:gd name="connsiteY18" fmla="*/ 146304 h 292608"/>
                <a:gd name="connsiteX19" fmla="*/ 32004 w 289179"/>
                <a:gd name="connsiteY19" fmla="*/ 164306 h 292608"/>
                <a:gd name="connsiteX20" fmla="*/ 32385 w 289179"/>
                <a:gd name="connsiteY20" fmla="*/ 128302 h 292608"/>
                <a:gd name="connsiteX21" fmla="*/ 32004 w 289179"/>
                <a:gd name="connsiteY21" fmla="*/ 128302 h 292608"/>
                <a:gd name="connsiteX22" fmla="*/ 32004 w 289179"/>
                <a:gd name="connsiteY22" fmla="*/ 6858 h 292608"/>
                <a:gd name="connsiteX23" fmla="*/ 6858 w 289179"/>
                <a:gd name="connsiteY23" fmla="*/ 32004 h 292608"/>
                <a:gd name="connsiteX24" fmla="*/ 32004 w 289179"/>
                <a:gd name="connsiteY24" fmla="*/ 57150 h 292608"/>
                <a:gd name="connsiteX25" fmla="*/ 57150 w 289179"/>
                <a:gd name="connsiteY25" fmla="*/ 32004 h 292608"/>
                <a:gd name="connsiteX26" fmla="*/ 32004 w 289179"/>
                <a:gd name="connsiteY26" fmla="*/ 6858 h 292608"/>
                <a:gd name="connsiteX27" fmla="*/ 289179 w 289179"/>
                <a:gd name="connsiteY27" fmla="*/ 264033 h 292608"/>
                <a:gd name="connsiteX28" fmla="*/ 117729 w 289179"/>
                <a:gd name="connsiteY28" fmla="*/ 264033 h 292608"/>
                <a:gd name="connsiteX29" fmla="*/ 117729 w 289179"/>
                <a:gd name="connsiteY29" fmla="*/ 257175 h 292608"/>
                <a:gd name="connsiteX30" fmla="*/ 289179 w 289179"/>
                <a:gd name="connsiteY30" fmla="*/ 257175 h 292608"/>
                <a:gd name="connsiteX31" fmla="*/ 289179 w 289179"/>
                <a:gd name="connsiteY31" fmla="*/ 264033 h 292608"/>
                <a:gd name="connsiteX32" fmla="*/ 289179 w 289179"/>
                <a:gd name="connsiteY32" fmla="*/ 235458 h 292608"/>
                <a:gd name="connsiteX33" fmla="*/ 117729 w 289179"/>
                <a:gd name="connsiteY33" fmla="*/ 235458 h 292608"/>
                <a:gd name="connsiteX34" fmla="*/ 117729 w 289179"/>
                <a:gd name="connsiteY34" fmla="*/ 228600 h 292608"/>
                <a:gd name="connsiteX35" fmla="*/ 289179 w 289179"/>
                <a:gd name="connsiteY35" fmla="*/ 228600 h 292608"/>
                <a:gd name="connsiteX36" fmla="*/ 289179 w 289179"/>
                <a:gd name="connsiteY36" fmla="*/ 235458 h 292608"/>
                <a:gd name="connsiteX37" fmla="*/ 289179 w 289179"/>
                <a:gd name="connsiteY37" fmla="*/ 178308 h 292608"/>
                <a:gd name="connsiteX38" fmla="*/ 117729 w 289179"/>
                <a:gd name="connsiteY38" fmla="*/ 178308 h 292608"/>
                <a:gd name="connsiteX39" fmla="*/ 117729 w 289179"/>
                <a:gd name="connsiteY39" fmla="*/ 171450 h 292608"/>
                <a:gd name="connsiteX40" fmla="*/ 289179 w 289179"/>
                <a:gd name="connsiteY40" fmla="*/ 171450 h 292608"/>
                <a:gd name="connsiteX41" fmla="*/ 289179 w 289179"/>
                <a:gd name="connsiteY41" fmla="*/ 178308 h 292608"/>
                <a:gd name="connsiteX42" fmla="*/ 289179 w 289179"/>
                <a:gd name="connsiteY42" fmla="*/ 149733 h 292608"/>
                <a:gd name="connsiteX43" fmla="*/ 117729 w 289179"/>
                <a:gd name="connsiteY43" fmla="*/ 149733 h 292608"/>
                <a:gd name="connsiteX44" fmla="*/ 117729 w 289179"/>
                <a:gd name="connsiteY44" fmla="*/ 142875 h 292608"/>
                <a:gd name="connsiteX45" fmla="*/ 289179 w 289179"/>
                <a:gd name="connsiteY45" fmla="*/ 142875 h 292608"/>
                <a:gd name="connsiteX46" fmla="*/ 289179 w 289179"/>
                <a:gd name="connsiteY46" fmla="*/ 149733 h 292608"/>
                <a:gd name="connsiteX47" fmla="*/ 289179 w 289179"/>
                <a:gd name="connsiteY47" fmla="*/ 121158 h 292608"/>
                <a:gd name="connsiteX48" fmla="*/ 117729 w 289179"/>
                <a:gd name="connsiteY48" fmla="*/ 121158 h 292608"/>
                <a:gd name="connsiteX49" fmla="*/ 117729 w 289179"/>
                <a:gd name="connsiteY49" fmla="*/ 114300 h 292608"/>
                <a:gd name="connsiteX50" fmla="*/ 289179 w 289179"/>
                <a:gd name="connsiteY50" fmla="*/ 114300 h 292608"/>
                <a:gd name="connsiteX51" fmla="*/ 289179 w 289179"/>
                <a:gd name="connsiteY51" fmla="*/ 121158 h 292608"/>
                <a:gd name="connsiteX52" fmla="*/ 289179 w 289179"/>
                <a:gd name="connsiteY52" fmla="*/ 64008 h 292608"/>
                <a:gd name="connsiteX53" fmla="*/ 117729 w 289179"/>
                <a:gd name="connsiteY53" fmla="*/ 64008 h 292608"/>
                <a:gd name="connsiteX54" fmla="*/ 117729 w 289179"/>
                <a:gd name="connsiteY54" fmla="*/ 57150 h 292608"/>
                <a:gd name="connsiteX55" fmla="*/ 289179 w 289179"/>
                <a:gd name="connsiteY55" fmla="*/ 57150 h 292608"/>
                <a:gd name="connsiteX56" fmla="*/ 289179 w 289179"/>
                <a:gd name="connsiteY56" fmla="*/ 64008 h 292608"/>
                <a:gd name="connsiteX57" fmla="*/ 289179 w 289179"/>
                <a:gd name="connsiteY57" fmla="*/ 35433 h 292608"/>
                <a:gd name="connsiteX58" fmla="*/ 117729 w 289179"/>
                <a:gd name="connsiteY58" fmla="*/ 35433 h 292608"/>
                <a:gd name="connsiteX59" fmla="*/ 117729 w 289179"/>
                <a:gd name="connsiteY59" fmla="*/ 28575 h 292608"/>
                <a:gd name="connsiteX60" fmla="*/ 289179 w 289179"/>
                <a:gd name="connsiteY60" fmla="*/ 28575 h 292608"/>
                <a:gd name="connsiteX61" fmla="*/ 289179 w 289179"/>
                <a:gd name="connsiteY61" fmla="*/ 35433 h 292608"/>
                <a:gd name="connsiteX62" fmla="*/ 289179 w 289179"/>
                <a:gd name="connsiteY62" fmla="*/ 6858 h 292608"/>
                <a:gd name="connsiteX63" fmla="*/ 117729 w 289179"/>
                <a:gd name="connsiteY63" fmla="*/ 6858 h 292608"/>
                <a:gd name="connsiteX64" fmla="*/ 117729 w 289179"/>
                <a:gd name="connsiteY64" fmla="*/ 0 h 292608"/>
                <a:gd name="connsiteX65" fmla="*/ 289179 w 289179"/>
                <a:gd name="connsiteY65" fmla="*/ 0 h 292608"/>
                <a:gd name="connsiteX66" fmla="*/ 289179 w 289179"/>
                <a:gd name="connsiteY66"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004 w 289179"/>
                <a:gd name="connsiteY16" fmla="*/ 128302 h 292608"/>
                <a:gd name="connsiteX17" fmla="*/ 14002 w 289179"/>
                <a:gd name="connsiteY17" fmla="*/ 146304 h 292608"/>
                <a:gd name="connsiteX18" fmla="*/ 32004 w 289179"/>
                <a:gd name="connsiteY18" fmla="*/ 164306 h 292608"/>
                <a:gd name="connsiteX19" fmla="*/ 32385 w 289179"/>
                <a:gd name="connsiteY19" fmla="*/ 128302 h 292608"/>
                <a:gd name="connsiteX20" fmla="*/ 32004 w 289179"/>
                <a:gd name="connsiteY20" fmla="*/ 128302 h 292608"/>
                <a:gd name="connsiteX21" fmla="*/ 32004 w 289179"/>
                <a:gd name="connsiteY21" fmla="*/ 6858 h 292608"/>
                <a:gd name="connsiteX22" fmla="*/ 6858 w 289179"/>
                <a:gd name="connsiteY22" fmla="*/ 32004 h 292608"/>
                <a:gd name="connsiteX23" fmla="*/ 32004 w 289179"/>
                <a:gd name="connsiteY23" fmla="*/ 57150 h 292608"/>
                <a:gd name="connsiteX24" fmla="*/ 57150 w 289179"/>
                <a:gd name="connsiteY24" fmla="*/ 32004 h 292608"/>
                <a:gd name="connsiteX25" fmla="*/ 32004 w 289179"/>
                <a:gd name="connsiteY25" fmla="*/ 6858 h 292608"/>
                <a:gd name="connsiteX26" fmla="*/ 289179 w 289179"/>
                <a:gd name="connsiteY26" fmla="*/ 264033 h 292608"/>
                <a:gd name="connsiteX27" fmla="*/ 117729 w 289179"/>
                <a:gd name="connsiteY27" fmla="*/ 264033 h 292608"/>
                <a:gd name="connsiteX28" fmla="*/ 117729 w 289179"/>
                <a:gd name="connsiteY28" fmla="*/ 257175 h 292608"/>
                <a:gd name="connsiteX29" fmla="*/ 289179 w 289179"/>
                <a:gd name="connsiteY29" fmla="*/ 257175 h 292608"/>
                <a:gd name="connsiteX30" fmla="*/ 289179 w 289179"/>
                <a:gd name="connsiteY30" fmla="*/ 264033 h 292608"/>
                <a:gd name="connsiteX31" fmla="*/ 289179 w 289179"/>
                <a:gd name="connsiteY31" fmla="*/ 235458 h 292608"/>
                <a:gd name="connsiteX32" fmla="*/ 117729 w 289179"/>
                <a:gd name="connsiteY32" fmla="*/ 235458 h 292608"/>
                <a:gd name="connsiteX33" fmla="*/ 117729 w 289179"/>
                <a:gd name="connsiteY33" fmla="*/ 228600 h 292608"/>
                <a:gd name="connsiteX34" fmla="*/ 289179 w 289179"/>
                <a:gd name="connsiteY34" fmla="*/ 228600 h 292608"/>
                <a:gd name="connsiteX35" fmla="*/ 289179 w 289179"/>
                <a:gd name="connsiteY35" fmla="*/ 235458 h 292608"/>
                <a:gd name="connsiteX36" fmla="*/ 289179 w 289179"/>
                <a:gd name="connsiteY36" fmla="*/ 178308 h 292608"/>
                <a:gd name="connsiteX37" fmla="*/ 117729 w 289179"/>
                <a:gd name="connsiteY37" fmla="*/ 178308 h 292608"/>
                <a:gd name="connsiteX38" fmla="*/ 117729 w 289179"/>
                <a:gd name="connsiteY38" fmla="*/ 171450 h 292608"/>
                <a:gd name="connsiteX39" fmla="*/ 289179 w 289179"/>
                <a:gd name="connsiteY39" fmla="*/ 171450 h 292608"/>
                <a:gd name="connsiteX40" fmla="*/ 289179 w 289179"/>
                <a:gd name="connsiteY40" fmla="*/ 178308 h 292608"/>
                <a:gd name="connsiteX41" fmla="*/ 289179 w 289179"/>
                <a:gd name="connsiteY41" fmla="*/ 149733 h 292608"/>
                <a:gd name="connsiteX42" fmla="*/ 117729 w 289179"/>
                <a:gd name="connsiteY42" fmla="*/ 149733 h 292608"/>
                <a:gd name="connsiteX43" fmla="*/ 117729 w 289179"/>
                <a:gd name="connsiteY43" fmla="*/ 142875 h 292608"/>
                <a:gd name="connsiteX44" fmla="*/ 289179 w 289179"/>
                <a:gd name="connsiteY44" fmla="*/ 142875 h 292608"/>
                <a:gd name="connsiteX45" fmla="*/ 289179 w 289179"/>
                <a:gd name="connsiteY45" fmla="*/ 149733 h 292608"/>
                <a:gd name="connsiteX46" fmla="*/ 289179 w 289179"/>
                <a:gd name="connsiteY46" fmla="*/ 121158 h 292608"/>
                <a:gd name="connsiteX47" fmla="*/ 117729 w 289179"/>
                <a:gd name="connsiteY47" fmla="*/ 121158 h 292608"/>
                <a:gd name="connsiteX48" fmla="*/ 117729 w 289179"/>
                <a:gd name="connsiteY48" fmla="*/ 114300 h 292608"/>
                <a:gd name="connsiteX49" fmla="*/ 289179 w 289179"/>
                <a:gd name="connsiteY49" fmla="*/ 114300 h 292608"/>
                <a:gd name="connsiteX50" fmla="*/ 289179 w 289179"/>
                <a:gd name="connsiteY50" fmla="*/ 121158 h 292608"/>
                <a:gd name="connsiteX51" fmla="*/ 289179 w 289179"/>
                <a:gd name="connsiteY51" fmla="*/ 64008 h 292608"/>
                <a:gd name="connsiteX52" fmla="*/ 117729 w 289179"/>
                <a:gd name="connsiteY52" fmla="*/ 64008 h 292608"/>
                <a:gd name="connsiteX53" fmla="*/ 117729 w 289179"/>
                <a:gd name="connsiteY53" fmla="*/ 57150 h 292608"/>
                <a:gd name="connsiteX54" fmla="*/ 289179 w 289179"/>
                <a:gd name="connsiteY54" fmla="*/ 57150 h 292608"/>
                <a:gd name="connsiteX55" fmla="*/ 289179 w 289179"/>
                <a:gd name="connsiteY55" fmla="*/ 64008 h 292608"/>
                <a:gd name="connsiteX56" fmla="*/ 289179 w 289179"/>
                <a:gd name="connsiteY56" fmla="*/ 35433 h 292608"/>
                <a:gd name="connsiteX57" fmla="*/ 117729 w 289179"/>
                <a:gd name="connsiteY57" fmla="*/ 35433 h 292608"/>
                <a:gd name="connsiteX58" fmla="*/ 117729 w 289179"/>
                <a:gd name="connsiteY58" fmla="*/ 28575 h 292608"/>
                <a:gd name="connsiteX59" fmla="*/ 289179 w 289179"/>
                <a:gd name="connsiteY59" fmla="*/ 28575 h 292608"/>
                <a:gd name="connsiteX60" fmla="*/ 289179 w 289179"/>
                <a:gd name="connsiteY60" fmla="*/ 35433 h 292608"/>
                <a:gd name="connsiteX61" fmla="*/ 289179 w 289179"/>
                <a:gd name="connsiteY61" fmla="*/ 6858 h 292608"/>
                <a:gd name="connsiteX62" fmla="*/ 117729 w 289179"/>
                <a:gd name="connsiteY62" fmla="*/ 6858 h 292608"/>
                <a:gd name="connsiteX63" fmla="*/ 117729 w 289179"/>
                <a:gd name="connsiteY63" fmla="*/ 0 h 292608"/>
                <a:gd name="connsiteX64" fmla="*/ 289179 w 289179"/>
                <a:gd name="connsiteY64" fmla="*/ 0 h 292608"/>
                <a:gd name="connsiteX65" fmla="*/ 289179 w 289179"/>
                <a:gd name="connsiteY65"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004 w 289179"/>
                <a:gd name="connsiteY16" fmla="*/ 128302 h 292608"/>
                <a:gd name="connsiteX17" fmla="*/ 32004 w 289179"/>
                <a:gd name="connsiteY17" fmla="*/ 164306 h 292608"/>
                <a:gd name="connsiteX18" fmla="*/ 32385 w 289179"/>
                <a:gd name="connsiteY18" fmla="*/ 128302 h 292608"/>
                <a:gd name="connsiteX19" fmla="*/ 32004 w 289179"/>
                <a:gd name="connsiteY19" fmla="*/ 128302 h 292608"/>
                <a:gd name="connsiteX20" fmla="*/ 32004 w 289179"/>
                <a:gd name="connsiteY20" fmla="*/ 6858 h 292608"/>
                <a:gd name="connsiteX21" fmla="*/ 6858 w 289179"/>
                <a:gd name="connsiteY21" fmla="*/ 32004 h 292608"/>
                <a:gd name="connsiteX22" fmla="*/ 32004 w 289179"/>
                <a:gd name="connsiteY22" fmla="*/ 57150 h 292608"/>
                <a:gd name="connsiteX23" fmla="*/ 57150 w 289179"/>
                <a:gd name="connsiteY23" fmla="*/ 32004 h 292608"/>
                <a:gd name="connsiteX24" fmla="*/ 32004 w 289179"/>
                <a:gd name="connsiteY24" fmla="*/ 6858 h 292608"/>
                <a:gd name="connsiteX25" fmla="*/ 289179 w 289179"/>
                <a:gd name="connsiteY25" fmla="*/ 264033 h 292608"/>
                <a:gd name="connsiteX26" fmla="*/ 117729 w 289179"/>
                <a:gd name="connsiteY26" fmla="*/ 264033 h 292608"/>
                <a:gd name="connsiteX27" fmla="*/ 117729 w 289179"/>
                <a:gd name="connsiteY27" fmla="*/ 257175 h 292608"/>
                <a:gd name="connsiteX28" fmla="*/ 289179 w 289179"/>
                <a:gd name="connsiteY28" fmla="*/ 257175 h 292608"/>
                <a:gd name="connsiteX29" fmla="*/ 289179 w 289179"/>
                <a:gd name="connsiteY29" fmla="*/ 264033 h 292608"/>
                <a:gd name="connsiteX30" fmla="*/ 289179 w 289179"/>
                <a:gd name="connsiteY30" fmla="*/ 235458 h 292608"/>
                <a:gd name="connsiteX31" fmla="*/ 117729 w 289179"/>
                <a:gd name="connsiteY31" fmla="*/ 235458 h 292608"/>
                <a:gd name="connsiteX32" fmla="*/ 117729 w 289179"/>
                <a:gd name="connsiteY32" fmla="*/ 228600 h 292608"/>
                <a:gd name="connsiteX33" fmla="*/ 289179 w 289179"/>
                <a:gd name="connsiteY33" fmla="*/ 228600 h 292608"/>
                <a:gd name="connsiteX34" fmla="*/ 289179 w 289179"/>
                <a:gd name="connsiteY34" fmla="*/ 235458 h 292608"/>
                <a:gd name="connsiteX35" fmla="*/ 289179 w 289179"/>
                <a:gd name="connsiteY35" fmla="*/ 178308 h 292608"/>
                <a:gd name="connsiteX36" fmla="*/ 117729 w 289179"/>
                <a:gd name="connsiteY36" fmla="*/ 178308 h 292608"/>
                <a:gd name="connsiteX37" fmla="*/ 117729 w 289179"/>
                <a:gd name="connsiteY37" fmla="*/ 171450 h 292608"/>
                <a:gd name="connsiteX38" fmla="*/ 289179 w 289179"/>
                <a:gd name="connsiteY38" fmla="*/ 171450 h 292608"/>
                <a:gd name="connsiteX39" fmla="*/ 289179 w 289179"/>
                <a:gd name="connsiteY39" fmla="*/ 178308 h 292608"/>
                <a:gd name="connsiteX40" fmla="*/ 289179 w 289179"/>
                <a:gd name="connsiteY40" fmla="*/ 149733 h 292608"/>
                <a:gd name="connsiteX41" fmla="*/ 117729 w 289179"/>
                <a:gd name="connsiteY41" fmla="*/ 149733 h 292608"/>
                <a:gd name="connsiteX42" fmla="*/ 117729 w 289179"/>
                <a:gd name="connsiteY42" fmla="*/ 142875 h 292608"/>
                <a:gd name="connsiteX43" fmla="*/ 289179 w 289179"/>
                <a:gd name="connsiteY43" fmla="*/ 142875 h 292608"/>
                <a:gd name="connsiteX44" fmla="*/ 289179 w 289179"/>
                <a:gd name="connsiteY44" fmla="*/ 149733 h 292608"/>
                <a:gd name="connsiteX45" fmla="*/ 289179 w 289179"/>
                <a:gd name="connsiteY45" fmla="*/ 121158 h 292608"/>
                <a:gd name="connsiteX46" fmla="*/ 117729 w 289179"/>
                <a:gd name="connsiteY46" fmla="*/ 121158 h 292608"/>
                <a:gd name="connsiteX47" fmla="*/ 117729 w 289179"/>
                <a:gd name="connsiteY47" fmla="*/ 114300 h 292608"/>
                <a:gd name="connsiteX48" fmla="*/ 289179 w 289179"/>
                <a:gd name="connsiteY48" fmla="*/ 114300 h 292608"/>
                <a:gd name="connsiteX49" fmla="*/ 289179 w 289179"/>
                <a:gd name="connsiteY49" fmla="*/ 121158 h 292608"/>
                <a:gd name="connsiteX50" fmla="*/ 289179 w 289179"/>
                <a:gd name="connsiteY50" fmla="*/ 64008 h 292608"/>
                <a:gd name="connsiteX51" fmla="*/ 117729 w 289179"/>
                <a:gd name="connsiteY51" fmla="*/ 64008 h 292608"/>
                <a:gd name="connsiteX52" fmla="*/ 117729 w 289179"/>
                <a:gd name="connsiteY52" fmla="*/ 57150 h 292608"/>
                <a:gd name="connsiteX53" fmla="*/ 289179 w 289179"/>
                <a:gd name="connsiteY53" fmla="*/ 57150 h 292608"/>
                <a:gd name="connsiteX54" fmla="*/ 289179 w 289179"/>
                <a:gd name="connsiteY54" fmla="*/ 64008 h 292608"/>
                <a:gd name="connsiteX55" fmla="*/ 289179 w 289179"/>
                <a:gd name="connsiteY55" fmla="*/ 35433 h 292608"/>
                <a:gd name="connsiteX56" fmla="*/ 117729 w 289179"/>
                <a:gd name="connsiteY56" fmla="*/ 35433 h 292608"/>
                <a:gd name="connsiteX57" fmla="*/ 117729 w 289179"/>
                <a:gd name="connsiteY57" fmla="*/ 28575 h 292608"/>
                <a:gd name="connsiteX58" fmla="*/ 289179 w 289179"/>
                <a:gd name="connsiteY58" fmla="*/ 28575 h 292608"/>
                <a:gd name="connsiteX59" fmla="*/ 289179 w 289179"/>
                <a:gd name="connsiteY59" fmla="*/ 35433 h 292608"/>
                <a:gd name="connsiteX60" fmla="*/ 289179 w 289179"/>
                <a:gd name="connsiteY60" fmla="*/ 6858 h 292608"/>
                <a:gd name="connsiteX61" fmla="*/ 117729 w 289179"/>
                <a:gd name="connsiteY61" fmla="*/ 6858 h 292608"/>
                <a:gd name="connsiteX62" fmla="*/ 117729 w 289179"/>
                <a:gd name="connsiteY62" fmla="*/ 0 h 292608"/>
                <a:gd name="connsiteX63" fmla="*/ 289179 w 289179"/>
                <a:gd name="connsiteY63" fmla="*/ 0 h 292608"/>
                <a:gd name="connsiteX64" fmla="*/ 289179 w 289179"/>
                <a:gd name="connsiteY64"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385 w 289179"/>
                <a:gd name="connsiteY16" fmla="*/ 128302 h 292608"/>
                <a:gd name="connsiteX17" fmla="*/ 32004 w 289179"/>
                <a:gd name="connsiteY17" fmla="*/ 164306 h 292608"/>
                <a:gd name="connsiteX18" fmla="*/ 32385 w 289179"/>
                <a:gd name="connsiteY18" fmla="*/ 128302 h 292608"/>
                <a:gd name="connsiteX19" fmla="*/ 32004 w 289179"/>
                <a:gd name="connsiteY19" fmla="*/ 6858 h 292608"/>
                <a:gd name="connsiteX20" fmla="*/ 6858 w 289179"/>
                <a:gd name="connsiteY20" fmla="*/ 32004 h 292608"/>
                <a:gd name="connsiteX21" fmla="*/ 32004 w 289179"/>
                <a:gd name="connsiteY21" fmla="*/ 57150 h 292608"/>
                <a:gd name="connsiteX22" fmla="*/ 57150 w 289179"/>
                <a:gd name="connsiteY22" fmla="*/ 32004 h 292608"/>
                <a:gd name="connsiteX23" fmla="*/ 32004 w 289179"/>
                <a:gd name="connsiteY23" fmla="*/ 6858 h 292608"/>
                <a:gd name="connsiteX24" fmla="*/ 289179 w 289179"/>
                <a:gd name="connsiteY24" fmla="*/ 264033 h 292608"/>
                <a:gd name="connsiteX25" fmla="*/ 117729 w 289179"/>
                <a:gd name="connsiteY25" fmla="*/ 264033 h 292608"/>
                <a:gd name="connsiteX26" fmla="*/ 117729 w 289179"/>
                <a:gd name="connsiteY26" fmla="*/ 257175 h 292608"/>
                <a:gd name="connsiteX27" fmla="*/ 289179 w 289179"/>
                <a:gd name="connsiteY27" fmla="*/ 257175 h 292608"/>
                <a:gd name="connsiteX28" fmla="*/ 289179 w 289179"/>
                <a:gd name="connsiteY28" fmla="*/ 264033 h 292608"/>
                <a:gd name="connsiteX29" fmla="*/ 289179 w 289179"/>
                <a:gd name="connsiteY29" fmla="*/ 235458 h 292608"/>
                <a:gd name="connsiteX30" fmla="*/ 117729 w 289179"/>
                <a:gd name="connsiteY30" fmla="*/ 235458 h 292608"/>
                <a:gd name="connsiteX31" fmla="*/ 117729 w 289179"/>
                <a:gd name="connsiteY31" fmla="*/ 228600 h 292608"/>
                <a:gd name="connsiteX32" fmla="*/ 289179 w 289179"/>
                <a:gd name="connsiteY32" fmla="*/ 228600 h 292608"/>
                <a:gd name="connsiteX33" fmla="*/ 289179 w 289179"/>
                <a:gd name="connsiteY33" fmla="*/ 235458 h 292608"/>
                <a:gd name="connsiteX34" fmla="*/ 289179 w 289179"/>
                <a:gd name="connsiteY34" fmla="*/ 178308 h 292608"/>
                <a:gd name="connsiteX35" fmla="*/ 117729 w 289179"/>
                <a:gd name="connsiteY35" fmla="*/ 178308 h 292608"/>
                <a:gd name="connsiteX36" fmla="*/ 117729 w 289179"/>
                <a:gd name="connsiteY36" fmla="*/ 171450 h 292608"/>
                <a:gd name="connsiteX37" fmla="*/ 289179 w 289179"/>
                <a:gd name="connsiteY37" fmla="*/ 171450 h 292608"/>
                <a:gd name="connsiteX38" fmla="*/ 289179 w 289179"/>
                <a:gd name="connsiteY38" fmla="*/ 178308 h 292608"/>
                <a:gd name="connsiteX39" fmla="*/ 289179 w 289179"/>
                <a:gd name="connsiteY39" fmla="*/ 149733 h 292608"/>
                <a:gd name="connsiteX40" fmla="*/ 117729 w 289179"/>
                <a:gd name="connsiteY40" fmla="*/ 149733 h 292608"/>
                <a:gd name="connsiteX41" fmla="*/ 117729 w 289179"/>
                <a:gd name="connsiteY41" fmla="*/ 142875 h 292608"/>
                <a:gd name="connsiteX42" fmla="*/ 289179 w 289179"/>
                <a:gd name="connsiteY42" fmla="*/ 142875 h 292608"/>
                <a:gd name="connsiteX43" fmla="*/ 289179 w 289179"/>
                <a:gd name="connsiteY43" fmla="*/ 149733 h 292608"/>
                <a:gd name="connsiteX44" fmla="*/ 289179 w 289179"/>
                <a:gd name="connsiteY44" fmla="*/ 121158 h 292608"/>
                <a:gd name="connsiteX45" fmla="*/ 117729 w 289179"/>
                <a:gd name="connsiteY45" fmla="*/ 121158 h 292608"/>
                <a:gd name="connsiteX46" fmla="*/ 117729 w 289179"/>
                <a:gd name="connsiteY46" fmla="*/ 114300 h 292608"/>
                <a:gd name="connsiteX47" fmla="*/ 289179 w 289179"/>
                <a:gd name="connsiteY47" fmla="*/ 114300 h 292608"/>
                <a:gd name="connsiteX48" fmla="*/ 289179 w 289179"/>
                <a:gd name="connsiteY48" fmla="*/ 121158 h 292608"/>
                <a:gd name="connsiteX49" fmla="*/ 289179 w 289179"/>
                <a:gd name="connsiteY49" fmla="*/ 64008 h 292608"/>
                <a:gd name="connsiteX50" fmla="*/ 117729 w 289179"/>
                <a:gd name="connsiteY50" fmla="*/ 64008 h 292608"/>
                <a:gd name="connsiteX51" fmla="*/ 117729 w 289179"/>
                <a:gd name="connsiteY51" fmla="*/ 57150 h 292608"/>
                <a:gd name="connsiteX52" fmla="*/ 289179 w 289179"/>
                <a:gd name="connsiteY52" fmla="*/ 57150 h 292608"/>
                <a:gd name="connsiteX53" fmla="*/ 289179 w 289179"/>
                <a:gd name="connsiteY53" fmla="*/ 64008 h 292608"/>
                <a:gd name="connsiteX54" fmla="*/ 289179 w 289179"/>
                <a:gd name="connsiteY54" fmla="*/ 35433 h 292608"/>
                <a:gd name="connsiteX55" fmla="*/ 117729 w 289179"/>
                <a:gd name="connsiteY55" fmla="*/ 35433 h 292608"/>
                <a:gd name="connsiteX56" fmla="*/ 117729 w 289179"/>
                <a:gd name="connsiteY56" fmla="*/ 28575 h 292608"/>
                <a:gd name="connsiteX57" fmla="*/ 289179 w 289179"/>
                <a:gd name="connsiteY57" fmla="*/ 28575 h 292608"/>
                <a:gd name="connsiteX58" fmla="*/ 289179 w 289179"/>
                <a:gd name="connsiteY58" fmla="*/ 35433 h 292608"/>
                <a:gd name="connsiteX59" fmla="*/ 289179 w 289179"/>
                <a:gd name="connsiteY59" fmla="*/ 6858 h 292608"/>
                <a:gd name="connsiteX60" fmla="*/ 117729 w 289179"/>
                <a:gd name="connsiteY60" fmla="*/ 6858 h 292608"/>
                <a:gd name="connsiteX61" fmla="*/ 117729 w 289179"/>
                <a:gd name="connsiteY61" fmla="*/ 0 h 292608"/>
                <a:gd name="connsiteX62" fmla="*/ 289179 w 289179"/>
                <a:gd name="connsiteY62" fmla="*/ 0 h 292608"/>
                <a:gd name="connsiteX63" fmla="*/ 289179 w 289179"/>
                <a:gd name="connsiteY63"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121682 h 292608"/>
                <a:gd name="connsiteX9" fmla="*/ 28575 w 289179"/>
                <a:gd name="connsiteY9" fmla="*/ 63827 h 292608"/>
                <a:gd name="connsiteX10" fmla="*/ 0 w 289179"/>
                <a:gd name="connsiteY10" fmla="*/ 32004 h 292608"/>
                <a:gd name="connsiteX11" fmla="*/ 32004 w 289179"/>
                <a:gd name="connsiteY11" fmla="*/ 0 h 292608"/>
                <a:gd name="connsiteX12" fmla="*/ 64008 w 289179"/>
                <a:gd name="connsiteY12" fmla="*/ 32004 h 292608"/>
                <a:gd name="connsiteX13" fmla="*/ 35433 w 289179"/>
                <a:gd name="connsiteY13" fmla="*/ 63827 h 292608"/>
                <a:gd name="connsiteX14" fmla="*/ 35433 w 289179"/>
                <a:gd name="connsiteY14" fmla="*/ 121682 h 292608"/>
                <a:gd name="connsiteX15" fmla="*/ 35433 w 289179"/>
                <a:gd name="connsiteY15" fmla="*/ 170926 h 292608"/>
                <a:gd name="connsiteX16" fmla="*/ 32004 w 289179"/>
                <a:gd name="connsiteY16" fmla="*/ 6858 h 292608"/>
                <a:gd name="connsiteX17" fmla="*/ 6858 w 289179"/>
                <a:gd name="connsiteY17" fmla="*/ 32004 h 292608"/>
                <a:gd name="connsiteX18" fmla="*/ 32004 w 289179"/>
                <a:gd name="connsiteY18" fmla="*/ 57150 h 292608"/>
                <a:gd name="connsiteX19" fmla="*/ 57150 w 289179"/>
                <a:gd name="connsiteY19" fmla="*/ 32004 h 292608"/>
                <a:gd name="connsiteX20" fmla="*/ 32004 w 289179"/>
                <a:gd name="connsiteY20" fmla="*/ 6858 h 292608"/>
                <a:gd name="connsiteX21" fmla="*/ 289179 w 289179"/>
                <a:gd name="connsiteY21" fmla="*/ 264033 h 292608"/>
                <a:gd name="connsiteX22" fmla="*/ 117729 w 289179"/>
                <a:gd name="connsiteY22" fmla="*/ 264033 h 292608"/>
                <a:gd name="connsiteX23" fmla="*/ 117729 w 289179"/>
                <a:gd name="connsiteY23" fmla="*/ 257175 h 292608"/>
                <a:gd name="connsiteX24" fmla="*/ 289179 w 289179"/>
                <a:gd name="connsiteY24" fmla="*/ 257175 h 292608"/>
                <a:gd name="connsiteX25" fmla="*/ 289179 w 289179"/>
                <a:gd name="connsiteY25" fmla="*/ 264033 h 292608"/>
                <a:gd name="connsiteX26" fmla="*/ 289179 w 289179"/>
                <a:gd name="connsiteY26" fmla="*/ 235458 h 292608"/>
                <a:gd name="connsiteX27" fmla="*/ 117729 w 289179"/>
                <a:gd name="connsiteY27" fmla="*/ 235458 h 292608"/>
                <a:gd name="connsiteX28" fmla="*/ 117729 w 289179"/>
                <a:gd name="connsiteY28" fmla="*/ 228600 h 292608"/>
                <a:gd name="connsiteX29" fmla="*/ 289179 w 289179"/>
                <a:gd name="connsiteY29" fmla="*/ 228600 h 292608"/>
                <a:gd name="connsiteX30" fmla="*/ 289179 w 289179"/>
                <a:gd name="connsiteY30" fmla="*/ 235458 h 292608"/>
                <a:gd name="connsiteX31" fmla="*/ 289179 w 289179"/>
                <a:gd name="connsiteY31" fmla="*/ 178308 h 292608"/>
                <a:gd name="connsiteX32" fmla="*/ 117729 w 289179"/>
                <a:gd name="connsiteY32" fmla="*/ 178308 h 292608"/>
                <a:gd name="connsiteX33" fmla="*/ 117729 w 289179"/>
                <a:gd name="connsiteY33" fmla="*/ 171450 h 292608"/>
                <a:gd name="connsiteX34" fmla="*/ 289179 w 289179"/>
                <a:gd name="connsiteY34" fmla="*/ 171450 h 292608"/>
                <a:gd name="connsiteX35" fmla="*/ 289179 w 289179"/>
                <a:gd name="connsiteY35" fmla="*/ 178308 h 292608"/>
                <a:gd name="connsiteX36" fmla="*/ 289179 w 289179"/>
                <a:gd name="connsiteY36" fmla="*/ 149733 h 292608"/>
                <a:gd name="connsiteX37" fmla="*/ 117729 w 289179"/>
                <a:gd name="connsiteY37" fmla="*/ 149733 h 292608"/>
                <a:gd name="connsiteX38" fmla="*/ 117729 w 289179"/>
                <a:gd name="connsiteY38" fmla="*/ 142875 h 292608"/>
                <a:gd name="connsiteX39" fmla="*/ 289179 w 289179"/>
                <a:gd name="connsiteY39" fmla="*/ 142875 h 292608"/>
                <a:gd name="connsiteX40" fmla="*/ 289179 w 289179"/>
                <a:gd name="connsiteY40" fmla="*/ 149733 h 292608"/>
                <a:gd name="connsiteX41" fmla="*/ 289179 w 289179"/>
                <a:gd name="connsiteY41" fmla="*/ 121158 h 292608"/>
                <a:gd name="connsiteX42" fmla="*/ 117729 w 289179"/>
                <a:gd name="connsiteY42" fmla="*/ 121158 h 292608"/>
                <a:gd name="connsiteX43" fmla="*/ 117729 w 289179"/>
                <a:gd name="connsiteY43" fmla="*/ 114300 h 292608"/>
                <a:gd name="connsiteX44" fmla="*/ 289179 w 289179"/>
                <a:gd name="connsiteY44" fmla="*/ 114300 h 292608"/>
                <a:gd name="connsiteX45" fmla="*/ 289179 w 289179"/>
                <a:gd name="connsiteY45" fmla="*/ 121158 h 292608"/>
                <a:gd name="connsiteX46" fmla="*/ 289179 w 289179"/>
                <a:gd name="connsiteY46" fmla="*/ 64008 h 292608"/>
                <a:gd name="connsiteX47" fmla="*/ 117729 w 289179"/>
                <a:gd name="connsiteY47" fmla="*/ 64008 h 292608"/>
                <a:gd name="connsiteX48" fmla="*/ 117729 w 289179"/>
                <a:gd name="connsiteY48" fmla="*/ 57150 h 292608"/>
                <a:gd name="connsiteX49" fmla="*/ 289179 w 289179"/>
                <a:gd name="connsiteY49" fmla="*/ 57150 h 292608"/>
                <a:gd name="connsiteX50" fmla="*/ 289179 w 289179"/>
                <a:gd name="connsiteY50" fmla="*/ 64008 h 292608"/>
                <a:gd name="connsiteX51" fmla="*/ 289179 w 289179"/>
                <a:gd name="connsiteY51" fmla="*/ 35433 h 292608"/>
                <a:gd name="connsiteX52" fmla="*/ 117729 w 289179"/>
                <a:gd name="connsiteY52" fmla="*/ 35433 h 292608"/>
                <a:gd name="connsiteX53" fmla="*/ 117729 w 289179"/>
                <a:gd name="connsiteY53" fmla="*/ 28575 h 292608"/>
                <a:gd name="connsiteX54" fmla="*/ 289179 w 289179"/>
                <a:gd name="connsiteY54" fmla="*/ 28575 h 292608"/>
                <a:gd name="connsiteX55" fmla="*/ 289179 w 289179"/>
                <a:gd name="connsiteY55" fmla="*/ 35433 h 292608"/>
                <a:gd name="connsiteX56" fmla="*/ 289179 w 289179"/>
                <a:gd name="connsiteY56" fmla="*/ 6858 h 292608"/>
                <a:gd name="connsiteX57" fmla="*/ 117729 w 289179"/>
                <a:gd name="connsiteY57" fmla="*/ 6858 h 292608"/>
                <a:gd name="connsiteX58" fmla="*/ 117729 w 289179"/>
                <a:gd name="connsiteY58" fmla="*/ 0 h 292608"/>
                <a:gd name="connsiteX59" fmla="*/ 289179 w 289179"/>
                <a:gd name="connsiteY59" fmla="*/ 0 h 292608"/>
                <a:gd name="connsiteX60" fmla="*/ 289179 w 289179"/>
                <a:gd name="connsiteY60" fmla="*/ 6858 h 292608"/>
                <a:gd name="connsiteX0" fmla="*/ 289179 w 289179"/>
                <a:gd name="connsiteY0" fmla="*/ 292608 h 292608"/>
                <a:gd name="connsiteX1" fmla="*/ 117729 w 289179"/>
                <a:gd name="connsiteY1" fmla="*/ 292608 h 292608"/>
                <a:gd name="connsiteX2" fmla="*/ 117729 w 289179"/>
                <a:gd name="connsiteY2" fmla="*/ 285750 h 292608"/>
                <a:gd name="connsiteX3" fmla="*/ 289179 w 289179"/>
                <a:gd name="connsiteY3" fmla="*/ 285750 h 292608"/>
                <a:gd name="connsiteX4" fmla="*/ 289179 w 289179"/>
                <a:gd name="connsiteY4" fmla="*/ 292608 h 292608"/>
                <a:gd name="connsiteX5" fmla="*/ 35433 w 289179"/>
                <a:gd name="connsiteY5" fmla="*/ 170926 h 292608"/>
                <a:gd name="connsiteX6" fmla="*/ 14288 w 289179"/>
                <a:gd name="connsiteY6" fmla="*/ 260604 h 292608"/>
                <a:gd name="connsiteX7" fmla="*/ 7144 w 289179"/>
                <a:gd name="connsiteY7" fmla="*/ 146304 h 292608"/>
                <a:gd name="connsiteX8" fmla="*/ 28575 w 289179"/>
                <a:gd name="connsiteY8" fmla="*/ 63827 h 292608"/>
                <a:gd name="connsiteX9" fmla="*/ 0 w 289179"/>
                <a:gd name="connsiteY9" fmla="*/ 32004 h 292608"/>
                <a:gd name="connsiteX10" fmla="*/ 32004 w 289179"/>
                <a:gd name="connsiteY10" fmla="*/ 0 h 292608"/>
                <a:gd name="connsiteX11" fmla="*/ 64008 w 289179"/>
                <a:gd name="connsiteY11" fmla="*/ 32004 h 292608"/>
                <a:gd name="connsiteX12" fmla="*/ 35433 w 289179"/>
                <a:gd name="connsiteY12" fmla="*/ 63827 h 292608"/>
                <a:gd name="connsiteX13" fmla="*/ 35433 w 289179"/>
                <a:gd name="connsiteY13" fmla="*/ 121682 h 292608"/>
                <a:gd name="connsiteX14" fmla="*/ 35433 w 289179"/>
                <a:gd name="connsiteY14" fmla="*/ 170926 h 292608"/>
                <a:gd name="connsiteX15" fmla="*/ 32004 w 289179"/>
                <a:gd name="connsiteY15" fmla="*/ 6858 h 292608"/>
                <a:gd name="connsiteX16" fmla="*/ 6858 w 289179"/>
                <a:gd name="connsiteY16" fmla="*/ 32004 h 292608"/>
                <a:gd name="connsiteX17" fmla="*/ 32004 w 289179"/>
                <a:gd name="connsiteY17" fmla="*/ 57150 h 292608"/>
                <a:gd name="connsiteX18" fmla="*/ 57150 w 289179"/>
                <a:gd name="connsiteY18" fmla="*/ 32004 h 292608"/>
                <a:gd name="connsiteX19" fmla="*/ 32004 w 289179"/>
                <a:gd name="connsiteY19" fmla="*/ 6858 h 292608"/>
                <a:gd name="connsiteX20" fmla="*/ 289179 w 289179"/>
                <a:gd name="connsiteY20" fmla="*/ 264033 h 292608"/>
                <a:gd name="connsiteX21" fmla="*/ 117729 w 289179"/>
                <a:gd name="connsiteY21" fmla="*/ 264033 h 292608"/>
                <a:gd name="connsiteX22" fmla="*/ 117729 w 289179"/>
                <a:gd name="connsiteY22" fmla="*/ 257175 h 292608"/>
                <a:gd name="connsiteX23" fmla="*/ 289179 w 289179"/>
                <a:gd name="connsiteY23" fmla="*/ 257175 h 292608"/>
                <a:gd name="connsiteX24" fmla="*/ 289179 w 289179"/>
                <a:gd name="connsiteY24" fmla="*/ 264033 h 292608"/>
                <a:gd name="connsiteX25" fmla="*/ 289179 w 289179"/>
                <a:gd name="connsiteY25" fmla="*/ 235458 h 292608"/>
                <a:gd name="connsiteX26" fmla="*/ 117729 w 289179"/>
                <a:gd name="connsiteY26" fmla="*/ 235458 h 292608"/>
                <a:gd name="connsiteX27" fmla="*/ 117729 w 289179"/>
                <a:gd name="connsiteY27" fmla="*/ 228600 h 292608"/>
                <a:gd name="connsiteX28" fmla="*/ 289179 w 289179"/>
                <a:gd name="connsiteY28" fmla="*/ 228600 h 292608"/>
                <a:gd name="connsiteX29" fmla="*/ 289179 w 289179"/>
                <a:gd name="connsiteY29" fmla="*/ 235458 h 292608"/>
                <a:gd name="connsiteX30" fmla="*/ 289179 w 289179"/>
                <a:gd name="connsiteY30" fmla="*/ 178308 h 292608"/>
                <a:gd name="connsiteX31" fmla="*/ 117729 w 289179"/>
                <a:gd name="connsiteY31" fmla="*/ 178308 h 292608"/>
                <a:gd name="connsiteX32" fmla="*/ 117729 w 289179"/>
                <a:gd name="connsiteY32" fmla="*/ 171450 h 292608"/>
                <a:gd name="connsiteX33" fmla="*/ 289179 w 289179"/>
                <a:gd name="connsiteY33" fmla="*/ 171450 h 292608"/>
                <a:gd name="connsiteX34" fmla="*/ 289179 w 289179"/>
                <a:gd name="connsiteY34" fmla="*/ 178308 h 292608"/>
                <a:gd name="connsiteX35" fmla="*/ 289179 w 289179"/>
                <a:gd name="connsiteY35" fmla="*/ 149733 h 292608"/>
                <a:gd name="connsiteX36" fmla="*/ 117729 w 289179"/>
                <a:gd name="connsiteY36" fmla="*/ 149733 h 292608"/>
                <a:gd name="connsiteX37" fmla="*/ 117729 w 289179"/>
                <a:gd name="connsiteY37" fmla="*/ 142875 h 292608"/>
                <a:gd name="connsiteX38" fmla="*/ 289179 w 289179"/>
                <a:gd name="connsiteY38" fmla="*/ 142875 h 292608"/>
                <a:gd name="connsiteX39" fmla="*/ 289179 w 289179"/>
                <a:gd name="connsiteY39" fmla="*/ 149733 h 292608"/>
                <a:gd name="connsiteX40" fmla="*/ 289179 w 289179"/>
                <a:gd name="connsiteY40" fmla="*/ 121158 h 292608"/>
                <a:gd name="connsiteX41" fmla="*/ 117729 w 289179"/>
                <a:gd name="connsiteY41" fmla="*/ 121158 h 292608"/>
                <a:gd name="connsiteX42" fmla="*/ 117729 w 289179"/>
                <a:gd name="connsiteY42" fmla="*/ 114300 h 292608"/>
                <a:gd name="connsiteX43" fmla="*/ 289179 w 289179"/>
                <a:gd name="connsiteY43" fmla="*/ 114300 h 292608"/>
                <a:gd name="connsiteX44" fmla="*/ 289179 w 289179"/>
                <a:gd name="connsiteY44" fmla="*/ 121158 h 292608"/>
                <a:gd name="connsiteX45" fmla="*/ 289179 w 289179"/>
                <a:gd name="connsiteY45" fmla="*/ 64008 h 292608"/>
                <a:gd name="connsiteX46" fmla="*/ 117729 w 289179"/>
                <a:gd name="connsiteY46" fmla="*/ 64008 h 292608"/>
                <a:gd name="connsiteX47" fmla="*/ 117729 w 289179"/>
                <a:gd name="connsiteY47" fmla="*/ 57150 h 292608"/>
                <a:gd name="connsiteX48" fmla="*/ 289179 w 289179"/>
                <a:gd name="connsiteY48" fmla="*/ 57150 h 292608"/>
                <a:gd name="connsiteX49" fmla="*/ 289179 w 289179"/>
                <a:gd name="connsiteY49" fmla="*/ 64008 h 292608"/>
                <a:gd name="connsiteX50" fmla="*/ 289179 w 289179"/>
                <a:gd name="connsiteY50" fmla="*/ 35433 h 292608"/>
                <a:gd name="connsiteX51" fmla="*/ 117729 w 289179"/>
                <a:gd name="connsiteY51" fmla="*/ 35433 h 292608"/>
                <a:gd name="connsiteX52" fmla="*/ 117729 w 289179"/>
                <a:gd name="connsiteY52" fmla="*/ 28575 h 292608"/>
                <a:gd name="connsiteX53" fmla="*/ 289179 w 289179"/>
                <a:gd name="connsiteY53" fmla="*/ 28575 h 292608"/>
                <a:gd name="connsiteX54" fmla="*/ 289179 w 289179"/>
                <a:gd name="connsiteY54" fmla="*/ 35433 h 292608"/>
                <a:gd name="connsiteX55" fmla="*/ 289179 w 289179"/>
                <a:gd name="connsiteY55" fmla="*/ 6858 h 292608"/>
                <a:gd name="connsiteX56" fmla="*/ 117729 w 289179"/>
                <a:gd name="connsiteY56" fmla="*/ 6858 h 292608"/>
                <a:gd name="connsiteX57" fmla="*/ 117729 w 289179"/>
                <a:gd name="connsiteY57" fmla="*/ 0 h 292608"/>
                <a:gd name="connsiteX58" fmla="*/ 289179 w 289179"/>
                <a:gd name="connsiteY58" fmla="*/ 0 h 292608"/>
                <a:gd name="connsiteX59" fmla="*/ 289179 w 289179"/>
                <a:gd name="connsiteY59" fmla="*/ 6858 h 292608"/>
                <a:gd name="connsiteX0" fmla="*/ 290262 w 290262"/>
                <a:gd name="connsiteY0" fmla="*/ 292608 h 292608"/>
                <a:gd name="connsiteX1" fmla="*/ 118812 w 290262"/>
                <a:gd name="connsiteY1" fmla="*/ 292608 h 292608"/>
                <a:gd name="connsiteX2" fmla="*/ 118812 w 290262"/>
                <a:gd name="connsiteY2" fmla="*/ 285750 h 292608"/>
                <a:gd name="connsiteX3" fmla="*/ 290262 w 290262"/>
                <a:gd name="connsiteY3" fmla="*/ 285750 h 292608"/>
                <a:gd name="connsiteX4" fmla="*/ 290262 w 290262"/>
                <a:gd name="connsiteY4" fmla="*/ 292608 h 292608"/>
                <a:gd name="connsiteX5" fmla="*/ 36516 w 290262"/>
                <a:gd name="connsiteY5" fmla="*/ 170926 h 292608"/>
                <a:gd name="connsiteX6" fmla="*/ 15371 w 290262"/>
                <a:gd name="connsiteY6" fmla="*/ 260604 h 292608"/>
                <a:gd name="connsiteX7" fmla="*/ 8227 w 290262"/>
                <a:gd name="connsiteY7" fmla="*/ 146304 h 292608"/>
                <a:gd name="connsiteX8" fmla="*/ 1083 w 290262"/>
                <a:gd name="connsiteY8" fmla="*/ 32004 h 292608"/>
                <a:gd name="connsiteX9" fmla="*/ 33087 w 290262"/>
                <a:gd name="connsiteY9" fmla="*/ 0 h 292608"/>
                <a:gd name="connsiteX10" fmla="*/ 65091 w 290262"/>
                <a:gd name="connsiteY10" fmla="*/ 32004 h 292608"/>
                <a:gd name="connsiteX11" fmla="*/ 36516 w 290262"/>
                <a:gd name="connsiteY11" fmla="*/ 63827 h 292608"/>
                <a:gd name="connsiteX12" fmla="*/ 36516 w 290262"/>
                <a:gd name="connsiteY12" fmla="*/ 121682 h 292608"/>
                <a:gd name="connsiteX13" fmla="*/ 36516 w 290262"/>
                <a:gd name="connsiteY13" fmla="*/ 170926 h 292608"/>
                <a:gd name="connsiteX14" fmla="*/ 33087 w 290262"/>
                <a:gd name="connsiteY14" fmla="*/ 6858 h 292608"/>
                <a:gd name="connsiteX15" fmla="*/ 7941 w 290262"/>
                <a:gd name="connsiteY15" fmla="*/ 32004 h 292608"/>
                <a:gd name="connsiteX16" fmla="*/ 33087 w 290262"/>
                <a:gd name="connsiteY16" fmla="*/ 57150 h 292608"/>
                <a:gd name="connsiteX17" fmla="*/ 58233 w 290262"/>
                <a:gd name="connsiteY17" fmla="*/ 32004 h 292608"/>
                <a:gd name="connsiteX18" fmla="*/ 33087 w 290262"/>
                <a:gd name="connsiteY18" fmla="*/ 6858 h 292608"/>
                <a:gd name="connsiteX19" fmla="*/ 290262 w 290262"/>
                <a:gd name="connsiteY19" fmla="*/ 264033 h 292608"/>
                <a:gd name="connsiteX20" fmla="*/ 118812 w 290262"/>
                <a:gd name="connsiteY20" fmla="*/ 264033 h 292608"/>
                <a:gd name="connsiteX21" fmla="*/ 118812 w 290262"/>
                <a:gd name="connsiteY21" fmla="*/ 257175 h 292608"/>
                <a:gd name="connsiteX22" fmla="*/ 290262 w 290262"/>
                <a:gd name="connsiteY22" fmla="*/ 257175 h 292608"/>
                <a:gd name="connsiteX23" fmla="*/ 290262 w 290262"/>
                <a:gd name="connsiteY23" fmla="*/ 264033 h 292608"/>
                <a:gd name="connsiteX24" fmla="*/ 290262 w 290262"/>
                <a:gd name="connsiteY24" fmla="*/ 235458 h 292608"/>
                <a:gd name="connsiteX25" fmla="*/ 118812 w 290262"/>
                <a:gd name="connsiteY25" fmla="*/ 235458 h 292608"/>
                <a:gd name="connsiteX26" fmla="*/ 118812 w 290262"/>
                <a:gd name="connsiteY26" fmla="*/ 228600 h 292608"/>
                <a:gd name="connsiteX27" fmla="*/ 290262 w 290262"/>
                <a:gd name="connsiteY27" fmla="*/ 228600 h 292608"/>
                <a:gd name="connsiteX28" fmla="*/ 290262 w 290262"/>
                <a:gd name="connsiteY28" fmla="*/ 235458 h 292608"/>
                <a:gd name="connsiteX29" fmla="*/ 290262 w 290262"/>
                <a:gd name="connsiteY29" fmla="*/ 178308 h 292608"/>
                <a:gd name="connsiteX30" fmla="*/ 118812 w 290262"/>
                <a:gd name="connsiteY30" fmla="*/ 178308 h 292608"/>
                <a:gd name="connsiteX31" fmla="*/ 118812 w 290262"/>
                <a:gd name="connsiteY31" fmla="*/ 171450 h 292608"/>
                <a:gd name="connsiteX32" fmla="*/ 290262 w 290262"/>
                <a:gd name="connsiteY32" fmla="*/ 171450 h 292608"/>
                <a:gd name="connsiteX33" fmla="*/ 290262 w 290262"/>
                <a:gd name="connsiteY33" fmla="*/ 178308 h 292608"/>
                <a:gd name="connsiteX34" fmla="*/ 290262 w 290262"/>
                <a:gd name="connsiteY34" fmla="*/ 149733 h 292608"/>
                <a:gd name="connsiteX35" fmla="*/ 118812 w 290262"/>
                <a:gd name="connsiteY35" fmla="*/ 149733 h 292608"/>
                <a:gd name="connsiteX36" fmla="*/ 118812 w 290262"/>
                <a:gd name="connsiteY36" fmla="*/ 142875 h 292608"/>
                <a:gd name="connsiteX37" fmla="*/ 290262 w 290262"/>
                <a:gd name="connsiteY37" fmla="*/ 142875 h 292608"/>
                <a:gd name="connsiteX38" fmla="*/ 290262 w 290262"/>
                <a:gd name="connsiteY38" fmla="*/ 149733 h 292608"/>
                <a:gd name="connsiteX39" fmla="*/ 290262 w 290262"/>
                <a:gd name="connsiteY39" fmla="*/ 121158 h 292608"/>
                <a:gd name="connsiteX40" fmla="*/ 118812 w 290262"/>
                <a:gd name="connsiteY40" fmla="*/ 121158 h 292608"/>
                <a:gd name="connsiteX41" fmla="*/ 118812 w 290262"/>
                <a:gd name="connsiteY41" fmla="*/ 114300 h 292608"/>
                <a:gd name="connsiteX42" fmla="*/ 290262 w 290262"/>
                <a:gd name="connsiteY42" fmla="*/ 114300 h 292608"/>
                <a:gd name="connsiteX43" fmla="*/ 290262 w 290262"/>
                <a:gd name="connsiteY43" fmla="*/ 121158 h 292608"/>
                <a:gd name="connsiteX44" fmla="*/ 290262 w 290262"/>
                <a:gd name="connsiteY44" fmla="*/ 64008 h 292608"/>
                <a:gd name="connsiteX45" fmla="*/ 118812 w 290262"/>
                <a:gd name="connsiteY45" fmla="*/ 64008 h 292608"/>
                <a:gd name="connsiteX46" fmla="*/ 118812 w 290262"/>
                <a:gd name="connsiteY46" fmla="*/ 57150 h 292608"/>
                <a:gd name="connsiteX47" fmla="*/ 290262 w 290262"/>
                <a:gd name="connsiteY47" fmla="*/ 57150 h 292608"/>
                <a:gd name="connsiteX48" fmla="*/ 290262 w 290262"/>
                <a:gd name="connsiteY48" fmla="*/ 64008 h 292608"/>
                <a:gd name="connsiteX49" fmla="*/ 290262 w 290262"/>
                <a:gd name="connsiteY49" fmla="*/ 35433 h 292608"/>
                <a:gd name="connsiteX50" fmla="*/ 118812 w 290262"/>
                <a:gd name="connsiteY50" fmla="*/ 35433 h 292608"/>
                <a:gd name="connsiteX51" fmla="*/ 118812 w 290262"/>
                <a:gd name="connsiteY51" fmla="*/ 28575 h 292608"/>
                <a:gd name="connsiteX52" fmla="*/ 290262 w 290262"/>
                <a:gd name="connsiteY52" fmla="*/ 28575 h 292608"/>
                <a:gd name="connsiteX53" fmla="*/ 290262 w 290262"/>
                <a:gd name="connsiteY53" fmla="*/ 35433 h 292608"/>
                <a:gd name="connsiteX54" fmla="*/ 290262 w 290262"/>
                <a:gd name="connsiteY54" fmla="*/ 6858 h 292608"/>
                <a:gd name="connsiteX55" fmla="*/ 118812 w 290262"/>
                <a:gd name="connsiteY55" fmla="*/ 6858 h 292608"/>
                <a:gd name="connsiteX56" fmla="*/ 118812 w 290262"/>
                <a:gd name="connsiteY56" fmla="*/ 0 h 292608"/>
                <a:gd name="connsiteX57" fmla="*/ 290262 w 290262"/>
                <a:gd name="connsiteY57" fmla="*/ 0 h 292608"/>
                <a:gd name="connsiteX58" fmla="*/ 290262 w 290262"/>
                <a:gd name="connsiteY58" fmla="*/ 6858 h 292608"/>
                <a:gd name="connsiteX0" fmla="*/ 290262 w 290262"/>
                <a:gd name="connsiteY0" fmla="*/ 292608 h 292608"/>
                <a:gd name="connsiteX1" fmla="*/ 118812 w 290262"/>
                <a:gd name="connsiteY1" fmla="*/ 292608 h 292608"/>
                <a:gd name="connsiteX2" fmla="*/ 118812 w 290262"/>
                <a:gd name="connsiteY2" fmla="*/ 285750 h 292608"/>
                <a:gd name="connsiteX3" fmla="*/ 290262 w 290262"/>
                <a:gd name="connsiteY3" fmla="*/ 285750 h 292608"/>
                <a:gd name="connsiteX4" fmla="*/ 290262 w 290262"/>
                <a:gd name="connsiteY4" fmla="*/ 292608 h 292608"/>
                <a:gd name="connsiteX5" fmla="*/ 36516 w 290262"/>
                <a:gd name="connsiteY5" fmla="*/ 170926 h 292608"/>
                <a:gd name="connsiteX6" fmla="*/ 15371 w 290262"/>
                <a:gd name="connsiteY6" fmla="*/ 260604 h 292608"/>
                <a:gd name="connsiteX7" fmla="*/ 8227 w 290262"/>
                <a:gd name="connsiteY7" fmla="*/ 146304 h 292608"/>
                <a:gd name="connsiteX8" fmla="*/ 1083 w 290262"/>
                <a:gd name="connsiteY8" fmla="*/ 32004 h 292608"/>
                <a:gd name="connsiteX9" fmla="*/ 33087 w 290262"/>
                <a:gd name="connsiteY9" fmla="*/ 0 h 292608"/>
                <a:gd name="connsiteX10" fmla="*/ 65091 w 290262"/>
                <a:gd name="connsiteY10" fmla="*/ 32004 h 292608"/>
                <a:gd name="connsiteX11" fmla="*/ 36516 w 290262"/>
                <a:gd name="connsiteY11" fmla="*/ 121682 h 292608"/>
                <a:gd name="connsiteX12" fmla="*/ 36516 w 290262"/>
                <a:gd name="connsiteY12" fmla="*/ 170926 h 292608"/>
                <a:gd name="connsiteX13" fmla="*/ 33087 w 290262"/>
                <a:gd name="connsiteY13" fmla="*/ 6858 h 292608"/>
                <a:gd name="connsiteX14" fmla="*/ 7941 w 290262"/>
                <a:gd name="connsiteY14" fmla="*/ 32004 h 292608"/>
                <a:gd name="connsiteX15" fmla="*/ 33087 w 290262"/>
                <a:gd name="connsiteY15" fmla="*/ 57150 h 292608"/>
                <a:gd name="connsiteX16" fmla="*/ 58233 w 290262"/>
                <a:gd name="connsiteY16" fmla="*/ 32004 h 292608"/>
                <a:gd name="connsiteX17" fmla="*/ 33087 w 290262"/>
                <a:gd name="connsiteY17" fmla="*/ 6858 h 292608"/>
                <a:gd name="connsiteX18" fmla="*/ 290262 w 290262"/>
                <a:gd name="connsiteY18" fmla="*/ 264033 h 292608"/>
                <a:gd name="connsiteX19" fmla="*/ 118812 w 290262"/>
                <a:gd name="connsiteY19" fmla="*/ 264033 h 292608"/>
                <a:gd name="connsiteX20" fmla="*/ 118812 w 290262"/>
                <a:gd name="connsiteY20" fmla="*/ 257175 h 292608"/>
                <a:gd name="connsiteX21" fmla="*/ 290262 w 290262"/>
                <a:gd name="connsiteY21" fmla="*/ 257175 h 292608"/>
                <a:gd name="connsiteX22" fmla="*/ 290262 w 290262"/>
                <a:gd name="connsiteY22" fmla="*/ 264033 h 292608"/>
                <a:gd name="connsiteX23" fmla="*/ 290262 w 290262"/>
                <a:gd name="connsiteY23" fmla="*/ 235458 h 292608"/>
                <a:gd name="connsiteX24" fmla="*/ 118812 w 290262"/>
                <a:gd name="connsiteY24" fmla="*/ 235458 h 292608"/>
                <a:gd name="connsiteX25" fmla="*/ 118812 w 290262"/>
                <a:gd name="connsiteY25" fmla="*/ 228600 h 292608"/>
                <a:gd name="connsiteX26" fmla="*/ 290262 w 290262"/>
                <a:gd name="connsiteY26" fmla="*/ 228600 h 292608"/>
                <a:gd name="connsiteX27" fmla="*/ 290262 w 290262"/>
                <a:gd name="connsiteY27" fmla="*/ 235458 h 292608"/>
                <a:gd name="connsiteX28" fmla="*/ 290262 w 290262"/>
                <a:gd name="connsiteY28" fmla="*/ 178308 h 292608"/>
                <a:gd name="connsiteX29" fmla="*/ 118812 w 290262"/>
                <a:gd name="connsiteY29" fmla="*/ 178308 h 292608"/>
                <a:gd name="connsiteX30" fmla="*/ 118812 w 290262"/>
                <a:gd name="connsiteY30" fmla="*/ 171450 h 292608"/>
                <a:gd name="connsiteX31" fmla="*/ 290262 w 290262"/>
                <a:gd name="connsiteY31" fmla="*/ 171450 h 292608"/>
                <a:gd name="connsiteX32" fmla="*/ 290262 w 290262"/>
                <a:gd name="connsiteY32" fmla="*/ 178308 h 292608"/>
                <a:gd name="connsiteX33" fmla="*/ 290262 w 290262"/>
                <a:gd name="connsiteY33" fmla="*/ 149733 h 292608"/>
                <a:gd name="connsiteX34" fmla="*/ 118812 w 290262"/>
                <a:gd name="connsiteY34" fmla="*/ 149733 h 292608"/>
                <a:gd name="connsiteX35" fmla="*/ 118812 w 290262"/>
                <a:gd name="connsiteY35" fmla="*/ 142875 h 292608"/>
                <a:gd name="connsiteX36" fmla="*/ 290262 w 290262"/>
                <a:gd name="connsiteY36" fmla="*/ 142875 h 292608"/>
                <a:gd name="connsiteX37" fmla="*/ 290262 w 290262"/>
                <a:gd name="connsiteY37" fmla="*/ 149733 h 292608"/>
                <a:gd name="connsiteX38" fmla="*/ 290262 w 290262"/>
                <a:gd name="connsiteY38" fmla="*/ 121158 h 292608"/>
                <a:gd name="connsiteX39" fmla="*/ 118812 w 290262"/>
                <a:gd name="connsiteY39" fmla="*/ 121158 h 292608"/>
                <a:gd name="connsiteX40" fmla="*/ 118812 w 290262"/>
                <a:gd name="connsiteY40" fmla="*/ 114300 h 292608"/>
                <a:gd name="connsiteX41" fmla="*/ 290262 w 290262"/>
                <a:gd name="connsiteY41" fmla="*/ 114300 h 292608"/>
                <a:gd name="connsiteX42" fmla="*/ 290262 w 290262"/>
                <a:gd name="connsiteY42" fmla="*/ 121158 h 292608"/>
                <a:gd name="connsiteX43" fmla="*/ 290262 w 290262"/>
                <a:gd name="connsiteY43" fmla="*/ 64008 h 292608"/>
                <a:gd name="connsiteX44" fmla="*/ 118812 w 290262"/>
                <a:gd name="connsiteY44" fmla="*/ 64008 h 292608"/>
                <a:gd name="connsiteX45" fmla="*/ 118812 w 290262"/>
                <a:gd name="connsiteY45" fmla="*/ 57150 h 292608"/>
                <a:gd name="connsiteX46" fmla="*/ 290262 w 290262"/>
                <a:gd name="connsiteY46" fmla="*/ 57150 h 292608"/>
                <a:gd name="connsiteX47" fmla="*/ 290262 w 290262"/>
                <a:gd name="connsiteY47" fmla="*/ 64008 h 292608"/>
                <a:gd name="connsiteX48" fmla="*/ 290262 w 290262"/>
                <a:gd name="connsiteY48" fmla="*/ 35433 h 292608"/>
                <a:gd name="connsiteX49" fmla="*/ 118812 w 290262"/>
                <a:gd name="connsiteY49" fmla="*/ 35433 h 292608"/>
                <a:gd name="connsiteX50" fmla="*/ 118812 w 290262"/>
                <a:gd name="connsiteY50" fmla="*/ 28575 h 292608"/>
                <a:gd name="connsiteX51" fmla="*/ 290262 w 290262"/>
                <a:gd name="connsiteY51" fmla="*/ 28575 h 292608"/>
                <a:gd name="connsiteX52" fmla="*/ 290262 w 290262"/>
                <a:gd name="connsiteY52" fmla="*/ 35433 h 292608"/>
                <a:gd name="connsiteX53" fmla="*/ 290262 w 290262"/>
                <a:gd name="connsiteY53" fmla="*/ 6858 h 292608"/>
                <a:gd name="connsiteX54" fmla="*/ 118812 w 290262"/>
                <a:gd name="connsiteY54" fmla="*/ 6858 h 292608"/>
                <a:gd name="connsiteX55" fmla="*/ 118812 w 290262"/>
                <a:gd name="connsiteY55" fmla="*/ 0 h 292608"/>
                <a:gd name="connsiteX56" fmla="*/ 290262 w 290262"/>
                <a:gd name="connsiteY56" fmla="*/ 0 h 292608"/>
                <a:gd name="connsiteX57" fmla="*/ 290262 w 290262"/>
                <a:gd name="connsiteY57" fmla="*/ 6858 h 292608"/>
                <a:gd name="connsiteX0" fmla="*/ 290262 w 290262"/>
                <a:gd name="connsiteY0" fmla="*/ 292608 h 292608"/>
                <a:gd name="connsiteX1" fmla="*/ 118812 w 290262"/>
                <a:gd name="connsiteY1" fmla="*/ 292608 h 292608"/>
                <a:gd name="connsiteX2" fmla="*/ 118812 w 290262"/>
                <a:gd name="connsiteY2" fmla="*/ 285750 h 292608"/>
                <a:gd name="connsiteX3" fmla="*/ 290262 w 290262"/>
                <a:gd name="connsiteY3" fmla="*/ 285750 h 292608"/>
                <a:gd name="connsiteX4" fmla="*/ 290262 w 290262"/>
                <a:gd name="connsiteY4" fmla="*/ 292608 h 292608"/>
                <a:gd name="connsiteX5" fmla="*/ 36516 w 290262"/>
                <a:gd name="connsiteY5" fmla="*/ 170926 h 292608"/>
                <a:gd name="connsiteX6" fmla="*/ 15371 w 290262"/>
                <a:gd name="connsiteY6" fmla="*/ 260604 h 292608"/>
                <a:gd name="connsiteX7" fmla="*/ 8227 w 290262"/>
                <a:gd name="connsiteY7" fmla="*/ 146304 h 292608"/>
                <a:gd name="connsiteX8" fmla="*/ 1083 w 290262"/>
                <a:gd name="connsiteY8" fmla="*/ 32004 h 292608"/>
                <a:gd name="connsiteX9" fmla="*/ 33087 w 290262"/>
                <a:gd name="connsiteY9" fmla="*/ 0 h 292608"/>
                <a:gd name="connsiteX10" fmla="*/ 65091 w 290262"/>
                <a:gd name="connsiteY10" fmla="*/ 32004 h 292608"/>
                <a:gd name="connsiteX11" fmla="*/ 36516 w 290262"/>
                <a:gd name="connsiteY11" fmla="*/ 170926 h 292608"/>
                <a:gd name="connsiteX12" fmla="*/ 33087 w 290262"/>
                <a:gd name="connsiteY12" fmla="*/ 6858 h 292608"/>
                <a:gd name="connsiteX13" fmla="*/ 7941 w 290262"/>
                <a:gd name="connsiteY13" fmla="*/ 32004 h 292608"/>
                <a:gd name="connsiteX14" fmla="*/ 33087 w 290262"/>
                <a:gd name="connsiteY14" fmla="*/ 57150 h 292608"/>
                <a:gd name="connsiteX15" fmla="*/ 58233 w 290262"/>
                <a:gd name="connsiteY15" fmla="*/ 32004 h 292608"/>
                <a:gd name="connsiteX16" fmla="*/ 33087 w 290262"/>
                <a:gd name="connsiteY16" fmla="*/ 6858 h 292608"/>
                <a:gd name="connsiteX17" fmla="*/ 290262 w 290262"/>
                <a:gd name="connsiteY17" fmla="*/ 264033 h 292608"/>
                <a:gd name="connsiteX18" fmla="*/ 118812 w 290262"/>
                <a:gd name="connsiteY18" fmla="*/ 264033 h 292608"/>
                <a:gd name="connsiteX19" fmla="*/ 118812 w 290262"/>
                <a:gd name="connsiteY19" fmla="*/ 257175 h 292608"/>
                <a:gd name="connsiteX20" fmla="*/ 290262 w 290262"/>
                <a:gd name="connsiteY20" fmla="*/ 257175 h 292608"/>
                <a:gd name="connsiteX21" fmla="*/ 290262 w 290262"/>
                <a:gd name="connsiteY21" fmla="*/ 264033 h 292608"/>
                <a:gd name="connsiteX22" fmla="*/ 290262 w 290262"/>
                <a:gd name="connsiteY22" fmla="*/ 235458 h 292608"/>
                <a:gd name="connsiteX23" fmla="*/ 118812 w 290262"/>
                <a:gd name="connsiteY23" fmla="*/ 235458 h 292608"/>
                <a:gd name="connsiteX24" fmla="*/ 118812 w 290262"/>
                <a:gd name="connsiteY24" fmla="*/ 228600 h 292608"/>
                <a:gd name="connsiteX25" fmla="*/ 290262 w 290262"/>
                <a:gd name="connsiteY25" fmla="*/ 228600 h 292608"/>
                <a:gd name="connsiteX26" fmla="*/ 290262 w 290262"/>
                <a:gd name="connsiteY26" fmla="*/ 235458 h 292608"/>
                <a:gd name="connsiteX27" fmla="*/ 290262 w 290262"/>
                <a:gd name="connsiteY27" fmla="*/ 178308 h 292608"/>
                <a:gd name="connsiteX28" fmla="*/ 118812 w 290262"/>
                <a:gd name="connsiteY28" fmla="*/ 178308 h 292608"/>
                <a:gd name="connsiteX29" fmla="*/ 118812 w 290262"/>
                <a:gd name="connsiteY29" fmla="*/ 171450 h 292608"/>
                <a:gd name="connsiteX30" fmla="*/ 290262 w 290262"/>
                <a:gd name="connsiteY30" fmla="*/ 171450 h 292608"/>
                <a:gd name="connsiteX31" fmla="*/ 290262 w 290262"/>
                <a:gd name="connsiteY31" fmla="*/ 178308 h 292608"/>
                <a:gd name="connsiteX32" fmla="*/ 290262 w 290262"/>
                <a:gd name="connsiteY32" fmla="*/ 149733 h 292608"/>
                <a:gd name="connsiteX33" fmla="*/ 118812 w 290262"/>
                <a:gd name="connsiteY33" fmla="*/ 149733 h 292608"/>
                <a:gd name="connsiteX34" fmla="*/ 118812 w 290262"/>
                <a:gd name="connsiteY34" fmla="*/ 142875 h 292608"/>
                <a:gd name="connsiteX35" fmla="*/ 290262 w 290262"/>
                <a:gd name="connsiteY35" fmla="*/ 142875 h 292608"/>
                <a:gd name="connsiteX36" fmla="*/ 290262 w 290262"/>
                <a:gd name="connsiteY36" fmla="*/ 149733 h 292608"/>
                <a:gd name="connsiteX37" fmla="*/ 290262 w 290262"/>
                <a:gd name="connsiteY37" fmla="*/ 121158 h 292608"/>
                <a:gd name="connsiteX38" fmla="*/ 118812 w 290262"/>
                <a:gd name="connsiteY38" fmla="*/ 121158 h 292608"/>
                <a:gd name="connsiteX39" fmla="*/ 118812 w 290262"/>
                <a:gd name="connsiteY39" fmla="*/ 114300 h 292608"/>
                <a:gd name="connsiteX40" fmla="*/ 290262 w 290262"/>
                <a:gd name="connsiteY40" fmla="*/ 114300 h 292608"/>
                <a:gd name="connsiteX41" fmla="*/ 290262 w 290262"/>
                <a:gd name="connsiteY41" fmla="*/ 121158 h 292608"/>
                <a:gd name="connsiteX42" fmla="*/ 290262 w 290262"/>
                <a:gd name="connsiteY42" fmla="*/ 64008 h 292608"/>
                <a:gd name="connsiteX43" fmla="*/ 118812 w 290262"/>
                <a:gd name="connsiteY43" fmla="*/ 64008 h 292608"/>
                <a:gd name="connsiteX44" fmla="*/ 118812 w 290262"/>
                <a:gd name="connsiteY44" fmla="*/ 57150 h 292608"/>
                <a:gd name="connsiteX45" fmla="*/ 290262 w 290262"/>
                <a:gd name="connsiteY45" fmla="*/ 57150 h 292608"/>
                <a:gd name="connsiteX46" fmla="*/ 290262 w 290262"/>
                <a:gd name="connsiteY46" fmla="*/ 64008 h 292608"/>
                <a:gd name="connsiteX47" fmla="*/ 290262 w 290262"/>
                <a:gd name="connsiteY47" fmla="*/ 35433 h 292608"/>
                <a:gd name="connsiteX48" fmla="*/ 118812 w 290262"/>
                <a:gd name="connsiteY48" fmla="*/ 35433 h 292608"/>
                <a:gd name="connsiteX49" fmla="*/ 118812 w 290262"/>
                <a:gd name="connsiteY49" fmla="*/ 28575 h 292608"/>
                <a:gd name="connsiteX50" fmla="*/ 290262 w 290262"/>
                <a:gd name="connsiteY50" fmla="*/ 28575 h 292608"/>
                <a:gd name="connsiteX51" fmla="*/ 290262 w 290262"/>
                <a:gd name="connsiteY51" fmla="*/ 35433 h 292608"/>
                <a:gd name="connsiteX52" fmla="*/ 290262 w 290262"/>
                <a:gd name="connsiteY52" fmla="*/ 6858 h 292608"/>
                <a:gd name="connsiteX53" fmla="*/ 118812 w 290262"/>
                <a:gd name="connsiteY53" fmla="*/ 6858 h 292608"/>
                <a:gd name="connsiteX54" fmla="*/ 118812 w 290262"/>
                <a:gd name="connsiteY54" fmla="*/ 0 h 292608"/>
                <a:gd name="connsiteX55" fmla="*/ 290262 w 290262"/>
                <a:gd name="connsiteY55" fmla="*/ 0 h 292608"/>
                <a:gd name="connsiteX56" fmla="*/ 290262 w 290262"/>
                <a:gd name="connsiteY56" fmla="*/ 6858 h 292608"/>
                <a:gd name="connsiteX0" fmla="*/ 290262 w 290262"/>
                <a:gd name="connsiteY0" fmla="*/ 293967 h 293967"/>
                <a:gd name="connsiteX1" fmla="*/ 118812 w 290262"/>
                <a:gd name="connsiteY1" fmla="*/ 293967 h 293967"/>
                <a:gd name="connsiteX2" fmla="*/ 118812 w 290262"/>
                <a:gd name="connsiteY2" fmla="*/ 287109 h 293967"/>
                <a:gd name="connsiteX3" fmla="*/ 290262 w 290262"/>
                <a:gd name="connsiteY3" fmla="*/ 287109 h 293967"/>
                <a:gd name="connsiteX4" fmla="*/ 290262 w 290262"/>
                <a:gd name="connsiteY4" fmla="*/ 293967 h 293967"/>
                <a:gd name="connsiteX5" fmla="*/ 65091 w 290262"/>
                <a:gd name="connsiteY5" fmla="*/ 33363 h 293967"/>
                <a:gd name="connsiteX6" fmla="*/ 15371 w 290262"/>
                <a:gd name="connsiteY6" fmla="*/ 261963 h 293967"/>
                <a:gd name="connsiteX7" fmla="*/ 8227 w 290262"/>
                <a:gd name="connsiteY7" fmla="*/ 147663 h 293967"/>
                <a:gd name="connsiteX8" fmla="*/ 1083 w 290262"/>
                <a:gd name="connsiteY8" fmla="*/ 33363 h 293967"/>
                <a:gd name="connsiteX9" fmla="*/ 33087 w 290262"/>
                <a:gd name="connsiteY9" fmla="*/ 1359 h 293967"/>
                <a:gd name="connsiteX10" fmla="*/ 65091 w 290262"/>
                <a:gd name="connsiteY10" fmla="*/ 33363 h 293967"/>
                <a:gd name="connsiteX11" fmla="*/ 33087 w 290262"/>
                <a:gd name="connsiteY11" fmla="*/ 8217 h 293967"/>
                <a:gd name="connsiteX12" fmla="*/ 7941 w 290262"/>
                <a:gd name="connsiteY12" fmla="*/ 33363 h 293967"/>
                <a:gd name="connsiteX13" fmla="*/ 33087 w 290262"/>
                <a:gd name="connsiteY13" fmla="*/ 58509 h 293967"/>
                <a:gd name="connsiteX14" fmla="*/ 58233 w 290262"/>
                <a:gd name="connsiteY14" fmla="*/ 33363 h 293967"/>
                <a:gd name="connsiteX15" fmla="*/ 33087 w 290262"/>
                <a:gd name="connsiteY15" fmla="*/ 8217 h 293967"/>
                <a:gd name="connsiteX16" fmla="*/ 290262 w 290262"/>
                <a:gd name="connsiteY16" fmla="*/ 265392 h 293967"/>
                <a:gd name="connsiteX17" fmla="*/ 118812 w 290262"/>
                <a:gd name="connsiteY17" fmla="*/ 265392 h 293967"/>
                <a:gd name="connsiteX18" fmla="*/ 118812 w 290262"/>
                <a:gd name="connsiteY18" fmla="*/ 258534 h 293967"/>
                <a:gd name="connsiteX19" fmla="*/ 290262 w 290262"/>
                <a:gd name="connsiteY19" fmla="*/ 258534 h 293967"/>
                <a:gd name="connsiteX20" fmla="*/ 290262 w 290262"/>
                <a:gd name="connsiteY20" fmla="*/ 265392 h 293967"/>
                <a:gd name="connsiteX21" fmla="*/ 290262 w 290262"/>
                <a:gd name="connsiteY21" fmla="*/ 236817 h 293967"/>
                <a:gd name="connsiteX22" fmla="*/ 118812 w 290262"/>
                <a:gd name="connsiteY22" fmla="*/ 236817 h 293967"/>
                <a:gd name="connsiteX23" fmla="*/ 118812 w 290262"/>
                <a:gd name="connsiteY23" fmla="*/ 229959 h 293967"/>
                <a:gd name="connsiteX24" fmla="*/ 290262 w 290262"/>
                <a:gd name="connsiteY24" fmla="*/ 229959 h 293967"/>
                <a:gd name="connsiteX25" fmla="*/ 290262 w 290262"/>
                <a:gd name="connsiteY25" fmla="*/ 236817 h 293967"/>
                <a:gd name="connsiteX26" fmla="*/ 290262 w 290262"/>
                <a:gd name="connsiteY26" fmla="*/ 179667 h 293967"/>
                <a:gd name="connsiteX27" fmla="*/ 118812 w 290262"/>
                <a:gd name="connsiteY27" fmla="*/ 179667 h 293967"/>
                <a:gd name="connsiteX28" fmla="*/ 118812 w 290262"/>
                <a:gd name="connsiteY28" fmla="*/ 172809 h 293967"/>
                <a:gd name="connsiteX29" fmla="*/ 290262 w 290262"/>
                <a:gd name="connsiteY29" fmla="*/ 172809 h 293967"/>
                <a:gd name="connsiteX30" fmla="*/ 290262 w 290262"/>
                <a:gd name="connsiteY30" fmla="*/ 179667 h 293967"/>
                <a:gd name="connsiteX31" fmla="*/ 290262 w 290262"/>
                <a:gd name="connsiteY31" fmla="*/ 151092 h 293967"/>
                <a:gd name="connsiteX32" fmla="*/ 118812 w 290262"/>
                <a:gd name="connsiteY32" fmla="*/ 151092 h 293967"/>
                <a:gd name="connsiteX33" fmla="*/ 118812 w 290262"/>
                <a:gd name="connsiteY33" fmla="*/ 144234 h 293967"/>
                <a:gd name="connsiteX34" fmla="*/ 290262 w 290262"/>
                <a:gd name="connsiteY34" fmla="*/ 144234 h 293967"/>
                <a:gd name="connsiteX35" fmla="*/ 290262 w 290262"/>
                <a:gd name="connsiteY35" fmla="*/ 151092 h 293967"/>
                <a:gd name="connsiteX36" fmla="*/ 290262 w 290262"/>
                <a:gd name="connsiteY36" fmla="*/ 122517 h 293967"/>
                <a:gd name="connsiteX37" fmla="*/ 118812 w 290262"/>
                <a:gd name="connsiteY37" fmla="*/ 122517 h 293967"/>
                <a:gd name="connsiteX38" fmla="*/ 118812 w 290262"/>
                <a:gd name="connsiteY38" fmla="*/ 115659 h 293967"/>
                <a:gd name="connsiteX39" fmla="*/ 290262 w 290262"/>
                <a:gd name="connsiteY39" fmla="*/ 115659 h 293967"/>
                <a:gd name="connsiteX40" fmla="*/ 290262 w 290262"/>
                <a:gd name="connsiteY40" fmla="*/ 122517 h 293967"/>
                <a:gd name="connsiteX41" fmla="*/ 290262 w 290262"/>
                <a:gd name="connsiteY41" fmla="*/ 65367 h 293967"/>
                <a:gd name="connsiteX42" fmla="*/ 118812 w 290262"/>
                <a:gd name="connsiteY42" fmla="*/ 65367 h 293967"/>
                <a:gd name="connsiteX43" fmla="*/ 118812 w 290262"/>
                <a:gd name="connsiteY43" fmla="*/ 58509 h 293967"/>
                <a:gd name="connsiteX44" fmla="*/ 290262 w 290262"/>
                <a:gd name="connsiteY44" fmla="*/ 58509 h 293967"/>
                <a:gd name="connsiteX45" fmla="*/ 290262 w 290262"/>
                <a:gd name="connsiteY45" fmla="*/ 65367 h 293967"/>
                <a:gd name="connsiteX46" fmla="*/ 290262 w 290262"/>
                <a:gd name="connsiteY46" fmla="*/ 36792 h 293967"/>
                <a:gd name="connsiteX47" fmla="*/ 118812 w 290262"/>
                <a:gd name="connsiteY47" fmla="*/ 36792 h 293967"/>
                <a:gd name="connsiteX48" fmla="*/ 118812 w 290262"/>
                <a:gd name="connsiteY48" fmla="*/ 29934 h 293967"/>
                <a:gd name="connsiteX49" fmla="*/ 290262 w 290262"/>
                <a:gd name="connsiteY49" fmla="*/ 29934 h 293967"/>
                <a:gd name="connsiteX50" fmla="*/ 290262 w 290262"/>
                <a:gd name="connsiteY50" fmla="*/ 36792 h 293967"/>
                <a:gd name="connsiteX51" fmla="*/ 290262 w 290262"/>
                <a:gd name="connsiteY51" fmla="*/ 8217 h 293967"/>
                <a:gd name="connsiteX52" fmla="*/ 118812 w 290262"/>
                <a:gd name="connsiteY52" fmla="*/ 8217 h 293967"/>
                <a:gd name="connsiteX53" fmla="*/ 118812 w 290262"/>
                <a:gd name="connsiteY53" fmla="*/ 1359 h 293967"/>
                <a:gd name="connsiteX54" fmla="*/ 290262 w 290262"/>
                <a:gd name="connsiteY54" fmla="*/ 1359 h 293967"/>
                <a:gd name="connsiteX55" fmla="*/ 290262 w 290262"/>
                <a:gd name="connsiteY55" fmla="*/ 8217 h 293967"/>
                <a:gd name="connsiteX0" fmla="*/ 289888 w 289888"/>
                <a:gd name="connsiteY0" fmla="*/ 293967 h 293967"/>
                <a:gd name="connsiteX1" fmla="*/ 118438 w 289888"/>
                <a:gd name="connsiteY1" fmla="*/ 293967 h 293967"/>
                <a:gd name="connsiteX2" fmla="*/ 118438 w 289888"/>
                <a:gd name="connsiteY2" fmla="*/ 287109 h 293967"/>
                <a:gd name="connsiteX3" fmla="*/ 289888 w 289888"/>
                <a:gd name="connsiteY3" fmla="*/ 287109 h 293967"/>
                <a:gd name="connsiteX4" fmla="*/ 289888 w 289888"/>
                <a:gd name="connsiteY4" fmla="*/ 293967 h 293967"/>
                <a:gd name="connsiteX5" fmla="*/ 64717 w 289888"/>
                <a:gd name="connsiteY5" fmla="*/ 33363 h 293967"/>
                <a:gd name="connsiteX6" fmla="*/ 14997 w 289888"/>
                <a:gd name="connsiteY6" fmla="*/ 261963 h 293967"/>
                <a:gd name="connsiteX7" fmla="*/ 709 w 289888"/>
                <a:gd name="connsiteY7" fmla="*/ 33363 h 293967"/>
                <a:gd name="connsiteX8" fmla="*/ 32713 w 289888"/>
                <a:gd name="connsiteY8" fmla="*/ 1359 h 293967"/>
                <a:gd name="connsiteX9" fmla="*/ 64717 w 289888"/>
                <a:gd name="connsiteY9" fmla="*/ 33363 h 293967"/>
                <a:gd name="connsiteX10" fmla="*/ 32713 w 289888"/>
                <a:gd name="connsiteY10" fmla="*/ 8217 h 293967"/>
                <a:gd name="connsiteX11" fmla="*/ 7567 w 289888"/>
                <a:gd name="connsiteY11" fmla="*/ 33363 h 293967"/>
                <a:gd name="connsiteX12" fmla="*/ 32713 w 289888"/>
                <a:gd name="connsiteY12" fmla="*/ 58509 h 293967"/>
                <a:gd name="connsiteX13" fmla="*/ 57859 w 289888"/>
                <a:gd name="connsiteY13" fmla="*/ 33363 h 293967"/>
                <a:gd name="connsiteX14" fmla="*/ 32713 w 289888"/>
                <a:gd name="connsiteY14" fmla="*/ 8217 h 293967"/>
                <a:gd name="connsiteX15" fmla="*/ 289888 w 289888"/>
                <a:gd name="connsiteY15" fmla="*/ 265392 h 293967"/>
                <a:gd name="connsiteX16" fmla="*/ 118438 w 289888"/>
                <a:gd name="connsiteY16" fmla="*/ 265392 h 293967"/>
                <a:gd name="connsiteX17" fmla="*/ 118438 w 289888"/>
                <a:gd name="connsiteY17" fmla="*/ 258534 h 293967"/>
                <a:gd name="connsiteX18" fmla="*/ 289888 w 289888"/>
                <a:gd name="connsiteY18" fmla="*/ 258534 h 293967"/>
                <a:gd name="connsiteX19" fmla="*/ 289888 w 289888"/>
                <a:gd name="connsiteY19" fmla="*/ 265392 h 293967"/>
                <a:gd name="connsiteX20" fmla="*/ 289888 w 289888"/>
                <a:gd name="connsiteY20" fmla="*/ 236817 h 293967"/>
                <a:gd name="connsiteX21" fmla="*/ 118438 w 289888"/>
                <a:gd name="connsiteY21" fmla="*/ 236817 h 293967"/>
                <a:gd name="connsiteX22" fmla="*/ 118438 w 289888"/>
                <a:gd name="connsiteY22" fmla="*/ 229959 h 293967"/>
                <a:gd name="connsiteX23" fmla="*/ 289888 w 289888"/>
                <a:gd name="connsiteY23" fmla="*/ 229959 h 293967"/>
                <a:gd name="connsiteX24" fmla="*/ 289888 w 289888"/>
                <a:gd name="connsiteY24" fmla="*/ 236817 h 293967"/>
                <a:gd name="connsiteX25" fmla="*/ 289888 w 289888"/>
                <a:gd name="connsiteY25" fmla="*/ 179667 h 293967"/>
                <a:gd name="connsiteX26" fmla="*/ 118438 w 289888"/>
                <a:gd name="connsiteY26" fmla="*/ 179667 h 293967"/>
                <a:gd name="connsiteX27" fmla="*/ 118438 w 289888"/>
                <a:gd name="connsiteY27" fmla="*/ 172809 h 293967"/>
                <a:gd name="connsiteX28" fmla="*/ 289888 w 289888"/>
                <a:gd name="connsiteY28" fmla="*/ 172809 h 293967"/>
                <a:gd name="connsiteX29" fmla="*/ 289888 w 289888"/>
                <a:gd name="connsiteY29" fmla="*/ 179667 h 293967"/>
                <a:gd name="connsiteX30" fmla="*/ 289888 w 289888"/>
                <a:gd name="connsiteY30" fmla="*/ 151092 h 293967"/>
                <a:gd name="connsiteX31" fmla="*/ 118438 w 289888"/>
                <a:gd name="connsiteY31" fmla="*/ 151092 h 293967"/>
                <a:gd name="connsiteX32" fmla="*/ 118438 w 289888"/>
                <a:gd name="connsiteY32" fmla="*/ 144234 h 293967"/>
                <a:gd name="connsiteX33" fmla="*/ 289888 w 289888"/>
                <a:gd name="connsiteY33" fmla="*/ 144234 h 293967"/>
                <a:gd name="connsiteX34" fmla="*/ 289888 w 289888"/>
                <a:gd name="connsiteY34" fmla="*/ 151092 h 293967"/>
                <a:gd name="connsiteX35" fmla="*/ 289888 w 289888"/>
                <a:gd name="connsiteY35" fmla="*/ 122517 h 293967"/>
                <a:gd name="connsiteX36" fmla="*/ 118438 w 289888"/>
                <a:gd name="connsiteY36" fmla="*/ 122517 h 293967"/>
                <a:gd name="connsiteX37" fmla="*/ 118438 w 289888"/>
                <a:gd name="connsiteY37" fmla="*/ 115659 h 293967"/>
                <a:gd name="connsiteX38" fmla="*/ 289888 w 289888"/>
                <a:gd name="connsiteY38" fmla="*/ 115659 h 293967"/>
                <a:gd name="connsiteX39" fmla="*/ 289888 w 289888"/>
                <a:gd name="connsiteY39" fmla="*/ 122517 h 293967"/>
                <a:gd name="connsiteX40" fmla="*/ 289888 w 289888"/>
                <a:gd name="connsiteY40" fmla="*/ 65367 h 293967"/>
                <a:gd name="connsiteX41" fmla="*/ 118438 w 289888"/>
                <a:gd name="connsiteY41" fmla="*/ 65367 h 293967"/>
                <a:gd name="connsiteX42" fmla="*/ 118438 w 289888"/>
                <a:gd name="connsiteY42" fmla="*/ 58509 h 293967"/>
                <a:gd name="connsiteX43" fmla="*/ 289888 w 289888"/>
                <a:gd name="connsiteY43" fmla="*/ 58509 h 293967"/>
                <a:gd name="connsiteX44" fmla="*/ 289888 w 289888"/>
                <a:gd name="connsiteY44" fmla="*/ 65367 h 293967"/>
                <a:gd name="connsiteX45" fmla="*/ 289888 w 289888"/>
                <a:gd name="connsiteY45" fmla="*/ 36792 h 293967"/>
                <a:gd name="connsiteX46" fmla="*/ 118438 w 289888"/>
                <a:gd name="connsiteY46" fmla="*/ 36792 h 293967"/>
                <a:gd name="connsiteX47" fmla="*/ 118438 w 289888"/>
                <a:gd name="connsiteY47" fmla="*/ 29934 h 293967"/>
                <a:gd name="connsiteX48" fmla="*/ 289888 w 289888"/>
                <a:gd name="connsiteY48" fmla="*/ 29934 h 293967"/>
                <a:gd name="connsiteX49" fmla="*/ 289888 w 289888"/>
                <a:gd name="connsiteY49" fmla="*/ 36792 h 293967"/>
                <a:gd name="connsiteX50" fmla="*/ 289888 w 289888"/>
                <a:gd name="connsiteY50" fmla="*/ 8217 h 293967"/>
                <a:gd name="connsiteX51" fmla="*/ 118438 w 289888"/>
                <a:gd name="connsiteY51" fmla="*/ 8217 h 293967"/>
                <a:gd name="connsiteX52" fmla="*/ 118438 w 289888"/>
                <a:gd name="connsiteY52" fmla="*/ 1359 h 293967"/>
                <a:gd name="connsiteX53" fmla="*/ 289888 w 289888"/>
                <a:gd name="connsiteY53" fmla="*/ 1359 h 293967"/>
                <a:gd name="connsiteX54" fmla="*/ 289888 w 289888"/>
                <a:gd name="connsiteY54" fmla="*/ 8217 h 293967"/>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34778 w 291953"/>
                <a:gd name="connsiteY9" fmla="*/ 6858 h 292608"/>
                <a:gd name="connsiteX10" fmla="*/ 9632 w 291953"/>
                <a:gd name="connsiteY10" fmla="*/ 32004 h 292608"/>
                <a:gd name="connsiteX11" fmla="*/ 34778 w 291953"/>
                <a:gd name="connsiteY11" fmla="*/ 57150 h 292608"/>
                <a:gd name="connsiteX12" fmla="*/ 59924 w 291953"/>
                <a:gd name="connsiteY12" fmla="*/ 32004 h 292608"/>
                <a:gd name="connsiteX13" fmla="*/ 34778 w 291953"/>
                <a:gd name="connsiteY13" fmla="*/ 6858 h 292608"/>
                <a:gd name="connsiteX14" fmla="*/ 291953 w 291953"/>
                <a:gd name="connsiteY14" fmla="*/ 264033 h 292608"/>
                <a:gd name="connsiteX15" fmla="*/ 120503 w 291953"/>
                <a:gd name="connsiteY15" fmla="*/ 264033 h 292608"/>
                <a:gd name="connsiteX16" fmla="*/ 120503 w 291953"/>
                <a:gd name="connsiteY16" fmla="*/ 257175 h 292608"/>
                <a:gd name="connsiteX17" fmla="*/ 291953 w 291953"/>
                <a:gd name="connsiteY17" fmla="*/ 257175 h 292608"/>
                <a:gd name="connsiteX18" fmla="*/ 291953 w 291953"/>
                <a:gd name="connsiteY18" fmla="*/ 264033 h 292608"/>
                <a:gd name="connsiteX19" fmla="*/ 291953 w 291953"/>
                <a:gd name="connsiteY19" fmla="*/ 235458 h 292608"/>
                <a:gd name="connsiteX20" fmla="*/ 120503 w 291953"/>
                <a:gd name="connsiteY20" fmla="*/ 235458 h 292608"/>
                <a:gd name="connsiteX21" fmla="*/ 120503 w 291953"/>
                <a:gd name="connsiteY21" fmla="*/ 228600 h 292608"/>
                <a:gd name="connsiteX22" fmla="*/ 291953 w 291953"/>
                <a:gd name="connsiteY22" fmla="*/ 228600 h 292608"/>
                <a:gd name="connsiteX23" fmla="*/ 291953 w 291953"/>
                <a:gd name="connsiteY23" fmla="*/ 235458 h 292608"/>
                <a:gd name="connsiteX24" fmla="*/ 291953 w 291953"/>
                <a:gd name="connsiteY24" fmla="*/ 178308 h 292608"/>
                <a:gd name="connsiteX25" fmla="*/ 120503 w 291953"/>
                <a:gd name="connsiteY25" fmla="*/ 178308 h 292608"/>
                <a:gd name="connsiteX26" fmla="*/ 120503 w 291953"/>
                <a:gd name="connsiteY26" fmla="*/ 171450 h 292608"/>
                <a:gd name="connsiteX27" fmla="*/ 291953 w 291953"/>
                <a:gd name="connsiteY27" fmla="*/ 171450 h 292608"/>
                <a:gd name="connsiteX28" fmla="*/ 291953 w 291953"/>
                <a:gd name="connsiteY28" fmla="*/ 178308 h 292608"/>
                <a:gd name="connsiteX29" fmla="*/ 291953 w 291953"/>
                <a:gd name="connsiteY29" fmla="*/ 149733 h 292608"/>
                <a:gd name="connsiteX30" fmla="*/ 120503 w 291953"/>
                <a:gd name="connsiteY30" fmla="*/ 149733 h 292608"/>
                <a:gd name="connsiteX31" fmla="*/ 120503 w 291953"/>
                <a:gd name="connsiteY31" fmla="*/ 142875 h 292608"/>
                <a:gd name="connsiteX32" fmla="*/ 291953 w 291953"/>
                <a:gd name="connsiteY32" fmla="*/ 142875 h 292608"/>
                <a:gd name="connsiteX33" fmla="*/ 291953 w 291953"/>
                <a:gd name="connsiteY33" fmla="*/ 149733 h 292608"/>
                <a:gd name="connsiteX34" fmla="*/ 291953 w 291953"/>
                <a:gd name="connsiteY34" fmla="*/ 121158 h 292608"/>
                <a:gd name="connsiteX35" fmla="*/ 120503 w 291953"/>
                <a:gd name="connsiteY35" fmla="*/ 121158 h 292608"/>
                <a:gd name="connsiteX36" fmla="*/ 120503 w 291953"/>
                <a:gd name="connsiteY36" fmla="*/ 114300 h 292608"/>
                <a:gd name="connsiteX37" fmla="*/ 291953 w 291953"/>
                <a:gd name="connsiteY37" fmla="*/ 114300 h 292608"/>
                <a:gd name="connsiteX38" fmla="*/ 291953 w 291953"/>
                <a:gd name="connsiteY38" fmla="*/ 121158 h 292608"/>
                <a:gd name="connsiteX39" fmla="*/ 291953 w 291953"/>
                <a:gd name="connsiteY39" fmla="*/ 64008 h 292608"/>
                <a:gd name="connsiteX40" fmla="*/ 120503 w 291953"/>
                <a:gd name="connsiteY40" fmla="*/ 64008 h 292608"/>
                <a:gd name="connsiteX41" fmla="*/ 120503 w 291953"/>
                <a:gd name="connsiteY41" fmla="*/ 57150 h 292608"/>
                <a:gd name="connsiteX42" fmla="*/ 291953 w 291953"/>
                <a:gd name="connsiteY42" fmla="*/ 57150 h 292608"/>
                <a:gd name="connsiteX43" fmla="*/ 291953 w 291953"/>
                <a:gd name="connsiteY43" fmla="*/ 64008 h 292608"/>
                <a:gd name="connsiteX44" fmla="*/ 291953 w 291953"/>
                <a:gd name="connsiteY44" fmla="*/ 35433 h 292608"/>
                <a:gd name="connsiteX45" fmla="*/ 120503 w 291953"/>
                <a:gd name="connsiteY45" fmla="*/ 35433 h 292608"/>
                <a:gd name="connsiteX46" fmla="*/ 120503 w 291953"/>
                <a:gd name="connsiteY46" fmla="*/ 28575 h 292608"/>
                <a:gd name="connsiteX47" fmla="*/ 291953 w 291953"/>
                <a:gd name="connsiteY47" fmla="*/ 28575 h 292608"/>
                <a:gd name="connsiteX48" fmla="*/ 291953 w 291953"/>
                <a:gd name="connsiteY48" fmla="*/ 35433 h 292608"/>
                <a:gd name="connsiteX49" fmla="*/ 291953 w 291953"/>
                <a:gd name="connsiteY49" fmla="*/ 6858 h 292608"/>
                <a:gd name="connsiteX50" fmla="*/ 120503 w 291953"/>
                <a:gd name="connsiteY50" fmla="*/ 6858 h 292608"/>
                <a:gd name="connsiteX51" fmla="*/ 120503 w 291953"/>
                <a:gd name="connsiteY51" fmla="*/ 0 h 292608"/>
                <a:gd name="connsiteX52" fmla="*/ 291953 w 291953"/>
                <a:gd name="connsiteY52" fmla="*/ 0 h 292608"/>
                <a:gd name="connsiteX53" fmla="*/ 291953 w 291953"/>
                <a:gd name="connsiteY53" fmla="*/ 6858 h 292608"/>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59924 w 291953"/>
                <a:gd name="connsiteY9" fmla="*/ 32004 h 292608"/>
                <a:gd name="connsiteX10" fmla="*/ 9632 w 291953"/>
                <a:gd name="connsiteY10" fmla="*/ 32004 h 292608"/>
                <a:gd name="connsiteX11" fmla="*/ 34778 w 291953"/>
                <a:gd name="connsiteY11" fmla="*/ 57150 h 292608"/>
                <a:gd name="connsiteX12" fmla="*/ 59924 w 291953"/>
                <a:gd name="connsiteY12" fmla="*/ 32004 h 292608"/>
                <a:gd name="connsiteX13" fmla="*/ 291953 w 291953"/>
                <a:gd name="connsiteY13" fmla="*/ 264033 h 292608"/>
                <a:gd name="connsiteX14" fmla="*/ 120503 w 291953"/>
                <a:gd name="connsiteY14" fmla="*/ 264033 h 292608"/>
                <a:gd name="connsiteX15" fmla="*/ 120503 w 291953"/>
                <a:gd name="connsiteY15" fmla="*/ 257175 h 292608"/>
                <a:gd name="connsiteX16" fmla="*/ 291953 w 291953"/>
                <a:gd name="connsiteY16" fmla="*/ 257175 h 292608"/>
                <a:gd name="connsiteX17" fmla="*/ 291953 w 291953"/>
                <a:gd name="connsiteY17" fmla="*/ 264033 h 292608"/>
                <a:gd name="connsiteX18" fmla="*/ 291953 w 291953"/>
                <a:gd name="connsiteY18" fmla="*/ 235458 h 292608"/>
                <a:gd name="connsiteX19" fmla="*/ 120503 w 291953"/>
                <a:gd name="connsiteY19" fmla="*/ 235458 h 292608"/>
                <a:gd name="connsiteX20" fmla="*/ 120503 w 291953"/>
                <a:gd name="connsiteY20" fmla="*/ 228600 h 292608"/>
                <a:gd name="connsiteX21" fmla="*/ 291953 w 291953"/>
                <a:gd name="connsiteY21" fmla="*/ 228600 h 292608"/>
                <a:gd name="connsiteX22" fmla="*/ 291953 w 291953"/>
                <a:gd name="connsiteY22" fmla="*/ 235458 h 292608"/>
                <a:gd name="connsiteX23" fmla="*/ 291953 w 291953"/>
                <a:gd name="connsiteY23" fmla="*/ 178308 h 292608"/>
                <a:gd name="connsiteX24" fmla="*/ 120503 w 291953"/>
                <a:gd name="connsiteY24" fmla="*/ 178308 h 292608"/>
                <a:gd name="connsiteX25" fmla="*/ 120503 w 291953"/>
                <a:gd name="connsiteY25" fmla="*/ 171450 h 292608"/>
                <a:gd name="connsiteX26" fmla="*/ 291953 w 291953"/>
                <a:gd name="connsiteY26" fmla="*/ 171450 h 292608"/>
                <a:gd name="connsiteX27" fmla="*/ 291953 w 291953"/>
                <a:gd name="connsiteY27" fmla="*/ 178308 h 292608"/>
                <a:gd name="connsiteX28" fmla="*/ 291953 w 291953"/>
                <a:gd name="connsiteY28" fmla="*/ 149733 h 292608"/>
                <a:gd name="connsiteX29" fmla="*/ 120503 w 291953"/>
                <a:gd name="connsiteY29" fmla="*/ 149733 h 292608"/>
                <a:gd name="connsiteX30" fmla="*/ 120503 w 291953"/>
                <a:gd name="connsiteY30" fmla="*/ 142875 h 292608"/>
                <a:gd name="connsiteX31" fmla="*/ 291953 w 291953"/>
                <a:gd name="connsiteY31" fmla="*/ 142875 h 292608"/>
                <a:gd name="connsiteX32" fmla="*/ 291953 w 291953"/>
                <a:gd name="connsiteY32" fmla="*/ 149733 h 292608"/>
                <a:gd name="connsiteX33" fmla="*/ 291953 w 291953"/>
                <a:gd name="connsiteY33" fmla="*/ 121158 h 292608"/>
                <a:gd name="connsiteX34" fmla="*/ 120503 w 291953"/>
                <a:gd name="connsiteY34" fmla="*/ 121158 h 292608"/>
                <a:gd name="connsiteX35" fmla="*/ 120503 w 291953"/>
                <a:gd name="connsiteY35" fmla="*/ 114300 h 292608"/>
                <a:gd name="connsiteX36" fmla="*/ 291953 w 291953"/>
                <a:gd name="connsiteY36" fmla="*/ 114300 h 292608"/>
                <a:gd name="connsiteX37" fmla="*/ 291953 w 291953"/>
                <a:gd name="connsiteY37" fmla="*/ 121158 h 292608"/>
                <a:gd name="connsiteX38" fmla="*/ 291953 w 291953"/>
                <a:gd name="connsiteY38" fmla="*/ 64008 h 292608"/>
                <a:gd name="connsiteX39" fmla="*/ 120503 w 291953"/>
                <a:gd name="connsiteY39" fmla="*/ 64008 h 292608"/>
                <a:gd name="connsiteX40" fmla="*/ 120503 w 291953"/>
                <a:gd name="connsiteY40" fmla="*/ 57150 h 292608"/>
                <a:gd name="connsiteX41" fmla="*/ 291953 w 291953"/>
                <a:gd name="connsiteY41" fmla="*/ 57150 h 292608"/>
                <a:gd name="connsiteX42" fmla="*/ 291953 w 291953"/>
                <a:gd name="connsiteY42" fmla="*/ 64008 h 292608"/>
                <a:gd name="connsiteX43" fmla="*/ 291953 w 291953"/>
                <a:gd name="connsiteY43" fmla="*/ 35433 h 292608"/>
                <a:gd name="connsiteX44" fmla="*/ 120503 w 291953"/>
                <a:gd name="connsiteY44" fmla="*/ 35433 h 292608"/>
                <a:gd name="connsiteX45" fmla="*/ 120503 w 291953"/>
                <a:gd name="connsiteY45" fmla="*/ 28575 h 292608"/>
                <a:gd name="connsiteX46" fmla="*/ 291953 w 291953"/>
                <a:gd name="connsiteY46" fmla="*/ 28575 h 292608"/>
                <a:gd name="connsiteX47" fmla="*/ 291953 w 291953"/>
                <a:gd name="connsiteY47" fmla="*/ 35433 h 292608"/>
                <a:gd name="connsiteX48" fmla="*/ 291953 w 291953"/>
                <a:gd name="connsiteY48" fmla="*/ 6858 h 292608"/>
                <a:gd name="connsiteX49" fmla="*/ 120503 w 291953"/>
                <a:gd name="connsiteY49" fmla="*/ 6858 h 292608"/>
                <a:gd name="connsiteX50" fmla="*/ 120503 w 291953"/>
                <a:gd name="connsiteY50" fmla="*/ 0 h 292608"/>
                <a:gd name="connsiteX51" fmla="*/ 291953 w 291953"/>
                <a:gd name="connsiteY51" fmla="*/ 0 h 292608"/>
                <a:gd name="connsiteX52" fmla="*/ 291953 w 291953"/>
                <a:gd name="connsiteY52" fmla="*/ 6858 h 292608"/>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59924 w 291953"/>
                <a:gd name="connsiteY9" fmla="*/ 32004 h 292608"/>
                <a:gd name="connsiteX10" fmla="*/ 9632 w 291953"/>
                <a:gd name="connsiteY10" fmla="*/ 32004 h 292608"/>
                <a:gd name="connsiteX11" fmla="*/ 59924 w 291953"/>
                <a:gd name="connsiteY11" fmla="*/ 32004 h 292608"/>
                <a:gd name="connsiteX12" fmla="*/ 291953 w 291953"/>
                <a:gd name="connsiteY12" fmla="*/ 264033 h 292608"/>
                <a:gd name="connsiteX13" fmla="*/ 120503 w 291953"/>
                <a:gd name="connsiteY13" fmla="*/ 264033 h 292608"/>
                <a:gd name="connsiteX14" fmla="*/ 120503 w 291953"/>
                <a:gd name="connsiteY14" fmla="*/ 257175 h 292608"/>
                <a:gd name="connsiteX15" fmla="*/ 291953 w 291953"/>
                <a:gd name="connsiteY15" fmla="*/ 257175 h 292608"/>
                <a:gd name="connsiteX16" fmla="*/ 291953 w 291953"/>
                <a:gd name="connsiteY16" fmla="*/ 264033 h 292608"/>
                <a:gd name="connsiteX17" fmla="*/ 291953 w 291953"/>
                <a:gd name="connsiteY17" fmla="*/ 235458 h 292608"/>
                <a:gd name="connsiteX18" fmla="*/ 120503 w 291953"/>
                <a:gd name="connsiteY18" fmla="*/ 235458 h 292608"/>
                <a:gd name="connsiteX19" fmla="*/ 120503 w 291953"/>
                <a:gd name="connsiteY19" fmla="*/ 228600 h 292608"/>
                <a:gd name="connsiteX20" fmla="*/ 291953 w 291953"/>
                <a:gd name="connsiteY20" fmla="*/ 228600 h 292608"/>
                <a:gd name="connsiteX21" fmla="*/ 291953 w 291953"/>
                <a:gd name="connsiteY21" fmla="*/ 235458 h 292608"/>
                <a:gd name="connsiteX22" fmla="*/ 291953 w 291953"/>
                <a:gd name="connsiteY22" fmla="*/ 178308 h 292608"/>
                <a:gd name="connsiteX23" fmla="*/ 120503 w 291953"/>
                <a:gd name="connsiteY23" fmla="*/ 178308 h 292608"/>
                <a:gd name="connsiteX24" fmla="*/ 120503 w 291953"/>
                <a:gd name="connsiteY24" fmla="*/ 171450 h 292608"/>
                <a:gd name="connsiteX25" fmla="*/ 291953 w 291953"/>
                <a:gd name="connsiteY25" fmla="*/ 171450 h 292608"/>
                <a:gd name="connsiteX26" fmla="*/ 291953 w 291953"/>
                <a:gd name="connsiteY26" fmla="*/ 178308 h 292608"/>
                <a:gd name="connsiteX27" fmla="*/ 291953 w 291953"/>
                <a:gd name="connsiteY27" fmla="*/ 149733 h 292608"/>
                <a:gd name="connsiteX28" fmla="*/ 120503 w 291953"/>
                <a:gd name="connsiteY28" fmla="*/ 149733 h 292608"/>
                <a:gd name="connsiteX29" fmla="*/ 120503 w 291953"/>
                <a:gd name="connsiteY29" fmla="*/ 142875 h 292608"/>
                <a:gd name="connsiteX30" fmla="*/ 291953 w 291953"/>
                <a:gd name="connsiteY30" fmla="*/ 142875 h 292608"/>
                <a:gd name="connsiteX31" fmla="*/ 291953 w 291953"/>
                <a:gd name="connsiteY31" fmla="*/ 149733 h 292608"/>
                <a:gd name="connsiteX32" fmla="*/ 291953 w 291953"/>
                <a:gd name="connsiteY32" fmla="*/ 121158 h 292608"/>
                <a:gd name="connsiteX33" fmla="*/ 120503 w 291953"/>
                <a:gd name="connsiteY33" fmla="*/ 121158 h 292608"/>
                <a:gd name="connsiteX34" fmla="*/ 120503 w 291953"/>
                <a:gd name="connsiteY34" fmla="*/ 114300 h 292608"/>
                <a:gd name="connsiteX35" fmla="*/ 291953 w 291953"/>
                <a:gd name="connsiteY35" fmla="*/ 114300 h 292608"/>
                <a:gd name="connsiteX36" fmla="*/ 291953 w 291953"/>
                <a:gd name="connsiteY36" fmla="*/ 121158 h 292608"/>
                <a:gd name="connsiteX37" fmla="*/ 291953 w 291953"/>
                <a:gd name="connsiteY37" fmla="*/ 64008 h 292608"/>
                <a:gd name="connsiteX38" fmla="*/ 120503 w 291953"/>
                <a:gd name="connsiteY38" fmla="*/ 64008 h 292608"/>
                <a:gd name="connsiteX39" fmla="*/ 120503 w 291953"/>
                <a:gd name="connsiteY39" fmla="*/ 57150 h 292608"/>
                <a:gd name="connsiteX40" fmla="*/ 291953 w 291953"/>
                <a:gd name="connsiteY40" fmla="*/ 57150 h 292608"/>
                <a:gd name="connsiteX41" fmla="*/ 291953 w 291953"/>
                <a:gd name="connsiteY41" fmla="*/ 64008 h 292608"/>
                <a:gd name="connsiteX42" fmla="*/ 291953 w 291953"/>
                <a:gd name="connsiteY42" fmla="*/ 35433 h 292608"/>
                <a:gd name="connsiteX43" fmla="*/ 120503 w 291953"/>
                <a:gd name="connsiteY43" fmla="*/ 35433 h 292608"/>
                <a:gd name="connsiteX44" fmla="*/ 120503 w 291953"/>
                <a:gd name="connsiteY44" fmla="*/ 28575 h 292608"/>
                <a:gd name="connsiteX45" fmla="*/ 291953 w 291953"/>
                <a:gd name="connsiteY45" fmla="*/ 28575 h 292608"/>
                <a:gd name="connsiteX46" fmla="*/ 291953 w 291953"/>
                <a:gd name="connsiteY46" fmla="*/ 35433 h 292608"/>
                <a:gd name="connsiteX47" fmla="*/ 291953 w 291953"/>
                <a:gd name="connsiteY47" fmla="*/ 6858 h 292608"/>
                <a:gd name="connsiteX48" fmla="*/ 120503 w 291953"/>
                <a:gd name="connsiteY48" fmla="*/ 6858 h 292608"/>
                <a:gd name="connsiteX49" fmla="*/ 120503 w 291953"/>
                <a:gd name="connsiteY49" fmla="*/ 0 h 292608"/>
                <a:gd name="connsiteX50" fmla="*/ 291953 w 291953"/>
                <a:gd name="connsiteY50" fmla="*/ 0 h 292608"/>
                <a:gd name="connsiteX51" fmla="*/ 291953 w 291953"/>
                <a:gd name="connsiteY51" fmla="*/ 6858 h 292608"/>
                <a:gd name="connsiteX0" fmla="*/ 291953 w 291953"/>
                <a:gd name="connsiteY0" fmla="*/ 292608 h 292608"/>
                <a:gd name="connsiteX1" fmla="*/ 120503 w 291953"/>
                <a:gd name="connsiteY1" fmla="*/ 292608 h 292608"/>
                <a:gd name="connsiteX2" fmla="*/ 120503 w 291953"/>
                <a:gd name="connsiteY2" fmla="*/ 285750 h 292608"/>
                <a:gd name="connsiteX3" fmla="*/ 291953 w 291953"/>
                <a:gd name="connsiteY3" fmla="*/ 285750 h 292608"/>
                <a:gd name="connsiteX4" fmla="*/ 291953 w 291953"/>
                <a:gd name="connsiteY4" fmla="*/ 292608 h 292608"/>
                <a:gd name="connsiteX5" fmla="*/ 66782 w 291953"/>
                <a:gd name="connsiteY5" fmla="*/ 32004 h 292608"/>
                <a:gd name="connsiteX6" fmla="*/ 17062 w 291953"/>
                <a:gd name="connsiteY6" fmla="*/ 260604 h 292608"/>
                <a:gd name="connsiteX7" fmla="*/ 2774 w 291953"/>
                <a:gd name="connsiteY7" fmla="*/ 32004 h 292608"/>
                <a:gd name="connsiteX8" fmla="*/ 66782 w 291953"/>
                <a:gd name="connsiteY8" fmla="*/ 32004 h 292608"/>
                <a:gd name="connsiteX9" fmla="*/ 291953 w 291953"/>
                <a:gd name="connsiteY9" fmla="*/ 264033 h 292608"/>
                <a:gd name="connsiteX10" fmla="*/ 120503 w 291953"/>
                <a:gd name="connsiteY10" fmla="*/ 264033 h 292608"/>
                <a:gd name="connsiteX11" fmla="*/ 120503 w 291953"/>
                <a:gd name="connsiteY11" fmla="*/ 257175 h 292608"/>
                <a:gd name="connsiteX12" fmla="*/ 291953 w 291953"/>
                <a:gd name="connsiteY12" fmla="*/ 257175 h 292608"/>
                <a:gd name="connsiteX13" fmla="*/ 291953 w 291953"/>
                <a:gd name="connsiteY13" fmla="*/ 264033 h 292608"/>
                <a:gd name="connsiteX14" fmla="*/ 291953 w 291953"/>
                <a:gd name="connsiteY14" fmla="*/ 235458 h 292608"/>
                <a:gd name="connsiteX15" fmla="*/ 120503 w 291953"/>
                <a:gd name="connsiteY15" fmla="*/ 235458 h 292608"/>
                <a:gd name="connsiteX16" fmla="*/ 120503 w 291953"/>
                <a:gd name="connsiteY16" fmla="*/ 228600 h 292608"/>
                <a:gd name="connsiteX17" fmla="*/ 291953 w 291953"/>
                <a:gd name="connsiteY17" fmla="*/ 228600 h 292608"/>
                <a:gd name="connsiteX18" fmla="*/ 291953 w 291953"/>
                <a:gd name="connsiteY18" fmla="*/ 235458 h 292608"/>
                <a:gd name="connsiteX19" fmla="*/ 291953 w 291953"/>
                <a:gd name="connsiteY19" fmla="*/ 178308 h 292608"/>
                <a:gd name="connsiteX20" fmla="*/ 120503 w 291953"/>
                <a:gd name="connsiteY20" fmla="*/ 178308 h 292608"/>
                <a:gd name="connsiteX21" fmla="*/ 120503 w 291953"/>
                <a:gd name="connsiteY21" fmla="*/ 171450 h 292608"/>
                <a:gd name="connsiteX22" fmla="*/ 291953 w 291953"/>
                <a:gd name="connsiteY22" fmla="*/ 171450 h 292608"/>
                <a:gd name="connsiteX23" fmla="*/ 291953 w 291953"/>
                <a:gd name="connsiteY23" fmla="*/ 178308 h 292608"/>
                <a:gd name="connsiteX24" fmla="*/ 291953 w 291953"/>
                <a:gd name="connsiteY24" fmla="*/ 149733 h 292608"/>
                <a:gd name="connsiteX25" fmla="*/ 120503 w 291953"/>
                <a:gd name="connsiteY25" fmla="*/ 149733 h 292608"/>
                <a:gd name="connsiteX26" fmla="*/ 120503 w 291953"/>
                <a:gd name="connsiteY26" fmla="*/ 142875 h 292608"/>
                <a:gd name="connsiteX27" fmla="*/ 291953 w 291953"/>
                <a:gd name="connsiteY27" fmla="*/ 142875 h 292608"/>
                <a:gd name="connsiteX28" fmla="*/ 291953 w 291953"/>
                <a:gd name="connsiteY28" fmla="*/ 149733 h 292608"/>
                <a:gd name="connsiteX29" fmla="*/ 291953 w 291953"/>
                <a:gd name="connsiteY29" fmla="*/ 121158 h 292608"/>
                <a:gd name="connsiteX30" fmla="*/ 120503 w 291953"/>
                <a:gd name="connsiteY30" fmla="*/ 121158 h 292608"/>
                <a:gd name="connsiteX31" fmla="*/ 120503 w 291953"/>
                <a:gd name="connsiteY31" fmla="*/ 114300 h 292608"/>
                <a:gd name="connsiteX32" fmla="*/ 291953 w 291953"/>
                <a:gd name="connsiteY32" fmla="*/ 114300 h 292608"/>
                <a:gd name="connsiteX33" fmla="*/ 291953 w 291953"/>
                <a:gd name="connsiteY33" fmla="*/ 121158 h 292608"/>
                <a:gd name="connsiteX34" fmla="*/ 291953 w 291953"/>
                <a:gd name="connsiteY34" fmla="*/ 64008 h 292608"/>
                <a:gd name="connsiteX35" fmla="*/ 120503 w 291953"/>
                <a:gd name="connsiteY35" fmla="*/ 64008 h 292608"/>
                <a:gd name="connsiteX36" fmla="*/ 120503 w 291953"/>
                <a:gd name="connsiteY36" fmla="*/ 57150 h 292608"/>
                <a:gd name="connsiteX37" fmla="*/ 291953 w 291953"/>
                <a:gd name="connsiteY37" fmla="*/ 57150 h 292608"/>
                <a:gd name="connsiteX38" fmla="*/ 291953 w 291953"/>
                <a:gd name="connsiteY38" fmla="*/ 64008 h 292608"/>
                <a:gd name="connsiteX39" fmla="*/ 291953 w 291953"/>
                <a:gd name="connsiteY39" fmla="*/ 35433 h 292608"/>
                <a:gd name="connsiteX40" fmla="*/ 120503 w 291953"/>
                <a:gd name="connsiteY40" fmla="*/ 35433 h 292608"/>
                <a:gd name="connsiteX41" fmla="*/ 120503 w 291953"/>
                <a:gd name="connsiteY41" fmla="*/ 28575 h 292608"/>
                <a:gd name="connsiteX42" fmla="*/ 291953 w 291953"/>
                <a:gd name="connsiteY42" fmla="*/ 28575 h 292608"/>
                <a:gd name="connsiteX43" fmla="*/ 291953 w 291953"/>
                <a:gd name="connsiteY43" fmla="*/ 35433 h 292608"/>
                <a:gd name="connsiteX44" fmla="*/ 291953 w 291953"/>
                <a:gd name="connsiteY44" fmla="*/ 6858 h 292608"/>
                <a:gd name="connsiteX45" fmla="*/ 120503 w 291953"/>
                <a:gd name="connsiteY45" fmla="*/ 6858 h 292608"/>
                <a:gd name="connsiteX46" fmla="*/ 120503 w 291953"/>
                <a:gd name="connsiteY46" fmla="*/ 0 h 292608"/>
                <a:gd name="connsiteX47" fmla="*/ 291953 w 291953"/>
                <a:gd name="connsiteY47" fmla="*/ 0 h 292608"/>
                <a:gd name="connsiteX48" fmla="*/ 291953 w 291953"/>
                <a:gd name="connsiteY48" fmla="*/ 6858 h 292608"/>
                <a:gd name="connsiteX0" fmla="*/ 274891 w 274891"/>
                <a:gd name="connsiteY0" fmla="*/ 292608 h 292608"/>
                <a:gd name="connsiteX1" fmla="*/ 103441 w 274891"/>
                <a:gd name="connsiteY1" fmla="*/ 292608 h 292608"/>
                <a:gd name="connsiteX2" fmla="*/ 103441 w 274891"/>
                <a:gd name="connsiteY2" fmla="*/ 285750 h 292608"/>
                <a:gd name="connsiteX3" fmla="*/ 274891 w 274891"/>
                <a:gd name="connsiteY3" fmla="*/ 285750 h 292608"/>
                <a:gd name="connsiteX4" fmla="*/ 274891 w 274891"/>
                <a:gd name="connsiteY4" fmla="*/ 292608 h 292608"/>
                <a:gd name="connsiteX5" fmla="*/ 49720 w 274891"/>
                <a:gd name="connsiteY5" fmla="*/ 32004 h 292608"/>
                <a:gd name="connsiteX6" fmla="*/ 0 w 274891"/>
                <a:gd name="connsiteY6" fmla="*/ 260604 h 292608"/>
                <a:gd name="connsiteX7" fmla="*/ 49720 w 274891"/>
                <a:gd name="connsiteY7" fmla="*/ 32004 h 292608"/>
                <a:gd name="connsiteX8" fmla="*/ 274891 w 274891"/>
                <a:gd name="connsiteY8" fmla="*/ 264033 h 292608"/>
                <a:gd name="connsiteX9" fmla="*/ 103441 w 274891"/>
                <a:gd name="connsiteY9" fmla="*/ 264033 h 292608"/>
                <a:gd name="connsiteX10" fmla="*/ 103441 w 274891"/>
                <a:gd name="connsiteY10" fmla="*/ 257175 h 292608"/>
                <a:gd name="connsiteX11" fmla="*/ 274891 w 274891"/>
                <a:gd name="connsiteY11" fmla="*/ 257175 h 292608"/>
                <a:gd name="connsiteX12" fmla="*/ 274891 w 274891"/>
                <a:gd name="connsiteY12" fmla="*/ 264033 h 292608"/>
                <a:gd name="connsiteX13" fmla="*/ 274891 w 274891"/>
                <a:gd name="connsiteY13" fmla="*/ 235458 h 292608"/>
                <a:gd name="connsiteX14" fmla="*/ 103441 w 274891"/>
                <a:gd name="connsiteY14" fmla="*/ 235458 h 292608"/>
                <a:gd name="connsiteX15" fmla="*/ 103441 w 274891"/>
                <a:gd name="connsiteY15" fmla="*/ 228600 h 292608"/>
                <a:gd name="connsiteX16" fmla="*/ 274891 w 274891"/>
                <a:gd name="connsiteY16" fmla="*/ 228600 h 292608"/>
                <a:gd name="connsiteX17" fmla="*/ 274891 w 274891"/>
                <a:gd name="connsiteY17" fmla="*/ 235458 h 292608"/>
                <a:gd name="connsiteX18" fmla="*/ 274891 w 274891"/>
                <a:gd name="connsiteY18" fmla="*/ 178308 h 292608"/>
                <a:gd name="connsiteX19" fmla="*/ 103441 w 274891"/>
                <a:gd name="connsiteY19" fmla="*/ 178308 h 292608"/>
                <a:gd name="connsiteX20" fmla="*/ 103441 w 274891"/>
                <a:gd name="connsiteY20" fmla="*/ 171450 h 292608"/>
                <a:gd name="connsiteX21" fmla="*/ 274891 w 274891"/>
                <a:gd name="connsiteY21" fmla="*/ 171450 h 292608"/>
                <a:gd name="connsiteX22" fmla="*/ 274891 w 274891"/>
                <a:gd name="connsiteY22" fmla="*/ 178308 h 292608"/>
                <a:gd name="connsiteX23" fmla="*/ 274891 w 274891"/>
                <a:gd name="connsiteY23" fmla="*/ 149733 h 292608"/>
                <a:gd name="connsiteX24" fmla="*/ 103441 w 274891"/>
                <a:gd name="connsiteY24" fmla="*/ 149733 h 292608"/>
                <a:gd name="connsiteX25" fmla="*/ 103441 w 274891"/>
                <a:gd name="connsiteY25" fmla="*/ 142875 h 292608"/>
                <a:gd name="connsiteX26" fmla="*/ 274891 w 274891"/>
                <a:gd name="connsiteY26" fmla="*/ 142875 h 292608"/>
                <a:gd name="connsiteX27" fmla="*/ 274891 w 274891"/>
                <a:gd name="connsiteY27" fmla="*/ 149733 h 292608"/>
                <a:gd name="connsiteX28" fmla="*/ 274891 w 274891"/>
                <a:gd name="connsiteY28" fmla="*/ 121158 h 292608"/>
                <a:gd name="connsiteX29" fmla="*/ 103441 w 274891"/>
                <a:gd name="connsiteY29" fmla="*/ 121158 h 292608"/>
                <a:gd name="connsiteX30" fmla="*/ 103441 w 274891"/>
                <a:gd name="connsiteY30" fmla="*/ 114300 h 292608"/>
                <a:gd name="connsiteX31" fmla="*/ 274891 w 274891"/>
                <a:gd name="connsiteY31" fmla="*/ 114300 h 292608"/>
                <a:gd name="connsiteX32" fmla="*/ 274891 w 274891"/>
                <a:gd name="connsiteY32" fmla="*/ 121158 h 292608"/>
                <a:gd name="connsiteX33" fmla="*/ 274891 w 274891"/>
                <a:gd name="connsiteY33" fmla="*/ 64008 h 292608"/>
                <a:gd name="connsiteX34" fmla="*/ 103441 w 274891"/>
                <a:gd name="connsiteY34" fmla="*/ 64008 h 292608"/>
                <a:gd name="connsiteX35" fmla="*/ 103441 w 274891"/>
                <a:gd name="connsiteY35" fmla="*/ 57150 h 292608"/>
                <a:gd name="connsiteX36" fmla="*/ 274891 w 274891"/>
                <a:gd name="connsiteY36" fmla="*/ 57150 h 292608"/>
                <a:gd name="connsiteX37" fmla="*/ 274891 w 274891"/>
                <a:gd name="connsiteY37" fmla="*/ 64008 h 292608"/>
                <a:gd name="connsiteX38" fmla="*/ 274891 w 274891"/>
                <a:gd name="connsiteY38" fmla="*/ 35433 h 292608"/>
                <a:gd name="connsiteX39" fmla="*/ 103441 w 274891"/>
                <a:gd name="connsiteY39" fmla="*/ 35433 h 292608"/>
                <a:gd name="connsiteX40" fmla="*/ 103441 w 274891"/>
                <a:gd name="connsiteY40" fmla="*/ 28575 h 292608"/>
                <a:gd name="connsiteX41" fmla="*/ 274891 w 274891"/>
                <a:gd name="connsiteY41" fmla="*/ 28575 h 292608"/>
                <a:gd name="connsiteX42" fmla="*/ 274891 w 274891"/>
                <a:gd name="connsiteY42" fmla="*/ 35433 h 292608"/>
                <a:gd name="connsiteX43" fmla="*/ 274891 w 274891"/>
                <a:gd name="connsiteY43" fmla="*/ 6858 h 292608"/>
                <a:gd name="connsiteX44" fmla="*/ 103441 w 274891"/>
                <a:gd name="connsiteY44" fmla="*/ 6858 h 292608"/>
                <a:gd name="connsiteX45" fmla="*/ 103441 w 274891"/>
                <a:gd name="connsiteY45" fmla="*/ 0 h 292608"/>
                <a:gd name="connsiteX46" fmla="*/ 274891 w 274891"/>
                <a:gd name="connsiteY46" fmla="*/ 0 h 292608"/>
                <a:gd name="connsiteX47" fmla="*/ 274891 w 274891"/>
                <a:gd name="connsiteY47" fmla="*/ 6858 h 292608"/>
                <a:gd name="connsiteX0" fmla="*/ 171450 w 171450"/>
                <a:gd name="connsiteY0" fmla="*/ 292608 h 292608"/>
                <a:gd name="connsiteX1" fmla="*/ 0 w 171450"/>
                <a:gd name="connsiteY1" fmla="*/ 292608 h 292608"/>
                <a:gd name="connsiteX2" fmla="*/ 0 w 171450"/>
                <a:gd name="connsiteY2" fmla="*/ 285750 h 292608"/>
                <a:gd name="connsiteX3" fmla="*/ 171450 w 171450"/>
                <a:gd name="connsiteY3" fmla="*/ 285750 h 292608"/>
                <a:gd name="connsiteX4" fmla="*/ 171450 w 171450"/>
                <a:gd name="connsiteY4" fmla="*/ 292608 h 292608"/>
                <a:gd name="connsiteX5" fmla="*/ 171450 w 171450"/>
                <a:gd name="connsiteY5" fmla="*/ 264033 h 292608"/>
                <a:gd name="connsiteX6" fmla="*/ 0 w 171450"/>
                <a:gd name="connsiteY6" fmla="*/ 264033 h 292608"/>
                <a:gd name="connsiteX7" fmla="*/ 0 w 171450"/>
                <a:gd name="connsiteY7" fmla="*/ 257175 h 292608"/>
                <a:gd name="connsiteX8" fmla="*/ 171450 w 171450"/>
                <a:gd name="connsiteY8" fmla="*/ 257175 h 292608"/>
                <a:gd name="connsiteX9" fmla="*/ 171450 w 171450"/>
                <a:gd name="connsiteY9" fmla="*/ 264033 h 292608"/>
                <a:gd name="connsiteX10" fmla="*/ 171450 w 171450"/>
                <a:gd name="connsiteY10" fmla="*/ 235458 h 292608"/>
                <a:gd name="connsiteX11" fmla="*/ 0 w 171450"/>
                <a:gd name="connsiteY11" fmla="*/ 235458 h 292608"/>
                <a:gd name="connsiteX12" fmla="*/ 0 w 171450"/>
                <a:gd name="connsiteY12" fmla="*/ 228600 h 292608"/>
                <a:gd name="connsiteX13" fmla="*/ 171450 w 171450"/>
                <a:gd name="connsiteY13" fmla="*/ 228600 h 292608"/>
                <a:gd name="connsiteX14" fmla="*/ 171450 w 171450"/>
                <a:gd name="connsiteY14" fmla="*/ 235458 h 292608"/>
                <a:gd name="connsiteX15" fmla="*/ 171450 w 171450"/>
                <a:gd name="connsiteY15" fmla="*/ 178308 h 292608"/>
                <a:gd name="connsiteX16" fmla="*/ 0 w 171450"/>
                <a:gd name="connsiteY16" fmla="*/ 178308 h 292608"/>
                <a:gd name="connsiteX17" fmla="*/ 0 w 171450"/>
                <a:gd name="connsiteY17" fmla="*/ 171450 h 292608"/>
                <a:gd name="connsiteX18" fmla="*/ 171450 w 171450"/>
                <a:gd name="connsiteY18" fmla="*/ 171450 h 292608"/>
                <a:gd name="connsiteX19" fmla="*/ 171450 w 171450"/>
                <a:gd name="connsiteY19" fmla="*/ 178308 h 292608"/>
                <a:gd name="connsiteX20" fmla="*/ 171450 w 171450"/>
                <a:gd name="connsiteY20" fmla="*/ 149733 h 292608"/>
                <a:gd name="connsiteX21" fmla="*/ 0 w 171450"/>
                <a:gd name="connsiteY21" fmla="*/ 149733 h 292608"/>
                <a:gd name="connsiteX22" fmla="*/ 0 w 171450"/>
                <a:gd name="connsiteY22" fmla="*/ 142875 h 292608"/>
                <a:gd name="connsiteX23" fmla="*/ 171450 w 171450"/>
                <a:gd name="connsiteY23" fmla="*/ 142875 h 292608"/>
                <a:gd name="connsiteX24" fmla="*/ 171450 w 171450"/>
                <a:gd name="connsiteY24" fmla="*/ 149733 h 292608"/>
                <a:gd name="connsiteX25" fmla="*/ 171450 w 171450"/>
                <a:gd name="connsiteY25" fmla="*/ 121158 h 292608"/>
                <a:gd name="connsiteX26" fmla="*/ 0 w 171450"/>
                <a:gd name="connsiteY26" fmla="*/ 121158 h 292608"/>
                <a:gd name="connsiteX27" fmla="*/ 0 w 171450"/>
                <a:gd name="connsiteY27" fmla="*/ 114300 h 292608"/>
                <a:gd name="connsiteX28" fmla="*/ 171450 w 171450"/>
                <a:gd name="connsiteY28" fmla="*/ 114300 h 292608"/>
                <a:gd name="connsiteX29" fmla="*/ 171450 w 171450"/>
                <a:gd name="connsiteY29" fmla="*/ 121158 h 292608"/>
                <a:gd name="connsiteX30" fmla="*/ 171450 w 171450"/>
                <a:gd name="connsiteY30" fmla="*/ 64008 h 292608"/>
                <a:gd name="connsiteX31" fmla="*/ 0 w 171450"/>
                <a:gd name="connsiteY31" fmla="*/ 64008 h 292608"/>
                <a:gd name="connsiteX32" fmla="*/ 0 w 171450"/>
                <a:gd name="connsiteY32" fmla="*/ 57150 h 292608"/>
                <a:gd name="connsiteX33" fmla="*/ 171450 w 171450"/>
                <a:gd name="connsiteY33" fmla="*/ 57150 h 292608"/>
                <a:gd name="connsiteX34" fmla="*/ 171450 w 171450"/>
                <a:gd name="connsiteY34" fmla="*/ 64008 h 292608"/>
                <a:gd name="connsiteX35" fmla="*/ 171450 w 171450"/>
                <a:gd name="connsiteY35" fmla="*/ 35433 h 292608"/>
                <a:gd name="connsiteX36" fmla="*/ 0 w 171450"/>
                <a:gd name="connsiteY36" fmla="*/ 35433 h 292608"/>
                <a:gd name="connsiteX37" fmla="*/ 0 w 171450"/>
                <a:gd name="connsiteY37" fmla="*/ 28575 h 292608"/>
                <a:gd name="connsiteX38" fmla="*/ 171450 w 171450"/>
                <a:gd name="connsiteY38" fmla="*/ 28575 h 292608"/>
                <a:gd name="connsiteX39" fmla="*/ 171450 w 171450"/>
                <a:gd name="connsiteY39" fmla="*/ 35433 h 292608"/>
                <a:gd name="connsiteX40" fmla="*/ 171450 w 171450"/>
                <a:gd name="connsiteY40" fmla="*/ 6858 h 292608"/>
                <a:gd name="connsiteX41" fmla="*/ 0 w 171450"/>
                <a:gd name="connsiteY41" fmla="*/ 6858 h 292608"/>
                <a:gd name="connsiteX42" fmla="*/ 0 w 171450"/>
                <a:gd name="connsiteY42" fmla="*/ 0 h 292608"/>
                <a:gd name="connsiteX43" fmla="*/ 171450 w 171450"/>
                <a:gd name="connsiteY43" fmla="*/ 0 h 292608"/>
                <a:gd name="connsiteX44" fmla="*/ 171450 w 171450"/>
                <a:gd name="connsiteY44" fmla="*/ 6858 h 29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71450" h="292608">
                  <a:moveTo>
                    <a:pt x="171450" y="292608"/>
                  </a:moveTo>
                  <a:lnTo>
                    <a:pt x="0" y="292608"/>
                  </a:lnTo>
                  <a:lnTo>
                    <a:pt x="0" y="285750"/>
                  </a:lnTo>
                  <a:lnTo>
                    <a:pt x="171450" y="285750"/>
                  </a:lnTo>
                  <a:lnTo>
                    <a:pt x="171450" y="292608"/>
                  </a:lnTo>
                  <a:close/>
                  <a:moveTo>
                    <a:pt x="171450" y="264033"/>
                  </a:moveTo>
                  <a:lnTo>
                    <a:pt x="0" y="264033"/>
                  </a:lnTo>
                  <a:lnTo>
                    <a:pt x="0" y="257175"/>
                  </a:lnTo>
                  <a:lnTo>
                    <a:pt x="171450" y="257175"/>
                  </a:lnTo>
                  <a:lnTo>
                    <a:pt x="171450" y="264033"/>
                  </a:lnTo>
                  <a:close/>
                  <a:moveTo>
                    <a:pt x="171450" y="235458"/>
                  </a:moveTo>
                  <a:lnTo>
                    <a:pt x="0" y="235458"/>
                  </a:lnTo>
                  <a:lnTo>
                    <a:pt x="0" y="228600"/>
                  </a:lnTo>
                  <a:lnTo>
                    <a:pt x="171450" y="228600"/>
                  </a:lnTo>
                  <a:lnTo>
                    <a:pt x="171450" y="235458"/>
                  </a:lnTo>
                  <a:close/>
                  <a:moveTo>
                    <a:pt x="171450" y="178308"/>
                  </a:moveTo>
                  <a:lnTo>
                    <a:pt x="0" y="178308"/>
                  </a:lnTo>
                  <a:lnTo>
                    <a:pt x="0" y="171450"/>
                  </a:lnTo>
                  <a:lnTo>
                    <a:pt x="171450" y="171450"/>
                  </a:lnTo>
                  <a:lnTo>
                    <a:pt x="171450" y="178308"/>
                  </a:lnTo>
                  <a:close/>
                  <a:moveTo>
                    <a:pt x="171450" y="149733"/>
                  </a:moveTo>
                  <a:lnTo>
                    <a:pt x="0" y="149733"/>
                  </a:lnTo>
                  <a:lnTo>
                    <a:pt x="0" y="142875"/>
                  </a:lnTo>
                  <a:lnTo>
                    <a:pt x="171450" y="142875"/>
                  </a:lnTo>
                  <a:lnTo>
                    <a:pt x="171450" y="149733"/>
                  </a:lnTo>
                  <a:close/>
                  <a:moveTo>
                    <a:pt x="171450" y="121158"/>
                  </a:moveTo>
                  <a:lnTo>
                    <a:pt x="0" y="121158"/>
                  </a:lnTo>
                  <a:lnTo>
                    <a:pt x="0" y="114300"/>
                  </a:lnTo>
                  <a:lnTo>
                    <a:pt x="171450" y="114300"/>
                  </a:lnTo>
                  <a:lnTo>
                    <a:pt x="171450" y="121158"/>
                  </a:lnTo>
                  <a:close/>
                  <a:moveTo>
                    <a:pt x="171450" y="64008"/>
                  </a:moveTo>
                  <a:lnTo>
                    <a:pt x="0" y="64008"/>
                  </a:lnTo>
                  <a:lnTo>
                    <a:pt x="0" y="57150"/>
                  </a:lnTo>
                  <a:lnTo>
                    <a:pt x="171450" y="57150"/>
                  </a:lnTo>
                  <a:lnTo>
                    <a:pt x="171450" y="64008"/>
                  </a:lnTo>
                  <a:close/>
                  <a:moveTo>
                    <a:pt x="171450" y="35433"/>
                  </a:moveTo>
                  <a:lnTo>
                    <a:pt x="0" y="35433"/>
                  </a:lnTo>
                  <a:lnTo>
                    <a:pt x="0" y="28575"/>
                  </a:lnTo>
                  <a:lnTo>
                    <a:pt x="171450" y="28575"/>
                  </a:lnTo>
                  <a:lnTo>
                    <a:pt x="171450" y="35433"/>
                  </a:lnTo>
                  <a:close/>
                  <a:moveTo>
                    <a:pt x="171450" y="6858"/>
                  </a:moveTo>
                  <a:lnTo>
                    <a:pt x="0" y="6858"/>
                  </a:lnTo>
                  <a:lnTo>
                    <a:pt x="0" y="0"/>
                  </a:lnTo>
                  <a:lnTo>
                    <a:pt x="171450" y="0"/>
                  </a:lnTo>
                  <a:lnTo>
                    <a:pt x="171450" y="6858"/>
                  </a:lnTo>
                  <a:close/>
                </a:path>
              </a:pathLst>
            </a:custGeom>
            <a:solidFill>
              <a:srgbClr val="0F62FE"/>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1263688509"/>
      </p:ext>
    </p:extLst>
  </p:cSld>
  <p:clrMapOvr>
    <a:masterClrMapping/>
  </p:clrMapOvr>
  <p:transition spd="med"/>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78A39D0C-541A-9D40-E78C-CDB7784F12B3}"/>
              </a:ext>
            </a:extLst>
          </p:cNvPr>
          <p:cNvSpPr/>
          <p:nvPr/>
        </p:nvSpPr>
        <p:spPr bwMode="auto">
          <a:xfrm>
            <a:off x="0" y="0"/>
            <a:ext cx="12193587" cy="13716000"/>
          </a:xfrm>
          <a:prstGeom prst="rect">
            <a:avLst/>
          </a:prstGeom>
          <a:solidFill>
            <a:srgbClr val="E5F6FF"/>
          </a:solidFill>
          <a:ln w="19050">
            <a:no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endParaRPr kumimoji="0" lang="en-US" sz="2000" b="0" i="0" u="none" strike="noStrike" cap="none" normalizeH="0" baseline="0" dirty="0">
              <a:ln>
                <a:noFill/>
              </a:ln>
              <a:solidFill>
                <a:schemeClr val="bg1"/>
              </a:solidFill>
              <a:effectLst/>
              <a:latin typeface="+mn-lt"/>
            </a:endParaRPr>
          </a:p>
        </p:txBody>
      </p:sp>
      <p:sp>
        <p:nvSpPr>
          <p:cNvPr id="3" name="Title 2">
            <a:extLst>
              <a:ext uri="{FF2B5EF4-FFF2-40B4-BE49-F238E27FC236}">
                <a16:creationId xmlns:a16="http://schemas.microsoft.com/office/drawing/2014/main" id="{7F3D7DD8-1923-A305-D989-C4ED2C3A59C2}"/>
              </a:ext>
            </a:extLst>
          </p:cNvPr>
          <p:cNvSpPr>
            <a:spLocks noGrp="1"/>
          </p:cNvSpPr>
          <p:nvPr>
            <p:ph type="title"/>
          </p:nvPr>
        </p:nvSpPr>
        <p:spPr>
          <a:xfrm>
            <a:off x="576072" y="577850"/>
            <a:ext cx="10101072" cy="10285285"/>
          </a:xfrm>
        </p:spPr>
        <p:txBody>
          <a:bodyPr/>
          <a:lstStyle/>
          <a:p>
            <a:r>
              <a:rPr lang="en-US" sz="6400" dirty="0"/>
              <a:t>Generative AI</a:t>
            </a:r>
            <a:br>
              <a:rPr lang="en-US" sz="6400" dirty="0"/>
            </a:br>
            <a:r>
              <a:rPr lang="en-US" sz="6400" dirty="0"/>
              <a:t>development lifecycle</a:t>
            </a:r>
          </a:p>
        </p:txBody>
      </p:sp>
      <p:sp>
        <p:nvSpPr>
          <p:cNvPr id="117" name="TextBox 116">
            <a:extLst>
              <a:ext uri="{FF2B5EF4-FFF2-40B4-BE49-F238E27FC236}">
                <a16:creationId xmlns:a16="http://schemas.microsoft.com/office/drawing/2014/main" id="{A1ACB08C-C377-CB6C-F687-4D286D46DD95}"/>
              </a:ext>
            </a:extLst>
          </p:cNvPr>
          <p:cNvSpPr txBox="1"/>
          <p:nvPr/>
        </p:nvSpPr>
        <p:spPr>
          <a:xfrm>
            <a:off x="574778" y="4174212"/>
            <a:ext cx="7173560" cy="3416320"/>
          </a:xfrm>
          <a:prstGeom prst="rect">
            <a:avLst/>
          </a:prstGeom>
          <a:no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spAutoFit/>
          </a:bodyPr>
          <a:lstStyle/>
          <a:p>
            <a:r>
              <a:rPr lang="en-US" dirty="0"/>
              <a:t>Use foundation models to </a:t>
            </a:r>
            <a:br>
              <a:rPr lang="en-US" dirty="0"/>
            </a:br>
            <a:r>
              <a:rPr lang="en-US" dirty="0"/>
              <a:t>infuse AI into business workflows. </a:t>
            </a:r>
          </a:p>
          <a:p>
            <a:endParaRPr lang="en-US" dirty="0"/>
          </a:p>
          <a:p>
            <a:r>
              <a:rPr lang="en-US" dirty="0"/>
              <a:t>Designed to choose, adapt, deploy, and monitor customized generative AI models.</a:t>
            </a:r>
          </a:p>
        </p:txBody>
      </p:sp>
      <p:sp>
        <p:nvSpPr>
          <p:cNvPr id="4" name="Freeform 3">
            <a:extLst>
              <a:ext uri="{FF2B5EF4-FFF2-40B4-BE49-F238E27FC236}">
                <a16:creationId xmlns:a16="http://schemas.microsoft.com/office/drawing/2014/main" id="{06466B60-D7F4-EB2A-78DF-0E4669065413}"/>
              </a:ext>
            </a:extLst>
          </p:cNvPr>
          <p:cNvSpPr>
            <a:spLocks noChangeAspect="1"/>
          </p:cNvSpPr>
          <p:nvPr/>
        </p:nvSpPr>
        <p:spPr>
          <a:xfrm>
            <a:off x="22311273" y="6567465"/>
            <a:ext cx="939001" cy="939001"/>
          </a:xfrm>
          <a:custGeom>
            <a:avLst/>
            <a:gdLst>
              <a:gd name="connsiteX0" fmla="*/ 264771 w 972706"/>
              <a:gd name="connsiteY0" fmla="*/ 972707 h 972706"/>
              <a:gd name="connsiteX1" fmla="*/ 126718 w 972706"/>
              <a:gd name="connsiteY1" fmla="*/ 834653 h 972706"/>
              <a:gd name="connsiteX2" fmla="*/ 264771 w 972706"/>
              <a:gd name="connsiteY2" fmla="*/ 696600 h 972706"/>
              <a:gd name="connsiteX3" fmla="*/ 328922 w 972706"/>
              <a:gd name="connsiteY3" fmla="*/ 712432 h 972706"/>
              <a:gd name="connsiteX4" fmla="*/ 396207 w 972706"/>
              <a:gd name="connsiteY4" fmla="*/ 606738 h 972706"/>
              <a:gd name="connsiteX5" fmla="*/ 415427 w 972706"/>
              <a:gd name="connsiteY5" fmla="*/ 618992 h 972706"/>
              <a:gd name="connsiteX6" fmla="*/ 348142 w 972706"/>
              <a:gd name="connsiteY6" fmla="*/ 724717 h 972706"/>
              <a:gd name="connsiteX7" fmla="*/ 402825 w 972706"/>
              <a:gd name="connsiteY7" fmla="*/ 834685 h 972706"/>
              <a:gd name="connsiteX8" fmla="*/ 264771 w 972706"/>
              <a:gd name="connsiteY8" fmla="*/ 972707 h 972706"/>
              <a:gd name="connsiteX9" fmla="*/ 264771 w 972706"/>
              <a:gd name="connsiteY9" fmla="*/ 719398 h 972706"/>
              <a:gd name="connsiteX10" fmla="*/ 149516 w 972706"/>
              <a:gd name="connsiteY10" fmla="*/ 834653 h 972706"/>
              <a:gd name="connsiteX11" fmla="*/ 264771 w 972706"/>
              <a:gd name="connsiteY11" fmla="*/ 949909 h 972706"/>
              <a:gd name="connsiteX12" fmla="*/ 380027 w 972706"/>
              <a:gd name="connsiteY12" fmla="*/ 834653 h 972706"/>
              <a:gd name="connsiteX13" fmla="*/ 264771 w 972706"/>
              <a:gd name="connsiteY13" fmla="*/ 719398 h 972706"/>
              <a:gd name="connsiteX14" fmla="*/ 486417 w 972706"/>
              <a:gd name="connsiteY14" fmla="*/ 972548 h 972706"/>
              <a:gd name="connsiteX15" fmla="*/ 405453 w 972706"/>
              <a:gd name="connsiteY15" fmla="*/ 965836 h 972706"/>
              <a:gd name="connsiteX16" fmla="*/ 409221 w 972706"/>
              <a:gd name="connsiteY16" fmla="*/ 943323 h 972706"/>
              <a:gd name="connsiteX17" fmla="*/ 486417 w 972706"/>
              <a:gd name="connsiteY17" fmla="*/ 949719 h 972706"/>
              <a:gd name="connsiteX18" fmla="*/ 857261 w 972706"/>
              <a:gd name="connsiteY18" fmla="*/ 764360 h 972706"/>
              <a:gd name="connsiteX19" fmla="*/ 875499 w 972706"/>
              <a:gd name="connsiteY19" fmla="*/ 778039 h 972706"/>
              <a:gd name="connsiteX20" fmla="*/ 486417 w 972706"/>
              <a:gd name="connsiteY20" fmla="*/ 972548 h 972706"/>
              <a:gd name="connsiteX21" fmla="*/ 961308 w 972706"/>
              <a:gd name="connsiteY21" fmla="*/ 766893 h 972706"/>
              <a:gd name="connsiteX22" fmla="*/ 955545 w 972706"/>
              <a:gd name="connsiteY22" fmla="*/ 765310 h 972706"/>
              <a:gd name="connsiteX23" fmla="*/ 765721 w 972706"/>
              <a:gd name="connsiteY23" fmla="*/ 654329 h 972706"/>
              <a:gd name="connsiteX24" fmla="*/ 760054 w 972706"/>
              <a:gd name="connsiteY24" fmla="*/ 644481 h 972706"/>
              <a:gd name="connsiteX25" fmla="*/ 765721 w 972706"/>
              <a:gd name="connsiteY25" fmla="*/ 634634 h 972706"/>
              <a:gd name="connsiteX26" fmla="*/ 955545 w 972706"/>
              <a:gd name="connsiteY26" fmla="*/ 523970 h 972706"/>
              <a:gd name="connsiteX27" fmla="*/ 966976 w 972706"/>
              <a:gd name="connsiteY27" fmla="*/ 523906 h 972706"/>
              <a:gd name="connsiteX28" fmla="*/ 972707 w 972706"/>
              <a:gd name="connsiteY28" fmla="*/ 533785 h 972706"/>
              <a:gd name="connsiteX29" fmla="*/ 972707 w 972706"/>
              <a:gd name="connsiteY29" fmla="*/ 755431 h 972706"/>
              <a:gd name="connsiteX30" fmla="*/ 966944 w 972706"/>
              <a:gd name="connsiteY30" fmla="*/ 765310 h 972706"/>
              <a:gd name="connsiteX31" fmla="*/ 961308 w 972706"/>
              <a:gd name="connsiteY31" fmla="*/ 766893 h 972706"/>
              <a:gd name="connsiteX32" fmla="*/ 794092 w 972706"/>
              <a:gd name="connsiteY32" fmla="*/ 644513 h 972706"/>
              <a:gd name="connsiteX33" fmla="*/ 949909 w 972706"/>
              <a:gd name="connsiteY33" fmla="*/ 735609 h 972706"/>
              <a:gd name="connsiteX34" fmla="*/ 949909 w 972706"/>
              <a:gd name="connsiteY34" fmla="*/ 553702 h 972706"/>
              <a:gd name="connsiteX35" fmla="*/ 794092 w 972706"/>
              <a:gd name="connsiteY35" fmla="*/ 644513 h 972706"/>
              <a:gd name="connsiteX36" fmla="*/ 85650 w 972706"/>
              <a:gd name="connsiteY36" fmla="*/ 761795 h 972706"/>
              <a:gd name="connsiteX37" fmla="*/ 40529 w 972706"/>
              <a:gd name="connsiteY37" fmla="*/ 680736 h 972706"/>
              <a:gd name="connsiteX38" fmla="*/ 61427 w 972706"/>
              <a:gd name="connsiteY38" fmla="*/ 671586 h 972706"/>
              <a:gd name="connsiteX39" fmla="*/ 104395 w 972706"/>
              <a:gd name="connsiteY39" fmla="*/ 748845 h 972706"/>
              <a:gd name="connsiteX40" fmla="*/ 85650 w 972706"/>
              <a:gd name="connsiteY40" fmla="*/ 761795 h 972706"/>
              <a:gd name="connsiteX41" fmla="*/ 78716 w 972706"/>
              <a:gd name="connsiteY41" fmla="*/ 628111 h 972706"/>
              <a:gd name="connsiteX42" fmla="*/ 70673 w 972706"/>
              <a:gd name="connsiteY42" fmla="*/ 624787 h 972706"/>
              <a:gd name="connsiteX43" fmla="*/ 3356 w 972706"/>
              <a:gd name="connsiteY43" fmla="*/ 557786 h 972706"/>
              <a:gd name="connsiteX44" fmla="*/ 0 w 972706"/>
              <a:gd name="connsiteY44" fmla="*/ 549681 h 972706"/>
              <a:gd name="connsiteX45" fmla="*/ 3325 w 972706"/>
              <a:gd name="connsiteY45" fmla="*/ 541606 h 972706"/>
              <a:gd name="connsiteX46" fmla="*/ 70642 w 972706"/>
              <a:gd name="connsiteY46" fmla="*/ 474321 h 972706"/>
              <a:gd name="connsiteX47" fmla="*/ 86758 w 972706"/>
              <a:gd name="connsiteY47" fmla="*/ 474321 h 972706"/>
              <a:gd name="connsiteX48" fmla="*/ 153949 w 972706"/>
              <a:gd name="connsiteY48" fmla="*/ 541480 h 972706"/>
              <a:gd name="connsiteX49" fmla="*/ 157273 w 972706"/>
              <a:gd name="connsiteY49" fmla="*/ 549554 h 972706"/>
              <a:gd name="connsiteX50" fmla="*/ 153949 w 972706"/>
              <a:gd name="connsiteY50" fmla="*/ 557596 h 972706"/>
              <a:gd name="connsiteX51" fmla="*/ 86758 w 972706"/>
              <a:gd name="connsiteY51" fmla="*/ 624755 h 972706"/>
              <a:gd name="connsiteX52" fmla="*/ 78716 w 972706"/>
              <a:gd name="connsiteY52" fmla="*/ 628111 h 972706"/>
              <a:gd name="connsiteX53" fmla="*/ 27547 w 972706"/>
              <a:gd name="connsiteY53" fmla="*/ 549649 h 972706"/>
              <a:gd name="connsiteX54" fmla="*/ 78716 w 972706"/>
              <a:gd name="connsiteY54" fmla="*/ 600564 h 972706"/>
              <a:gd name="connsiteX55" fmla="*/ 129789 w 972706"/>
              <a:gd name="connsiteY55" fmla="*/ 549522 h 972706"/>
              <a:gd name="connsiteX56" fmla="*/ 78747 w 972706"/>
              <a:gd name="connsiteY56" fmla="*/ 498480 h 972706"/>
              <a:gd name="connsiteX57" fmla="*/ 27547 w 972706"/>
              <a:gd name="connsiteY57" fmla="*/ 549649 h 972706"/>
              <a:gd name="connsiteX58" fmla="*/ 257140 w 972706"/>
              <a:gd name="connsiteY58" fmla="*/ 618581 h 972706"/>
              <a:gd name="connsiteX59" fmla="*/ 221709 w 972706"/>
              <a:gd name="connsiteY59" fmla="*/ 486195 h 972706"/>
              <a:gd name="connsiteX60" fmla="*/ 420366 w 972706"/>
              <a:gd name="connsiteY60" fmla="*/ 229783 h 972706"/>
              <a:gd name="connsiteX61" fmla="*/ 426034 w 972706"/>
              <a:gd name="connsiteY61" fmla="*/ 251852 h 972706"/>
              <a:gd name="connsiteX62" fmla="*/ 244507 w 972706"/>
              <a:gd name="connsiteY62" fmla="*/ 486163 h 972706"/>
              <a:gd name="connsiteX63" fmla="*/ 276867 w 972706"/>
              <a:gd name="connsiteY63" fmla="*/ 607087 h 972706"/>
              <a:gd name="connsiteX64" fmla="*/ 257140 w 972706"/>
              <a:gd name="connsiteY64" fmla="*/ 618581 h 972706"/>
              <a:gd name="connsiteX65" fmla="*/ 486417 w 972706"/>
              <a:gd name="connsiteY65" fmla="*/ 592585 h 972706"/>
              <a:gd name="connsiteX66" fmla="*/ 380027 w 972706"/>
              <a:gd name="connsiteY66" fmla="*/ 486195 h 972706"/>
              <a:gd name="connsiteX67" fmla="*/ 475081 w 972706"/>
              <a:gd name="connsiteY67" fmla="*/ 380407 h 972706"/>
              <a:gd name="connsiteX68" fmla="*/ 475081 w 972706"/>
              <a:gd name="connsiteY68" fmla="*/ 201222 h 972706"/>
              <a:gd name="connsiteX69" fmla="*/ 497879 w 972706"/>
              <a:gd name="connsiteY69" fmla="*/ 201222 h 972706"/>
              <a:gd name="connsiteX70" fmla="*/ 497879 w 972706"/>
              <a:gd name="connsiteY70" fmla="*/ 380407 h 972706"/>
              <a:gd name="connsiteX71" fmla="*/ 592806 w 972706"/>
              <a:gd name="connsiteY71" fmla="*/ 486195 h 972706"/>
              <a:gd name="connsiteX72" fmla="*/ 486417 w 972706"/>
              <a:gd name="connsiteY72" fmla="*/ 592585 h 972706"/>
              <a:gd name="connsiteX73" fmla="*/ 486417 w 972706"/>
              <a:gd name="connsiteY73" fmla="*/ 402603 h 972706"/>
              <a:gd name="connsiteX74" fmla="*/ 402825 w 972706"/>
              <a:gd name="connsiteY74" fmla="*/ 486195 h 972706"/>
              <a:gd name="connsiteX75" fmla="*/ 486417 w 972706"/>
              <a:gd name="connsiteY75" fmla="*/ 569787 h 972706"/>
              <a:gd name="connsiteX76" fmla="*/ 569977 w 972706"/>
              <a:gd name="connsiteY76" fmla="*/ 486195 h 972706"/>
              <a:gd name="connsiteX77" fmla="*/ 486417 w 972706"/>
              <a:gd name="connsiteY77" fmla="*/ 402603 h 972706"/>
              <a:gd name="connsiteX78" fmla="*/ 949940 w 972706"/>
              <a:gd name="connsiteY78" fmla="*/ 455291 h 972706"/>
              <a:gd name="connsiteX79" fmla="*/ 579254 w 972706"/>
              <a:gd name="connsiteY79" fmla="*/ 31949 h 972706"/>
              <a:gd name="connsiteX80" fmla="*/ 583782 w 972706"/>
              <a:gd name="connsiteY80" fmla="*/ 9594 h 972706"/>
              <a:gd name="connsiteX81" fmla="*/ 972707 w 972706"/>
              <a:gd name="connsiteY81" fmla="*/ 453803 h 972706"/>
              <a:gd name="connsiteX82" fmla="*/ 949940 w 972706"/>
              <a:gd name="connsiteY82" fmla="*/ 455291 h 972706"/>
              <a:gd name="connsiteX83" fmla="*/ 739821 w 972706"/>
              <a:gd name="connsiteY83" fmla="*/ 434267 h 972706"/>
              <a:gd name="connsiteX84" fmla="*/ 734121 w 972706"/>
              <a:gd name="connsiteY84" fmla="*/ 432747 h 972706"/>
              <a:gd name="connsiteX85" fmla="*/ 651827 w 972706"/>
              <a:gd name="connsiteY85" fmla="*/ 385251 h 972706"/>
              <a:gd name="connsiteX86" fmla="*/ 646096 w 972706"/>
              <a:gd name="connsiteY86" fmla="*/ 375372 h 972706"/>
              <a:gd name="connsiteX87" fmla="*/ 646096 w 972706"/>
              <a:gd name="connsiteY87" fmla="*/ 280381 h 972706"/>
              <a:gd name="connsiteX88" fmla="*/ 651827 w 972706"/>
              <a:gd name="connsiteY88" fmla="*/ 270502 h 972706"/>
              <a:gd name="connsiteX89" fmla="*/ 734121 w 972706"/>
              <a:gd name="connsiteY89" fmla="*/ 223007 h 972706"/>
              <a:gd name="connsiteX90" fmla="*/ 745488 w 972706"/>
              <a:gd name="connsiteY90" fmla="*/ 223007 h 972706"/>
              <a:gd name="connsiteX91" fmla="*/ 827751 w 972706"/>
              <a:gd name="connsiteY91" fmla="*/ 270502 h 972706"/>
              <a:gd name="connsiteX92" fmla="*/ 833482 w 972706"/>
              <a:gd name="connsiteY92" fmla="*/ 280381 h 972706"/>
              <a:gd name="connsiteX93" fmla="*/ 833482 w 972706"/>
              <a:gd name="connsiteY93" fmla="*/ 375372 h 972706"/>
              <a:gd name="connsiteX94" fmla="*/ 827751 w 972706"/>
              <a:gd name="connsiteY94" fmla="*/ 385251 h 972706"/>
              <a:gd name="connsiteX95" fmla="*/ 745488 w 972706"/>
              <a:gd name="connsiteY95" fmla="*/ 432747 h 972706"/>
              <a:gd name="connsiteX96" fmla="*/ 739821 w 972706"/>
              <a:gd name="connsiteY96" fmla="*/ 434267 h 972706"/>
              <a:gd name="connsiteX97" fmla="*/ 668957 w 972706"/>
              <a:gd name="connsiteY97" fmla="*/ 368786 h 972706"/>
              <a:gd name="connsiteX98" fmla="*/ 739821 w 972706"/>
              <a:gd name="connsiteY98" fmla="*/ 409696 h 972706"/>
              <a:gd name="connsiteX99" fmla="*/ 810652 w 972706"/>
              <a:gd name="connsiteY99" fmla="*/ 368786 h 972706"/>
              <a:gd name="connsiteX100" fmla="*/ 810652 w 972706"/>
              <a:gd name="connsiteY100" fmla="*/ 286967 h 972706"/>
              <a:gd name="connsiteX101" fmla="*/ 739821 w 972706"/>
              <a:gd name="connsiteY101" fmla="*/ 246058 h 972706"/>
              <a:gd name="connsiteX102" fmla="*/ 668957 w 972706"/>
              <a:gd name="connsiteY102" fmla="*/ 286967 h 972706"/>
              <a:gd name="connsiteX103" fmla="*/ 668957 w 972706"/>
              <a:gd name="connsiteY103" fmla="*/ 368786 h 972706"/>
              <a:gd name="connsiteX104" fmla="*/ 486290 w 972706"/>
              <a:gd name="connsiteY104" fmla="*/ 117789 h 972706"/>
              <a:gd name="connsiteX105" fmla="*/ 427491 w 972706"/>
              <a:gd name="connsiteY105" fmla="*/ 58736 h 972706"/>
              <a:gd name="connsiteX106" fmla="*/ 486290 w 972706"/>
              <a:gd name="connsiteY106" fmla="*/ 0 h 972706"/>
              <a:gd name="connsiteX107" fmla="*/ 545279 w 972706"/>
              <a:gd name="connsiteY107" fmla="*/ 58736 h 972706"/>
              <a:gd name="connsiteX108" fmla="*/ 486290 w 972706"/>
              <a:gd name="connsiteY108" fmla="*/ 117789 h 972706"/>
              <a:gd name="connsiteX109" fmla="*/ 486290 w 972706"/>
              <a:gd name="connsiteY109" fmla="*/ 22798 h 972706"/>
              <a:gd name="connsiteX110" fmla="*/ 450257 w 972706"/>
              <a:gd name="connsiteY110" fmla="*/ 58736 h 972706"/>
              <a:gd name="connsiteX111" fmla="*/ 486290 w 972706"/>
              <a:gd name="connsiteY111" fmla="*/ 94991 h 972706"/>
              <a:gd name="connsiteX112" fmla="*/ 522450 w 972706"/>
              <a:gd name="connsiteY112" fmla="*/ 58736 h 972706"/>
              <a:gd name="connsiteX113" fmla="*/ 486290 w 972706"/>
              <a:gd name="connsiteY113" fmla="*/ 22798 h 972706"/>
              <a:gd name="connsiteX114" fmla="*/ 12507 w 972706"/>
              <a:gd name="connsiteY114" fmla="*/ 465709 h 972706"/>
              <a:gd name="connsiteX115" fmla="*/ 11716 w 972706"/>
              <a:gd name="connsiteY115" fmla="*/ 465677 h 972706"/>
              <a:gd name="connsiteX116" fmla="*/ 1172 w 972706"/>
              <a:gd name="connsiteY116" fmla="*/ 453803 h 972706"/>
              <a:gd name="connsiteX117" fmla="*/ 1203 w 972706"/>
              <a:gd name="connsiteY117" fmla="*/ 453106 h 972706"/>
              <a:gd name="connsiteX118" fmla="*/ 13457 w 972706"/>
              <a:gd name="connsiteY118" fmla="*/ 442626 h 972706"/>
              <a:gd name="connsiteX119" fmla="*/ 23938 w 972706"/>
              <a:gd name="connsiteY119" fmla="*/ 454880 h 972706"/>
              <a:gd name="connsiteX120" fmla="*/ 12507 w 972706"/>
              <a:gd name="connsiteY120" fmla="*/ 465709 h 972706"/>
              <a:gd name="connsiteX121" fmla="*/ 20961 w 972706"/>
              <a:gd name="connsiteY121" fmla="*/ 391267 h 972706"/>
              <a:gd name="connsiteX122" fmla="*/ 21246 w 972706"/>
              <a:gd name="connsiteY122" fmla="*/ 391267 h 972706"/>
              <a:gd name="connsiteX123" fmla="*/ 20961 w 972706"/>
              <a:gd name="connsiteY123" fmla="*/ 391267 h 972706"/>
              <a:gd name="connsiteX124" fmla="*/ 37870 w 972706"/>
              <a:gd name="connsiteY124" fmla="*/ 329618 h 972706"/>
              <a:gd name="connsiteX125" fmla="*/ 38155 w 972706"/>
              <a:gd name="connsiteY125" fmla="*/ 329618 h 972706"/>
              <a:gd name="connsiteX126" fmla="*/ 37870 w 972706"/>
              <a:gd name="connsiteY126" fmla="*/ 329618 h 972706"/>
              <a:gd name="connsiteX127" fmla="*/ 62916 w 972706"/>
              <a:gd name="connsiteY127" fmla="*/ 281870 h 972706"/>
              <a:gd name="connsiteX128" fmla="*/ 57881 w 972706"/>
              <a:gd name="connsiteY128" fmla="*/ 280635 h 972706"/>
              <a:gd name="connsiteX129" fmla="*/ 52815 w 972706"/>
              <a:gd name="connsiteY129" fmla="*/ 265721 h 972706"/>
              <a:gd name="connsiteX130" fmla="*/ 53258 w 972706"/>
              <a:gd name="connsiteY130" fmla="*/ 264835 h 972706"/>
              <a:gd name="connsiteX131" fmla="*/ 68710 w 972706"/>
              <a:gd name="connsiteY131" fmla="*/ 260212 h 972706"/>
              <a:gd name="connsiteX132" fmla="*/ 73333 w 972706"/>
              <a:gd name="connsiteY132" fmla="*/ 275664 h 972706"/>
              <a:gd name="connsiteX133" fmla="*/ 62916 w 972706"/>
              <a:gd name="connsiteY133" fmla="*/ 281870 h 972706"/>
              <a:gd name="connsiteX134" fmla="*/ 135710 w 972706"/>
              <a:gd name="connsiteY134" fmla="*/ 177031 h 972706"/>
              <a:gd name="connsiteX135" fmla="*/ 127984 w 972706"/>
              <a:gd name="connsiteY135" fmla="*/ 174023 h 972706"/>
              <a:gd name="connsiteX136" fmla="*/ 127129 w 972706"/>
              <a:gd name="connsiteY136" fmla="*/ 158350 h 972706"/>
              <a:gd name="connsiteX137" fmla="*/ 128016 w 972706"/>
              <a:gd name="connsiteY137" fmla="*/ 157463 h 972706"/>
              <a:gd name="connsiteX138" fmla="*/ 144133 w 972706"/>
              <a:gd name="connsiteY138" fmla="*/ 157463 h 972706"/>
              <a:gd name="connsiteX139" fmla="*/ 144133 w 972706"/>
              <a:gd name="connsiteY139" fmla="*/ 173580 h 972706"/>
              <a:gd name="connsiteX140" fmla="*/ 135710 w 972706"/>
              <a:gd name="connsiteY140" fmla="*/ 177031 h 972706"/>
              <a:gd name="connsiteX141" fmla="*/ 95846 w 972706"/>
              <a:gd name="connsiteY141" fmla="*/ 226807 h 972706"/>
              <a:gd name="connsiteX142" fmla="*/ 88120 w 972706"/>
              <a:gd name="connsiteY142" fmla="*/ 223799 h 972706"/>
              <a:gd name="connsiteX143" fmla="*/ 87265 w 972706"/>
              <a:gd name="connsiteY143" fmla="*/ 208125 h 972706"/>
              <a:gd name="connsiteX144" fmla="*/ 88120 w 972706"/>
              <a:gd name="connsiteY144" fmla="*/ 207238 h 972706"/>
              <a:gd name="connsiteX145" fmla="*/ 104237 w 972706"/>
              <a:gd name="connsiteY145" fmla="*/ 207238 h 972706"/>
              <a:gd name="connsiteX146" fmla="*/ 104237 w 972706"/>
              <a:gd name="connsiteY146" fmla="*/ 223355 h 972706"/>
              <a:gd name="connsiteX147" fmla="*/ 95846 w 972706"/>
              <a:gd name="connsiteY147" fmla="*/ 226807 h 972706"/>
              <a:gd name="connsiteX148" fmla="*/ 37711 w 972706"/>
              <a:gd name="connsiteY148" fmla="*/ 340732 h 972706"/>
              <a:gd name="connsiteX149" fmla="*/ 29985 w 972706"/>
              <a:gd name="connsiteY149" fmla="*/ 337724 h 972706"/>
              <a:gd name="connsiteX150" fmla="*/ 29131 w 972706"/>
              <a:gd name="connsiteY150" fmla="*/ 322051 h 972706"/>
              <a:gd name="connsiteX151" fmla="*/ 29985 w 972706"/>
              <a:gd name="connsiteY151" fmla="*/ 321164 h 972706"/>
              <a:gd name="connsiteX152" fmla="*/ 46102 w 972706"/>
              <a:gd name="connsiteY152" fmla="*/ 321164 h 972706"/>
              <a:gd name="connsiteX153" fmla="*/ 46102 w 972706"/>
              <a:gd name="connsiteY153" fmla="*/ 337281 h 972706"/>
              <a:gd name="connsiteX154" fmla="*/ 37711 w 972706"/>
              <a:gd name="connsiteY154" fmla="*/ 340732 h 972706"/>
              <a:gd name="connsiteX155" fmla="*/ 20771 w 972706"/>
              <a:gd name="connsiteY155" fmla="*/ 402381 h 972706"/>
              <a:gd name="connsiteX156" fmla="*/ 13045 w 972706"/>
              <a:gd name="connsiteY156" fmla="*/ 399373 h 972706"/>
              <a:gd name="connsiteX157" fmla="*/ 12190 w 972706"/>
              <a:gd name="connsiteY157" fmla="*/ 383700 h 972706"/>
              <a:gd name="connsiteX158" fmla="*/ 13045 w 972706"/>
              <a:gd name="connsiteY158" fmla="*/ 382813 h 972706"/>
              <a:gd name="connsiteX159" fmla="*/ 29162 w 972706"/>
              <a:gd name="connsiteY159" fmla="*/ 382813 h 972706"/>
              <a:gd name="connsiteX160" fmla="*/ 29162 w 972706"/>
              <a:gd name="connsiteY160" fmla="*/ 398930 h 972706"/>
              <a:gd name="connsiteX161" fmla="*/ 20771 w 972706"/>
              <a:gd name="connsiteY161" fmla="*/ 402381 h 972706"/>
              <a:gd name="connsiteX162" fmla="*/ 499335 w 972706"/>
              <a:gd name="connsiteY162" fmla="*/ 750745 h 972706"/>
              <a:gd name="connsiteX163" fmla="*/ 491609 w 972706"/>
              <a:gd name="connsiteY163" fmla="*/ 747737 h 972706"/>
              <a:gd name="connsiteX164" fmla="*/ 490755 w 972706"/>
              <a:gd name="connsiteY164" fmla="*/ 732063 h 972706"/>
              <a:gd name="connsiteX165" fmla="*/ 491609 w 972706"/>
              <a:gd name="connsiteY165" fmla="*/ 731176 h 972706"/>
              <a:gd name="connsiteX166" fmla="*/ 507726 w 972706"/>
              <a:gd name="connsiteY166" fmla="*/ 731176 h 972706"/>
              <a:gd name="connsiteX167" fmla="*/ 507726 w 972706"/>
              <a:gd name="connsiteY167" fmla="*/ 747293 h 972706"/>
              <a:gd name="connsiteX168" fmla="*/ 499335 w 972706"/>
              <a:gd name="connsiteY168" fmla="*/ 750745 h 972706"/>
              <a:gd name="connsiteX169" fmla="*/ 562884 w 972706"/>
              <a:gd name="connsiteY169" fmla="*/ 739124 h 972706"/>
              <a:gd name="connsiteX170" fmla="*/ 555158 w 972706"/>
              <a:gd name="connsiteY170" fmla="*/ 736116 h 972706"/>
              <a:gd name="connsiteX171" fmla="*/ 554303 w 972706"/>
              <a:gd name="connsiteY171" fmla="*/ 720442 h 972706"/>
              <a:gd name="connsiteX172" fmla="*/ 555158 w 972706"/>
              <a:gd name="connsiteY172" fmla="*/ 719556 h 972706"/>
              <a:gd name="connsiteX173" fmla="*/ 571275 w 972706"/>
              <a:gd name="connsiteY173" fmla="*/ 719556 h 972706"/>
              <a:gd name="connsiteX174" fmla="*/ 571275 w 972706"/>
              <a:gd name="connsiteY174" fmla="*/ 735673 h 972706"/>
              <a:gd name="connsiteX175" fmla="*/ 562884 w 972706"/>
              <a:gd name="connsiteY175" fmla="*/ 739124 h 972706"/>
              <a:gd name="connsiteX176" fmla="*/ 669907 w 972706"/>
              <a:gd name="connsiteY176" fmla="*/ 672630 h 972706"/>
              <a:gd name="connsiteX177" fmla="*/ 662181 w 972706"/>
              <a:gd name="connsiteY177" fmla="*/ 669622 h 972706"/>
              <a:gd name="connsiteX178" fmla="*/ 661326 w 972706"/>
              <a:gd name="connsiteY178" fmla="*/ 653949 h 972706"/>
              <a:gd name="connsiteX179" fmla="*/ 662181 w 972706"/>
              <a:gd name="connsiteY179" fmla="*/ 653062 h 972706"/>
              <a:gd name="connsiteX180" fmla="*/ 678298 w 972706"/>
              <a:gd name="connsiteY180" fmla="*/ 653062 h 972706"/>
              <a:gd name="connsiteX181" fmla="*/ 678298 w 972706"/>
              <a:gd name="connsiteY181" fmla="*/ 669179 h 972706"/>
              <a:gd name="connsiteX182" fmla="*/ 669907 w 972706"/>
              <a:gd name="connsiteY182" fmla="*/ 672630 h 972706"/>
              <a:gd name="connsiteX183" fmla="*/ 731493 w 972706"/>
              <a:gd name="connsiteY183" fmla="*/ 561903 h 972706"/>
              <a:gd name="connsiteX184" fmla="*/ 723767 w 972706"/>
              <a:gd name="connsiteY184" fmla="*/ 558895 h 972706"/>
              <a:gd name="connsiteX185" fmla="*/ 722912 w 972706"/>
              <a:gd name="connsiteY185" fmla="*/ 543221 h 972706"/>
              <a:gd name="connsiteX186" fmla="*/ 723767 w 972706"/>
              <a:gd name="connsiteY186" fmla="*/ 542335 h 972706"/>
              <a:gd name="connsiteX187" fmla="*/ 739884 w 972706"/>
              <a:gd name="connsiteY187" fmla="*/ 542335 h 972706"/>
              <a:gd name="connsiteX188" fmla="*/ 739884 w 972706"/>
              <a:gd name="connsiteY188" fmla="*/ 558451 h 972706"/>
              <a:gd name="connsiteX189" fmla="*/ 731493 w 972706"/>
              <a:gd name="connsiteY189" fmla="*/ 561903 h 972706"/>
              <a:gd name="connsiteX190" fmla="*/ 181591 w 972706"/>
              <a:gd name="connsiteY190" fmla="*/ 133462 h 972706"/>
              <a:gd name="connsiteX191" fmla="*/ 173073 w 972706"/>
              <a:gd name="connsiteY191" fmla="*/ 129568 h 972706"/>
              <a:gd name="connsiteX192" fmla="*/ 174150 w 972706"/>
              <a:gd name="connsiteY192" fmla="*/ 113324 h 972706"/>
              <a:gd name="connsiteX193" fmla="*/ 175543 w 972706"/>
              <a:gd name="connsiteY193" fmla="*/ 112184 h 972706"/>
              <a:gd name="connsiteX194" fmla="*/ 191470 w 972706"/>
              <a:gd name="connsiteY194" fmla="*/ 114686 h 972706"/>
              <a:gd name="connsiteX195" fmla="*/ 188969 w 972706"/>
              <a:gd name="connsiteY195" fmla="*/ 130612 h 972706"/>
              <a:gd name="connsiteX196" fmla="*/ 181591 w 972706"/>
              <a:gd name="connsiteY196" fmla="*/ 133462 h 972706"/>
              <a:gd name="connsiteX197" fmla="*/ 290039 w 972706"/>
              <a:gd name="connsiteY197" fmla="*/ 64974 h 972706"/>
              <a:gd name="connsiteX198" fmla="*/ 279463 w 972706"/>
              <a:gd name="connsiteY198" fmla="*/ 58293 h 972706"/>
              <a:gd name="connsiteX199" fmla="*/ 284498 w 972706"/>
              <a:gd name="connsiteY199" fmla="*/ 43632 h 972706"/>
              <a:gd name="connsiteX200" fmla="*/ 286081 w 972706"/>
              <a:gd name="connsiteY200" fmla="*/ 42936 h 972706"/>
              <a:gd name="connsiteX201" fmla="*/ 300804 w 972706"/>
              <a:gd name="connsiteY201" fmla="*/ 49490 h 972706"/>
              <a:gd name="connsiteX202" fmla="*/ 294250 w 972706"/>
              <a:gd name="connsiteY202" fmla="*/ 64214 h 972706"/>
              <a:gd name="connsiteX203" fmla="*/ 290039 w 972706"/>
              <a:gd name="connsiteY203" fmla="*/ 64974 h 972706"/>
              <a:gd name="connsiteX204" fmla="*/ 233931 w 972706"/>
              <a:gd name="connsiteY204" fmla="*/ 95086 h 972706"/>
              <a:gd name="connsiteX205" fmla="*/ 223355 w 972706"/>
              <a:gd name="connsiteY205" fmla="*/ 88405 h 972706"/>
              <a:gd name="connsiteX206" fmla="*/ 228390 w 972706"/>
              <a:gd name="connsiteY206" fmla="*/ 73745 h 972706"/>
              <a:gd name="connsiteX207" fmla="*/ 229973 w 972706"/>
              <a:gd name="connsiteY207" fmla="*/ 73048 h 972706"/>
              <a:gd name="connsiteX208" fmla="*/ 244697 w 972706"/>
              <a:gd name="connsiteY208" fmla="*/ 79602 h 972706"/>
              <a:gd name="connsiteX209" fmla="*/ 238142 w 972706"/>
              <a:gd name="connsiteY209" fmla="*/ 94326 h 972706"/>
              <a:gd name="connsiteX210" fmla="*/ 233931 w 972706"/>
              <a:gd name="connsiteY210" fmla="*/ 95086 h 972706"/>
              <a:gd name="connsiteX211" fmla="*/ 349883 w 972706"/>
              <a:gd name="connsiteY211" fmla="*/ 42524 h 972706"/>
              <a:gd name="connsiteX212" fmla="*/ 338769 w 972706"/>
              <a:gd name="connsiteY212" fmla="*/ 34577 h 972706"/>
              <a:gd name="connsiteX213" fmla="*/ 346020 w 972706"/>
              <a:gd name="connsiteY213" fmla="*/ 20423 h 972706"/>
              <a:gd name="connsiteX214" fmla="*/ 346622 w 972706"/>
              <a:gd name="connsiteY214" fmla="*/ 20233 h 972706"/>
              <a:gd name="connsiteX215" fmla="*/ 360870 w 972706"/>
              <a:gd name="connsiteY215" fmla="*/ 27769 h 972706"/>
              <a:gd name="connsiteX216" fmla="*/ 353334 w 972706"/>
              <a:gd name="connsiteY216" fmla="*/ 42018 h 972706"/>
              <a:gd name="connsiteX217" fmla="*/ 349883 w 972706"/>
              <a:gd name="connsiteY217" fmla="*/ 42524 h 972706"/>
              <a:gd name="connsiteX218" fmla="*/ 437085 w 972706"/>
              <a:gd name="connsiteY218" fmla="*/ 746122 h 972706"/>
              <a:gd name="connsiteX219" fmla="*/ 435312 w 972706"/>
              <a:gd name="connsiteY219" fmla="*/ 745963 h 972706"/>
              <a:gd name="connsiteX220" fmla="*/ 433285 w 972706"/>
              <a:gd name="connsiteY220" fmla="*/ 745520 h 972706"/>
              <a:gd name="connsiteX221" fmla="*/ 425464 w 972706"/>
              <a:gd name="connsiteY221" fmla="*/ 731461 h 972706"/>
              <a:gd name="connsiteX222" fmla="*/ 439554 w 972706"/>
              <a:gd name="connsiteY222" fmla="*/ 723641 h 972706"/>
              <a:gd name="connsiteX223" fmla="*/ 448705 w 972706"/>
              <a:gd name="connsiteY223" fmla="*/ 736528 h 972706"/>
              <a:gd name="connsiteX224" fmla="*/ 437085 w 972706"/>
              <a:gd name="connsiteY224" fmla="*/ 746122 h 972706"/>
              <a:gd name="connsiteX225" fmla="*/ 620702 w 972706"/>
              <a:gd name="connsiteY225" fmla="*/ 712463 h 972706"/>
              <a:gd name="connsiteX226" fmla="*/ 610918 w 972706"/>
              <a:gd name="connsiteY226" fmla="*/ 706922 h 972706"/>
              <a:gd name="connsiteX227" fmla="*/ 614813 w 972706"/>
              <a:gd name="connsiteY227" fmla="*/ 691280 h 972706"/>
              <a:gd name="connsiteX228" fmla="*/ 630581 w 972706"/>
              <a:gd name="connsiteY228" fmla="*/ 694763 h 972706"/>
              <a:gd name="connsiteX229" fmla="*/ 627510 w 972706"/>
              <a:gd name="connsiteY229" fmla="*/ 710183 h 972706"/>
              <a:gd name="connsiteX230" fmla="*/ 626560 w 972706"/>
              <a:gd name="connsiteY230" fmla="*/ 710817 h 972706"/>
              <a:gd name="connsiteX231" fmla="*/ 620702 w 972706"/>
              <a:gd name="connsiteY231" fmla="*/ 712463 h 972706"/>
              <a:gd name="connsiteX232" fmla="*/ 707840 w 972706"/>
              <a:gd name="connsiteY232" fmla="*/ 620702 h 972706"/>
              <a:gd name="connsiteX233" fmla="*/ 701539 w 972706"/>
              <a:gd name="connsiteY233" fmla="*/ 618771 h 972706"/>
              <a:gd name="connsiteX234" fmla="*/ 698341 w 972706"/>
              <a:gd name="connsiteY234" fmla="*/ 602970 h 972706"/>
              <a:gd name="connsiteX235" fmla="*/ 713445 w 972706"/>
              <a:gd name="connsiteY235" fmla="*/ 598189 h 972706"/>
              <a:gd name="connsiteX236" fmla="*/ 718353 w 972706"/>
              <a:gd name="connsiteY236" fmla="*/ 613831 h 972706"/>
              <a:gd name="connsiteX237" fmla="*/ 717339 w 972706"/>
              <a:gd name="connsiteY237" fmla="*/ 615604 h 972706"/>
              <a:gd name="connsiteX238" fmla="*/ 707840 w 972706"/>
              <a:gd name="connsiteY238" fmla="*/ 620702 h 972706"/>
              <a:gd name="connsiteX239" fmla="*/ 739726 w 972706"/>
              <a:gd name="connsiteY239" fmla="*/ 498227 h 972706"/>
              <a:gd name="connsiteX240" fmla="*/ 728327 w 972706"/>
              <a:gd name="connsiteY240" fmla="*/ 486828 h 972706"/>
              <a:gd name="connsiteX241" fmla="*/ 739726 w 972706"/>
              <a:gd name="connsiteY241" fmla="*/ 475113 h 972706"/>
              <a:gd name="connsiteX242" fmla="*/ 751125 w 972706"/>
              <a:gd name="connsiteY242" fmla="*/ 486195 h 972706"/>
              <a:gd name="connsiteX243" fmla="*/ 751125 w 972706"/>
              <a:gd name="connsiteY243" fmla="*/ 486828 h 972706"/>
              <a:gd name="connsiteX244" fmla="*/ 739726 w 972706"/>
              <a:gd name="connsiteY244" fmla="*/ 498227 h 97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972706" h="972706">
                <a:moveTo>
                  <a:pt x="264771" y="972707"/>
                </a:moveTo>
                <a:cubicBezTo>
                  <a:pt x="188652" y="972707"/>
                  <a:pt x="126718" y="910773"/>
                  <a:pt x="126718" y="834653"/>
                </a:cubicBezTo>
                <a:cubicBezTo>
                  <a:pt x="126718" y="758534"/>
                  <a:pt x="188652" y="696600"/>
                  <a:pt x="264771" y="696600"/>
                </a:cubicBezTo>
                <a:cubicBezTo>
                  <a:pt x="287917" y="696600"/>
                  <a:pt x="309734" y="702363"/>
                  <a:pt x="328922" y="712432"/>
                </a:cubicBezTo>
                <a:lnTo>
                  <a:pt x="396207" y="606738"/>
                </a:lnTo>
                <a:lnTo>
                  <a:pt x="415427" y="618992"/>
                </a:lnTo>
                <a:lnTo>
                  <a:pt x="348142" y="724717"/>
                </a:lnTo>
                <a:cubicBezTo>
                  <a:pt x="381325" y="749953"/>
                  <a:pt x="402825" y="789849"/>
                  <a:pt x="402825" y="834685"/>
                </a:cubicBezTo>
                <a:cubicBezTo>
                  <a:pt x="402825" y="910773"/>
                  <a:pt x="340922" y="972707"/>
                  <a:pt x="264771" y="972707"/>
                </a:cubicBezTo>
                <a:close/>
                <a:moveTo>
                  <a:pt x="264771" y="719398"/>
                </a:moveTo>
                <a:cubicBezTo>
                  <a:pt x="201222" y="719398"/>
                  <a:pt x="149516" y="771104"/>
                  <a:pt x="149516" y="834653"/>
                </a:cubicBezTo>
                <a:cubicBezTo>
                  <a:pt x="149516" y="898202"/>
                  <a:pt x="201222" y="949909"/>
                  <a:pt x="264771" y="949909"/>
                </a:cubicBezTo>
                <a:cubicBezTo>
                  <a:pt x="328320" y="949909"/>
                  <a:pt x="380027" y="898202"/>
                  <a:pt x="380027" y="834653"/>
                </a:cubicBezTo>
                <a:cubicBezTo>
                  <a:pt x="380027" y="771104"/>
                  <a:pt x="328352" y="719398"/>
                  <a:pt x="264771" y="719398"/>
                </a:cubicBezTo>
                <a:close/>
                <a:moveTo>
                  <a:pt x="486417" y="972548"/>
                </a:moveTo>
                <a:cubicBezTo>
                  <a:pt x="459154" y="972548"/>
                  <a:pt x="431892" y="970300"/>
                  <a:pt x="405453" y="965836"/>
                </a:cubicBezTo>
                <a:lnTo>
                  <a:pt x="409221" y="943323"/>
                </a:lnTo>
                <a:cubicBezTo>
                  <a:pt x="434425" y="947597"/>
                  <a:pt x="460421" y="949719"/>
                  <a:pt x="486417" y="949719"/>
                </a:cubicBezTo>
                <a:cubicBezTo>
                  <a:pt x="633589" y="949719"/>
                  <a:pt x="768761" y="882149"/>
                  <a:pt x="857261" y="764360"/>
                </a:cubicBezTo>
                <a:lnTo>
                  <a:pt x="875499" y="778039"/>
                </a:lnTo>
                <a:cubicBezTo>
                  <a:pt x="782662" y="901653"/>
                  <a:pt x="640840" y="972548"/>
                  <a:pt x="486417" y="972548"/>
                </a:cubicBezTo>
                <a:close/>
                <a:moveTo>
                  <a:pt x="961308" y="766893"/>
                </a:moveTo>
                <a:cubicBezTo>
                  <a:pt x="959345" y="766893"/>
                  <a:pt x="957318" y="766355"/>
                  <a:pt x="955545" y="765310"/>
                </a:cubicBezTo>
                <a:lnTo>
                  <a:pt x="765721" y="654329"/>
                </a:lnTo>
                <a:cubicBezTo>
                  <a:pt x="762238" y="652302"/>
                  <a:pt x="760054" y="648534"/>
                  <a:pt x="760054" y="644481"/>
                </a:cubicBezTo>
                <a:cubicBezTo>
                  <a:pt x="760054" y="640428"/>
                  <a:pt x="762207" y="636692"/>
                  <a:pt x="765721" y="634634"/>
                </a:cubicBezTo>
                <a:lnTo>
                  <a:pt x="955545" y="523970"/>
                </a:lnTo>
                <a:cubicBezTo>
                  <a:pt x="959123" y="521912"/>
                  <a:pt x="963429" y="521912"/>
                  <a:pt x="966976" y="523906"/>
                </a:cubicBezTo>
                <a:cubicBezTo>
                  <a:pt x="970490" y="525933"/>
                  <a:pt x="972707" y="529733"/>
                  <a:pt x="972707" y="533785"/>
                </a:cubicBezTo>
                <a:lnTo>
                  <a:pt x="972707" y="755431"/>
                </a:lnTo>
                <a:cubicBezTo>
                  <a:pt x="972707" y="759515"/>
                  <a:pt x="970522" y="763283"/>
                  <a:pt x="966944" y="765310"/>
                </a:cubicBezTo>
                <a:cubicBezTo>
                  <a:pt x="965234" y="766386"/>
                  <a:pt x="963271" y="766893"/>
                  <a:pt x="961308" y="766893"/>
                </a:cubicBezTo>
                <a:close/>
                <a:moveTo>
                  <a:pt x="794092" y="644513"/>
                </a:moveTo>
                <a:lnTo>
                  <a:pt x="949909" y="735609"/>
                </a:lnTo>
                <a:lnTo>
                  <a:pt x="949909" y="553702"/>
                </a:lnTo>
                <a:lnTo>
                  <a:pt x="794092" y="644513"/>
                </a:lnTo>
                <a:close/>
                <a:moveTo>
                  <a:pt x="85650" y="761795"/>
                </a:moveTo>
                <a:cubicBezTo>
                  <a:pt x="68108" y="736369"/>
                  <a:pt x="52910" y="709075"/>
                  <a:pt x="40529" y="680736"/>
                </a:cubicBezTo>
                <a:lnTo>
                  <a:pt x="61427" y="671586"/>
                </a:lnTo>
                <a:cubicBezTo>
                  <a:pt x="73238" y="698626"/>
                  <a:pt x="87677" y="724622"/>
                  <a:pt x="104395" y="748845"/>
                </a:cubicBezTo>
                <a:lnTo>
                  <a:pt x="85650" y="761795"/>
                </a:lnTo>
                <a:close/>
                <a:moveTo>
                  <a:pt x="78716" y="628111"/>
                </a:moveTo>
                <a:cubicBezTo>
                  <a:pt x="75803" y="628111"/>
                  <a:pt x="72890" y="627003"/>
                  <a:pt x="70673" y="624787"/>
                </a:cubicBezTo>
                <a:lnTo>
                  <a:pt x="3356" y="557786"/>
                </a:lnTo>
                <a:cubicBezTo>
                  <a:pt x="1203" y="555633"/>
                  <a:pt x="0" y="552720"/>
                  <a:pt x="0" y="549681"/>
                </a:cubicBezTo>
                <a:cubicBezTo>
                  <a:pt x="0" y="546673"/>
                  <a:pt x="1203" y="543759"/>
                  <a:pt x="3325" y="541606"/>
                </a:cubicBezTo>
                <a:lnTo>
                  <a:pt x="70642" y="474321"/>
                </a:lnTo>
                <a:cubicBezTo>
                  <a:pt x="75106" y="469857"/>
                  <a:pt x="82294" y="469857"/>
                  <a:pt x="86758" y="474321"/>
                </a:cubicBezTo>
                <a:lnTo>
                  <a:pt x="153949" y="541480"/>
                </a:lnTo>
                <a:cubicBezTo>
                  <a:pt x="156102" y="543601"/>
                  <a:pt x="157273" y="546514"/>
                  <a:pt x="157273" y="549554"/>
                </a:cubicBezTo>
                <a:cubicBezTo>
                  <a:pt x="157273" y="552594"/>
                  <a:pt x="156102" y="555475"/>
                  <a:pt x="153949" y="557596"/>
                </a:cubicBezTo>
                <a:lnTo>
                  <a:pt x="86758" y="624755"/>
                </a:lnTo>
                <a:cubicBezTo>
                  <a:pt x="84542" y="626971"/>
                  <a:pt x="81629" y="628111"/>
                  <a:pt x="78716" y="628111"/>
                </a:cubicBezTo>
                <a:close/>
                <a:moveTo>
                  <a:pt x="27547" y="549649"/>
                </a:moveTo>
                <a:lnTo>
                  <a:pt x="78716" y="600564"/>
                </a:lnTo>
                <a:lnTo>
                  <a:pt x="129789" y="549522"/>
                </a:lnTo>
                <a:lnTo>
                  <a:pt x="78747" y="498480"/>
                </a:lnTo>
                <a:lnTo>
                  <a:pt x="27547" y="549649"/>
                </a:lnTo>
                <a:close/>
                <a:moveTo>
                  <a:pt x="257140" y="618581"/>
                </a:moveTo>
                <a:cubicBezTo>
                  <a:pt x="233963" y="578494"/>
                  <a:pt x="221709" y="532741"/>
                  <a:pt x="221709" y="486195"/>
                </a:cubicBezTo>
                <a:cubicBezTo>
                  <a:pt x="221709" y="365272"/>
                  <a:pt x="303401" y="259832"/>
                  <a:pt x="420366" y="229783"/>
                </a:cubicBezTo>
                <a:lnTo>
                  <a:pt x="426034" y="251852"/>
                </a:lnTo>
                <a:cubicBezTo>
                  <a:pt x="319169" y="279305"/>
                  <a:pt x="244507" y="375657"/>
                  <a:pt x="244507" y="486163"/>
                </a:cubicBezTo>
                <a:cubicBezTo>
                  <a:pt x="244507" y="528688"/>
                  <a:pt x="255715" y="570515"/>
                  <a:pt x="276867" y="607087"/>
                </a:cubicBezTo>
                <a:lnTo>
                  <a:pt x="257140" y="618581"/>
                </a:lnTo>
                <a:close/>
                <a:moveTo>
                  <a:pt x="486417" y="592585"/>
                </a:moveTo>
                <a:cubicBezTo>
                  <a:pt x="427744" y="592585"/>
                  <a:pt x="380027" y="544836"/>
                  <a:pt x="380027" y="486195"/>
                </a:cubicBezTo>
                <a:cubicBezTo>
                  <a:pt x="380027" y="431354"/>
                  <a:pt x="421728" y="386075"/>
                  <a:pt x="475081" y="380407"/>
                </a:cubicBezTo>
                <a:lnTo>
                  <a:pt x="475081" y="201222"/>
                </a:lnTo>
                <a:lnTo>
                  <a:pt x="497879" y="201222"/>
                </a:lnTo>
                <a:lnTo>
                  <a:pt x="497879" y="380407"/>
                </a:lnTo>
                <a:cubicBezTo>
                  <a:pt x="551169" y="386170"/>
                  <a:pt x="592806" y="431385"/>
                  <a:pt x="592806" y="486195"/>
                </a:cubicBezTo>
                <a:cubicBezTo>
                  <a:pt x="592806" y="544868"/>
                  <a:pt x="545058" y="592585"/>
                  <a:pt x="486417" y="592585"/>
                </a:cubicBezTo>
                <a:close/>
                <a:moveTo>
                  <a:pt x="486417" y="402603"/>
                </a:moveTo>
                <a:cubicBezTo>
                  <a:pt x="440314" y="402603"/>
                  <a:pt x="402825" y="440124"/>
                  <a:pt x="402825" y="486195"/>
                </a:cubicBezTo>
                <a:cubicBezTo>
                  <a:pt x="402825" y="532297"/>
                  <a:pt x="440346" y="569787"/>
                  <a:pt x="486417" y="569787"/>
                </a:cubicBezTo>
                <a:cubicBezTo>
                  <a:pt x="532487" y="569787"/>
                  <a:pt x="569977" y="532297"/>
                  <a:pt x="569977" y="486195"/>
                </a:cubicBezTo>
                <a:cubicBezTo>
                  <a:pt x="570009" y="440124"/>
                  <a:pt x="532519" y="402603"/>
                  <a:pt x="486417" y="402603"/>
                </a:cubicBezTo>
                <a:close/>
                <a:moveTo>
                  <a:pt x="949940" y="455291"/>
                </a:moveTo>
                <a:cubicBezTo>
                  <a:pt x="936262" y="247578"/>
                  <a:pt x="783833" y="73523"/>
                  <a:pt x="579254" y="31949"/>
                </a:cubicBezTo>
                <a:lnTo>
                  <a:pt x="583782" y="9594"/>
                </a:lnTo>
                <a:cubicBezTo>
                  <a:pt x="798430" y="53195"/>
                  <a:pt x="958363" y="235862"/>
                  <a:pt x="972707" y="453803"/>
                </a:cubicBezTo>
                <a:lnTo>
                  <a:pt x="949940" y="455291"/>
                </a:lnTo>
                <a:close/>
                <a:moveTo>
                  <a:pt x="739821" y="434267"/>
                </a:moveTo>
                <a:cubicBezTo>
                  <a:pt x="737858" y="434267"/>
                  <a:pt x="735894" y="433760"/>
                  <a:pt x="734121" y="432747"/>
                </a:cubicBezTo>
                <a:lnTo>
                  <a:pt x="651827" y="385251"/>
                </a:lnTo>
                <a:cubicBezTo>
                  <a:pt x="648313" y="383225"/>
                  <a:pt x="646096" y="379425"/>
                  <a:pt x="646096" y="375372"/>
                </a:cubicBezTo>
                <a:lnTo>
                  <a:pt x="646096" y="280381"/>
                </a:lnTo>
                <a:cubicBezTo>
                  <a:pt x="646096" y="276328"/>
                  <a:pt x="648281" y="272529"/>
                  <a:pt x="651827" y="270502"/>
                </a:cubicBezTo>
                <a:lnTo>
                  <a:pt x="734121" y="223007"/>
                </a:lnTo>
                <a:cubicBezTo>
                  <a:pt x="737636" y="221012"/>
                  <a:pt x="741974" y="220980"/>
                  <a:pt x="745488" y="223007"/>
                </a:cubicBezTo>
                <a:lnTo>
                  <a:pt x="827751" y="270502"/>
                </a:lnTo>
                <a:cubicBezTo>
                  <a:pt x="831265" y="272529"/>
                  <a:pt x="833482" y="276297"/>
                  <a:pt x="833482" y="280381"/>
                </a:cubicBezTo>
                <a:lnTo>
                  <a:pt x="833482" y="375372"/>
                </a:lnTo>
                <a:cubicBezTo>
                  <a:pt x="833482" y="379425"/>
                  <a:pt x="831297" y="383225"/>
                  <a:pt x="827751" y="385251"/>
                </a:cubicBezTo>
                <a:lnTo>
                  <a:pt x="745488" y="432747"/>
                </a:lnTo>
                <a:cubicBezTo>
                  <a:pt x="743747" y="433760"/>
                  <a:pt x="741784" y="434267"/>
                  <a:pt x="739821" y="434267"/>
                </a:cubicBezTo>
                <a:close/>
                <a:moveTo>
                  <a:pt x="668957" y="368786"/>
                </a:moveTo>
                <a:lnTo>
                  <a:pt x="739821" y="409696"/>
                </a:lnTo>
                <a:lnTo>
                  <a:pt x="810652" y="368786"/>
                </a:lnTo>
                <a:lnTo>
                  <a:pt x="810652" y="286967"/>
                </a:lnTo>
                <a:lnTo>
                  <a:pt x="739821" y="246058"/>
                </a:lnTo>
                <a:lnTo>
                  <a:pt x="668957" y="286967"/>
                </a:lnTo>
                <a:cubicBezTo>
                  <a:pt x="668957" y="286967"/>
                  <a:pt x="668957" y="368786"/>
                  <a:pt x="668957" y="368786"/>
                </a:cubicBezTo>
                <a:close/>
                <a:moveTo>
                  <a:pt x="486290" y="117789"/>
                </a:moveTo>
                <a:cubicBezTo>
                  <a:pt x="453866" y="117789"/>
                  <a:pt x="427491" y="91318"/>
                  <a:pt x="427491" y="58736"/>
                </a:cubicBezTo>
                <a:cubicBezTo>
                  <a:pt x="427491" y="26344"/>
                  <a:pt x="453866" y="0"/>
                  <a:pt x="486290" y="0"/>
                </a:cubicBezTo>
                <a:cubicBezTo>
                  <a:pt x="518808" y="0"/>
                  <a:pt x="545279" y="26344"/>
                  <a:pt x="545279" y="58736"/>
                </a:cubicBezTo>
                <a:cubicBezTo>
                  <a:pt x="545248" y="91286"/>
                  <a:pt x="518777" y="117789"/>
                  <a:pt x="486290" y="117789"/>
                </a:cubicBezTo>
                <a:close/>
                <a:moveTo>
                  <a:pt x="486290" y="22798"/>
                </a:moveTo>
                <a:cubicBezTo>
                  <a:pt x="466437" y="22798"/>
                  <a:pt x="450257" y="38915"/>
                  <a:pt x="450257" y="58736"/>
                </a:cubicBezTo>
                <a:cubicBezTo>
                  <a:pt x="450257" y="78716"/>
                  <a:pt x="466405" y="94991"/>
                  <a:pt x="486290" y="94991"/>
                </a:cubicBezTo>
                <a:cubicBezTo>
                  <a:pt x="506238" y="94991"/>
                  <a:pt x="522450" y="78716"/>
                  <a:pt x="522450" y="58736"/>
                </a:cubicBezTo>
                <a:cubicBezTo>
                  <a:pt x="522450" y="38915"/>
                  <a:pt x="506206" y="22798"/>
                  <a:pt x="486290" y="22798"/>
                </a:cubicBezTo>
                <a:close/>
                <a:moveTo>
                  <a:pt x="12507" y="465709"/>
                </a:moveTo>
                <a:cubicBezTo>
                  <a:pt x="12254" y="465709"/>
                  <a:pt x="11969" y="465709"/>
                  <a:pt x="11716" y="465677"/>
                </a:cubicBezTo>
                <a:cubicBezTo>
                  <a:pt x="5446" y="465202"/>
                  <a:pt x="728" y="460072"/>
                  <a:pt x="1172" y="453803"/>
                </a:cubicBezTo>
                <a:cubicBezTo>
                  <a:pt x="1172" y="453803"/>
                  <a:pt x="1203" y="453138"/>
                  <a:pt x="1203" y="453106"/>
                </a:cubicBezTo>
                <a:cubicBezTo>
                  <a:pt x="1710" y="446837"/>
                  <a:pt x="7061" y="441929"/>
                  <a:pt x="13457" y="442626"/>
                </a:cubicBezTo>
                <a:cubicBezTo>
                  <a:pt x="19726" y="443101"/>
                  <a:pt x="24413" y="448579"/>
                  <a:pt x="23938" y="454880"/>
                </a:cubicBezTo>
                <a:cubicBezTo>
                  <a:pt x="23463" y="460832"/>
                  <a:pt x="18428" y="465709"/>
                  <a:pt x="12507" y="465709"/>
                </a:cubicBezTo>
                <a:close/>
                <a:moveTo>
                  <a:pt x="20961" y="391267"/>
                </a:moveTo>
                <a:lnTo>
                  <a:pt x="21246" y="391267"/>
                </a:lnTo>
                <a:lnTo>
                  <a:pt x="20961" y="391267"/>
                </a:lnTo>
                <a:close/>
                <a:moveTo>
                  <a:pt x="37870" y="329618"/>
                </a:moveTo>
                <a:lnTo>
                  <a:pt x="38155" y="329618"/>
                </a:lnTo>
                <a:lnTo>
                  <a:pt x="37870" y="329618"/>
                </a:lnTo>
                <a:close/>
                <a:moveTo>
                  <a:pt x="62916" y="281870"/>
                </a:moveTo>
                <a:cubicBezTo>
                  <a:pt x="61206" y="281870"/>
                  <a:pt x="59496" y="281490"/>
                  <a:pt x="57881" y="280635"/>
                </a:cubicBezTo>
                <a:cubicBezTo>
                  <a:pt x="52340" y="277785"/>
                  <a:pt x="49997" y="271294"/>
                  <a:pt x="52815" y="265721"/>
                </a:cubicBezTo>
                <a:cubicBezTo>
                  <a:pt x="52847" y="265626"/>
                  <a:pt x="53195" y="264961"/>
                  <a:pt x="53258" y="264835"/>
                </a:cubicBezTo>
                <a:cubicBezTo>
                  <a:pt x="56235" y="259293"/>
                  <a:pt x="63106" y="257235"/>
                  <a:pt x="68710" y="260212"/>
                </a:cubicBezTo>
                <a:cubicBezTo>
                  <a:pt x="74251" y="263188"/>
                  <a:pt x="76309" y="270091"/>
                  <a:pt x="73333" y="275664"/>
                </a:cubicBezTo>
                <a:cubicBezTo>
                  <a:pt x="71243" y="279558"/>
                  <a:pt x="67127" y="281870"/>
                  <a:pt x="62916" y="281870"/>
                </a:cubicBezTo>
                <a:close/>
                <a:moveTo>
                  <a:pt x="135710" y="177031"/>
                </a:moveTo>
                <a:cubicBezTo>
                  <a:pt x="132924" y="177031"/>
                  <a:pt x="130138" y="176050"/>
                  <a:pt x="127984" y="174023"/>
                </a:cubicBezTo>
                <a:cubicBezTo>
                  <a:pt x="123488" y="169780"/>
                  <a:pt x="123013" y="162941"/>
                  <a:pt x="127129" y="158350"/>
                </a:cubicBezTo>
                <a:cubicBezTo>
                  <a:pt x="127288" y="158223"/>
                  <a:pt x="127858" y="157622"/>
                  <a:pt x="128016" y="157463"/>
                </a:cubicBezTo>
                <a:cubicBezTo>
                  <a:pt x="132481" y="152999"/>
                  <a:pt x="139668" y="152999"/>
                  <a:pt x="144133" y="157463"/>
                </a:cubicBezTo>
                <a:cubicBezTo>
                  <a:pt x="148597" y="161928"/>
                  <a:pt x="148597" y="169115"/>
                  <a:pt x="144133" y="173580"/>
                </a:cubicBezTo>
                <a:cubicBezTo>
                  <a:pt x="141853" y="175860"/>
                  <a:pt x="138750" y="177031"/>
                  <a:pt x="135710" y="177031"/>
                </a:cubicBezTo>
                <a:close/>
                <a:moveTo>
                  <a:pt x="95846" y="226807"/>
                </a:moveTo>
                <a:cubicBezTo>
                  <a:pt x="93059" y="226807"/>
                  <a:pt x="90273" y="225825"/>
                  <a:pt x="88120" y="223799"/>
                </a:cubicBezTo>
                <a:cubicBezTo>
                  <a:pt x="83624" y="219556"/>
                  <a:pt x="83149" y="212716"/>
                  <a:pt x="87265" y="208125"/>
                </a:cubicBezTo>
                <a:cubicBezTo>
                  <a:pt x="87392" y="207967"/>
                  <a:pt x="87962" y="207365"/>
                  <a:pt x="88120" y="207238"/>
                </a:cubicBezTo>
                <a:cubicBezTo>
                  <a:pt x="92584" y="202774"/>
                  <a:pt x="99772" y="202774"/>
                  <a:pt x="104237" y="207238"/>
                </a:cubicBezTo>
                <a:cubicBezTo>
                  <a:pt x="108701" y="211703"/>
                  <a:pt x="108701" y="218891"/>
                  <a:pt x="104237" y="223355"/>
                </a:cubicBezTo>
                <a:cubicBezTo>
                  <a:pt x="101989" y="225635"/>
                  <a:pt x="98886" y="226807"/>
                  <a:pt x="95846" y="226807"/>
                </a:cubicBezTo>
                <a:close/>
                <a:moveTo>
                  <a:pt x="37711" y="340732"/>
                </a:moveTo>
                <a:cubicBezTo>
                  <a:pt x="34925" y="340732"/>
                  <a:pt x="32139" y="339751"/>
                  <a:pt x="29985" y="337724"/>
                </a:cubicBezTo>
                <a:cubicBezTo>
                  <a:pt x="25489" y="333481"/>
                  <a:pt x="25014" y="326642"/>
                  <a:pt x="29131" y="322051"/>
                </a:cubicBezTo>
                <a:cubicBezTo>
                  <a:pt x="29257" y="321892"/>
                  <a:pt x="29827" y="321291"/>
                  <a:pt x="29985" y="321164"/>
                </a:cubicBezTo>
                <a:cubicBezTo>
                  <a:pt x="34450" y="316700"/>
                  <a:pt x="41638" y="316700"/>
                  <a:pt x="46102" y="321164"/>
                </a:cubicBezTo>
                <a:cubicBezTo>
                  <a:pt x="50567" y="325629"/>
                  <a:pt x="50567" y="332816"/>
                  <a:pt x="46102" y="337281"/>
                </a:cubicBezTo>
                <a:cubicBezTo>
                  <a:pt x="43822" y="339529"/>
                  <a:pt x="40751" y="340732"/>
                  <a:pt x="37711" y="340732"/>
                </a:cubicBezTo>
                <a:close/>
                <a:moveTo>
                  <a:pt x="20771" y="402381"/>
                </a:moveTo>
                <a:cubicBezTo>
                  <a:pt x="17985" y="402381"/>
                  <a:pt x="15199" y="401400"/>
                  <a:pt x="13045" y="399373"/>
                </a:cubicBezTo>
                <a:cubicBezTo>
                  <a:pt x="8549" y="395130"/>
                  <a:pt x="8074" y="388291"/>
                  <a:pt x="12190" y="383700"/>
                </a:cubicBezTo>
                <a:cubicBezTo>
                  <a:pt x="12317" y="383542"/>
                  <a:pt x="12887" y="382940"/>
                  <a:pt x="13045" y="382813"/>
                </a:cubicBezTo>
                <a:cubicBezTo>
                  <a:pt x="17510" y="378349"/>
                  <a:pt x="24698" y="378349"/>
                  <a:pt x="29162" y="382813"/>
                </a:cubicBezTo>
                <a:cubicBezTo>
                  <a:pt x="33627" y="387278"/>
                  <a:pt x="33627" y="394465"/>
                  <a:pt x="29162" y="398930"/>
                </a:cubicBezTo>
                <a:cubicBezTo>
                  <a:pt x="26914" y="401210"/>
                  <a:pt x="23811" y="402381"/>
                  <a:pt x="20771" y="402381"/>
                </a:cubicBezTo>
                <a:close/>
                <a:moveTo>
                  <a:pt x="499335" y="750745"/>
                </a:moveTo>
                <a:cubicBezTo>
                  <a:pt x="496549" y="750745"/>
                  <a:pt x="493763" y="749763"/>
                  <a:pt x="491609" y="747737"/>
                </a:cubicBezTo>
                <a:cubicBezTo>
                  <a:pt x="487113" y="743494"/>
                  <a:pt x="486638" y="736654"/>
                  <a:pt x="490755" y="732063"/>
                </a:cubicBezTo>
                <a:cubicBezTo>
                  <a:pt x="490881" y="731905"/>
                  <a:pt x="491451" y="731303"/>
                  <a:pt x="491609" y="731176"/>
                </a:cubicBezTo>
                <a:cubicBezTo>
                  <a:pt x="496074" y="726712"/>
                  <a:pt x="503262" y="726712"/>
                  <a:pt x="507726" y="731176"/>
                </a:cubicBezTo>
                <a:cubicBezTo>
                  <a:pt x="512191" y="735641"/>
                  <a:pt x="512191" y="742829"/>
                  <a:pt x="507726" y="747293"/>
                </a:cubicBezTo>
                <a:cubicBezTo>
                  <a:pt x="505446" y="749573"/>
                  <a:pt x="502375" y="750745"/>
                  <a:pt x="499335" y="750745"/>
                </a:cubicBezTo>
                <a:close/>
                <a:moveTo>
                  <a:pt x="562884" y="739124"/>
                </a:moveTo>
                <a:cubicBezTo>
                  <a:pt x="560098" y="739124"/>
                  <a:pt x="557311" y="738142"/>
                  <a:pt x="555158" y="736116"/>
                </a:cubicBezTo>
                <a:cubicBezTo>
                  <a:pt x="550662" y="731873"/>
                  <a:pt x="550187" y="725034"/>
                  <a:pt x="554303" y="720442"/>
                </a:cubicBezTo>
                <a:cubicBezTo>
                  <a:pt x="554430" y="720284"/>
                  <a:pt x="555000" y="719683"/>
                  <a:pt x="555158" y="719556"/>
                </a:cubicBezTo>
                <a:cubicBezTo>
                  <a:pt x="559623" y="715091"/>
                  <a:pt x="566811" y="715091"/>
                  <a:pt x="571275" y="719556"/>
                </a:cubicBezTo>
                <a:cubicBezTo>
                  <a:pt x="575740" y="724020"/>
                  <a:pt x="575740" y="731208"/>
                  <a:pt x="571275" y="735673"/>
                </a:cubicBezTo>
                <a:cubicBezTo>
                  <a:pt x="568995" y="737952"/>
                  <a:pt x="565924" y="739124"/>
                  <a:pt x="562884" y="739124"/>
                </a:cubicBezTo>
                <a:close/>
                <a:moveTo>
                  <a:pt x="669907" y="672630"/>
                </a:moveTo>
                <a:cubicBezTo>
                  <a:pt x="667121" y="672630"/>
                  <a:pt x="664335" y="671649"/>
                  <a:pt x="662181" y="669622"/>
                </a:cubicBezTo>
                <a:cubicBezTo>
                  <a:pt x="657685" y="665379"/>
                  <a:pt x="657210" y="658540"/>
                  <a:pt x="661326" y="653949"/>
                </a:cubicBezTo>
                <a:cubicBezTo>
                  <a:pt x="661453" y="653791"/>
                  <a:pt x="662023" y="653189"/>
                  <a:pt x="662181" y="653062"/>
                </a:cubicBezTo>
                <a:cubicBezTo>
                  <a:pt x="666646" y="648598"/>
                  <a:pt x="673834" y="648598"/>
                  <a:pt x="678298" y="653062"/>
                </a:cubicBezTo>
                <a:cubicBezTo>
                  <a:pt x="682763" y="657527"/>
                  <a:pt x="682763" y="664714"/>
                  <a:pt x="678298" y="669179"/>
                </a:cubicBezTo>
                <a:cubicBezTo>
                  <a:pt x="676018" y="671459"/>
                  <a:pt x="672947" y="672630"/>
                  <a:pt x="669907" y="672630"/>
                </a:cubicBezTo>
                <a:close/>
                <a:moveTo>
                  <a:pt x="731493" y="561903"/>
                </a:moveTo>
                <a:cubicBezTo>
                  <a:pt x="728707" y="561903"/>
                  <a:pt x="725920" y="560921"/>
                  <a:pt x="723767" y="558895"/>
                </a:cubicBezTo>
                <a:cubicBezTo>
                  <a:pt x="719271" y="554652"/>
                  <a:pt x="718796" y="547812"/>
                  <a:pt x="722912" y="543221"/>
                </a:cubicBezTo>
                <a:cubicBezTo>
                  <a:pt x="723039" y="543063"/>
                  <a:pt x="723609" y="542461"/>
                  <a:pt x="723767" y="542335"/>
                </a:cubicBezTo>
                <a:cubicBezTo>
                  <a:pt x="728232" y="537870"/>
                  <a:pt x="735419" y="537870"/>
                  <a:pt x="739884" y="542335"/>
                </a:cubicBezTo>
                <a:cubicBezTo>
                  <a:pt x="744349" y="546799"/>
                  <a:pt x="744349" y="553987"/>
                  <a:pt x="739884" y="558451"/>
                </a:cubicBezTo>
                <a:cubicBezTo>
                  <a:pt x="737636" y="560731"/>
                  <a:pt x="734564" y="561903"/>
                  <a:pt x="731493" y="561903"/>
                </a:cubicBezTo>
                <a:close/>
                <a:moveTo>
                  <a:pt x="181591" y="133462"/>
                </a:moveTo>
                <a:cubicBezTo>
                  <a:pt x="178456" y="133462"/>
                  <a:pt x="175353" y="132132"/>
                  <a:pt x="173073" y="129568"/>
                </a:cubicBezTo>
                <a:cubicBezTo>
                  <a:pt x="168862" y="124913"/>
                  <a:pt x="169464" y="117535"/>
                  <a:pt x="174150" y="113324"/>
                </a:cubicBezTo>
                <a:cubicBezTo>
                  <a:pt x="174435" y="113071"/>
                  <a:pt x="175227" y="112406"/>
                  <a:pt x="175543" y="112184"/>
                </a:cubicBezTo>
                <a:cubicBezTo>
                  <a:pt x="180641" y="108480"/>
                  <a:pt x="187765" y="109619"/>
                  <a:pt x="191470" y="114686"/>
                </a:cubicBezTo>
                <a:cubicBezTo>
                  <a:pt x="195175" y="119783"/>
                  <a:pt x="194066" y="126908"/>
                  <a:pt x="188969" y="130612"/>
                </a:cubicBezTo>
                <a:cubicBezTo>
                  <a:pt x="186847" y="132544"/>
                  <a:pt x="184219" y="133462"/>
                  <a:pt x="181591" y="133462"/>
                </a:cubicBezTo>
                <a:close/>
                <a:moveTo>
                  <a:pt x="290039" y="64974"/>
                </a:moveTo>
                <a:cubicBezTo>
                  <a:pt x="285606" y="64974"/>
                  <a:pt x="281331" y="62504"/>
                  <a:pt x="279463" y="58293"/>
                </a:cubicBezTo>
                <a:cubicBezTo>
                  <a:pt x="277025" y="52720"/>
                  <a:pt x="279083" y="46324"/>
                  <a:pt x="284498" y="43632"/>
                </a:cubicBezTo>
                <a:cubicBezTo>
                  <a:pt x="284814" y="43474"/>
                  <a:pt x="285733" y="43031"/>
                  <a:pt x="286081" y="42936"/>
                </a:cubicBezTo>
                <a:cubicBezTo>
                  <a:pt x="291970" y="40688"/>
                  <a:pt x="298556" y="43601"/>
                  <a:pt x="300804" y="49490"/>
                </a:cubicBezTo>
                <a:cubicBezTo>
                  <a:pt x="303053" y="55380"/>
                  <a:pt x="300140" y="61966"/>
                  <a:pt x="294250" y="64214"/>
                </a:cubicBezTo>
                <a:cubicBezTo>
                  <a:pt x="292920" y="64720"/>
                  <a:pt x="291464" y="64974"/>
                  <a:pt x="290039" y="64974"/>
                </a:cubicBezTo>
                <a:close/>
                <a:moveTo>
                  <a:pt x="233931" y="95086"/>
                </a:moveTo>
                <a:cubicBezTo>
                  <a:pt x="229498" y="95086"/>
                  <a:pt x="225223" y="92616"/>
                  <a:pt x="223355" y="88405"/>
                </a:cubicBezTo>
                <a:cubicBezTo>
                  <a:pt x="220885" y="82832"/>
                  <a:pt x="222944" y="76436"/>
                  <a:pt x="228390" y="73745"/>
                </a:cubicBezTo>
                <a:cubicBezTo>
                  <a:pt x="228706" y="73586"/>
                  <a:pt x="229625" y="73143"/>
                  <a:pt x="229973" y="73048"/>
                </a:cubicBezTo>
                <a:cubicBezTo>
                  <a:pt x="235862" y="70800"/>
                  <a:pt x="242448" y="73713"/>
                  <a:pt x="244697" y="79602"/>
                </a:cubicBezTo>
                <a:cubicBezTo>
                  <a:pt x="246945" y="85492"/>
                  <a:pt x="244032" y="92078"/>
                  <a:pt x="238142" y="94326"/>
                </a:cubicBezTo>
                <a:cubicBezTo>
                  <a:pt x="236781" y="94833"/>
                  <a:pt x="235356" y="95086"/>
                  <a:pt x="233931" y="95086"/>
                </a:cubicBezTo>
                <a:close/>
                <a:moveTo>
                  <a:pt x="349883" y="42524"/>
                </a:moveTo>
                <a:cubicBezTo>
                  <a:pt x="344975" y="42524"/>
                  <a:pt x="340289" y="39453"/>
                  <a:pt x="338769" y="34577"/>
                </a:cubicBezTo>
                <a:cubicBezTo>
                  <a:pt x="336901" y="28561"/>
                  <a:pt x="340004" y="22260"/>
                  <a:pt x="346020" y="20423"/>
                </a:cubicBezTo>
                <a:lnTo>
                  <a:pt x="346622" y="20233"/>
                </a:lnTo>
                <a:cubicBezTo>
                  <a:pt x="352543" y="18397"/>
                  <a:pt x="359002" y="21753"/>
                  <a:pt x="360870" y="27769"/>
                </a:cubicBezTo>
                <a:cubicBezTo>
                  <a:pt x="362707" y="33785"/>
                  <a:pt x="359351" y="40181"/>
                  <a:pt x="353334" y="42018"/>
                </a:cubicBezTo>
                <a:cubicBezTo>
                  <a:pt x="352195" y="42366"/>
                  <a:pt x="351055" y="42524"/>
                  <a:pt x="349883" y="42524"/>
                </a:cubicBezTo>
                <a:close/>
                <a:moveTo>
                  <a:pt x="437085" y="746122"/>
                </a:moveTo>
                <a:cubicBezTo>
                  <a:pt x="436483" y="746122"/>
                  <a:pt x="435913" y="746058"/>
                  <a:pt x="435312" y="745963"/>
                </a:cubicBezTo>
                <a:cubicBezTo>
                  <a:pt x="434837" y="745900"/>
                  <a:pt x="433760" y="745678"/>
                  <a:pt x="433285" y="745520"/>
                </a:cubicBezTo>
                <a:cubicBezTo>
                  <a:pt x="427237" y="743810"/>
                  <a:pt x="423723" y="737478"/>
                  <a:pt x="425464" y="731461"/>
                </a:cubicBezTo>
                <a:cubicBezTo>
                  <a:pt x="427174" y="725414"/>
                  <a:pt x="433443" y="721836"/>
                  <a:pt x="439554" y="723641"/>
                </a:cubicBezTo>
                <a:cubicBezTo>
                  <a:pt x="445761" y="724559"/>
                  <a:pt x="449655" y="730322"/>
                  <a:pt x="448705" y="736528"/>
                </a:cubicBezTo>
                <a:cubicBezTo>
                  <a:pt x="447819" y="742164"/>
                  <a:pt x="442657" y="746122"/>
                  <a:pt x="437085" y="746122"/>
                </a:cubicBezTo>
                <a:close/>
                <a:moveTo>
                  <a:pt x="620702" y="712463"/>
                </a:moveTo>
                <a:cubicBezTo>
                  <a:pt x="616839" y="712463"/>
                  <a:pt x="613071" y="710500"/>
                  <a:pt x="610918" y="706922"/>
                </a:cubicBezTo>
                <a:cubicBezTo>
                  <a:pt x="607657" y="701508"/>
                  <a:pt x="609430" y="694510"/>
                  <a:pt x="614813" y="691280"/>
                </a:cubicBezTo>
                <a:cubicBezTo>
                  <a:pt x="620069" y="688051"/>
                  <a:pt x="627256" y="689539"/>
                  <a:pt x="630581" y="694763"/>
                </a:cubicBezTo>
                <a:cubicBezTo>
                  <a:pt x="633874" y="700019"/>
                  <a:pt x="632671" y="706764"/>
                  <a:pt x="627510" y="710183"/>
                </a:cubicBezTo>
                <a:cubicBezTo>
                  <a:pt x="627383" y="710278"/>
                  <a:pt x="626718" y="710722"/>
                  <a:pt x="626560" y="710817"/>
                </a:cubicBezTo>
                <a:cubicBezTo>
                  <a:pt x="624723" y="711925"/>
                  <a:pt x="622729" y="712463"/>
                  <a:pt x="620702" y="712463"/>
                </a:cubicBezTo>
                <a:close/>
                <a:moveTo>
                  <a:pt x="707840" y="620702"/>
                </a:moveTo>
                <a:cubicBezTo>
                  <a:pt x="705656" y="620702"/>
                  <a:pt x="703439" y="620069"/>
                  <a:pt x="701539" y="618771"/>
                </a:cubicBezTo>
                <a:cubicBezTo>
                  <a:pt x="696283" y="615288"/>
                  <a:pt x="694858" y="608195"/>
                  <a:pt x="698341" y="602970"/>
                </a:cubicBezTo>
                <a:cubicBezTo>
                  <a:pt x="701159" y="597271"/>
                  <a:pt x="707935" y="595466"/>
                  <a:pt x="713445" y="598189"/>
                </a:cubicBezTo>
                <a:cubicBezTo>
                  <a:pt x="719081" y="601039"/>
                  <a:pt x="721171" y="608195"/>
                  <a:pt x="718353" y="613831"/>
                </a:cubicBezTo>
                <a:cubicBezTo>
                  <a:pt x="718131" y="614274"/>
                  <a:pt x="717593" y="615224"/>
                  <a:pt x="717339" y="615604"/>
                </a:cubicBezTo>
                <a:cubicBezTo>
                  <a:pt x="715155" y="618929"/>
                  <a:pt x="711513" y="620702"/>
                  <a:pt x="707840" y="620702"/>
                </a:cubicBezTo>
                <a:close/>
                <a:moveTo>
                  <a:pt x="739726" y="498227"/>
                </a:moveTo>
                <a:cubicBezTo>
                  <a:pt x="733425" y="498227"/>
                  <a:pt x="728327" y="493129"/>
                  <a:pt x="728327" y="486828"/>
                </a:cubicBezTo>
                <a:cubicBezTo>
                  <a:pt x="728327" y="480527"/>
                  <a:pt x="733425" y="475113"/>
                  <a:pt x="739726" y="475113"/>
                </a:cubicBezTo>
                <a:cubicBezTo>
                  <a:pt x="746027" y="475113"/>
                  <a:pt x="751125" y="479894"/>
                  <a:pt x="751125" y="486195"/>
                </a:cubicBezTo>
                <a:lnTo>
                  <a:pt x="751125" y="486828"/>
                </a:lnTo>
                <a:cubicBezTo>
                  <a:pt x="751125" y="493129"/>
                  <a:pt x="746027" y="498227"/>
                  <a:pt x="739726" y="498227"/>
                </a:cubicBezTo>
                <a:close/>
              </a:path>
            </a:pathLst>
          </a:custGeom>
          <a:solidFill>
            <a:srgbClr val="0F62FE"/>
          </a:solidFill>
          <a:ln w="31552" cap="flat">
            <a:noFill/>
            <a:prstDash val="solid"/>
            <a:miter/>
          </a:ln>
        </p:spPr>
        <p:txBody>
          <a:bodyPr rtlCol="0" anchor="ctr"/>
          <a:lstStyle/>
          <a:p>
            <a:endParaRPr lang="en-US"/>
          </a:p>
        </p:txBody>
      </p:sp>
      <p:sp>
        <p:nvSpPr>
          <p:cNvPr id="5" name="Rectangle 4">
            <a:extLst>
              <a:ext uri="{FF2B5EF4-FFF2-40B4-BE49-F238E27FC236}">
                <a16:creationId xmlns:a16="http://schemas.microsoft.com/office/drawing/2014/main" id="{2703CB03-A54A-36CB-20D8-57633921AA63}"/>
              </a:ext>
            </a:extLst>
          </p:cNvPr>
          <p:cNvSpPr/>
          <p:nvPr/>
        </p:nvSpPr>
        <p:spPr>
          <a:xfrm>
            <a:off x="12517837" y="7718836"/>
            <a:ext cx="2407710" cy="861774"/>
          </a:xfrm>
          <a:prstGeom prst="rect">
            <a:avLst/>
          </a:prstGeom>
        </p:spPr>
        <p:txBody>
          <a:bodyPr wrap="none" lIns="0" tIns="0" rIns="0" bIns="0">
            <a:spAutoFit/>
          </a:bodyPr>
          <a:lstStyle/>
          <a:p>
            <a:pPr algn="ctr"/>
            <a:r>
              <a:rPr lang="en-US" sz="2800" dirty="0">
                <a:latin typeface="IBM Plex Sans Light" panose="020B0403050203000203" pitchFamily="34" charset="0"/>
              </a:rPr>
              <a:t>Deploy</a:t>
            </a:r>
            <a:br>
              <a:rPr lang="en-US" sz="2800" dirty="0">
                <a:latin typeface="IBM Plex Sans Light" panose="020B0403050203000203" pitchFamily="34" charset="0"/>
              </a:rPr>
            </a:br>
            <a:r>
              <a:rPr lang="en-US" sz="2800" dirty="0">
                <a:latin typeface="IBM Plex Sans Light" panose="020B0403050203000203" pitchFamily="34" charset="0"/>
              </a:rPr>
              <a:t>adapted model</a:t>
            </a:r>
          </a:p>
        </p:txBody>
      </p:sp>
      <p:sp>
        <p:nvSpPr>
          <p:cNvPr id="7" name="Rectangle 6">
            <a:extLst>
              <a:ext uri="{FF2B5EF4-FFF2-40B4-BE49-F238E27FC236}">
                <a16:creationId xmlns:a16="http://schemas.microsoft.com/office/drawing/2014/main" id="{B8D93B94-7AB2-4120-9BD1-43C72BC3F582}"/>
              </a:ext>
            </a:extLst>
          </p:cNvPr>
          <p:cNvSpPr/>
          <p:nvPr/>
        </p:nvSpPr>
        <p:spPr>
          <a:xfrm>
            <a:off x="19357129" y="10892887"/>
            <a:ext cx="2794034" cy="1538883"/>
          </a:xfrm>
          <a:prstGeom prst="rect">
            <a:avLst/>
          </a:prstGeom>
        </p:spPr>
        <p:txBody>
          <a:bodyPr wrap="none" lIns="0" tIns="0" rIns="0" bIns="0">
            <a:spAutoFit/>
          </a:bodyPr>
          <a:lstStyle/>
          <a:p>
            <a:pPr algn="ctr"/>
            <a:r>
              <a:rPr lang="en-US" sz="2800" dirty="0">
                <a:latin typeface="IBM Plex Sans Light" panose="020B0403050203000203" pitchFamily="34" charset="0"/>
              </a:rPr>
              <a:t>Adapt model</a:t>
            </a:r>
          </a:p>
          <a:p>
            <a:pPr algn="ctr"/>
            <a:r>
              <a:rPr lang="en-US" sz="2400" i="1" dirty="0">
                <a:latin typeface="IBM Plex Sans Light" panose="020B0403050203000203" pitchFamily="34" charset="0"/>
              </a:rPr>
              <a:t>(prompt engineering,</a:t>
            </a:r>
            <a:br>
              <a:rPr lang="en-US" sz="2400" i="1" dirty="0">
                <a:latin typeface="IBM Plex Sans Light" panose="020B0403050203000203" pitchFamily="34" charset="0"/>
              </a:rPr>
            </a:br>
            <a:r>
              <a:rPr lang="en-US" sz="2400" i="1" dirty="0">
                <a:latin typeface="IBM Plex Sans Light" panose="020B0403050203000203" pitchFamily="34" charset="0"/>
              </a:rPr>
              <a:t>prompt tuning,</a:t>
            </a:r>
            <a:br>
              <a:rPr lang="en-US" sz="2400" i="1" dirty="0">
                <a:latin typeface="IBM Plex Sans Light" panose="020B0403050203000203" pitchFamily="34" charset="0"/>
              </a:rPr>
            </a:br>
            <a:r>
              <a:rPr lang="en-US" sz="2400" i="1" dirty="0">
                <a:latin typeface="IBM Plex Sans Light" panose="020B0403050203000203" pitchFamily="34" charset="0"/>
              </a:rPr>
              <a:t>fine tuning)</a:t>
            </a:r>
          </a:p>
        </p:txBody>
      </p:sp>
      <p:sp>
        <p:nvSpPr>
          <p:cNvPr id="8" name="Rectangle 7">
            <a:extLst>
              <a:ext uri="{FF2B5EF4-FFF2-40B4-BE49-F238E27FC236}">
                <a16:creationId xmlns:a16="http://schemas.microsoft.com/office/drawing/2014/main" id="{9DDA23EA-40C0-7C76-9385-5B8B63EA0BB8}"/>
              </a:ext>
            </a:extLst>
          </p:cNvPr>
          <p:cNvSpPr/>
          <p:nvPr/>
        </p:nvSpPr>
        <p:spPr>
          <a:xfrm>
            <a:off x="21590825" y="7718836"/>
            <a:ext cx="2277867" cy="430887"/>
          </a:xfrm>
          <a:prstGeom prst="rect">
            <a:avLst/>
          </a:prstGeom>
        </p:spPr>
        <p:txBody>
          <a:bodyPr wrap="none" lIns="0" tIns="0" rIns="0" bIns="0">
            <a:spAutoFit/>
          </a:bodyPr>
          <a:lstStyle/>
          <a:p>
            <a:pPr algn="ctr"/>
            <a:r>
              <a:rPr lang="en-US" sz="2800" dirty="0">
                <a:latin typeface="IBM Plex Sans Light" panose="020B0403050203000203" pitchFamily="34" charset="0"/>
              </a:rPr>
              <a:t>Choose model</a:t>
            </a:r>
          </a:p>
        </p:txBody>
      </p:sp>
      <p:sp>
        <p:nvSpPr>
          <p:cNvPr id="9" name="Rectangle 8">
            <a:extLst>
              <a:ext uri="{FF2B5EF4-FFF2-40B4-BE49-F238E27FC236}">
                <a16:creationId xmlns:a16="http://schemas.microsoft.com/office/drawing/2014/main" id="{4C31D6B8-63F4-BC51-F8FD-13C441509FF2}"/>
              </a:ext>
            </a:extLst>
          </p:cNvPr>
          <p:cNvSpPr/>
          <p:nvPr/>
        </p:nvSpPr>
        <p:spPr>
          <a:xfrm>
            <a:off x="20735048" y="4190739"/>
            <a:ext cx="2710677" cy="861774"/>
          </a:xfrm>
          <a:prstGeom prst="rect">
            <a:avLst/>
          </a:prstGeom>
        </p:spPr>
        <p:txBody>
          <a:bodyPr wrap="none" lIns="0" tIns="0" rIns="0" bIns="0">
            <a:spAutoFit/>
          </a:bodyPr>
          <a:lstStyle/>
          <a:p>
            <a:pPr algn="ctr"/>
            <a:r>
              <a:rPr lang="en-US" sz="2800" dirty="0">
                <a:latin typeface="IBM Plex Sans Light" panose="020B0403050203000203" pitchFamily="34" charset="0"/>
              </a:rPr>
              <a:t>Find and prepare</a:t>
            </a:r>
            <a:br>
              <a:rPr lang="en-US" sz="2800" dirty="0">
                <a:latin typeface="IBM Plex Sans Light" panose="020B0403050203000203" pitchFamily="34" charset="0"/>
              </a:rPr>
            </a:br>
            <a:r>
              <a:rPr lang="en-US" sz="2800" dirty="0">
                <a:latin typeface="IBM Plex Sans Light" panose="020B0403050203000203" pitchFamily="34" charset="0"/>
              </a:rPr>
              <a:t>data (if needed)</a:t>
            </a:r>
          </a:p>
        </p:txBody>
      </p:sp>
      <p:sp>
        <p:nvSpPr>
          <p:cNvPr id="10" name="Rectangle 9">
            <a:extLst>
              <a:ext uri="{FF2B5EF4-FFF2-40B4-BE49-F238E27FC236}">
                <a16:creationId xmlns:a16="http://schemas.microsoft.com/office/drawing/2014/main" id="{DF2FF3A5-D9B0-4714-71F6-FE50D3ECE90D}"/>
              </a:ext>
            </a:extLst>
          </p:cNvPr>
          <p:cNvSpPr/>
          <p:nvPr/>
        </p:nvSpPr>
        <p:spPr>
          <a:xfrm>
            <a:off x="13482787" y="4190739"/>
            <a:ext cx="2407711" cy="861774"/>
          </a:xfrm>
          <a:prstGeom prst="rect">
            <a:avLst/>
          </a:prstGeom>
        </p:spPr>
        <p:txBody>
          <a:bodyPr wrap="none" lIns="0" tIns="0" rIns="0" bIns="0">
            <a:spAutoFit/>
          </a:bodyPr>
          <a:lstStyle/>
          <a:p>
            <a:pPr algn="ctr"/>
            <a:r>
              <a:rPr lang="en-US" sz="2800" dirty="0">
                <a:latin typeface="IBM Plex Sans Light" panose="020B0403050203000203" pitchFamily="34" charset="0"/>
              </a:rPr>
              <a:t>Monitor</a:t>
            </a:r>
            <a:br>
              <a:rPr lang="en-US" sz="2800" dirty="0">
                <a:latin typeface="IBM Plex Sans Light" panose="020B0403050203000203" pitchFamily="34" charset="0"/>
              </a:rPr>
            </a:br>
            <a:r>
              <a:rPr lang="en-US" sz="2800" dirty="0">
                <a:latin typeface="IBM Plex Sans Light" panose="020B0403050203000203" pitchFamily="34" charset="0"/>
              </a:rPr>
              <a:t>adapted model</a:t>
            </a:r>
          </a:p>
        </p:txBody>
      </p:sp>
      <p:sp>
        <p:nvSpPr>
          <p:cNvPr id="12" name="TextBox 11">
            <a:extLst>
              <a:ext uri="{FF2B5EF4-FFF2-40B4-BE49-F238E27FC236}">
                <a16:creationId xmlns:a16="http://schemas.microsoft.com/office/drawing/2014/main" id="{C2FFB254-AC40-E587-5DC3-13FF81A638E8}"/>
              </a:ext>
            </a:extLst>
          </p:cNvPr>
          <p:cNvSpPr txBox="1"/>
          <p:nvPr/>
        </p:nvSpPr>
        <p:spPr>
          <a:xfrm>
            <a:off x="15600910" y="5838674"/>
            <a:ext cx="5402583" cy="1200329"/>
          </a:xfrm>
          <a:prstGeom prst="rect">
            <a:avLst/>
          </a:prstGeom>
          <a:noFill/>
        </p:spPr>
        <p:txBody>
          <a:bodyPr wrap="square" anchor="ctr">
            <a:spAutoFit/>
          </a:bodyPr>
          <a:lstStyle/>
          <a:p>
            <a:pPr algn="ctr"/>
            <a:r>
              <a:rPr lang="en-US" dirty="0">
                <a:latin typeface="IBM Plex Sans" panose="020B0503050203000203" pitchFamily="34" charset="0"/>
              </a:rPr>
              <a:t>Generative AI development lifecycle</a:t>
            </a:r>
          </a:p>
        </p:txBody>
      </p:sp>
      <p:sp>
        <p:nvSpPr>
          <p:cNvPr id="14" name="Freeform 13">
            <a:extLst>
              <a:ext uri="{FF2B5EF4-FFF2-40B4-BE49-F238E27FC236}">
                <a16:creationId xmlns:a16="http://schemas.microsoft.com/office/drawing/2014/main" id="{2EF6CBE6-54DE-27B4-24C7-519FE0D29AC6}"/>
              </a:ext>
            </a:extLst>
          </p:cNvPr>
          <p:cNvSpPr>
            <a:spLocks noChangeAspect="1"/>
          </p:cNvSpPr>
          <p:nvPr/>
        </p:nvSpPr>
        <p:spPr>
          <a:xfrm>
            <a:off x="20290047" y="9882685"/>
            <a:ext cx="928181" cy="914400"/>
          </a:xfrm>
          <a:custGeom>
            <a:avLst/>
            <a:gdLst>
              <a:gd name="connsiteX0" fmla="*/ 369303 w 801948"/>
              <a:gd name="connsiteY0" fmla="*/ 790042 h 790041"/>
              <a:gd name="connsiteX1" fmla="*/ 214998 w 801948"/>
              <a:gd name="connsiteY1" fmla="*/ 790042 h 790041"/>
              <a:gd name="connsiteX2" fmla="*/ 205740 w 801948"/>
              <a:gd name="connsiteY2" fmla="*/ 780783 h 790041"/>
              <a:gd name="connsiteX3" fmla="*/ 205740 w 801948"/>
              <a:gd name="connsiteY3" fmla="*/ 626478 h 790041"/>
              <a:gd name="connsiteX4" fmla="*/ 214998 w 801948"/>
              <a:gd name="connsiteY4" fmla="*/ 617220 h 790041"/>
              <a:gd name="connsiteX5" fmla="*/ 369303 w 801948"/>
              <a:gd name="connsiteY5" fmla="*/ 617220 h 790041"/>
              <a:gd name="connsiteX6" fmla="*/ 378562 w 801948"/>
              <a:gd name="connsiteY6" fmla="*/ 626478 h 790041"/>
              <a:gd name="connsiteX7" fmla="*/ 378562 w 801948"/>
              <a:gd name="connsiteY7" fmla="*/ 780783 h 790041"/>
              <a:gd name="connsiteX8" fmla="*/ 369303 w 801948"/>
              <a:gd name="connsiteY8" fmla="*/ 790042 h 790041"/>
              <a:gd name="connsiteX9" fmla="*/ 224257 w 801948"/>
              <a:gd name="connsiteY9" fmla="*/ 771525 h 790041"/>
              <a:gd name="connsiteX10" fmla="*/ 360045 w 801948"/>
              <a:gd name="connsiteY10" fmla="*/ 771525 h 790041"/>
              <a:gd name="connsiteX11" fmla="*/ 360045 w 801948"/>
              <a:gd name="connsiteY11" fmla="*/ 635737 h 790041"/>
              <a:gd name="connsiteX12" fmla="*/ 224257 w 801948"/>
              <a:gd name="connsiteY12" fmla="*/ 635737 h 790041"/>
              <a:gd name="connsiteX13" fmla="*/ 224257 w 801948"/>
              <a:gd name="connsiteY13" fmla="*/ 771525 h 790041"/>
              <a:gd name="connsiteX14" fmla="*/ 575043 w 801948"/>
              <a:gd name="connsiteY14" fmla="*/ 584302 h 790041"/>
              <a:gd name="connsiteX15" fmla="*/ 420738 w 801948"/>
              <a:gd name="connsiteY15" fmla="*/ 584302 h 790041"/>
              <a:gd name="connsiteX16" fmla="*/ 411480 w 801948"/>
              <a:gd name="connsiteY16" fmla="*/ 575043 h 790041"/>
              <a:gd name="connsiteX17" fmla="*/ 411480 w 801948"/>
              <a:gd name="connsiteY17" fmla="*/ 420738 h 790041"/>
              <a:gd name="connsiteX18" fmla="*/ 420738 w 801948"/>
              <a:gd name="connsiteY18" fmla="*/ 411480 h 790041"/>
              <a:gd name="connsiteX19" fmla="*/ 575043 w 801948"/>
              <a:gd name="connsiteY19" fmla="*/ 411480 h 790041"/>
              <a:gd name="connsiteX20" fmla="*/ 584302 w 801948"/>
              <a:gd name="connsiteY20" fmla="*/ 420738 h 790041"/>
              <a:gd name="connsiteX21" fmla="*/ 584302 w 801948"/>
              <a:gd name="connsiteY21" fmla="*/ 575043 h 790041"/>
              <a:gd name="connsiteX22" fmla="*/ 575043 w 801948"/>
              <a:gd name="connsiteY22" fmla="*/ 584302 h 790041"/>
              <a:gd name="connsiteX23" fmla="*/ 429997 w 801948"/>
              <a:gd name="connsiteY23" fmla="*/ 565785 h 790041"/>
              <a:gd name="connsiteX24" fmla="*/ 565759 w 801948"/>
              <a:gd name="connsiteY24" fmla="*/ 565785 h 790041"/>
              <a:gd name="connsiteX25" fmla="*/ 565759 w 801948"/>
              <a:gd name="connsiteY25" fmla="*/ 429997 h 790041"/>
              <a:gd name="connsiteX26" fmla="*/ 429997 w 801948"/>
              <a:gd name="connsiteY26" fmla="*/ 429997 h 790041"/>
              <a:gd name="connsiteX27" fmla="*/ 429997 w 801948"/>
              <a:gd name="connsiteY27" fmla="*/ 565785 h 790041"/>
              <a:gd name="connsiteX28" fmla="*/ 86411 w 801948"/>
              <a:gd name="connsiteY28" fmla="*/ 172822 h 790041"/>
              <a:gd name="connsiteX29" fmla="*/ 0 w 801948"/>
              <a:gd name="connsiteY29" fmla="*/ 86411 h 790041"/>
              <a:gd name="connsiteX30" fmla="*/ 86411 w 801948"/>
              <a:gd name="connsiteY30" fmla="*/ 0 h 790041"/>
              <a:gd name="connsiteX31" fmla="*/ 172822 w 801948"/>
              <a:gd name="connsiteY31" fmla="*/ 86411 h 790041"/>
              <a:gd name="connsiteX32" fmla="*/ 86411 w 801948"/>
              <a:gd name="connsiteY32" fmla="*/ 172822 h 790041"/>
              <a:gd name="connsiteX33" fmla="*/ 86411 w 801948"/>
              <a:gd name="connsiteY33" fmla="*/ 18517 h 790041"/>
              <a:gd name="connsiteX34" fmla="*/ 18517 w 801948"/>
              <a:gd name="connsiteY34" fmla="*/ 86411 h 790041"/>
              <a:gd name="connsiteX35" fmla="*/ 86411 w 801948"/>
              <a:gd name="connsiteY35" fmla="*/ 154305 h 790041"/>
              <a:gd name="connsiteX36" fmla="*/ 154305 w 801948"/>
              <a:gd name="connsiteY36" fmla="*/ 86411 h 790041"/>
              <a:gd name="connsiteX37" fmla="*/ 86411 w 801948"/>
              <a:gd name="connsiteY37" fmla="*/ 18517 h 790041"/>
              <a:gd name="connsiteX38" fmla="*/ 86411 w 801948"/>
              <a:gd name="connsiteY38" fmla="*/ 790042 h 790041"/>
              <a:gd name="connsiteX39" fmla="*/ 0 w 801948"/>
              <a:gd name="connsiteY39" fmla="*/ 703631 h 790041"/>
              <a:gd name="connsiteX40" fmla="*/ 86411 w 801948"/>
              <a:gd name="connsiteY40" fmla="*/ 617220 h 790041"/>
              <a:gd name="connsiteX41" fmla="*/ 172822 w 801948"/>
              <a:gd name="connsiteY41" fmla="*/ 703631 h 790041"/>
              <a:gd name="connsiteX42" fmla="*/ 86411 w 801948"/>
              <a:gd name="connsiteY42" fmla="*/ 790042 h 790041"/>
              <a:gd name="connsiteX43" fmla="*/ 86411 w 801948"/>
              <a:gd name="connsiteY43" fmla="*/ 635737 h 790041"/>
              <a:gd name="connsiteX44" fmla="*/ 18517 w 801948"/>
              <a:gd name="connsiteY44" fmla="*/ 703631 h 790041"/>
              <a:gd name="connsiteX45" fmla="*/ 86411 w 801948"/>
              <a:gd name="connsiteY45" fmla="*/ 771525 h 790041"/>
              <a:gd name="connsiteX46" fmla="*/ 154305 w 801948"/>
              <a:gd name="connsiteY46" fmla="*/ 703631 h 790041"/>
              <a:gd name="connsiteX47" fmla="*/ 86411 w 801948"/>
              <a:gd name="connsiteY47" fmla="*/ 635737 h 790041"/>
              <a:gd name="connsiteX48" fmla="*/ 497891 w 801948"/>
              <a:gd name="connsiteY48" fmla="*/ 790042 h 790041"/>
              <a:gd name="connsiteX49" fmla="*/ 411480 w 801948"/>
              <a:gd name="connsiteY49" fmla="*/ 703631 h 790041"/>
              <a:gd name="connsiteX50" fmla="*/ 497891 w 801948"/>
              <a:gd name="connsiteY50" fmla="*/ 617220 h 790041"/>
              <a:gd name="connsiteX51" fmla="*/ 584302 w 801948"/>
              <a:gd name="connsiteY51" fmla="*/ 703631 h 790041"/>
              <a:gd name="connsiteX52" fmla="*/ 497891 w 801948"/>
              <a:gd name="connsiteY52" fmla="*/ 790042 h 790041"/>
              <a:gd name="connsiteX53" fmla="*/ 497891 w 801948"/>
              <a:gd name="connsiteY53" fmla="*/ 635737 h 790041"/>
              <a:gd name="connsiteX54" fmla="*/ 429997 w 801948"/>
              <a:gd name="connsiteY54" fmla="*/ 703631 h 790041"/>
              <a:gd name="connsiteX55" fmla="*/ 497891 w 801948"/>
              <a:gd name="connsiteY55" fmla="*/ 771525 h 790041"/>
              <a:gd name="connsiteX56" fmla="*/ 565785 w 801948"/>
              <a:gd name="connsiteY56" fmla="*/ 703631 h 790041"/>
              <a:gd name="connsiteX57" fmla="*/ 497891 w 801948"/>
              <a:gd name="connsiteY57" fmla="*/ 635737 h 790041"/>
              <a:gd name="connsiteX58" fmla="*/ 703631 w 801948"/>
              <a:gd name="connsiteY58" fmla="*/ 790042 h 790041"/>
              <a:gd name="connsiteX59" fmla="*/ 617220 w 801948"/>
              <a:gd name="connsiteY59" fmla="*/ 703631 h 790041"/>
              <a:gd name="connsiteX60" fmla="*/ 703631 w 801948"/>
              <a:gd name="connsiteY60" fmla="*/ 617220 h 790041"/>
              <a:gd name="connsiteX61" fmla="*/ 790042 w 801948"/>
              <a:gd name="connsiteY61" fmla="*/ 703631 h 790041"/>
              <a:gd name="connsiteX62" fmla="*/ 703631 w 801948"/>
              <a:gd name="connsiteY62" fmla="*/ 790042 h 790041"/>
              <a:gd name="connsiteX63" fmla="*/ 703631 w 801948"/>
              <a:gd name="connsiteY63" fmla="*/ 635737 h 790041"/>
              <a:gd name="connsiteX64" fmla="*/ 635737 w 801948"/>
              <a:gd name="connsiteY64" fmla="*/ 703631 h 790041"/>
              <a:gd name="connsiteX65" fmla="*/ 703631 w 801948"/>
              <a:gd name="connsiteY65" fmla="*/ 771525 h 790041"/>
              <a:gd name="connsiteX66" fmla="*/ 771525 w 801948"/>
              <a:gd name="connsiteY66" fmla="*/ 703631 h 790041"/>
              <a:gd name="connsiteX67" fmla="*/ 703631 w 801948"/>
              <a:gd name="connsiteY67" fmla="*/ 635737 h 790041"/>
              <a:gd name="connsiteX68" fmla="*/ 292151 w 801948"/>
              <a:gd name="connsiteY68" fmla="*/ 584302 h 790041"/>
              <a:gd name="connsiteX69" fmla="*/ 205740 w 801948"/>
              <a:gd name="connsiteY69" fmla="*/ 497891 h 790041"/>
              <a:gd name="connsiteX70" fmla="*/ 292151 w 801948"/>
              <a:gd name="connsiteY70" fmla="*/ 411480 h 790041"/>
              <a:gd name="connsiteX71" fmla="*/ 378562 w 801948"/>
              <a:gd name="connsiteY71" fmla="*/ 497891 h 790041"/>
              <a:gd name="connsiteX72" fmla="*/ 292151 w 801948"/>
              <a:gd name="connsiteY72" fmla="*/ 584302 h 790041"/>
              <a:gd name="connsiteX73" fmla="*/ 292151 w 801948"/>
              <a:gd name="connsiteY73" fmla="*/ 429997 h 790041"/>
              <a:gd name="connsiteX74" fmla="*/ 224257 w 801948"/>
              <a:gd name="connsiteY74" fmla="*/ 497891 h 790041"/>
              <a:gd name="connsiteX75" fmla="*/ 292151 w 801948"/>
              <a:gd name="connsiteY75" fmla="*/ 565785 h 790041"/>
              <a:gd name="connsiteX76" fmla="*/ 360045 w 801948"/>
              <a:gd name="connsiteY76" fmla="*/ 497891 h 790041"/>
              <a:gd name="connsiteX77" fmla="*/ 292151 w 801948"/>
              <a:gd name="connsiteY77" fmla="*/ 429997 h 790041"/>
              <a:gd name="connsiteX78" fmla="*/ 792716 w 801948"/>
              <a:gd name="connsiteY78" fmla="*/ 584302 h 790041"/>
              <a:gd name="connsiteX79" fmla="*/ 614545 w 801948"/>
              <a:gd name="connsiteY79" fmla="*/ 584302 h 790041"/>
              <a:gd name="connsiteX80" fmla="*/ 606522 w 801948"/>
              <a:gd name="connsiteY80" fmla="*/ 579647 h 790041"/>
              <a:gd name="connsiteX81" fmla="*/ 606522 w 801948"/>
              <a:gd name="connsiteY81" fmla="*/ 570414 h 790041"/>
              <a:gd name="connsiteX82" fmla="*/ 695607 w 801948"/>
              <a:gd name="connsiteY82" fmla="*/ 416083 h 790041"/>
              <a:gd name="connsiteX83" fmla="*/ 711629 w 801948"/>
              <a:gd name="connsiteY83" fmla="*/ 416083 h 790041"/>
              <a:gd name="connsiteX84" fmla="*/ 800714 w 801948"/>
              <a:gd name="connsiteY84" fmla="*/ 570414 h 790041"/>
              <a:gd name="connsiteX85" fmla="*/ 800714 w 801948"/>
              <a:gd name="connsiteY85" fmla="*/ 579647 h 790041"/>
              <a:gd name="connsiteX86" fmla="*/ 792716 w 801948"/>
              <a:gd name="connsiteY86" fmla="*/ 584302 h 790041"/>
              <a:gd name="connsiteX87" fmla="*/ 630567 w 801948"/>
              <a:gd name="connsiteY87" fmla="*/ 565785 h 790041"/>
              <a:gd name="connsiteX88" fmla="*/ 776694 w 801948"/>
              <a:gd name="connsiteY88" fmla="*/ 565785 h 790041"/>
              <a:gd name="connsiteX89" fmla="*/ 703631 w 801948"/>
              <a:gd name="connsiteY89" fmla="*/ 439255 h 790041"/>
              <a:gd name="connsiteX90" fmla="*/ 630567 w 801948"/>
              <a:gd name="connsiteY90" fmla="*/ 565785 h 790041"/>
              <a:gd name="connsiteX91" fmla="*/ 157031 w 801948"/>
              <a:gd name="connsiteY91" fmla="*/ 337054 h 790041"/>
              <a:gd name="connsiteX92" fmla="*/ 95669 w 801948"/>
              <a:gd name="connsiteY92" fmla="*/ 398390 h 790041"/>
              <a:gd name="connsiteX93" fmla="*/ 95669 w 801948"/>
              <a:gd name="connsiteY93" fmla="*/ 240716 h 790041"/>
              <a:gd name="connsiteX94" fmla="*/ 77153 w 801948"/>
              <a:gd name="connsiteY94" fmla="*/ 240716 h 790041"/>
              <a:gd name="connsiteX95" fmla="*/ 77153 w 801948"/>
              <a:gd name="connsiteY95" fmla="*/ 398390 h 790041"/>
              <a:gd name="connsiteX96" fmla="*/ 15791 w 801948"/>
              <a:gd name="connsiteY96" fmla="*/ 337054 h 790041"/>
              <a:gd name="connsiteX97" fmla="*/ 2700 w 801948"/>
              <a:gd name="connsiteY97" fmla="*/ 350144 h 790041"/>
              <a:gd name="connsiteX98" fmla="*/ 86411 w 801948"/>
              <a:gd name="connsiteY98" fmla="*/ 433829 h 790041"/>
              <a:gd name="connsiteX99" fmla="*/ 170096 w 801948"/>
              <a:gd name="connsiteY99" fmla="*/ 350144 h 790041"/>
              <a:gd name="connsiteX100" fmla="*/ 157031 w 801948"/>
              <a:gd name="connsiteY100" fmla="*/ 337054 h 79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01948" h="790041">
                <a:moveTo>
                  <a:pt x="369303" y="790042"/>
                </a:moveTo>
                <a:lnTo>
                  <a:pt x="214998" y="790042"/>
                </a:lnTo>
                <a:cubicBezTo>
                  <a:pt x="209881" y="790042"/>
                  <a:pt x="205740" y="785901"/>
                  <a:pt x="205740" y="780783"/>
                </a:cubicBezTo>
                <a:lnTo>
                  <a:pt x="205740" y="626478"/>
                </a:lnTo>
                <a:cubicBezTo>
                  <a:pt x="205740" y="621361"/>
                  <a:pt x="209881" y="617220"/>
                  <a:pt x="214998" y="617220"/>
                </a:cubicBezTo>
                <a:lnTo>
                  <a:pt x="369303" y="617220"/>
                </a:lnTo>
                <a:cubicBezTo>
                  <a:pt x="374421" y="617220"/>
                  <a:pt x="378562" y="621361"/>
                  <a:pt x="378562" y="626478"/>
                </a:cubicBezTo>
                <a:lnTo>
                  <a:pt x="378562" y="780783"/>
                </a:lnTo>
                <a:cubicBezTo>
                  <a:pt x="378562" y="785901"/>
                  <a:pt x="374421" y="790042"/>
                  <a:pt x="369303" y="790042"/>
                </a:cubicBezTo>
                <a:close/>
                <a:moveTo>
                  <a:pt x="224257" y="771525"/>
                </a:moveTo>
                <a:lnTo>
                  <a:pt x="360045" y="771525"/>
                </a:lnTo>
                <a:lnTo>
                  <a:pt x="360045" y="635737"/>
                </a:lnTo>
                <a:lnTo>
                  <a:pt x="224257" y="635737"/>
                </a:lnTo>
                <a:lnTo>
                  <a:pt x="224257" y="771525"/>
                </a:lnTo>
                <a:close/>
                <a:moveTo>
                  <a:pt x="575043" y="584302"/>
                </a:moveTo>
                <a:lnTo>
                  <a:pt x="420738" y="584302"/>
                </a:lnTo>
                <a:cubicBezTo>
                  <a:pt x="415621" y="584302"/>
                  <a:pt x="411480" y="580161"/>
                  <a:pt x="411480" y="575043"/>
                </a:cubicBezTo>
                <a:lnTo>
                  <a:pt x="411480" y="420738"/>
                </a:lnTo>
                <a:cubicBezTo>
                  <a:pt x="411480" y="415621"/>
                  <a:pt x="415621" y="411480"/>
                  <a:pt x="420738" y="411480"/>
                </a:cubicBezTo>
                <a:lnTo>
                  <a:pt x="575043" y="411480"/>
                </a:lnTo>
                <a:cubicBezTo>
                  <a:pt x="580161" y="411480"/>
                  <a:pt x="584302" y="415621"/>
                  <a:pt x="584302" y="420738"/>
                </a:cubicBezTo>
                <a:lnTo>
                  <a:pt x="584302" y="575043"/>
                </a:lnTo>
                <a:cubicBezTo>
                  <a:pt x="584302" y="580161"/>
                  <a:pt x="580161" y="584302"/>
                  <a:pt x="575043" y="584302"/>
                </a:cubicBezTo>
                <a:close/>
                <a:moveTo>
                  <a:pt x="429997" y="565785"/>
                </a:moveTo>
                <a:lnTo>
                  <a:pt x="565759" y="565785"/>
                </a:lnTo>
                <a:lnTo>
                  <a:pt x="565759" y="429997"/>
                </a:lnTo>
                <a:lnTo>
                  <a:pt x="429997" y="429997"/>
                </a:lnTo>
                <a:lnTo>
                  <a:pt x="429997" y="565785"/>
                </a:lnTo>
                <a:close/>
                <a:moveTo>
                  <a:pt x="86411" y="172822"/>
                </a:moveTo>
                <a:cubicBezTo>
                  <a:pt x="38756" y="172822"/>
                  <a:pt x="0" y="134065"/>
                  <a:pt x="0" y="86411"/>
                </a:cubicBezTo>
                <a:cubicBezTo>
                  <a:pt x="0" y="38756"/>
                  <a:pt x="38756" y="0"/>
                  <a:pt x="86411" y="0"/>
                </a:cubicBezTo>
                <a:cubicBezTo>
                  <a:pt x="134065" y="0"/>
                  <a:pt x="172822" y="38756"/>
                  <a:pt x="172822" y="86411"/>
                </a:cubicBezTo>
                <a:cubicBezTo>
                  <a:pt x="172822" y="134065"/>
                  <a:pt x="134065" y="172822"/>
                  <a:pt x="86411" y="172822"/>
                </a:cubicBezTo>
                <a:close/>
                <a:moveTo>
                  <a:pt x="86411" y="18517"/>
                </a:moveTo>
                <a:cubicBezTo>
                  <a:pt x="48966" y="18517"/>
                  <a:pt x="18517" y="48966"/>
                  <a:pt x="18517" y="86411"/>
                </a:cubicBezTo>
                <a:cubicBezTo>
                  <a:pt x="18517" y="123855"/>
                  <a:pt x="48966" y="154305"/>
                  <a:pt x="86411" y="154305"/>
                </a:cubicBezTo>
                <a:cubicBezTo>
                  <a:pt x="123855" y="154305"/>
                  <a:pt x="154305" y="123855"/>
                  <a:pt x="154305" y="86411"/>
                </a:cubicBezTo>
                <a:cubicBezTo>
                  <a:pt x="154305" y="48966"/>
                  <a:pt x="123855" y="18517"/>
                  <a:pt x="86411" y="18517"/>
                </a:cubicBezTo>
                <a:close/>
                <a:moveTo>
                  <a:pt x="86411" y="790042"/>
                </a:moveTo>
                <a:cubicBezTo>
                  <a:pt x="38756" y="790042"/>
                  <a:pt x="0" y="751260"/>
                  <a:pt x="0" y="703631"/>
                </a:cubicBezTo>
                <a:cubicBezTo>
                  <a:pt x="0" y="656002"/>
                  <a:pt x="38756" y="617220"/>
                  <a:pt x="86411" y="617220"/>
                </a:cubicBezTo>
                <a:cubicBezTo>
                  <a:pt x="134065" y="617220"/>
                  <a:pt x="172822" y="655976"/>
                  <a:pt x="172822" y="703631"/>
                </a:cubicBezTo>
                <a:cubicBezTo>
                  <a:pt x="172822" y="751285"/>
                  <a:pt x="134065" y="790042"/>
                  <a:pt x="86411" y="790042"/>
                </a:cubicBezTo>
                <a:close/>
                <a:moveTo>
                  <a:pt x="86411" y="635737"/>
                </a:moveTo>
                <a:cubicBezTo>
                  <a:pt x="48966" y="635737"/>
                  <a:pt x="18517" y="666186"/>
                  <a:pt x="18517" y="703631"/>
                </a:cubicBezTo>
                <a:cubicBezTo>
                  <a:pt x="18517" y="741075"/>
                  <a:pt x="48966" y="771525"/>
                  <a:pt x="86411" y="771525"/>
                </a:cubicBezTo>
                <a:cubicBezTo>
                  <a:pt x="123855" y="771525"/>
                  <a:pt x="154305" y="741075"/>
                  <a:pt x="154305" y="703631"/>
                </a:cubicBezTo>
                <a:cubicBezTo>
                  <a:pt x="154305" y="666186"/>
                  <a:pt x="123855" y="635737"/>
                  <a:pt x="86411" y="635737"/>
                </a:cubicBezTo>
                <a:close/>
                <a:moveTo>
                  <a:pt x="497891" y="790042"/>
                </a:moveTo>
                <a:cubicBezTo>
                  <a:pt x="450236" y="790042"/>
                  <a:pt x="411480" y="751260"/>
                  <a:pt x="411480" y="703631"/>
                </a:cubicBezTo>
                <a:cubicBezTo>
                  <a:pt x="411480" y="656002"/>
                  <a:pt x="450236" y="617220"/>
                  <a:pt x="497891" y="617220"/>
                </a:cubicBezTo>
                <a:cubicBezTo>
                  <a:pt x="545545" y="617220"/>
                  <a:pt x="584302" y="656002"/>
                  <a:pt x="584302" y="703631"/>
                </a:cubicBezTo>
                <a:cubicBezTo>
                  <a:pt x="584302" y="751260"/>
                  <a:pt x="545545" y="790042"/>
                  <a:pt x="497891" y="790042"/>
                </a:cubicBezTo>
                <a:close/>
                <a:moveTo>
                  <a:pt x="497891" y="635737"/>
                </a:moveTo>
                <a:cubicBezTo>
                  <a:pt x="460446" y="635737"/>
                  <a:pt x="429997" y="666186"/>
                  <a:pt x="429997" y="703631"/>
                </a:cubicBezTo>
                <a:cubicBezTo>
                  <a:pt x="429997" y="741075"/>
                  <a:pt x="460446" y="771525"/>
                  <a:pt x="497891" y="771525"/>
                </a:cubicBezTo>
                <a:cubicBezTo>
                  <a:pt x="535335" y="771525"/>
                  <a:pt x="565785" y="741075"/>
                  <a:pt x="565785" y="703631"/>
                </a:cubicBezTo>
                <a:cubicBezTo>
                  <a:pt x="565785" y="666186"/>
                  <a:pt x="535335" y="635737"/>
                  <a:pt x="497891" y="635737"/>
                </a:cubicBezTo>
                <a:close/>
                <a:moveTo>
                  <a:pt x="703631" y="790042"/>
                </a:moveTo>
                <a:cubicBezTo>
                  <a:pt x="655976" y="790042"/>
                  <a:pt x="617220" y="751260"/>
                  <a:pt x="617220" y="703631"/>
                </a:cubicBezTo>
                <a:cubicBezTo>
                  <a:pt x="617220" y="656002"/>
                  <a:pt x="656002" y="617220"/>
                  <a:pt x="703631" y="617220"/>
                </a:cubicBezTo>
                <a:cubicBezTo>
                  <a:pt x="751260" y="617220"/>
                  <a:pt x="790042" y="656002"/>
                  <a:pt x="790042" y="703631"/>
                </a:cubicBezTo>
                <a:cubicBezTo>
                  <a:pt x="790042" y="751260"/>
                  <a:pt x="751285" y="790042"/>
                  <a:pt x="703631" y="790042"/>
                </a:cubicBezTo>
                <a:close/>
                <a:moveTo>
                  <a:pt x="703631" y="635737"/>
                </a:moveTo>
                <a:cubicBezTo>
                  <a:pt x="666186" y="635737"/>
                  <a:pt x="635737" y="666186"/>
                  <a:pt x="635737" y="703631"/>
                </a:cubicBezTo>
                <a:cubicBezTo>
                  <a:pt x="635737" y="741075"/>
                  <a:pt x="666186" y="771525"/>
                  <a:pt x="703631" y="771525"/>
                </a:cubicBezTo>
                <a:cubicBezTo>
                  <a:pt x="741075" y="771525"/>
                  <a:pt x="771525" y="741075"/>
                  <a:pt x="771525" y="703631"/>
                </a:cubicBezTo>
                <a:cubicBezTo>
                  <a:pt x="771525" y="666186"/>
                  <a:pt x="741075" y="635737"/>
                  <a:pt x="703631" y="635737"/>
                </a:cubicBezTo>
                <a:close/>
                <a:moveTo>
                  <a:pt x="292151" y="584302"/>
                </a:moveTo>
                <a:cubicBezTo>
                  <a:pt x="244496" y="584302"/>
                  <a:pt x="205740" y="545520"/>
                  <a:pt x="205740" y="497891"/>
                </a:cubicBezTo>
                <a:cubicBezTo>
                  <a:pt x="205740" y="450262"/>
                  <a:pt x="244496" y="411480"/>
                  <a:pt x="292151" y="411480"/>
                </a:cubicBezTo>
                <a:cubicBezTo>
                  <a:pt x="339805" y="411480"/>
                  <a:pt x="378562" y="450236"/>
                  <a:pt x="378562" y="497891"/>
                </a:cubicBezTo>
                <a:cubicBezTo>
                  <a:pt x="378562" y="545545"/>
                  <a:pt x="339805" y="584302"/>
                  <a:pt x="292151" y="584302"/>
                </a:cubicBezTo>
                <a:close/>
                <a:moveTo>
                  <a:pt x="292151" y="429997"/>
                </a:moveTo>
                <a:cubicBezTo>
                  <a:pt x="254706" y="429997"/>
                  <a:pt x="224257" y="460446"/>
                  <a:pt x="224257" y="497891"/>
                </a:cubicBezTo>
                <a:cubicBezTo>
                  <a:pt x="224257" y="535335"/>
                  <a:pt x="254732" y="565785"/>
                  <a:pt x="292151" y="565785"/>
                </a:cubicBezTo>
                <a:cubicBezTo>
                  <a:pt x="329570" y="565785"/>
                  <a:pt x="360045" y="535335"/>
                  <a:pt x="360045" y="497891"/>
                </a:cubicBezTo>
                <a:cubicBezTo>
                  <a:pt x="360045" y="460446"/>
                  <a:pt x="329596" y="429997"/>
                  <a:pt x="292151" y="429997"/>
                </a:cubicBezTo>
                <a:close/>
                <a:moveTo>
                  <a:pt x="792716" y="584302"/>
                </a:moveTo>
                <a:lnTo>
                  <a:pt x="614545" y="584302"/>
                </a:lnTo>
                <a:cubicBezTo>
                  <a:pt x="611228" y="584302"/>
                  <a:pt x="608193" y="582527"/>
                  <a:pt x="606522" y="579647"/>
                </a:cubicBezTo>
                <a:cubicBezTo>
                  <a:pt x="604850" y="576766"/>
                  <a:pt x="604876" y="573269"/>
                  <a:pt x="606522" y="570414"/>
                </a:cubicBezTo>
                <a:lnTo>
                  <a:pt x="695607" y="416083"/>
                </a:lnTo>
                <a:cubicBezTo>
                  <a:pt x="698925" y="410348"/>
                  <a:pt x="708311" y="410348"/>
                  <a:pt x="711629" y="416083"/>
                </a:cubicBezTo>
                <a:lnTo>
                  <a:pt x="800714" y="570414"/>
                </a:lnTo>
                <a:cubicBezTo>
                  <a:pt x="802360" y="573269"/>
                  <a:pt x="802360" y="576792"/>
                  <a:pt x="800714" y="579647"/>
                </a:cubicBezTo>
                <a:cubicBezTo>
                  <a:pt x="799068" y="582501"/>
                  <a:pt x="796034" y="584302"/>
                  <a:pt x="792716" y="584302"/>
                </a:cubicBezTo>
                <a:close/>
                <a:moveTo>
                  <a:pt x="630567" y="565785"/>
                </a:moveTo>
                <a:lnTo>
                  <a:pt x="776694" y="565785"/>
                </a:lnTo>
                <a:lnTo>
                  <a:pt x="703631" y="439255"/>
                </a:lnTo>
                <a:lnTo>
                  <a:pt x="630567" y="565785"/>
                </a:lnTo>
                <a:close/>
                <a:moveTo>
                  <a:pt x="157031" y="337054"/>
                </a:moveTo>
                <a:lnTo>
                  <a:pt x="95669" y="398390"/>
                </a:lnTo>
                <a:lnTo>
                  <a:pt x="95669" y="240716"/>
                </a:lnTo>
                <a:lnTo>
                  <a:pt x="77153" y="240716"/>
                </a:lnTo>
                <a:lnTo>
                  <a:pt x="77153" y="398390"/>
                </a:lnTo>
                <a:lnTo>
                  <a:pt x="15791" y="337054"/>
                </a:lnTo>
                <a:lnTo>
                  <a:pt x="2700" y="350144"/>
                </a:lnTo>
                <a:lnTo>
                  <a:pt x="86411" y="433829"/>
                </a:lnTo>
                <a:lnTo>
                  <a:pt x="170096" y="350144"/>
                </a:lnTo>
                <a:lnTo>
                  <a:pt x="157031" y="337054"/>
                </a:lnTo>
                <a:close/>
              </a:path>
            </a:pathLst>
          </a:custGeom>
          <a:solidFill>
            <a:srgbClr val="0F62FE"/>
          </a:solidFill>
          <a:ln w="25598" cap="flat">
            <a:noFill/>
            <a:prstDash val="solid"/>
            <a:miter/>
          </a:ln>
        </p:spPr>
        <p:txBody>
          <a:bodyPr rtlCol="0" anchor="ctr"/>
          <a:lstStyle/>
          <a:p>
            <a:endParaRPr lang="en-US"/>
          </a:p>
        </p:txBody>
      </p:sp>
      <p:pic>
        <p:nvPicPr>
          <p:cNvPr id="16" name="Picture 15">
            <a:extLst>
              <a:ext uri="{FF2B5EF4-FFF2-40B4-BE49-F238E27FC236}">
                <a16:creationId xmlns:a16="http://schemas.microsoft.com/office/drawing/2014/main" id="{77FA8DC4-FE11-A354-E0E2-9A60739E1E42}"/>
              </a:ext>
            </a:extLst>
          </p:cNvPr>
          <p:cNvPicPr>
            <a:picLocks noChangeAspect="1"/>
          </p:cNvPicPr>
          <p:nvPr/>
        </p:nvPicPr>
        <p:blipFill>
          <a:blip r:embed="rId3"/>
          <a:srcRect/>
          <a:stretch/>
        </p:blipFill>
        <p:spPr>
          <a:xfrm>
            <a:off x="21587465" y="3008400"/>
            <a:ext cx="1005840" cy="1005840"/>
          </a:xfrm>
          <a:prstGeom prst="rect">
            <a:avLst/>
          </a:prstGeom>
        </p:spPr>
      </p:pic>
      <p:sp>
        <p:nvSpPr>
          <p:cNvPr id="17" name="Freeform 16">
            <a:extLst>
              <a:ext uri="{FF2B5EF4-FFF2-40B4-BE49-F238E27FC236}">
                <a16:creationId xmlns:a16="http://schemas.microsoft.com/office/drawing/2014/main" id="{7B3A9D2D-111C-AD6B-357E-5240EAF38A7A}"/>
              </a:ext>
            </a:extLst>
          </p:cNvPr>
          <p:cNvSpPr>
            <a:spLocks noChangeAspect="1"/>
          </p:cNvSpPr>
          <p:nvPr/>
        </p:nvSpPr>
        <p:spPr>
          <a:xfrm>
            <a:off x="14229439" y="3194624"/>
            <a:ext cx="914400" cy="819616"/>
          </a:xfrm>
          <a:custGeom>
            <a:avLst/>
            <a:gdLst>
              <a:gd name="connsiteX0" fmla="*/ 441896 w 1768177"/>
              <a:gd name="connsiteY0" fmla="*/ 1584894 h 1584894"/>
              <a:gd name="connsiteX1" fmla="*/ 361228 w 1768177"/>
              <a:gd name="connsiteY1" fmla="*/ 1504226 h 1584894"/>
              <a:gd name="connsiteX2" fmla="*/ 441896 w 1768177"/>
              <a:gd name="connsiteY2" fmla="*/ 1423558 h 1584894"/>
              <a:gd name="connsiteX3" fmla="*/ 462656 w 1768177"/>
              <a:gd name="connsiteY3" fmla="*/ 1426286 h 1584894"/>
              <a:gd name="connsiteX4" fmla="*/ 573872 w 1768177"/>
              <a:gd name="connsiteY4" fmla="*/ 1235530 h 1584894"/>
              <a:gd name="connsiteX5" fmla="*/ 9550 w 1768177"/>
              <a:gd name="connsiteY5" fmla="*/ 805259 h 1584894"/>
              <a:gd name="connsiteX6" fmla="*/ 0 w 1768177"/>
              <a:gd name="connsiteY6" fmla="*/ 792447 h 1584894"/>
              <a:gd name="connsiteX7" fmla="*/ 9609 w 1768177"/>
              <a:gd name="connsiteY7" fmla="*/ 779635 h 1584894"/>
              <a:gd name="connsiteX8" fmla="*/ 573634 w 1768177"/>
              <a:gd name="connsiteY8" fmla="*/ 349483 h 1584894"/>
              <a:gd name="connsiteX9" fmla="*/ 462597 w 1768177"/>
              <a:gd name="connsiteY9" fmla="*/ 158667 h 1584894"/>
              <a:gd name="connsiteX10" fmla="*/ 441896 w 1768177"/>
              <a:gd name="connsiteY10" fmla="*/ 161337 h 1584894"/>
              <a:gd name="connsiteX11" fmla="*/ 361228 w 1768177"/>
              <a:gd name="connsiteY11" fmla="*/ 80668 h 1584894"/>
              <a:gd name="connsiteX12" fmla="*/ 441896 w 1768177"/>
              <a:gd name="connsiteY12" fmla="*/ 0 h 1584894"/>
              <a:gd name="connsiteX13" fmla="*/ 522564 w 1768177"/>
              <a:gd name="connsiteY13" fmla="*/ 80668 h 1584894"/>
              <a:gd name="connsiteX14" fmla="*/ 499491 w 1768177"/>
              <a:gd name="connsiteY14" fmla="*/ 137136 h 1584894"/>
              <a:gd name="connsiteX15" fmla="*/ 614858 w 1768177"/>
              <a:gd name="connsiteY15" fmla="*/ 335307 h 1584894"/>
              <a:gd name="connsiteX16" fmla="*/ 857100 w 1768177"/>
              <a:gd name="connsiteY16" fmla="*/ 296575 h 1584894"/>
              <a:gd name="connsiteX17" fmla="*/ 1653996 w 1768177"/>
              <a:gd name="connsiteY17" fmla="*/ 719075 h 1584894"/>
              <a:gd name="connsiteX18" fmla="*/ 1687509 w 1768177"/>
              <a:gd name="connsiteY18" fmla="*/ 711779 h 1584894"/>
              <a:gd name="connsiteX19" fmla="*/ 1768177 w 1768177"/>
              <a:gd name="connsiteY19" fmla="*/ 792447 h 1584894"/>
              <a:gd name="connsiteX20" fmla="*/ 1687509 w 1768177"/>
              <a:gd name="connsiteY20" fmla="*/ 873115 h 1584894"/>
              <a:gd name="connsiteX21" fmla="*/ 1653996 w 1768177"/>
              <a:gd name="connsiteY21" fmla="*/ 865820 h 1584894"/>
              <a:gd name="connsiteX22" fmla="*/ 857100 w 1768177"/>
              <a:gd name="connsiteY22" fmla="*/ 1288320 h 1584894"/>
              <a:gd name="connsiteX23" fmla="*/ 615096 w 1768177"/>
              <a:gd name="connsiteY23" fmla="*/ 1249706 h 1584894"/>
              <a:gd name="connsiteX24" fmla="*/ 499550 w 1768177"/>
              <a:gd name="connsiteY24" fmla="*/ 1447818 h 1584894"/>
              <a:gd name="connsiteX25" fmla="*/ 522564 w 1768177"/>
              <a:gd name="connsiteY25" fmla="*/ 1504226 h 1584894"/>
              <a:gd name="connsiteX26" fmla="*/ 441896 w 1768177"/>
              <a:gd name="connsiteY26" fmla="*/ 1584894 h 1584894"/>
              <a:gd name="connsiteX27" fmla="*/ 441896 w 1768177"/>
              <a:gd name="connsiteY27" fmla="*/ 1466265 h 1584894"/>
              <a:gd name="connsiteX28" fmla="*/ 403935 w 1768177"/>
              <a:gd name="connsiteY28" fmla="*/ 1504226 h 1584894"/>
              <a:gd name="connsiteX29" fmla="*/ 441896 w 1768177"/>
              <a:gd name="connsiteY29" fmla="*/ 1542188 h 1584894"/>
              <a:gd name="connsiteX30" fmla="*/ 479858 w 1768177"/>
              <a:gd name="connsiteY30" fmla="*/ 1504226 h 1584894"/>
              <a:gd name="connsiteX31" fmla="*/ 441896 w 1768177"/>
              <a:gd name="connsiteY31" fmla="*/ 1466265 h 1584894"/>
              <a:gd name="connsiteX32" fmla="*/ 637517 w 1768177"/>
              <a:gd name="connsiteY32" fmla="*/ 1211270 h 1584894"/>
              <a:gd name="connsiteX33" fmla="*/ 857100 w 1768177"/>
              <a:gd name="connsiteY33" fmla="*/ 1245613 h 1584894"/>
              <a:gd name="connsiteX34" fmla="*/ 1621254 w 1768177"/>
              <a:gd name="connsiteY34" fmla="*/ 838416 h 1584894"/>
              <a:gd name="connsiteX35" fmla="*/ 1609747 w 1768177"/>
              <a:gd name="connsiteY35" fmla="*/ 813801 h 1584894"/>
              <a:gd name="connsiteX36" fmla="*/ 1233750 w 1768177"/>
              <a:gd name="connsiteY36" fmla="*/ 813801 h 1584894"/>
              <a:gd name="connsiteX37" fmla="*/ 857100 w 1768177"/>
              <a:gd name="connsiteY37" fmla="*/ 1169690 h 1584894"/>
              <a:gd name="connsiteX38" fmla="*/ 685799 w 1768177"/>
              <a:gd name="connsiteY38" fmla="*/ 1128525 h 1584894"/>
              <a:gd name="connsiteX39" fmla="*/ 637517 w 1768177"/>
              <a:gd name="connsiteY39" fmla="*/ 1211270 h 1584894"/>
              <a:gd name="connsiteX40" fmla="*/ 53917 w 1768177"/>
              <a:gd name="connsiteY40" fmla="*/ 792447 h 1584894"/>
              <a:gd name="connsiteX41" fmla="*/ 596233 w 1768177"/>
              <a:gd name="connsiteY41" fmla="*/ 1197331 h 1584894"/>
              <a:gd name="connsiteX42" fmla="*/ 648964 w 1768177"/>
              <a:gd name="connsiteY42" fmla="*/ 1106935 h 1584894"/>
              <a:gd name="connsiteX43" fmla="*/ 479858 w 1768177"/>
              <a:gd name="connsiteY43" fmla="*/ 792447 h 1584894"/>
              <a:gd name="connsiteX44" fmla="*/ 648549 w 1768177"/>
              <a:gd name="connsiteY44" fmla="*/ 478197 h 1584894"/>
              <a:gd name="connsiteX45" fmla="*/ 595878 w 1768177"/>
              <a:gd name="connsiteY45" fmla="*/ 387682 h 1584894"/>
              <a:gd name="connsiteX46" fmla="*/ 53917 w 1768177"/>
              <a:gd name="connsiteY46" fmla="*/ 792447 h 1584894"/>
              <a:gd name="connsiteX47" fmla="*/ 707330 w 1768177"/>
              <a:gd name="connsiteY47" fmla="*/ 1091572 h 1584894"/>
              <a:gd name="connsiteX48" fmla="*/ 857100 w 1768177"/>
              <a:gd name="connsiteY48" fmla="*/ 1126983 h 1584894"/>
              <a:gd name="connsiteX49" fmla="*/ 1190984 w 1768177"/>
              <a:gd name="connsiteY49" fmla="*/ 813801 h 1584894"/>
              <a:gd name="connsiteX50" fmla="*/ 1055272 w 1768177"/>
              <a:gd name="connsiteY50" fmla="*/ 813801 h 1584894"/>
              <a:gd name="connsiteX51" fmla="*/ 857100 w 1768177"/>
              <a:gd name="connsiteY51" fmla="*/ 991745 h 1584894"/>
              <a:gd name="connsiteX52" fmla="*/ 775720 w 1768177"/>
              <a:gd name="connsiteY52" fmla="*/ 974366 h 1584894"/>
              <a:gd name="connsiteX53" fmla="*/ 707330 w 1768177"/>
              <a:gd name="connsiteY53" fmla="*/ 1091572 h 1584894"/>
              <a:gd name="connsiteX54" fmla="*/ 670140 w 1768177"/>
              <a:gd name="connsiteY54" fmla="*/ 515209 h 1584894"/>
              <a:gd name="connsiteX55" fmla="*/ 522564 w 1768177"/>
              <a:gd name="connsiteY55" fmla="*/ 792447 h 1584894"/>
              <a:gd name="connsiteX56" fmla="*/ 670496 w 1768177"/>
              <a:gd name="connsiteY56" fmla="*/ 1069982 h 1584894"/>
              <a:gd name="connsiteX57" fmla="*/ 738826 w 1768177"/>
              <a:gd name="connsiteY57" fmla="*/ 952775 h 1584894"/>
              <a:gd name="connsiteX58" fmla="*/ 657802 w 1768177"/>
              <a:gd name="connsiteY58" fmla="*/ 792447 h 1584894"/>
              <a:gd name="connsiteX59" fmla="*/ 738352 w 1768177"/>
              <a:gd name="connsiteY59" fmla="*/ 632475 h 1584894"/>
              <a:gd name="connsiteX60" fmla="*/ 670140 w 1768177"/>
              <a:gd name="connsiteY60" fmla="*/ 515209 h 1584894"/>
              <a:gd name="connsiteX61" fmla="*/ 857100 w 1768177"/>
              <a:gd name="connsiteY61" fmla="*/ 635856 h 1584894"/>
              <a:gd name="connsiteX62" fmla="*/ 700509 w 1768177"/>
              <a:gd name="connsiteY62" fmla="*/ 792447 h 1584894"/>
              <a:gd name="connsiteX63" fmla="*/ 857100 w 1768177"/>
              <a:gd name="connsiteY63" fmla="*/ 949038 h 1584894"/>
              <a:gd name="connsiteX64" fmla="*/ 1013692 w 1768177"/>
              <a:gd name="connsiteY64" fmla="*/ 792447 h 1584894"/>
              <a:gd name="connsiteX65" fmla="*/ 857100 w 1768177"/>
              <a:gd name="connsiteY65" fmla="*/ 635856 h 1584894"/>
              <a:gd name="connsiteX66" fmla="*/ 1687509 w 1768177"/>
              <a:gd name="connsiteY66" fmla="*/ 754486 h 1584894"/>
              <a:gd name="connsiteX67" fmla="*/ 1649548 w 1768177"/>
              <a:gd name="connsiteY67" fmla="*/ 792447 h 1584894"/>
              <a:gd name="connsiteX68" fmla="*/ 1687509 w 1768177"/>
              <a:gd name="connsiteY68" fmla="*/ 830409 h 1584894"/>
              <a:gd name="connsiteX69" fmla="*/ 1725471 w 1768177"/>
              <a:gd name="connsiteY69" fmla="*/ 792447 h 1584894"/>
              <a:gd name="connsiteX70" fmla="*/ 1687509 w 1768177"/>
              <a:gd name="connsiteY70" fmla="*/ 754486 h 1584894"/>
              <a:gd name="connsiteX71" fmla="*/ 1233750 w 1768177"/>
              <a:gd name="connsiteY71" fmla="*/ 771094 h 1584894"/>
              <a:gd name="connsiteX72" fmla="*/ 1609747 w 1768177"/>
              <a:gd name="connsiteY72" fmla="*/ 771094 h 1584894"/>
              <a:gd name="connsiteX73" fmla="*/ 1621254 w 1768177"/>
              <a:gd name="connsiteY73" fmla="*/ 746478 h 1584894"/>
              <a:gd name="connsiteX74" fmla="*/ 857100 w 1768177"/>
              <a:gd name="connsiteY74" fmla="*/ 339281 h 1584894"/>
              <a:gd name="connsiteX75" fmla="*/ 637161 w 1768177"/>
              <a:gd name="connsiteY75" fmla="*/ 373743 h 1584894"/>
              <a:gd name="connsiteX76" fmla="*/ 685384 w 1768177"/>
              <a:gd name="connsiteY76" fmla="*/ 456547 h 1584894"/>
              <a:gd name="connsiteX77" fmla="*/ 857100 w 1768177"/>
              <a:gd name="connsiteY77" fmla="*/ 415204 h 1584894"/>
              <a:gd name="connsiteX78" fmla="*/ 1233750 w 1768177"/>
              <a:gd name="connsiteY78" fmla="*/ 771094 h 1584894"/>
              <a:gd name="connsiteX79" fmla="*/ 1055272 w 1768177"/>
              <a:gd name="connsiteY79" fmla="*/ 771094 h 1584894"/>
              <a:gd name="connsiteX80" fmla="*/ 1190984 w 1768177"/>
              <a:gd name="connsiteY80" fmla="*/ 771094 h 1584894"/>
              <a:gd name="connsiteX81" fmla="*/ 857100 w 1768177"/>
              <a:gd name="connsiteY81" fmla="*/ 457911 h 1584894"/>
              <a:gd name="connsiteX82" fmla="*/ 706915 w 1768177"/>
              <a:gd name="connsiteY82" fmla="*/ 493559 h 1584894"/>
              <a:gd name="connsiteX83" fmla="*/ 775127 w 1768177"/>
              <a:gd name="connsiteY83" fmla="*/ 610766 h 1584894"/>
              <a:gd name="connsiteX84" fmla="*/ 857100 w 1768177"/>
              <a:gd name="connsiteY84" fmla="*/ 593149 h 1584894"/>
              <a:gd name="connsiteX85" fmla="*/ 1055272 w 1768177"/>
              <a:gd name="connsiteY85" fmla="*/ 771094 h 1584894"/>
              <a:gd name="connsiteX86" fmla="*/ 441896 w 1768177"/>
              <a:gd name="connsiteY86" fmla="*/ 42707 h 1584894"/>
              <a:gd name="connsiteX87" fmla="*/ 403935 w 1768177"/>
              <a:gd name="connsiteY87" fmla="*/ 80668 h 1584894"/>
              <a:gd name="connsiteX88" fmla="*/ 441896 w 1768177"/>
              <a:gd name="connsiteY88" fmla="*/ 118630 h 1584894"/>
              <a:gd name="connsiteX89" fmla="*/ 479858 w 1768177"/>
              <a:gd name="connsiteY89" fmla="*/ 80668 h 1584894"/>
              <a:gd name="connsiteX90" fmla="*/ 441896 w 1768177"/>
              <a:gd name="connsiteY90" fmla="*/ 42707 h 15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768177" h="1584894">
                <a:moveTo>
                  <a:pt x="441896" y="1584894"/>
                </a:moveTo>
                <a:cubicBezTo>
                  <a:pt x="397410" y="1584894"/>
                  <a:pt x="361228" y="1548712"/>
                  <a:pt x="361228" y="1504226"/>
                </a:cubicBezTo>
                <a:cubicBezTo>
                  <a:pt x="361228" y="1459740"/>
                  <a:pt x="397410" y="1423558"/>
                  <a:pt x="441896" y="1423558"/>
                </a:cubicBezTo>
                <a:cubicBezTo>
                  <a:pt x="449073" y="1423558"/>
                  <a:pt x="456013" y="1424566"/>
                  <a:pt x="462656" y="1426286"/>
                </a:cubicBezTo>
                <a:lnTo>
                  <a:pt x="573872" y="1235530"/>
                </a:lnTo>
                <a:cubicBezTo>
                  <a:pt x="244199" y="1113460"/>
                  <a:pt x="21294" y="820859"/>
                  <a:pt x="9550" y="805259"/>
                </a:cubicBezTo>
                <a:lnTo>
                  <a:pt x="0" y="792447"/>
                </a:lnTo>
                <a:lnTo>
                  <a:pt x="9609" y="779635"/>
                </a:lnTo>
                <a:cubicBezTo>
                  <a:pt x="21294" y="764035"/>
                  <a:pt x="244081" y="471613"/>
                  <a:pt x="573634" y="349483"/>
                </a:cubicBezTo>
                <a:lnTo>
                  <a:pt x="462597" y="158667"/>
                </a:lnTo>
                <a:cubicBezTo>
                  <a:pt x="455954" y="160387"/>
                  <a:pt x="449073" y="161337"/>
                  <a:pt x="441896" y="161337"/>
                </a:cubicBezTo>
                <a:cubicBezTo>
                  <a:pt x="397410" y="161337"/>
                  <a:pt x="361228" y="125154"/>
                  <a:pt x="361228" y="80668"/>
                </a:cubicBezTo>
                <a:cubicBezTo>
                  <a:pt x="361228" y="36182"/>
                  <a:pt x="397410" y="0"/>
                  <a:pt x="441896" y="0"/>
                </a:cubicBezTo>
                <a:cubicBezTo>
                  <a:pt x="486382" y="0"/>
                  <a:pt x="522564" y="36182"/>
                  <a:pt x="522564" y="80668"/>
                </a:cubicBezTo>
                <a:cubicBezTo>
                  <a:pt x="522564" y="102615"/>
                  <a:pt x="513786" y="122604"/>
                  <a:pt x="499491" y="137136"/>
                </a:cubicBezTo>
                <a:lnTo>
                  <a:pt x="614858" y="335307"/>
                </a:lnTo>
                <a:cubicBezTo>
                  <a:pt x="690781" y="311166"/>
                  <a:pt x="771924" y="296575"/>
                  <a:pt x="857100" y="296575"/>
                </a:cubicBezTo>
                <a:cubicBezTo>
                  <a:pt x="1232267" y="296575"/>
                  <a:pt x="1531452" y="581523"/>
                  <a:pt x="1653996" y="719075"/>
                </a:cubicBezTo>
                <a:cubicBezTo>
                  <a:pt x="1664258" y="714389"/>
                  <a:pt x="1675587" y="711779"/>
                  <a:pt x="1687509" y="711779"/>
                </a:cubicBezTo>
                <a:cubicBezTo>
                  <a:pt x="1731995" y="711779"/>
                  <a:pt x="1768177" y="747961"/>
                  <a:pt x="1768177" y="792447"/>
                </a:cubicBezTo>
                <a:cubicBezTo>
                  <a:pt x="1768177" y="836933"/>
                  <a:pt x="1731995" y="873115"/>
                  <a:pt x="1687509" y="873115"/>
                </a:cubicBezTo>
                <a:cubicBezTo>
                  <a:pt x="1675587" y="873115"/>
                  <a:pt x="1664139" y="870446"/>
                  <a:pt x="1653996" y="865820"/>
                </a:cubicBezTo>
                <a:cubicBezTo>
                  <a:pt x="1531392" y="1003371"/>
                  <a:pt x="1232089" y="1288320"/>
                  <a:pt x="857100" y="1288320"/>
                </a:cubicBezTo>
                <a:cubicBezTo>
                  <a:pt x="772043" y="1288320"/>
                  <a:pt x="691019" y="1273728"/>
                  <a:pt x="615096" y="1249706"/>
                </a:cubicBezTo>
                <a:lnTo>
                  <a:pt x="499550" y="1447818"/>
                </a:lnTo>
                <a:cubicBezTo>
                  <a:pt x="513786" y="1462409"/>
                  <a:pt x="522564" y="1482280"/>
                  <a:pt x="522564" y="1504226"/>
                </a:cubicBezTo>
                <a:cubicBezTo>
                  <a:pt x="522564" y="1548712"/>
                  <a:pt x="486382" y="1584894"/>
                  <a:pt x="441896" y="1584894"/>
                </a:cubicBezTo>
                <a:close/>
                <a:moveTo>
                  <a:pt x="441896" y="1466265"/>
                </a:moveTo>
                <a:cubicBezTo>
                  <a:pt x="420958" y="1466265"/>
                  <a:pt x="403935" y="1483288"/>
                  <a:pt x="403935" y="1504226"/>
                </a:cubicBezTo>
                <a:cubicBezTo>
                  <a:pt x="403935" y="1525164"/>
                  <a:pt x="420958" y="1542188"/>
                  <a:pt x="441896" y="1542188"/>
                </a:cubicBezTo>
                <a:cubicBezTo>
                  <a:pt x="462834" y="1542188"/>
                  <a:pt x="479858" y="1525164"/>
                  <a:pt x="479858" y="1504226"/>
                </a:cubicBezTo>
                <a:cubicBezTo>
                  <a:pt x="479858" y="1483288"/>
                  <a:pt x="462834" y="1466265"/>
                  <a:pt x="441896" y="1466265"/>
                </a:cubicBezTo>
                <a:close/>
                <a:moveTo>
                  <a:pt x="637517" y="1211270"/>
                </a:moveTo>
                <a:cubicBezTo>
                  <a:pt x="706974" y="1232742"/>
                  <a:pt x="780584" y="1245613"/>
                  <a:pt x="857100" y="1245613"/>
                </a:cubicBezTo>
                <a:cubicBezTo>
                  <a:pt x="1214236" y="1245613"/>
                  <a:pt x="1502269" y="971697"/>
                  <a:pt x="1621254" y="838416"/>
                </a:cubicBezTo>
                <a:cubicBezTo>
                  <a:pt x="1616094" y="831002"/>
                  <a:pt x="1612179" y="822698"/>
                  <a:pt x="1609747" y="813801"/>
                </a:cubicBezTo>
                <a:lnTo>
                  <a:pt x="1233750" y="813801"/>
                </a:lnTo>
                <a:cubicBezTo>
                  <a:pt x="1222658" y="1011912"/>
                  <a:pt x="1057941" y="1169690"/>
                  <a:pt x="857100" y="1169690"/>
                </a:cubicBezTo>
                <a:cubicBezTo>
                  <a:pt x="795472" y="1169690"/>
                  <a:pt x="737225" y="1154802"/>
                  <a:pt x="685799" y="1128525"/>
                </a:cubicBezTo>
                <a:lnTo>
                  <a:pt x="637517" y="1211270"/>
                </a:lnTo>
                <a:close/>
                <a:moveTo>
                  <a:pt x="53917" y="792447"/>
                </a:moveTo>
                <a:cubicBezTo>
                  <a:pt x="101310" y="850872"/>
                  <a:pt x="310336" y="1092877"/>
                  <a:pt x="596233" y="1197331"/>
                </a:cubicBezTo>
                <a:lnTo>
                  <a:pt x="648964" y="1106935"/>
                </a:lnTo>
                <a:cubicBezTo>
                  <a:pt x="547121" y="1039316"/>
                  <a:pt x="479858" y="923592"/>
                  <a:pt x="479858" y="792447"/>
                </a:cubicBezTo>
                <a:cubicBezTo>
                  <a:pt x="479858" y="661480"/>
                  <a:pt x="546943" y="545875"/>
                  <a:pt x="648549" y="478197"/>
                </a:cubicBezTo>
                <a:lnTo>
                  <a:pt x="595878" y="387682"/>
                </a:lnTo>
                <a:cubicBezTo>
                  <a:pt x="310158" y="492136"/>
                  <a:pt x="101310" y="734081"/>
                  <a:pt x="53917" y="792447"/>
                </a:cubicBezTo>
                <a:close/>
                <a:moveTo>
                  <a:pt x="707330" y="1091572"/>
                </a:moveTo>
                <a:cubicBezTo>
                  <a:pt x="752410" y="1114231"/>
                  <a:pt x="803302" y="1126983"/>
                  <a:pt x="857100" y="1126983"/>
                </a:cubicBezTo>
                <a:cubicBezTo>
                  <a:pt x="1034393" y="1126983"/>
                  <a:pt x="1179892" y="988364"/>
                  <a:pt x="1190984" y="813801"/>
                </a:cubicBezTo>
                <a:lnTo>
                  <a:pt x="1055272" y="813801"/>
                </a:lnTo>
                <a:cubicBezTo>
                  <a:pt x="1044595" y="913687"/>
                  <a:pt x="959834" y="991745"/>
                  <a:pt x="857100" y="991745"/>
                </a:cubicBezTo>
                <a:cubicBezTo>
                  <a:pt x="828155" y="991745"/>
                  <a:pt x="800573" y="985517"/>
                  <a:pt x="775720" y="974366"/>
                </a:cubicBezTo>
                <a:lnTo>
                  <a:pt x="707330" y="1091572"/>
                </a:lnTo>
                <a:close/>
                <a:moveTo>
                  <a:pt x="670140" y="515209"/>
                </a:moveTo>
                <a:cubicBezTo>
                  <a:pt x="581167" y="575414"/>
                  <a:pt x="522564" y="677198"/>
                  <a:pt x="522564" y="792447"/>
                </a:cubicBezTo>
                <a:cubicBezTo>
                  <a:pt x="522564" y="907874"/>
                  <a:pt x="581345" y="1009836"/>
                  <a:pt x="670496" y="1069982"/>
                </a:cubicBezTo>
                <a:lnTo>
                  <a:pt x="738826" y="952775"/>
                </a:lnTo>
                <a:cubicBezTo>
                  <a:pt x="689714" y="916475"/>
                  <a:pt x="657802" y="858109"/>
                  <a:pt x="657802" y="792447"/>
                </a:cubicBezTo>
                <a:cubicBezTo>
                  <a:pt x="657802" y="726964"/>
                  <a:pt x="689536" y="668835"/>
                  <a:pt x="738352" y="632475"/>
                </a:cubicBezTo>
                <a:lnTo>
                  <a:pt x="670140" y="515209"/>
                </a:lnTo>
                <a:close/>
                <a:moveTo>
                  <a:pt x="857100" y="635856"/>
                </a:moveTo>
                <a:cubicBezTo>
                  <a:pt x="770738" y="635856"/>
                  <a:pt x="700509" y="706144"/>
                  <a:pt x="700509" y="792447"/>
                </a:cubicBezTo>
                <a:cubicBezTo>
                  <a:pt x="700509" y="878810"/>
                  <a:pt x="770797" y="949038"/>
                  <a:pt x="857100" y="949038"/>
                </a:cubicBezTo>
                <a:cubicBezTo>
                  <a:pt x="943463" y="949038"/>
                  <a:pt x="1013692" y="878810"/>
                  <a:pt x="1013692" y="792447"/>
                </a:cubicBezTo>
                <a:cubicBezTo>
                  <a:pt x="1013692" y="706085"/>
                  <a:pt x="943463" y="635856"/>
                  <a:pt x="857100" y="635856"/>
                </a:cubicBezTo>
                <a:close/>
                <a:moveTo>
                  <a:pt x="1687509" y="754486"/>
                </a:moveTo>
                <a:cubicBezTo>
                  <a:pt x="1666571" y="754486"/>
                  <a:pt x="1649548" y="771509"/>
                  <a:pt x="1649548" y="792447"/>
                </a:cubicBezTo>
                <a:cubicBezTo>
                  <a:pt x="1649548" y="813385"/>
                  <a:pt x="1666571" y="830409"/>
                  <a:pt x="1687509" y="830409"/>
                </a:cubicBezTo>
                <a:cubicBezTo>
                  <a:pt x="1708447" y="830409"/>
                  <a:pt x="1725471" y="813385"/>
                  <a:pt x="1725471" y="792447"/>
                </a:cubicBezTo>
                <a:cubicBezTo>
                  <a:pt x="1725471" y="771509"/>
                  <a:pt x="1708447" y="754486"/>
                  <a:pt x="1687509" y="754486"/>
                </a:cubicBezTo>
                <a:close/>
                <a:moveTo>
                  <a:pt x="1233750" y="771094"/>
                </a:moveTo>
                <a:lnTo>
                  <a:pt x="1609747" y="771094"/>
                </a:lnTo>
                <a:cubicBezTo>
                  <a:pt x="1612179" y="762197"/>
                  <a:pt x="1616094" y="753893"/>
                  <a:pt x="1621254" y="746478"/>
                </a:cubicBezTo>
                <a:cubicBezTo>
                  <a:pt x="1502328" y="613257"/>
                  <a:pt x="1214354" y="339281"/>
                  <a:pt x="857100" y="339281"/>
                </a:cubicBezTo>
                <a:cubicBezTo>
                  <a:pt x="780466" y="339281"/>
                  <a:pt x="706737" y="352212"/>
                  <a:pt x="637161" y="373743"/>
                </a:cubicBezTo>
                <a:lnTo>
                  <a:pt x="685384" y="456547"/>
                </a:lnTo>
                <a:cubicBezTo>
                  <a:pt x="736928" y="430152"/>
                  <a:pt x="795294" y="415204"/>
                  <a:pt x="857100" y="415204"/>
                </a:cubicBezTo>
                <a:cubicBezTo>
                  <a:pt x="1057941" y="415204"/>
                  <a:pt x="1222658" y="572982"/>
                  <a:pt x="1233750" y="771094"/>
                </a:cubicBezTo>
                <a:close/>
                <a:moveTo>
                  <a:pt x="1055272" y="771094"/>
                </a:moveTo>
                <a:lnTo>
                  <a:pt x="1190984" y="771094"/>
                </a:lnTo>
                <a:cubicBezTo>
                  <a:pt x="1179892" y="596530"/>
                  <a:pt x="1034393" y="457911"/>
                  <a:pt x="857100" y="457911"/>
                </a:cubicBezTo>
                <a:cubicBezTo>
                  <a:pt x="803124" y="457911"/>
                  <a:pt x="752113" y="470782"/>
                  <a:pt x="706915" y="493559"/>
                </a:cubicBezTo>
                <a:lnTo>
                  <a:pt x="775127" y="610766"/>
                </a:lnTo>
                <a:cubicBezTo>
                  <a:pt x="800158" y="599436"/>
                  <a:pt x="827918" y="593149"/>
                  <a:pt x="857100" y="593149"/>
                </a:cubicBezTo>
                <a:cubicBezTo>
                  <a:pt x="959775" y="593149"/>
                  <a:pt x="1044595" y="671208"/>
                  <a:pt x="1055272" y="771094"/>
                </a:cubicBezTo>
                <a:close/>
                <a:moveTo>
                  <a:pt x="441896" y="42707"/>
                </a:moveTo>
                <a:cubicBezTo>
                  <a:pt x="420958" y="42707"/>
                  <a:pt x="403935" y="59730"/>
                  <a:pt x="403935" y="80668"/>
                </a:cubicBezTo>
                <a:cubicBezTo>
                  <a:pt x="403935" y="101606"/>
                  <a:pt x="420958" y="118630"/>
                  <a:pt x="441896" y="118630"/>
                </a:cubicBezTo>
                <a:cubicBezTo>
                  <a:pt x="462834" y="118630"/>
                  <a:pt x="479858" y="101606"/>
                  <a:pt x="479858" y="80668"/>
                </a:cubicBezTo>
                <a:cubicBezTo>
                  <a:pt x="479858" y="59730"/>
                  <a:pt x="462834" y="42707"/>
                  <a:pt x="441896" y="42707"/>
                </a:cubicBezTo>
                <a:close/>
              </a:path>
            </a:pathLst>
          </a:custGeom>
          <a:solidFill>
            <a:schemeClr val="accent1"/>
          </a:solidFill>
          <a:ln w="59234"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6F584213-92D1-3D69-DEBD-02C3E5739E81}"/>
              </a:ext>
            </a:extLst>
          </p:cNvPr>
          <p:cNvSpPr>
            <a:spLocks noChangeAspect="1"/>
          </p:cNvSpPr>
          <p:nvPr/>
        </p:nvSpPr>
        <p:spPr>
          <a:xfrm>
            <a:off x="15273372" y="9882685"/>
            <a:ext cx="1128662" cy="914400"/>
          </a:xfrm>
          <a:custGeom>
            <a:avLst/>
            <a:gdLst>
              <a:gd name="connsiteX0" fmla="*/ 602288 w 1775180"/>
              <a:gd name="connsiteY0" fmla="*/ 1038889 h 1437178"/>
              <a:gd name="connsiteX1" fmla="*/ 354978 w 1775180"/>
              <a:gd name="connsiteY1" fmla="*/ 791579 h 1437178"/>
              <a:gd name="connsiteX2" fmla="*/ 384569 w 1775180"/>
              <a:gd name="connsiteY2" fmla="*/ 761988 h 1437178"/>
              <a:gd name="connsiteX3" fmla="*/ 602288 w 1775180"/>
              <a:gd name="connsiteY3" fmla="*/ 979707 h 1437178"/>
              <a:gd name="connsiteX4" fmla="*/ 1052551 w 1775180"/>
              <a:gd name="connsiteY4" fmla="*/ 529386 h 1437178"/>
              <a:gd name="connsiteX5" fmla="*/ 1082200 w 1775180"/>
              <a:gd name="connsiteY5" fmla="*/ 558977 h 1437178"/>
              <a:gd name="connsiteX6" fmla="*/ 602288 w 1775180"/>
              <a:gd name="connsiteY6" fmla="*/ 1038889 h 1437178"/>
              <a:gd name="connsiteX7" fmla="*/ 1336138 w 1775180"/>
              <a:gd name="connsiteY7" fmla="*/ 1085631 h 1437178"/>
              <a:gd name="connsiteX8" fmla="*/ 1754833 w 1775180"/>
              <a:gd name="connsiteY8" fmla="*/ 1318232 h 1437178"/>
              <a:gd name="connsiteX9" fmla="*/ 1775181 w 1775180"/>
              <a:gd name="connsiteY9" fmla="*/ 1281665 h 1437178"/>
              <a:gd name="connsiteX10" fmla="*/ 1356544 w 1775180"/>
              <a:gd name="connsiteY10" fmla="*/ 1049063 h 1437178"/>
              <a:gd name="connsiteX11" fmla="*/ 1437179 w 1775180"/>
              <a:gd name="connsiteY11" fmla="*/ 718560 h 1437178"/>
              <a:gd name="connsiteX12" fmla="*/ 718618 w 1775180"/>
              <a:gd name="connsiteY12" fmla="*/ 0 h 1437178"/>
              <a:gd name="connsiteX13" fmla="*/ 0 w 1775180"/>
              <a:gd name="connsiteY13" fmla="*/ 718618 h 1437178"/>
              <a:gd name="connsiteX14" fmla="*/ 718560 w 1775180"/>
              <a:gd name="connsiteY14" fmla="*/ 1437179 h 1437178"/>
              <a:gd name="connsiteX15" fmla="*/ 1336138 w 1775180"/>
              <a:gd name="connsiteY15" fmla="*/ 1085631 h 1437178"/>
              <a:gd name="connsiteX16" fmla="*/ 1395263 w 1775180"/>
              <a:gd name="connsiteY16" fmla="*/ 718618 h 1437178"/>
              <a:gd name="connsiteX17" fmla="*/ 718560 w 1775180"/>
              <a:gd name="connsiteY17" fmla="*/ 1395321 h 1437178"/>
              <a:gd name="connsiteX18" fmla="*/ 41858 w 1775180"/>
              <a:gd name="connsiteY18" fmla="*/ 718618 h 1437178"/>
              <a:gd name="connsiteX19" fmla="*/ 718560 w 1775180"/>
              <a:gd name="connsiteY19" fmla="*/ 41916 h 1437178"/>
              <a:gd name="connsiteX20" fmla="*/ 1395263 w 1775180"/>
              <a:gd name="connsiteY20" fmla="*/ 718618 h 143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75180" h="1437178">
                <a:moveTo>
                  <a:pt x="602288" y="1038889"/>
                </a:moveTo>
                <a:lnTo>
                  <a:pt x="354978" y="791579"/>
                </a:lnTo>
                <a:lnTo>
                  <a:pt x="384569" y="761988"/>
                </a:lnTo>
                <a:lnTo>
                  <a:pt x="602288" y="979707"/>
                </a:lnTo>
                <a:lnTo>
                  <a:pt x="1052551" y="529386"/>
                </a:lnTo>
                <a:lnTo>
                  <a:pt x="1082200" y="558977"/>
                </a:lnTo>
                <a:lnTo>
                  <a:pt x="602288" y="1038889"/>
                </a:lnTo>
                <a:close/>
                <a:moveTo>
                  <a:pt x="1336138" y="1085631"/>
                </a:moveTo>
                <a:lnTo>
                  <a:pt x="1754833" y="1318232"/>
                </a:lnTo>
                <a:lnTo>
                  <a:pt x="1775181" y="1281665"/>
                </a:lnTo>
                <a:lnTo>
                  <a:pt x="1356544" y="1049063"/>
                </a:lnTo>
                <a:cubicBezTo>
                  <a:pt x="1408053" y="950116"/>
                  <a:pt x="1437179" y="837623"/>
                  <a:pt x="1437179" y="718560"/>
                </a:cubicBezTo>
                <a:cubicBezTo>
                  <a:pt x="1437179" y="322364"/>
                  <a:pt x="1114815" y="0"/>
                  <a:pt x="718618" y="0"/>
                </a:cubicBezTo>
                <a:cubicBezTo>
                  <a:pt x="322422" y="0"/>
                  <a:pt x="0" y="322422"/>
                  <a:pt x="0" y="718618"/>
                </a:cubicBezTo>
                <a:cubicBezTo>
                  <a:pt x="0" y="1114815"/>
                  <a:pt x="322364" y="1437179"/>
                  <a:pt x="718560" y="1437179"/>
                </a:cubicBezTo>
                <a:cubicBezTo>
                  <a:pt x="980811" y="1437179"/>
                  <a:pt x="1210623" y="1296024"/>
                  <a:pt x="1336138" y="1085631"/>
                </a:cubicBezTo>
                <a:close/>
                <a:moveTo>
                  <a:pt x="1395263" y="718618"/>
                </a:moveTo>
                <a:cubicBezTo>
                  <a:pt x="1395263" y="1091735"/>
                  <a:pt x="1091677" y="1395321"/>
                  <a:pt x="718560" y="1395321"/>
                </a:cubicBezTo>
                <a:cubicBezTo>
                  <a:pt x="345444" y="1395321"/>
                  <a:pt x="41858" y="1091735"/>
                  <a:pt x="41858" y="718618"/>
                </a:cubicBezTo>
                <a:cubicBezTo>
                  <a:pt x="41858" y="345502"/>
                  <a:pt x="345444" y="41916"/>
                  <a:pt x="718560" y="41916"/>
                </a:cubicBezTo>
                <a:cubicBezTo>
                  <a:pt x="1091677" y="41916"/>
                  <a:pt x="1395263" y="345502"/>
                  <a:pt x="1395263" y="718618"/>
                </a:cubicBezTo>
                <a:close/>
              </a:path>
            </a:pathLst>
          </a:custGeom>
          <a:solidFill>
            <a:srgbClr val="0F62FE"/>
          </a:solidFill>
          <a:ln w="58043" cap="flat">
            <a:noFill/>
            <a:prstDash val="solid"/>
            <a:miter/>
          </a:ln>
        </p:spPr>
        <p:txBody>
          <a:bodyPr rtlCol="0" anchor="ctr"/>
          <a:lstStyle/>
          <a:p>
            <a:endParaRPr lang="en-US"/>
          </a:p>
        </p:txBody>
      </p:sp>
      <p:sp>
        <p:nvSpPr>
          <p:cNvPr id="19" name="Rectangle 18">
            <a:extLst>
              <a:ext uri="{FF2B5EF4-FFF2-40B4-BE49-F238E27FC236}">
                <a16:creationId xmlns:a16="http://schemas.microsoft.com/office/drawing/2014/main" id="{17180AAC-08C6-F6ED-5A0A-154D5C3812B7}"/>
              </a:ext>
            </a:extLst>
          </p:cNvPr>
          <p:cNvSpPr/>
          <p:nvPr/>
        </p:nvSpPr>
        <p:spPr>
          <a:xfrm>
            <a:off x="14633851" y="10892887"/>
            <a:ext cx="2407710" cy="861774"/>
          </a:xfrm>
          <a:prstGeom prst="rect">
            <a:avLst/>
          </a:prstGeom>
        </p:spPr>
        <p:txBody>
          <a:bodyPr wrap="none" lIns="0" tIns="0" rIns="0" bIns="0">
            <a:spAutoFit/>
          </a:bodyPr>
          <a:lstStyle/>
          <a:p>
            <a:pPr algn="ctr"/>
            <a:r>
              <a:rPr lang="en-US" sz="2800" dirty="0">
                <a:latin typeface="IBM Plex Sans Light" panose="020B0403050203000203" pitchFamily="34" charset="0"/>
              </a:rPr>
              <a:t>Evaluate</a:t>
            </a:r>
            <a:br>
              <a:rPr lang="en-US" sz="2800" dirty="0">
                <a:latin typeface="IBM Plex Sans Light" panose="020B0403050203000203" pitchFamily="34" charset="0"/>
              </a:rPr>
            </a:br>
            <a:r>
              <a:rPr lang="en-US" sz="2800" dirty="0">
                <a:latin typeface="IBM Plex Sans Light" panose="020B0403050203000203" pitchFamily="34" charset="0"/>
              </a:rPr>
              <a:t>adapted model</a:t>
            </a:r>
          </a:p>
        </p:txBody>
      </p:sp>
      <p:sp>
        <p:nvSpPr>
          <p:cNvPr id="20" name="Arc 19">
            <a:extLst>
              <a:ext uri="{FF2B5EF4-FFF2-40B4-BE49-F238E27FC236}">
                <a16:creationId xmlns:a16="http://schemas.microsoft.com/office/drawing/2014/main" id="{B0DCEBE0-8A9F-BC7B-C1F5-3B81EED2B5CF}"/>
              </a:ext>
            </a:extLst>
          </p:cNvPr>
          <p:cNvSpPr/>
          <p:nvPr/>
        </p:nvSpPr>
        <p:spPr bwMode="auto">
          <a:xfrm>
            <a:off x="13601364" y="1729677"/>
            <a:ext cx="9401676" cy="9418320"/>
          </a:xfrm>
          <a:prstGeom prst="arc">
            <a:avLst>
              <a:gd name="adj1" fmla="val 20645479"/>
              <a:gd name="adj2" fmla="val 21588093"/>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21" name="Arc 20">
            <a:extLst>
              <a:ext uri="{FF2B5EF4-FFF2-40B4-BE49-F238E27FC236}">
                <a16:creationId xmlns:a16="http://schemas.microsoft.com/office/drawing/2014/main" id="{8CDEC2BA-6989-BD4F-07CF-17AAD2873241}"/>
              </a:ext>
            </a:extLst>
          </p:cNvPr>
          <p:cNvSpPr/>
          <p:nvPr/>
        </p:nvSpPr>
        <p:spPr bwMode="auto">
          <a:xfrm>
            <a:off x="13601364" y="1729677"/>
            <a:ext cx="9401676" cy="9418320"/>
          </a:xfrm>
          <a:prstGeom prst="arc">
            <a:avLst>
              <a:gd name="adj1" fmla="val 1374121"/>
              <a:gd name="adj2" fmla="val 2963878"/>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22" name="Arc 21">
            <a:extLst>
              <a:ext uri="{FF2B5EF4-FFF2-40B4-BE49-F238E27FC236}">
                <a16:creationId xmlns:a16="http://schemas.microsoft.com/office/drawing/2014/main" id="{561F7C28-FAE6-B173-84D3-B4D0A5A6BA40}"/>
              </a:ext>
            </a:extLst>
          </p:cNvPr>
          <p:cNvSpPr/>
          <p:nvPr/>
        </p:nvSpPr>
        <p:spPr bwMode="auto">
          <a:xfrm>
            <a:off x="13601364" y="1729677"/>
            <a:ext cx="9401676" cy="9419001"/>
          </a:xfrm>
          <a:prstGeom prst="arc">
            <a:avLst>
              <a:gd name="adj1" fmla="val 4598786"/>
              <a:gd name="adj2" fmla="val 6219213"/>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23" name="Arc 22">
            <a:extLst>
              <a:ext uri="{FF2B5EF4-FFF2-40B4-BE49-F238E27FC236}">
                <a16:creationId xmlns:a16="http://schemas.microsoft.com/office/drawing/2014/main" id="{86EA16C8-5E96-6C35-4435-8BF906169E61}"/>
              </a:ext>
            </a:extLst>
          </p:cNvPr>
          <p:cNvSpPr/>
          <p:nvPr/>
        </p:nvSpPr>
        <p:spPr bwMode="auto">
          <a:xfrm>
            <a:off x="13601364" y="1729677"/>
            <a:ext cx="9401676" cy="9418320"/>
          </a:xfrm>
          <a:prstGeom prst="arc">
            <a:avLst>
              <a:gd name="adj1" fmla="val 8029912"/>
              <a:gd name="adj2" fmla="val 9134881"/>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24" name="Arc 23">
            <a:extLst>
              <a:ext uri="{FF2B5EF4-FFF2-40B4-BE49-F238E27FC236}">
                <a16:creationId xmlns:a16="http://schemas.microsoft.com/office/drawing/2014/main" id="{BC6B5F22-1463-903A-41D1-080D757F96B7}"/>
              </a:ext>
            </a:extLst>
          </p:cNvPr>
          <p:cNvSpPr/>
          <p:nvPr/>
        </p:nvSpPr>
        <p:spPr bwMode="auto">
          <a:xfrm>
            <a:off x="13601364" y="1729677"/>
            <a:ext cx="9401676" cy="9418320"/>
          </a:xfrm>
          <a:prstGeom prst="arc">
            <a:avLst>
              <a:gd name="adj1" fmla="val 10811848"/>
              <a:gd name="adj2" fmla="val 11754326"/>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25" name="Arc 24">
            <a:extLst>
              <a:ext uri="{FF2B5EF4-FFF2-40B4-BE49-F238E27FC236}">
                <a16:creationId xmlns:a16="http://schemas.microsoft.com/office/drawing/2014/main" id="{714B0D93-4BEB-EF39-21E6-3EEE259E8103}"/>
              </a:ext>
            </a:extLst>
          </p:cNvPr>
          <p:cNvSpPr/>
          <p:nvPr/>
        </p:nvSpPr>
        <p:spPr bwMode="auto">
          <a:xfrm>
            <a:off x="13601364" y="1729677"/>
            <a:ext cx="9401676" cy="9418320"/>
          </a:xfrm>
          <a:prstGeom prst="arc">
            <a:avLst>
              <a:gd name="adj1" fmla="val 13676879"/>
              <a:gd name="adj2" fmla="val 15218308"/>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31" name="Arc 30">
            <a:extLst>
              <a:ext uri="{FF2B5EF4-FFF2-40B4-BE49-F238E27FC236}">
                <a16:creationId xmlns:a16="http://schemas.microsoft.com/office/drawing/2014/main" id="{6E3B6064-415C-E946-D085-F7810EA2A296}"/>
              </a:ext>
            </a:extLst>
          </p:cNvPr>
          <p:cNvSpPr/>
          <p:nvPr/>
        </p:nvSpPr>
        <p:spPr bwMode="auto">
          <a:xfrm>
            <a:off x="13601364" y="1729677"/>
            <a:ext cx="9401676" cy="9418320"/>
          </a:xfrm>
          <a:prstGeom prst="arc">
            <a:avLst>
              <a:gd name="adj1" fmla="val 17180169"/>
              <a:gd name="adj2" fmla="val 18732070"/>
            </a:avLst>
          </a:prstGeom>
          <a:ln w="12700">
            <a:solidFill>
              <a:schemeClr val="tx1"/>
            </a:solidFill>
            <a:headEnd type="none" w="med" len="med"/>
            <a:tailEnd type="arrow" w="med" len="med"/>
          </a:ln>
          <a:effectLst/>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32" name="Rectangle 31">
            <a:extLst>
              <a:ext uri="{FF2B5EF4-FFF2-40B4-BE49-F238E27FC236}">
                <a16:creationId xmlns:a16="http://schemas.microsoft.com/office/drawing/2014/main" id="{924002F8-13BA-D4D0-AC9A-5CCD11F8A9CA}"/>
              </a:ext>
            </a:extLst>
          </p:cNvPr>
          <p:cNvSpPr/>
          <p:nvPr/>
        </p:nvSpPr>
        <p:spPr>
          <a:xfrm>
            <a:off x="17608103" y="2085046"/>
            <a:ext cx="1388201" cy="861774"/>
          </a:xfrm>
          <a:prstGeom prst="rect">
            <a:avLst/>
          </a:prstGeom>
        </p:spPr>
        <p:txBody>
          <a:bodyPr wrap="none" lIns="0" tIns="0" rIns="0" bIns="0">
            <a:spAutoFit/>
          </a:bodyPr>
          <a:lstStyle/>
          <a:p>
            <a:pPr algn="ctr"/>
            <a:r>
              <a:rPr lang="en-US" sz="2800" dirty="0">
                <a:latin typeface="IBM Plex Sans Light" panose="020B0403050203000203" pitchFamily="34" charset="0"/>
              </a:rPr>
              <a:t>Define</a:t>
            </a:r>
            <a:br>
              <a:rPr lang="en-US" sz="2800" dirty="0">
                <a:latin typeface="IBM Plex Sans Light" panose="020B0403050203000203" pitchFamily="34" charset="0"/>
              </a:rPr>
            </a:br>
            <a:r>
              <a:rPr lang="en-US" sz="2800" dirty="0">
                <a:latin typeface="IBM Plex Sans Light" panose="020B0403050203000203" pitchFamily="34" charset="0"/>
              </a:rPr>
              <a:t>use case</a:t>
            </a:r>
          </a:p>
        </p:txBody>
      </p:sp>
      <p:sp>
        <p:nvSpPr>
          <p:cNvPr id="33" name="Freeform 32">
            <a:extLst>
              <a:ext uri="{FF2B5EF4-FFF2-40B4-BE49-F238E27FC236}">
                <a16:creationId xmlns:a16="http://schemas.microsoft.com/office/drawing/2014/main" id="{D9526BB7-40CB-D5E3-37E7-97F3CF225761}"/>
              </a:ext>
            </a:extLst>
          </p:cNvPr>
          <p:cNvSpPr>
            <a:spLocks noChangeAspect="1"/>
          </p:cNvSpPr>
          <p:nvPr/>
        </p:nvSpPr>
        <p:spPr>
          <a:xfrm>
            <a:off x="18041961" y="1069388"/>
            <a:ext cx="515973" cy="846697"/>
          </a:xfrm>
          <a:custGeom>
            <a:avLst/>
            <a:gdLst>
              <a:gd name="connsiteX0" fmla="*/ 1868912 w 2830585"/>
              <a:gd name="connsiteY0" fmla="*/ 4644912 h 4644911"/>
              <a:gd name="connsiteX1" fmla="*/ 961673 w 2830585"/>
              <a:gd name="connsiteY1" fmla="*/ 4644912 h 4644911"/>
              <a:gd name="connsiteX2" fmla="*/ 961673 w 2830585"/>
              <a:gd name="connsiteY2" fmla="*/ 4536043 h 4644911"/>
              <a:gd name="connsiteX3" fmla="*/ 1868912 w 2830585"/>
              <a:gd name="connsiteY3" fmla="*/ 4536043 h 4644911"/>
              <a:gd name="connsiteX4" fmla="*/ 1868912 w 2830585"/>
              <a:gd name="connsiteY4" fmla="*/ 4644912 h 4644911"/>
              <a:gd name="connsiteX5" fmla="*/ 2020119 w 2830585"/>
              <a:gd name="connsiteY5" fmla="*/ 4342499 h 4644911"/>
              <a:gd name="connsiteX6" fmla="*/ 810467 w 2830585"/>
              <a:gd name="connsiteY6" fmla="*/ 4342499 h 4644911"/>
              <a:gd name="connsiteX7" fmla="*/ 810467 w 2830585"/>
              <a:gd name="connsiteY7" fmla="*/ 4233630 h 4644911"/>
              <a:gd name="connsiteX8" fmla="*/ 2020119 w 2830585"/>
              <a:gd name="connsiteY8" fmla="*/ 4233630 h 4644911"/>
              <a:gd name="connsiteX9" fmla="*/ 2020119 w 2830585"/>
              <a:gd name="connsiteY9" fmla="*/ 4342499 h 4644911"/>
              <a:gd name="connsiteX10" fmla="*/ 2020119 w 2830585"/>
              <a:gd name="connsiteY10" fmla="*/ 4040086 h 4644911"/>
              <a:gd name="connsiteX11" fmla="*/ 810467 w 2830585"/>
              <a:gd name="connsiteY11" fmla="*/ 4040086 h 4644911"/>
              <a:gd name="connsiteX12" fmla="*/ 810467 w 2830585"/>
              <a:gd name="connsiteY12" fmla="*/ 3931217 h 4644911"/>
              <a:gd name="connsiteX13" fmla="*/ 2020119 w 2830585"/>
              <a:gd name="connsiteY13" fmla="*/ 3931217 h 4644911"/>
              <a:gd name="connsiteX14" fmla="*/ 2020119 w 2830585"/>
              <a:gd name="connsiteY14" fmla="*/ 4040086 h 4644911"/>
              <a:gd name="connsiteX15" fmla="*/ 2020119 w 2830585"/>
              <a:gd name="connsiteY15" fmla="*/ 3737673 h 4644911"/>
              <a:gd name="connsiteX16" fmla="*/ 810467 w 2830585"/>
              <a:gd name="connsiteY16" fmla="*/ 3737673 h 4644911"/>
              <a:gd name="connsiteX17" fmla="*/ 756032 w 2830585"/>
              <a:gd name="connsiteY17" fmla="*/ 3683239 h 4644911"/>
              <a:gd name="connsiteX18" fmla="*/ 756032 w 2830585"/>
              <a:gd name="connsiteY18" fmla="*/ 3463536 h 4644911"/>
              <a:gd name="connsiteX19" fmla="*/ 447420 w 2830585"/>
              <a:gd name="connsiteY19" fmla="*/ 2526811 h 4644911"/>
              <a:gd name="connsiteX20" fmla="*/ 0 w 2830585"/>
              <a:gd name="connsiteY20" fmla="*/ 1455211 h 4644911"/>
              <a:gd name="connsiteX21" fmla="*/ 1415293 w 2830585"/>
              <a:gd name="connsiteY21" fmla="*/ 0 h 4644911"/>
              <a:gd name="connsiteX22" fmla="*/ 2830585 w 2830585"/>
              <a:gd name="connsiteY22" fmla="*/ 1455211 h 4644911"/>
              <a:gd name="connsiteX23" fmla="*/ 2383165 w 2830585"/>
              <a:gd name="connsiteY23" fmla="*/ 2526660 h 4644911"/>
              <a:gd name="connsiteX24" fmla="*/ 2074553 w 2830585"/>
              <a:gd name="connsiteY24" fmla="*/ 3463536 h 4644911"/>
              <a:gd name="connsiteX25" fmla="*/ 2074553 w 2830585"/>
              <a:gd name="connsiteY25" fmla="*/ 3683239 h 4644911"/>
              <a:gd name="connsiteX26" fmla="*/ 2020119 w 2830585"/>
              <a:gd name="connsiteY26" fmla="*/ 3737673 h 4644911"/>
              <a:gd name="connsiteX27" fmla="*/ 864901 w 2830585"/>
              <a:gd name="connsiteY27" fmla="*/ 3628804 h 4644911"/>
              <a:gd name="connsiteX28" fmla="*/ 1965684 w 2830585"/>
              <a:gd name="connsiteY28" fmla="*/ 3628804 h 4644911"/>
              <a:gd name="connsiteX29" fmla="*/ 1965684 w 2830585"/>
              <a:gd name="connsiteY29" fmla="*/ 3463536 h 4644911"/>
              <a:gd name="connsiteX30" fmla="*/ 2304689 w 2830585"/>
              <a:gd name="connsiteY30" fmla="*/ 2451208 h 4644911"/>
              <a:gd name="connsiteX31" fmla="*/ 2721716 w 2830585"/>
              <a:gd name="connsiteY31" fmla="*/ 1455060 h 4644911"/>
              <a:gd name="connsiteX32" fmla="*/ 1415293 w 2830585"/>
              <a:gd name="connsiteY32" fmla="*/ 108717 h 4644911"/>
              <a:gd name="connsiteX33" fmla="*/ 108869 w 2830585"/>
              <a:gd name="connsiteY33" fmla="*/ 1455060 h 4644911"/>
              <a:gd name="connsiteX34" fmla="*/ 525896 w 2830585"/>
              <a:gd name="connsiteY34" fmla="*/ 2451208 h 4644911"/>
              <a:gd name="connsiteX35" fmla="*/ 864901 w 2830585"/>
              <a:gd name="connsiteY35" fmla="*/ 3463536 h 4644911"/>
              <a:gd name="connsiteX36" fmla="*/ 864901 w 2830585"/>
              <a:gd name="connsiteY36" fmla="*/ 3628804 h 4644911"/>
              <a:gd name="connsiteX37" fmla="*/ 1594170 w 2830585"/>
              <a:gd name="connsiteY37" fmla="*/ 2452418 h 4644911"/>
              <a:gd name="connsiteX38" fmla="*/ 1236567 w 2830585"/>
              <a:gd name="connsiteY38" fmla="*/ 2452418 h 4644911"/>
              <a:gd name="connsiteX39" fmla="*/ 1182132 w 2830585"/>
              <a:gd name="connsiteY39" fmla="*/ 2397984 h 4644911"/>
              <a:gd name="connsiteX40" fmla="*/ 1182132 w 2830585"/>
              <a:gd name="connsiteY40" fmla="*/ 2200054 h 4644911"/>
              <a:gd name="connsiteX41" fmla="*/ 1079161 w 2830585"/>
              <a:gd name="connsiteY41" fmla="*/ 2156960 h 4644911"/>
              <a:gd name="connsiteX42" fmla="*/ 938841 w 2830585"/>
              <a:gd name="connsiteY42" fmla="*/ 2297280 h 4644911"/>
              <a:gd name="connsiteX43" fmla="*/ 900435 w 2830585"/>
              <a:gd name="connsiteY43" fmla="*/ 2313157 h 4644911"/>
              <a:gd name="connsiteX44" fmla="*/ 900435 w 2830585"/>
              <a:gd name="connsiteY44" fmla="*/ 2313157 h 4644911"/>
              <a:gd name="connsiteX45" fmla="*/ 862028 w 2830585"/>
              <a:gd name="connsiteY45" fmla="*/ 2297280 h 4644911"/>
              <a:gd name="connsiteX46" fmla="*/ 609211 w 2830585"/>
              <a:gd name="connsiteY46" fmla="*/ 2044312 h 4644911"/>
              <a:gd name="connsiteX47" fmla="*/ 609211 w 2830585"/>
              <a:gd name="connsiteY47" fmla="*/ 1967347 h 4644911"/>
              <a:gd name="connsiteX48" fmla="*/ 749077 w 2830585"/>
              <a:gd name="connsiteY48" fmla="*/ 1827330 h 4644911"/>
              <a:gd name="connsiteX49" fmla="*/ 706739 w 2830585"/>
              <a:gd name="connsiteY49" fmla="*/ 1724056 h 4644911"/>
              <a:gd name="connsiteX50" fmla="*/ 508054 w 2830585"/>
              <a:gd name="connsiteY50" fmla="*/ 1724056 h 4644911"/>
              <a:gd name="connsiteX51" fmla="*/ 453619 w 2830585"/>
              <a:gd name="connsiteY51" fmla="*/ 1669622 h 4644911"/>
              <a:gd name="connsiteX52" fmla="*/ 453619 w 2830585"/>
              <a:gd name="connsiteY52" fmla="*/ 1311867 h 4644911"/>
              <a:gd name="connsiteX53" fmla="*/ 508054 w 2830585"/>
              <a:gd name="connsiteY53" fmla="*/ 1257433 h 4644911"/>
              <a:gd name="connsiteX54" fmla="*/ 705983 w 2830585"/>
              <a:gd name="connsiteY54" fmla="*/ 1257433 h 4644911"/>
              <a:gd name="connsiteX55" fmla="*/ 749077 w 2830585"/>
              <a:gd name="connsiteY55" fmla="*/ 1154461 h 4644911"/>
              <a:gd name="connsiteX56" fmla="*/ 608908 w 2830585"/>
              <a:gd name="connsiteY56" fmla="*/ 1014142 h 4644911"/>
              <a:gd name="connsiteX57" fmla="*/ 608908 w 2830585"/>
              <a:gd name="connsiteY57" fmla="*/ 937178 h 4644911"/>
              <a:gd name="connsiteX58" fmla="*/ 861726 w 2830585"/>
              <a:gd name="connsiteY58" fmla="*/ 684209 h 4644911"/>
              <a:gd name="connsiteX59" fmla="*/ 938690 w 2830585"/>
              <a:gd name="connsiteY59" fmla="*/ 684209 h 4644911"/>
              <a:gd name="connsiteX60" fmla="*/ 1078707 w 2830585"/>
              <a:gd name="connsiteY60" fmla="*/ 824226 h 4644911"/>
              <a:gd name="connsiteX61" fmla="*/ 1182132 w 2830585"/>
              <a:gd name="connsiteY61" fmla="*/ 781889 h 4644911"/>
              <a:gd name="connsiteX62" fmla="*/ 1182132 w 2830585"/>
              <a:gd name="connsiteY62" fmla="*/ 583506 h 4644911"/>
              <a:gd name="connsiteX63" fmla="*/ 1236567 w 2830585"/>
              <a:gd name="connsiteY63" fmla="*/ 529071 h 4644911"/>
              <a:gd name="connsiteX64" fmla="*/ 1594170 w 2830585"/>
              <a:gd name="connsiteY64" fmla="*/ 529071 h 4644911"/>
              <a:gd name="connsiteX65" fmla="*/ 1648604 w 2830585"/>
              <a:gd name="connsiteY65" fmla="*/ 583506 h 4644911"/>
              <a:gd name="connsiteX66" fmla="*/ 1648604 w 2830585"/>
              <a:gd name="connsiteY66" fmla="*/ 781435 h 4644911"/>
              <a:gd name="connsiteX67" fmla="*/ 1751576 w 2830585"/>
              <a:gd name="connsiteY67" fmla="*/ 824529 h 4644911"/>
              <a:gd name="connsiteX68" fmla="*/ 1891895 w 2830585"/>
              <a:gd name="connsiteY68" fmla="*/ 684209 h 4644911"/>
              <a:gd name="connsiteX69" fmla="*/ 1969011 w 2830585"/>
              <a:gd name="connsiteY69" fmla="*/ 684209 h 4644911"/>
              <a:gd name="connsiteX70" fmla="*/ 2221979 w 2830585"/>
              <a:gd name="connsiteY70" fmla="*/ 937178 h 4644911"/>
              <a:gd name="connsiteX71" fmla="*/ 2221979 w 2830585"/>
              <a:gd name="connsiteY71" fmla="*/ 1014142 h 4644911"/>
              <a:gd name="connsiteX72" fmla="*/ 2081962 w 2830585"/>
              <a:gd name="connsiteY72" fmla="*/ 1154159 h 4644911"/>
              <a:gd name="connsiteX73" fmla="*/ 2124300 w 2830585"/>
              <a:gd name="connsiteY73" fmla="*/ 1257433 h 4644911"/>
              <a:gd name="connsiteX74" fmla="*/ 2322532 w 2830585"/>
              <a:gd name="connsiteY74" fmla="*/ 1257433 h 4644911"/>
              <a:gd name="connsiteX75" fmla="*/ 2376966 w 2830585"/>
              <a:gd name="connsiteY75" fmla="*/ 1311867 h 4644911"/>
              <a:gd name="connsiteX76" fmla="*/ 2376966 w 2830585"/>
              <a:gd name="connsiteY76" fmla="*/ 1669622 h 4644911"/>
              <a:gd name="connsiteX77" fmla="*/ 2322532 w 2830585"/>
              <a:gd name="connsiteY77" fmla="*/ 1724056 h 4644911"/>
              <a:gd name="connsiteX78" fmla="*/ 2124451 w 2830585"/>
              <a:gd name="connsiteY78" fmla="*/ 1724056 h 4644911"/>
              <a:gd name="connsiteX79" fmla="*/ 2081508 w 2830585"/>
              <a:gd name="connsiteY79" fmla="*/ 1827028 h 4644911"/>
              <a:gd name="connsiteX80" fmla="*/ 2221828 w 2830585"/>
              <a:gd name="connsiteY80" fmla="*/ 1967347 h 4644911"/>
              <a:gd name="connsiteX81" fmla="*/ 2221828 w 2830585"/>
              <a:gd name="connsiteY81" fmla="*/ 2044312 h 4644911"/>
              <a:gd name="connsiteX82" fmla="*/ 1968859 w 2830585"/>
              <a:gd name="connsiteY82" fmla="*/ 2297280 h 4644911"/>
              <a:gd name="connsiteX83" fmla="*/ 1930302 w 2830585"/>
              <a:gd name="connsiteY83" fmla="*/ 2313157 h 4644911"/>
              <a:gd name="connsiteX84" fmla="*/ 1930302 w 2830585"/>
              <a:gd name="connsiteY84" fmla="*/ 2313157 h 4644911"/>
              <a:gd name="connsiteX85" fmla="*/ 1891744 w 2830585"/>
              <a:gd name="connsiteY85" fmla="*/ 2297280 h 4644911"/>
              <a:gd name="connsiteX86" fmla="*/ 1751878 w 2830585"/>
              <a:gd name="connsiteY86" fmla="*/ 2157263 h 4644911"/>
              <a:gd name="connsiteX87" fmla="*/ 1648453 w 2830585"/>
              <a:gd name="connsiteY87" fmla="*/ 2199601 h 4644911"/>
              <a:gd name="connsiteX88" fmla="*/ 1648453 w 2830585"/>
              <a:gd name="connsiteY88" fmla="*/ 2397984 h 4644911"/>
              <a:gd name="connsiteX89" fmla="*/ 1594170 w 2830585"/>
              <a:gd name="connsiteY89" fmla="*/ 2452418 h 4644911"/>
              <a:gd name="connsiteX90" fmla="*/ 1290850 w 2830585"/>
              <a:gd name="connsiteY90" fmla="*/ 2343549 h 4644911"/>
              <a:gd name="connsiteX91" fmla="*/ 1539736 w 2830585"/>
              <a:gd name="connsiteY91" fmla="*/ 2343549 h 4644911"/>
              <a:gd name="connsiteX92" fmla="*/ 1539736 w 2830585"/>
              <a:gd name="connsiteY92" fmla="*/ 2163009 h 4644911"/>
              <a:gd name="connsiteX93" fmla="*/ 1573455 w 2830585"/>
              <a:gd name="connsiteY93" fmla="*/ 2112657 h 4644911"/>
              <a:gd name="connsiteX94" fmla="*/ 1744167 w 2830585"/>
              <a:gd name="connsiteY94" fmla="*/ 2042799 h 4644911"/>
              <a:gd name="connsiteX95" fmla="*/ 1803440 w 2830585"/>
              <a:gd name="connsiteY95" fmla="*/ 2054745 h 4644911"/>
              <a:gd name="connsiteX96" fmla="*/ 1930453 w 2830585"/>
              <a:gd name="connsiteY96" fmla="*/ 2181758 h 4644911"/>
              <a:gd name="connsiteX97" fmla="*/ 2106457 w 2830585"/>
              <a:gd name="connsiteY97" fmla="*/ 2005754 h 4644911"/>
              <a:gd name="connsiteX98" fmla="*/ 1978688 w 2830585"/>
              <a:gd name="connsiteY98" fmla="*/ 1878136 h 4644911"/>
              <a:gd name="connsiteX99" fmla="*/ 1967045 w 2830585"/>
              <a:gd name="connsiteY99" fmla="*/ 1818560 h 4644911"/>
              <a:gd name="connsiteX100" fmla="*/ 2038263 w 2830585"/>
              <a:gd name="connsiteY100" fmla="*/ 1648453 h 4644911"/>
              <a:gd name="connsiteX101" fmla="*/ 2088464 w 2830585"/>
              <a:gd name="connsiteY101" fmla="*/ 1615036 h 4644911"/>
              <a:gd name="connsiteX102" fmla="*/ 2268097 w 2830585"/>
              <a:gd name="connsiteY102" fmla="*/ 1615036 h 4644911"/>
              <a:gd name="connsiteX103" fmla="*/ 2268097 w 2830585"/>
              <a:gd name="connsiteY103" fmla="*/ 1366302 h 4644911"/>
              <a:gd name="connsiteX104" fmla="*/ 2087859 w 2830585"/>
              <a:gd name="connsiteY104" fmla="*/ 1366302 h 4644911"/>
              <a:gd name="connsiteX105" fmla="*/ 2037507 w 2830585"/>
              <a:gd name="connsiteY105" fmla="*/ 1332583 h 4644911"/>
              <a:gd name="connsiteX106" fmla="*/ 1967499 w 2830585"/>
              <a:gd name="connsiteY106" fmla="*/ 1162022 h 4644911"/>
              <a:gd name="connsiteX107" fmla="*/ 1979293 w 2830585"/>
              <a:gd name="connsiteY107" fmla="*/ 1102900 h 4644911"/>
              <a:gd name="connsiteX108" fmla="*/ 2106457 w 2830585"/>
              <a:gd name="connsiteY108" fmla="*/ 975735 h 4644911"/>
              <a:gd name="connsiteX109" fmla="*/ 1930302 w 2830585"/>
              <a:gd name="connsiteY109" fmla="*/ 799731 h 4644911"/>
              <a:gd name="connsiteX110" fmla="*/ 1802684 w 2830585"/>
              <a:gd name="connsiteY110" fmla="*/ 927349 h 4644911"/>
              <a:gd name="connsiteX111" fmla="*/ 1743108 w 2830585"/>
              <a:gd name="connsiteY111" fmla="*/ 939143 h 4644911"/>
              <a:gd name="connsiteX112" fmla="*/ 1573001 w 2830585"/>
              <a:gd name="connsiteY112" fmla="*/ 867925 h 4644911"/>
              <a:gd name="connsiteX113" fmla="*/ 1539584 w 2830585"/>
              <a:gd name="connsiteY113" fmla="*/ 817725 h 4644911"/>
              <a:gd name="connsiteX114" fmla="*/ 1539584 w 2830585"/>
              <a:gd name="connsiteY114" fmla="*/ 637940 h 4644911"/>
              <a:gd name="connsiteX115" fmla="*/ 1290698 w 2830585"/>
              <a:gd name="connsiteY115" fmla="*/ 637940 h 4644911"/>
              <a:gd name="connsiteX116" fmla="*/ 1290698 w 2830585"/>
              <a:gd name="connsiteY116" fmla="*/ 818329 h 4644911"/>
              <a:gd name="connsiteX117" fmla="*/ 1256979 w 2830585"/>
              <a:gd name="connsiteY117" fmla="*/ 868681 h 4644911"/>
              <a:gd name="connsiteX118" fmla="*/ 1086419 w 2830585"/>
              <a:gd name="connsiteY118" fmla="*/ 938690 h 4644911"/>
              <a:gd name="connsiteX119" fmla="*/ 1027297 w 2830585"/>
              <a:gd name="connsiteY119" fmla="*/ 926744 h 4644911"/>
              <a:gd name="connsiteX120" fmla="*/ 900132 w 2830585"/>
              <a:gd name="connsiteY120" fmla="*/ 799731 h 4644911"/>
              <a:gd name="connsiteX121" fmla="*/ 724279 w 2830585"/>
              <a:gd name="connsiteY121" fmla="*/ 975735 h 4644911"/>
              <a:gd name="connsiteX122" fmla="*/ 851897 w 2830585"/>
              <a:gd name="connsiteY122" fmla="*/ 1103354 h 4644911"/>
              <a:gd name="connsiteX123" fmla="*/ 863691 w 2830585"/>
              <a:gd name="connsiteY123" fmla="*/ 1162929 h 4644911"/>
              <a:gd name="connsiteX124" fmla="*/ 792473 w 2830585"/>
              <a:gd name="connsiteY124" fmla="*/ 1333036 h 4644911"/>
              <a:gd name="connsiteX125" fmla="*/ 742273 w 2830585"/>
              <a:gd name="connsiteY125" fmla="*/ 1366453 h 4644911"/>
              <a:gd name="connsiteX126" fmla="*/ 562488 w 2830585"/>
              <a:gd name="connsiteY126" fmla="*/ 1366453 h 4644911"/>
              <a:gd name="connsiteX127" fmla="*/ 562488 w 2830585"/>
              <a:gd name="connsiteY127" fmla="*/ 1615339 h 4644911"/>
              <a:gd name="connsiteX128" fmla="*/ 743029 w 2830585"/>
              <a:gd name="connsiteY128" fmla="*/ 1615339 h 4644911"/>
              <a:gd name="connsiteX129" fmla="*/ 793380 w 2830585"/>
              <a:gd name="connsiteY129" fmla="*/ 1649058 h 4644911"/>
              <a:gd name="connsiteX130" fmla="*/ 863238 w 2830585"/>
              <a:gd name="connsiteY130" fmla="*/ 1819619 h 4644911"/>
              <a:gd name="connsiteX131" fmla="*/ 851293 w 2830585"/>
              <a:gd name="connsiteY131" fmla="*/ 1878740 h 4644911"/>
              <a:gd name="connsiteX132" fmla="*/ 724279 w 2830585"/>
              <a:gd name="connsiteY132" fmla="*/ 2005905 h 4644911"/>
              <a:gd name="connsiteX133" fmla="*/ 900283 w 2830585"/>
              <a:gd name="connsiteY133" fmla="*/ 2181909 h 4644911"/>
              <a:gd name="connsiteX134" fmla="*/ 1027902 w 2830585"/>
              <a:gd name="connsiteY134" fmla="*/ 2054291 h 4644911"/>
              <a:gd name="connsiteX135" fmla="*/ 1087477 w 2830585"/>
              <a:gd name="connsiteY135" fmla="*/ 2042497 h 4644911"/>
              <a:gd name="connsiteX136" fmla="*/ 1257584 w 2830585"/>
              <a:gd name="connsiteY136" fmla="*/ 2113715 h 4644911"/>
              <a:gd name="connsiteX137" fmla="*/ 1291001 w 2830585"/>
              <a:gd name="connsiteY137" fmla="*/ 2163916 h 4644911"/>
              <a:gd name="connsiteX138" fmla="*/ 1290850 w 2830585"/>
              <a:gd name="connsiteY138" fmla="*/ 2343549 h 4644911"/>
              <a:gd name="connsiteX139" fmla="*/ 1290850 w 2830585"/>
              <a:gd name="connsiteY139" fmla="*/ 2343549 h 4644911"/>
              <a:gd name="connsiteX140" fmla="*/ 1415293 w 2830585"/>
              <a:gd name="connsiteY140" fmla="*/ 1923195 h 4644911"/>
              <a:gd name="connsiteX141" fmla="*/ 982842 w 2830585"/>
              <a:gd name="connsiteY141" fmla="*/ 1490745 h 4644911"/>
              <a:gd name="connsiteX142" fmla="*/ 1415293 w 2830585"/>
              <a:gd name="connsiteY142" fmla="*/ 1058294 h 4644911"/>
              <a:gd name="connsiteX143" fmla="*/ 1847743 w 2830585"/>
              <a:gd name="connsiteY143" fmla="*/ 1490745 h 4644911"/>
              <a:gd name="connsiteX144" fmla="*/ 1415293 w 2830585"/>
              <a:gd name="connsiteY144" fmla="*/ 1923195 h 4644911"/>
              <a:gd name="connsiteX145" fmla="*/ 1415293 w 2830585"/>
              <a:gd name="connsiteY145" fmla="*/ 1167163 h 4644911"/>
              <a:gd name="connsiteX146" fmla="*/ 1091711 w 2830585"/>
              <a:gd name="connsiteY146" fmla="*/ 1490745 h 4644911"/>
              <a:gd name="connsiteX147" fmla="*/ 1415293 w 2830585"/>
              <a:gd name="connsiteY147" fmla="*/ 1814327 h 4644911"/>
              <a:gd name="connsiteX148" fmla="*/ 1738874 w 2830585"/>
              <a:gd name="connsiteY148" fmla="*/ 1490745 h 4644911"/>
              <a:gd name="connsiteX149" fmla="*/ 1415293 w 2830585"/>
              <a:gd name="connsiteY149" fmla="*/ 1167163 h 464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830585" h="4644911">
                <a:moveTo>
                  <a:pt x="1868912" y="4644912"/>
                </a:moveTo>
                <a:lnTo>
                  <a:pt x="961673" y="4644912"/>
                </a:lnTo>
                <a:lnTo>
                  <a:pt x="961673" y="4536043"/>
                </a:lnTo>
                <a:lnTo>
                  <a:pt x="1868912" y="4536043"/>
                </a:lnTo>
                <a:lnTo>
                  <a:pt x="1868912" y="4644912"/>
                </a:lnTo>
                <a:close/>
                <a:moveTo>
                  <a:pt x="2020119" y="4342499"/>
                </a:moveTo>
                <a:lnTo>
                  <a:pt x="810467" y="4342499"/>
                </a:lnTo>
                <a:lnTo>
                  <a:pt x="810467" y="4233630"/>
                </a:lnTo>
                <a:lnTo>
                  <a:pt x="2020119" y="4233630"/>
                </a:lnTo>
                <a:lnTo>
                  <a:pt x="2020119" y="4342499"/>
                </a:lnTo>
                <a:close/>
                <a:moveTo>
                  <a:pt x="2020119" y="4040086"/>
                </a:moveTo>
                <a:lnTo>
                  <a:pt x="810467" y="4040086"/>
                </a:lnTo>
                <a:lnTo>
                  <a:pt x="810467" y="3931217"/>
                </a:lnTo>
                <a:lnTo>
                  <a:pt x="2020119" y="3931217"/>
                </a:lnTo>
                <a:lnTo>
                  <a:pt x="2020119" y="4040086"/>
                </a:lnTo>
                <a:close/>
                <a:moveTo>
                  <a:pt x="2020119" y="3737673"/>
                </a:moveTo>
                <a:lnTo>
                  <a:pt x="810467" y="3737673"/>
                </a:lnTo>
                <a:cubicBezTo>
                  <a:pt x="780377" y="3737673"/>
                  <a:pt x="756032" y="3713328"/>
                  <a:pt x="756032" y="3683239"/>
                </a:cubicBezTo>
                <a:lnTo>
                  <a:pt x="756032" y="3463536"/>
                </a:lnTo>
                <a:cubicBezTo>
                  <a:pt x="756032" y="3218278"/>
                  <a:pt x="756032" y="2847672"/>
                  <a:pt x="447420" y="2526811"/>
                </a:cubicBezTo>
                <a:cubicBezTo>
                  <a:pt x="158918" y="2226515"/>
                  <a:pt x="0" y="1845929"/>
                  <a:pt x="0" y="1455211"/>
                </a:cubicBezTo>
                <a:cubicBezTo>
                  <a:pt x="0" y="639150"/>
                  <a:pt x="621610" y="0"/>
                  <a:pt x="1415293" y="0"/>
                </a:cubicBezTo>
                <a:cubicBezTo>
                  <a:pt x="2208976" y="0"/>
                  <a:pt x="2830585" y="639150"/>
                  <a:pt x="2830585" y="1455211"/>
                </a:cubicBezTo>
                <a:cubicBezTo>
                  <a:pt x="2830585" y="1845929"/>
                  <a:pt x="2671667" y="2226667"/>
                  <a:pt x="2383165" y="2526660"/>
                </a:cubicBezTo>
                <a:cubicBezTo>
                  <a:pt x="2074553" y="2847672"/>
                  <a:pt x="2074553" y="3218278"/>
                  <a:pt x="2074553" y="3463536"/>
                </a:cubicBezTo>
                <a:lnTo>
                  <a:pt x="2074553" y="3683239"/>
                </a:lnTo>
                <a:cubicBezTo>
                  <a:pt x="2074553" y="3713328"/>
                  <a:pt x="2050209" y="3737673"/>
                  <a:pt x="2020119" y="3737673"/>
                </a:cubicBezTo>
                <a:close/>
                <a:moveTo>
                  <a:pt x="864901" y="3628804"/>
                </a:moveTo>
                <a:lnTo>
                  <a:pt x="1965684" y="3628804"/>
                </a:lnTo>
                <a:lnTo>
                  <a:pt x="1965684" y="3463536"/>
                </a:lnTo>
                <a:cubicBezTo>
                  <a:pt x="1965684" y="3216767"/>
                  <a:pt x="1965684" y="2803822"/>
                  <a:pt x="2304689" y="2451208"/>
                </a:cubicBezTo>
                <a:cubicBezTo>
                  <a:pt x="2573534" y="2171325"/>
                  <a:pt x="2721716" y="1817653"/>
                  <a:pt x="2721716" y="1455060"/>
                </a:cubicBezTo>
                <a:cubicBezTo>
                  <a:pt x="2721716" y="700086"/>
                  <a:pt x="2147888" y="108717"/>
                  <a:pt x="1415293" y="108717"/>
                </a:cubicBezTo>
                <a:cubicBezTo>
                  <a:pt x="682697" y="108717"/>
                  <a:pt x="108869" y="700086"/>
                  <a:pt x="108869" y="1455060"/>
                </a:cubicBezTo>
                <a:cubicBezTo>
                  <a:pt x="108869" y="1817653"/>
                  <a:pt x="256900" y="2171325"/>
                  <a:pt x="525896" y="2451208"/>
                </a:cubicBezTo>
                <a:cubicBezTo>
                  <a:pt x="864901" y="2803822"/>
                  <a:pt x="864901" y="3216767"/>
                  <a:pt x="864901" y="3463536"/>
                </a:cubicBezTo>
                <a:cubicBezTo>
                  <a:pt x="864901" y="3463536"/>
                  <a:pt x="864901" y="3628804"/>
                  <a:pt x="864901" y="3628804"/>
                </a:cubicBezTo>
                <a:close/>
                <a:moveTo>
                  <a:pt x="1594170" y="2452418"/>
                </a:moveTo>
                <a:lnTo>
                  <a:pt x="1236567" y="2452418"/>
                </a:lnTo>
                <a:cubicBezTo>
                  <a:pt x="1206477" y="2452418"/>
                  <a:pt x="1182132" y="2428074"/>
                  <a:pt x="1182132" y="2397984"/>
                </a:cubicBezTo>
                <a:lnTo>
                  <a:pt x="1182132" y="2200054"/>
                </a:lnTo>
                <a:lnTo>
                  <a:pt x="1079161" y="2156960"/>
                </a:lnTo>
                <a:lnTo>
                  <a:pt x="938841" y="2297280"/>
                </a:lnTo>
                <a:cubicBezTo>
                  <a:pt x="928710" y="2307562"/>
                  <a:pt x="914799" y="2313157"/>
                  <a:pt x="900435" y="2313157"/>
                </a:cubicBezTo>
                <a:lnTo>
                  <a:pt x="900435" y="2313157"/>
                </a:lnTo>
                <a:cubicBezTo>
                  <a:pt x="885919" y="2313157"/>
                  <a:pt x="872159" y="2307411"/>
                  <a:pt x="862028" y="2297280"/>
                </a:cubicBezTo>
                <a:lnTo>
                  <a:pt x="609211" y="2044312"/>
                </a:lnTo>
                <a:cubicBezTo>
                  <a:pt x="587891" y="2022991"/>
                  <a:pt x="587891" y="1988668"/>
                  <a:pt x="609211" y="1967347"/>
                </a:cubicBezTo>
                <a:lnTo>
                  <a:pt x="749077" y="1827330"/>
                </a:lnTo>
                <a:lnTo>
                  <a:pt x="706739" y="1724056"/>
                </a:lnTo>
                <a:lnTo>
                  <a:pt x="508054" y="1724056"/>
                </a:lnTo>
                <a:cubicBezTo>
                  <a:pt x="477964" y="1724056"/>
                  <a:pt x="453619" y="1699712"/>
                  <a:pt x="453619" y="1669622"/>
                </a:cubicBezTo>
                <a:lnTo>
                  <a:pt x="453619" y="1311867"/>
                </a:lnTo>
                <a:cubicBezTo>
                  <a:pt x="453619" y="1281777"/>
                  <a:pt x="477964" y="1257433"/>
                  <a:pt x="508054" y="1257433"/>
                </a:cubicBezTo>
                <a:lnTo>
                  <a:pt x="705983" y="1257433"/>
                </a:lnTo>
                <a:lnTo>
                  <a:pt x="749077" y="1154461"/>
                </a:lnTo>
                <a:lnTo>
                  <a:pt x="608908" y="1014142"/>
                </a:lnTo>
                <a:cubicBezTo>
                  <a:pt x="587588" y="992822"/>
                  <a:pt x="587588" y="958498"/>
                  <a:pt x="608908" y="937178"/>
                </a:cubicBezTo>
                <a:lnTo>
                  <a:pt x="861726" y="684209"/>
                </a:lnTo>
                <a:cubicBezTo>
                  <a:pt x="882139" y="663645"/>
                  <a:pt x="918277" y="663645"/>
                  <a:pt x="938690" y="684209"/>
                </a:cubicBezTo>
                <a:lnTo>
                  <a:pt x="1078707" y="824226"/>
                </a:lnTo>
                <a:lnTo>
                  <a:pt x="1182132" y="781889"/>
                </a:lnTo>
                <a:lnTo>
                  <a:pt x="1182132" y="583506"/>
                </a:lnTo>
                <a:cubicBezTo>
                  <a:pt x="1182132" y="553416"/>
                  <a:pt x="1206477" y="529071"/>
                  <a:pt x="1236567" y="529071"/>
                </a:cubicBezTo>
                <a:lnTo>
                  <a:pt x="1594170" y="529071"/>
                </a:lnTo>
                <a:cubicBezTo>
                  <a:pt x="1624260" y="529071"/>
                  <a:pt x="1648604" y="553416"/>
                  <a:pt x="1648604" y="583506"/>
                </a:cubicBezTo>
                <a:lnTo>
                  <a:pt x="1648604" y="781435"/>
                </a:lnTo>
                <a:lnTo>
                  <a:pt x="1751576" y="824529"/>
                </a:lnTo>
                <a:lnTo>
                  <a:pt x="1891895" y="684209"/>
                </a:lnTo>
                <a:cubicBezTo>
                  <a:pt x="1913215" y="662889"/>
                  <a:pt x="1947691" y="662889"/>
                  <a:pt x="1969011" y="684209"/>
                </a:cubicBezTo>
                <a:lnTo>
                  <a:pt x="2221979" y="937178"/>
                </a:lnTo>
                <a:cubicBezTo>
                  <a:pt x="2243299" y="958498"/>
                  <a:pt x="2243299" y="992822"/>
                  <a:pt x="2221979" y="1014142"/>
                </a:cubicBezTo>
                <a:lnTo>
                  <a:pt x="2081962" y="1154159"/>
                </a:lnTo>
                <a:lnTo>
                  <a:pt x="2124300" y="1257433"/>
                </a:lnTo>
                <a:lnTo>
                  <a:pt x="2322532" y="1257433"/>
                </a:lnTo>
                <a:cubicBezTo>
                  <a:pt x="2352622" y="1257433"/>
                  <a:pt x="2376966" y="1281777"/>
                  <a:pt x="2376966" y="1311867"/>
                </a:cubicBezTo>
                <a:lnTo>
                  <a:pt x="2376966" y="1669622"/>
                </a:lnTo>
                <a:cubicBezTo>
                  <a:pt x="2376966" y="1699712"/>
                  <a:pt x="2352622" y="1724056"/>
                  <a:pt x="2322532" y="1724056"/>
                </a:cubicBezTo>
                <a:lnTo>
                  <a:pt x="2124451" y="1724056"/>
                </a:lnTo>
                <a:lnTo>
                  <a:pt x="2081508" y="1827028"/>
                </a:lnTo>
                <a:lnTo>
                  <a:pt x="2221828" y="1967347"/>
                </a:lnTo>
                <a:cubicBezTo>
                  <a:pt x="2243148" y="1988668"/>
                  <a:pt x="2243148" y="2022991"/>
                  <a:pt x="2221828" y="2044312"/>
                </a:cubicBezTo>
                <a:lnTo>
                  <a:pt x="1968859" y="2297280"/>
                </a:lnTo>
                <a:cubicBezTo>
                  <a:pt x="1958729" y="2307562"/>
                  <a:pt x="1944818" y="2313157"/>
                  <a:pt x="1930302" y="2313157"/>
                </a:cubicBezTo>
                <a:lnTo>
                  <a:pt x="1930302" y="2313157"/>
                </a:lnTo>
                <a:cubicBezTo>
                  <a:pt x="1915786" y="2313157"/>
                  <a:pt x="1901875" y="2307411"/>
                  <a:pt x="1891744" y="2297280"/>
                </a:cubicBezTo>
                <a:lnTo>
                  <a:pt x="1751878" y="2157263"/>
                </a:lnTo>
                <a:lnTo>
                  <a:pt x="1648453" y="2199601"/>
                </a:lnTo>
                <a:lnTo>
                  <a:pt x="1648453" y="2397984"/>
                </a:lnTo>
                <a:cubicBezTo>
                  <a:pt x="1648604" y="2428074"/>
                  <a:pt x="1624260" y="2452418"/>
                  <a:pt x="1594170" y="2452418"/>
                </a:cubicBezTo>
                <a:close/>
                <a:moveTo>
                  <a:pt x="1290850" y="2343549"/>
                </a:moveTo>
                <a:lnTo>
                  <a:pt x="1539736" y="2343549"/>
                </a:lnTo>
                <a:lnTo>
                  <a:pt x="1539736" y="2163009"/>
                </a:lnTo>
                <a:cubicBezTo>
                  <a:pt x="1539736" y="2140933"/>
                  <a:pt x="1553042" y="2120973"/>
                  <a:pt x="1573455" y="2112657"/>
                </a:cubicBezTo>
                <a:lnTo>
                  <a:pt x="1744167" y="2042799"/>
                </a:lnTo>
                <a:cubicBezTo>
                  <a:pt x="1764428" y="2034483"/>
                  <a:pt x="1787865" y="2039170"/>
                  <a:pt x="1803440" y="2054745"/>
                </a:cubicBezTo>
                <a:lnTo>
                  <a:pt x="1930453" y="2181758"/>
                </a:lnTo>
                <a:lnTo>
                  <a:pt x="2106457" y="2005754"/>
                </a:lnTo>
                <a:lnTo>
                  <a:pt x="1978688" y="1878136"/>
                </a:lnTo>
                <a:cubicBezTo>
                  <a:pt x="1963114" y="1862561"/>
                  <a:pt x="1958426" y="1838973"/>
                  <a:pt x="1967045" y="1818560"/>
                </a:cubicBezTo>
                <a:lnTo>
                  <a:pt x="2038263" y="1648453"/>
                </a:lnTo>
                <a:cubicBezTo>
                  <a:pt x="2046731" y="1628191"/>
                  <a:pt x="2066539" y="1615036"/>
                  <a:pt x="2088464" y="1615036"/>
                </a:cubicBezTo>
                <a:lnTo>
                  <a:pt x="2268097" y="1615036"/>
                </a:lnTo>
                <a:lnTo>
                  <a:pt x="2268097" y="1366302"/>
                </a:lnTo>
                <a:lnTo>
                  <a:pt x="2087859" y="1366302"/>
                </a:lnTo>
                <a:cubicBezTo>
                  <a:pt x="2065783" y="1366302"/>
                  <a:pt x="2045975" y="1352996"/>
                  <a:pt x="2037507" y="1332583"/>
                </a:cubicBezTo>
                <a:lnTo>
                  <a:pt x="1967499" y="1162022"/>
                </a:lnTo>
                <a:cubicBezTo>
                  <a:pt x="1959182" y="1141760"/>
                  <a:pt x="1963870" y="1118323"/>
                  <a:pt x="1979293" y="1102900"/>
                </a:cubicBezTo>
                <a:lnTo>
                  <a:pt x="2106457" y="975735"/>
                </a:lnTo>
                <a:lnTo>
                  <a:pt x="1930302" y="799731"/>
                </a:lnTo>
                <a:lnTo>
                  <a:pt x="1802684" y="927349"/>
                </a:lnTo>
                <a:cubicBezTo>
                  <a:pt x="1786958" y="943075"/>
                  <a:pt x="1763370" y="947611"/>
                  <a:pt x="1743108" y="939143"/>
                </a:cubicBezTo>
                <a:lnTo>
                  <a:pt x="1573001" y="867925"/>
                </a:lnTo>
                <a:cubicBezTo>
                  <a:pt x="1552739" y="859458"/>
                  <a:pt x="1539584" y="839650"/>
                  <a:pt x="1539584" y="817725"/>
                </a:cubicBezTo>
                <a:lnTo>
                  <a:pt x="1539584" y="637940"/>
                </a:lnTo>
                <a:lnTo>
                  <a:pt x="1290698" y="637940"/>
                </a:lnTo>
                <a:lnTo>
                  <a:pt x="1290698" y="818329"/>
                </a:lnTo>
                <a:cubicBezTo>
                  <a:pt x="1290698" y="840406"/>
                  <a:pt x="1277392" y="860365"/>
                  <a:pt x="1256979" y="868681"/>
                </a:cubicBezTo>
                <a:lnTo>
                  <a:pt x="1086419" y="938690"/>
                </a:lnTo>
                <a:cubicBezTo>
                  <a:pt x="1065855" y="947006"/>
                  <a:pt x="1042720" y="942168"/>
                  <a:pt x="1027297" y="926744"/>
                </a:cubicBezTo>
                <a:lnTo>
                  <a:pt x="900132" y="799731"/>
                </a:lnTo>
                <a:lnTo>
                  <a:pt x="724279" y="975735"/>
                </a:lnTo>
                <a:lnTo>
                  <a:pt x="851897" y="1103354"/>
                </a:lnTo>
                <a:cubicBezTo>
                  <a:pt x="867623" y="1118928"/>
                  <a:pt x="872159" y="1142516"/>
                  <a:pt x="863691" y="1162929"/>
                </a:cubicBezTo>
                <a:lnTo>
                  <a:pt x="792473" y="1333036"/>
                </a:lnTo>
                <a:cubicBezTo>
                  <a:pt x="784006" y="1353298"/>
                  <a:pt x="764198" y="1366453"/>
                  <a:pt x="742273" y="1366453"/>
                </a:cubicBezTo>
                <a:lnTo>
                  <a:pt x="562488" y="1366453"/>
                </a:lnTo>
                <a:lnTo>
                  <a:pt x="562488" y="1615339"/>
                </a:lnTo>
                <a:lnTo>
                  <a:pt x="743029" y="1615339"/>
                </a:lnTo>
                <a:cubicBezTo>
                  <a:pt x="765105" y="1615339"/>
                  <a:pt x="785064" y="1628645"/>
                  <a:pt x="793380" y="1649058"/>
                </a:cubicBezTo>
                <a:lnTo>
                  <a:pt x="863238" y="1819619"/>
                </a:lnTo>
                <a:cubicBezTo>
                  <a:pt x="871554" y="1839880"/>
                  <a:pt x="866867" y="1863317"/>
                  <a:pt x="851293" y="1878740"/>
                </a:cubicBezTo>
                <a:lnTo>
                  <a:pt x="724279" y="2005905"/>
                </a:lnTo>
                <a:lnTo>
                  <a:pt x="900283" y="2181909"/>
                </a:lnTo>
                <a:lnTo>
                  <a:pt x="1027902" y="2054291"/>
                </a:lnTo>
                <a:cubicBezTo>
                  <a:pt x="1043476" y="2038566"/>
                  <a:pt x="1066913" y="2033727"/>
                  <a:pt x="1087477" y="2042497"/>
                </a:cubicBezTo>
                <a:lnTo>
                  <a:pt x="1257584" y="2113715"/>
                </a:lnTo>
                <a:cubicBezTo>
                  <a:pt x="1277846" y="2122183"/>
                  <a:pt x="1291001" y="2141991"/>
                  <a:pt x="1291001" y="2163916"/>
                </a:cubicBezTo>
                <a:lnTo>
                  <a:pt x="1290850" y="2343549"/>
                </a:lnTo>
                <a:lnTo>
                  <a:pt x="1290850" y="2343549"/>
                </a:lnTo>
                <a:close/>
                <a:moveTo>
                  <a:pt x="1415293" y="1923195"/>
                </a:moveTo>
                <a:cubicBezTo>
                  <a:pt x="1176840" y="1923195"/>
                  <a:pt x="982842" y="1729197"/>
                  <a:pt x="982842" y="1490745"/>
                </a:cubicBezTo>
                <a:cubicBezTo>
                  <a:pt x="982842" y="1252292"/>
                  <a:pt x="1176840" y="1058294"/>
                  <a:pt x="1415293" y="1058294"/>
                </a:cubicBezTo>
                <a:cubicBezTo>
                  <a:pt x="1653745" y="1058294"/>
                  <a:pt x="1847743" y="1252292"/>
                  <a:pt x="1847743" y="1490745"/>
                </a:cubicBezTo>
                <a:cubicBezTo>
                  <a:pt x="1847743" y="1729197"/>
                  <a:pt x="1653745" y="1923195"/>
                  <a:pt x="1415293" y="1923195"/>
                </a:cubicBezTo>
                <a:close/>
                <a:moveTo>
                  <a:pt x="1415293" y="1167163"/>
                </a:moveTo>
                <a:cubicBezTo>
                  <a:pt x="1236869" y="1167163"/>
                  <a:pt x="1091711" y="1312321"/>
                  <a:pt x="1091711" y="1490745"/>
                </a:cubicBezTo>
                <a:cubicBezTo>
                  <a:pt x="1091711" y="1669168"/>
                  <a:pt x="1236869" y="1814327"/>
                  <a:pt x="1415293" y="1814327"/>
                </a:cubicBezTo>
                <a:cubicBezTo>
                  <a:pt x="1593716" y="1814327"/>
                  <a:pt x="1738874" y="1669168"/>
                  <a:pt x="1738874" y="1490745"/>
                </a:cubicBezTo>
                <a:cubicBezTo>
                  <a:pt x="1738874" y="1312321"/>
                  <a:pt x="1593716" y="1167163"/>
                  <a:pt x="1415293" y="1167163"/>
                </a:cubicBezTo>
                <a:close/>
              </a:path>
            </a:pathLst>
          </a:custGeom>
          <a:solidFill>
            <a:srgbClr val="0F62FE"/>
          </a:solidFill>
          <a:ln w="150912"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712FFB0A-64A7-A4D4-FA31-BC1752DA4B12}"/>
              </a:ext>
            </a:extLst>
          </p:cNvPr>
          <p:cNvSpPr/>
          <p:nvPr/>
        </p:nvSpPr>
        <p:spPr>
          <a:xfrm>
            <a:off x="13235615" y="6644106"/>
            <a:ext cx="846029" cy="846052"/>
          </a:xfrm>
          <a:custGeom>
            <a:avLst/>
            <a:gdLst>
              <a:gd name="connsiteX0" fmla="*/ 454667 w 846029"/>
              <a:gd name="connsiteY0" fmla="*/ 846052 h 846052"/>
              <a:gd name="connsiteX1" fmla="*/ 449062 w 846029"/>
              <a:gd name="connsiteY1" fmla="*/ 844564 h 846052"/>
              <a:gd name="connsiteX2" fmla="*/ 443268 w 846029"/>
              <a:gd name="connsiteY2" fmla="*/ 834653 h 846052"/>
              <a:gd name="connsiteX3" fmla="*/ 443268 w 846029"/>
              <a:gd name="connsiteY3" fmla="*/ 622887 h 846052"/>
              <a:gd name="connsiteX4" fmla="*/ 433452 w 846029"/>
              <a:gd name="connsiteY4" fmla="*/ 618834 h 846052"/>
              <a:gd name="connsiteX5" fmla="*/ 272728 w 846029"/>
              <a:gd name="connsiteY5" fmla="*/ 779400 h 846052"/>
              <a:gd name="connsiteX6" fmla="*/ 256611 w 846029"/>
              <a:gd name="connsiteY6" fmla="*/ 763252 h 846052"/>
              <a:gd name="connsiteX7" fmla="*/ 417272 w 846029"/>
              <a:gd name="connsiteY7" fmla="*/ 602717 h 846052"/>
              <a:gd name="connsiteX8" fmla="*/ 411573 w 846029"/>
              <a:gd name="connsiteY8" fmla="*/ 581344 h 846052"/>
              <a:gd name="connsiteX9" fmla="*/ 454635 w 846029"/>
              <a:gd name="connsiteY9" fmla="*/ 538282 h 846052"/>
              <a:gd name="connsiteX10" fmla="*/ 497698 w 846029"/>
              <a:gd name="connsiteY10" fmla="*/ 581344 h 846052"/>
              <a:gd name="connsiteX11" fmla="*/ 466034 w 846029"/>
              <a:gd name="connsiteY11" fmla="*/ 622887 h 846052"/>
              <a:gd name="connsiteX12" fmla="*/ 466034 w 846029"/>
              <a:gd name="connsiteY12" fmla="*/ 814547 h 846052"/>
              <a:gd name="connsiteX13" fmla="*/ 601523 w 846029"/>
              <a:gd name="connsiteY13" fmla="*/ 733235 h 846052"/>
              <a:gd name="connsiteX14" fmla="*/ 601523 w 846029"/>
              <a:gd name="connsiteY14" fmla="*/ 454690 h 846052"/>
              <a:gd name="connsiteX15" fmla="*/ 604847 w 846029"/>
              <a:gd name="connsiteY15" fmla="*/ 446647 h 846052"/>
              <a:gd name="connsiteX16" fmla="*/ 736980 w 846029"/>
              <a:gd name="connsiteY16" fmla="*/ 314578 h 846052"/>
              <a:gd name="connsiteX17" fmla="*/ 823231 w 846029"/>
              <a:gd name="connsiteY17" fmla="*/ 106390 h 846052"/>
              <a:gd name="connsiteX18" fmla="*/ 823231 w 846029"/>
              <a:gd name="connsiteY18" fmla="*/ 22798 h 846052"/>
              <a:gd name="connsiteX19" fmla="*/ 739639 w 846029"/>
              <a:gd name="connsiteY19" fmla="*/ 22798 h 846052"/>
              <a:gd name="connsiteX20" fmla="*/ 531546 w 846029"/>
              <a:gd name="connsiteY20" fmla="*/ 109018 h 846052"/>
              <a:gd name="connsiteX21" fmla="*/ 399414 w 846029"/>
              <a:gd name="connsiteY21" fmla="*/ 241087 h 846052"/>
              <a:gd name="connsiteX22" fmla="*/ 391339 w 846029"/>
              <a:gd name="connsiteY22" fmla="*/ 244443 h 846052"/>
              <a:gd name="connsiteX23" fmla="*/ 112858 w 846029"/>
              <a:gd name="connsiteY23" fmla="*/ 244443 h 846052"/>
              <a:gd name="connsiteX24" fmla="*/ 31514 w 846029"/>
              <a:gd name="connsiteY24" fmla="*/ 379964 h 846052"/>
              <a:gd name="connsiteX25" fmla="*/ 223142 w 846029"/>
              <a:gd name="connsiteY25" fmla="*/ 379964 h 846052"/>
              <a:gd name="connsiteX26" fmla="*/ 264685 w 846029"/>
              <a:gd name="connsiteY26" fmla="*/ 348300 h 846052"/>
              <a:gd name="connsiteX27" fmla="*/ 307748 w 846029"/>
              <a:gd name="connsiteY27" fmla="*/ 391362 h 846052"/>
              <a:gd name="connsiteX28" fmla="*/ 264685 w 846029"/>
              <a:gd name="connsiteY28" fmla="*/ 434425 h 846052"/>
              <a:gd name="connsiteX29" fmla="*/ 243375 w 846029"/>
              <a:gd name="connsiteY29" fmla="*/ 428789 h 846052"/>
              <a:gd name="connsiteX30" fmla="*/ 82746 w 846029"/>
              <a:gd name="connsiteY30" fmla="*/ 589418 h 846052"/>
              <a:gd name="connsiteX31" fmla="*/ 66629 w 846029"/>
              <a:gd name="connsiteY31" fmla="*/ 573270 h 846052"/>
              <a:gd name="connsiteX32" fmla="*/ 227227 w 846029"/>
              <a:gd name="connsiteY32" fmla="*/ 412640 h 846052"/>
              <a:gd name="connsiteX33" fmla="*/ 223142 w 846029"/>
              <a:gd name="connsiteY33" fmla="*/ 402761 h 846052"/>
              <a:gd name="connsiteX34" fmla="*/ 11376 w 846029"/>
              <a:gd name="connsiteY34" fmla="*/ 402761 h 846052"/>
              <a:gd name="connsiteX35" fmla="*/ 1465 w 846029"/>
              <a:gd name="connsiteY35" fmla="*/ 396967 h 846052"/>
              <a:gd name="connsiteX36" fmla="*/ 1624 w 846029"/>
              <a:gd name="connsiteY36" fmla="*/ 385505 h 846052"/>
              <a:gd name="connsiteX37" fmla="*/ 96646 w 846029"/>
              <a:gd name="connsiteY37" fmla="*/ 227187 h 846052"/>
              <a:gd name="connsiteX38" fmla="*/ 106399 w 846029"/>
              <a:gd name="connsiteY38" fmla="*/ 221645 h 846052"/>
              <a:gd name="connsiteX39" fmla="*/ 386622 w 846029"/>
              <a:gd name="connsiteY39" fmla="*/ 221645 h 846052"/>
              <a:gd name="connsiteX40" fmla="*/ 515398 w 846029"/>
              <a:gd name="connsiteY40" fmla="*/ 92901 h 846052"/>
              <a:gd name="connsiteX41" fmla="*/ 739639 w 846029"/>
              <a:gd name="connsiteY41" fmla="*/ 0 h 846052"/>
              <a:gd name="connsiteX42" fmla="*/ 834630 w 846029"/>
              <a:gd name="connsiteY42" fmla="*/ 0 h 846052"/>
              <a:gd name="connsiteX43" fmla="*/ 846029 w 846029"/>
              <a:gd name="connsiteY43" fmla="*/ 11399 h 846052"/>
              <a:gd name="connsiteX44" fmla="*/ 846029 w 846029"/>
              <a:gd name="connsiteY44" fmla="*/ 106390 h 846052"/>
              <a:gd name="connsiteX45" fmla="*/ 753160 w 846029"/>
              <a:gd name="connsiteY45" fmla="*/ 330663 h 846052"/>
              <a:gd name="connsiteX46" fmla="*/ 624384 w 846029"/>
              <a:gd name="connsiteY46" fmla="*/ 459408 h 846052"/>
              <a:gd name="connsiteX47" fmla="*/ 624384 w 846029"/>
              <a:gd name="connsiteY47" fmla="*/ 739662 h 846052"/>
              <a:gd name="connsiteX48" fmla="*/ 618843 w 846029"/>
              <a:gd name="connsiteY48" fmla="*/ 749446 h 846052"/>
              <a:gd name="connsiteX49" fmla="*/ 460524 w 846029"/>
              <a:gd name="connsiteY49" fmla="*/ 844437 h 846052"/>
              <a:gd name="connsiteX50" fmla="*/ 454667 w 846029"/>
              <a:gd name="connsiteY50" fmla="*/ 846052 h 846052"/>
              <a:gd name="connsiteX51" fmla="*/ 454667 w 846029"/>
              <a:gd name="connsiteY51" fmla="*/ 561079 h 846052"/>
              <a:gd name="connsiteX52" fmla="*/ 434402 w 846029"/>
              <a:gd name="connsiteY52" fmla="*/ 581344 h 846052"/>
              <a:gd name="connsiteX53" fmla="*/ 454667 w 846029"/>
              <a:gd name="connsiteY53" fmla="*/ 601609 h 846052"/>
              <a:gd name="connsiteX54" fmla="*/ 474931 w 846029"/>
              <a:gd name="connsiteY54" fmla="*/ 581344 h 846052"/>
              <a:gd name="connsiteX55" fmla="*/ 454667 w 846029"/>
              <a:gd name="connsiteY55" fmla="*/ 561079 h 846052"/>
              <a:gd name="connsiteX56" fmla="*/ 264685 w 846029"/>
              <a:gd name="connsiteY56" fmla="*/ 371098 h 846052"/>
              <a:gd name="connsiteX57" fmla="*/ 244420 w 846029"/>
              <a:gd name="connsiteY57" fmla="*/ 391362 h 846052"/>
              <a:gd name="connsiteX58" fmla="*/ 264685 w 846029"/>
              <a:gd name="connsiteY58" fmla="*/ 411627 h 846052"/>
              <a:gd name="connsiteX59" fmla="*/ 284950 w 846029"/>
              <a:gd name="connsiteY59" fmla="*/ 391362 h 846052"/>
              <a:gd name="connsiteX60" fmla="*/ 264685 w 846029"/>
              <a:gd name="connsiteY60" fmla="*/ 371098 h 846052"/>
              <a:gd name="connsiteX61" fmla="*/ 19419 w 846029"/>
              <a:gd name="connsiteY61" fmla="*/ 842727 h 846052"/>
              <a:gd name="connsiteX62" fmla="*/ 3302 w 846029"/>
              <a:gd name="connsiteY62" fmla="*/ 826579 h 846052"/>
              <a:gd name="connsiteX63" fmla="*/ 417240 w 846029"/>
              <a:gd name="connsiteY63" fmla="*/ 412672 h 846052"/>
              <a:gd name="connsiteX64" fmla="*/ 411604 w 846029"/>
              <a:gd name="connsiteY64" fmla="*/ 391362 h 846052"/>
              <a:gd name="connsiteX65" fmla="*/ 454667 w 846029"/>
              <a:gd name="connsiteY65" fmla="*/ 348300 h 846052"/>
              <a:gd name="connsiteX66" fmla="*/ 497729 w 846029"/>
              <a:gd name="connsiteY66" fmla="*/ 391362 h 846052"/>
              <a:gd name="connsiteX67" fmla="*/ 454667 w 846029"/>
              <a:gd name="connsiteY67" fmla="*/ 434425 h 846052"/>
              <a:gd name="connsiteX68" fmla="*/ 433357 w 846029"/>
              <a:gd name="connsiteY68" fmla="*/ 428789 h 846052"/>
              <a:gd name="connsiteX69" fmla="*/ 19419 w 846029"/>
              <a:gd name="connsiteY69" fmla="*/ 842727 h 846052"/>
              <a:gd name="connsiteX70" fmla="*/ 454667 w 846029"/>
              <a:gd name="connsiteY70" fmla="*/ 371098 h 846052"/>
              <a:gd name="connsiteX71" fmla="*/ 434402 w 846029"/>
              <a:gd name="connsiteY71" fmla="*/ 391362 h 846052"/>
              <a:gd name="connsiteX72" fmla="*/ 454667 w 846029"/>
              <a:gd name="connsiteY72" fmla="*/ 411627 h 846052"/>
              <a:gd name="connsiteX73" fmla="*/ 474931 w 846029"/>
              <a:gd name="connsiteY73" fmla="*/ 391362 h 846052"/>
              <a:gd name="connsiteX74" fmla="*/ 454667 w 846029"/>
              <a:gd name="connsiteY74" fmla="*/ 371098 h 84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846029" h="846052">
                <a:moveTo>
                  <a:pt x="454667" y="846052"/>
                </a:moveTo>
                <a:cubicBezTo>
                  <a:pt x="452735" y="846052"/>
                  <a:pt x="450804" y="845545"/>
                  <a:pt x="449062" y="844564"/>
                </a:cubicBezTo>
                <a:cubicBezTo>
                  <a:pt x="445484" y="842537"/>
                  <a:pt x="443268" y="838769"/>
                  <a:pt x="443268" y="834653"/>
                </a:cubicBezTo>
                <a:lnTo>
                  <a:pt x="443268" y="622887"/>
                </a:lnTo>
                <a:cubicBezTo>
                  <a:pt x="439817" y="621937"/>
                  <a:pt x="436523" y="620575"/>
                  <a:pt x="433452" y="618834"/>
                </a:cubicBezTo>
                <a:lnTo>
                  <a:pt x="272728" y="779400"/>
                </a:lnTo>
                <a:lnTo>
                  <a:pt x="256611" y="763252"/>
                </a:lnTo>
                <a:lnTo>
                  <a:pt x="417272" y="602717"/>
                </a:lnTo>
                <a:cubicBezTo>
                  <a:pt x="413662" y="596448"/>
                  <a:pt x="411573" y="589133"/>
                  <a:pt x="411573" y="581344"/>
                </a:cubicBezTo>
                <a:cubicBezTo>
                  <a:pt x="411573" y="557596"/>
                  <a:pt x="430887" y="538282"/>
                  <a:pt x="454635" y="538282"/>
                </a:cubicBezTo>
                <a:cubicBezTo>
                  <a:pt x="478383" y="538282"/>
                  <a:pt x="497698" y="557596"/>
                  <a:pt x="497698" y="581344"/>
                </a:cubicBezTo>
                <a:cubicBezTo>
                  <a:pt x="497698" y="601134"/>
                  <a:pt x="484241" y="617852"/>
                  <a:pt x="466034" y="622887"/>
                </a:cubicBezTo>
                <a:lnTo>
                  <a:pt x="466034" y="814547"/>
                </a:lnTo>
                <a:lnTo>
                  <a:pt x="601523" y="733235"/>
                </a:lnTo>
                <a:lnTo>
                  <a:pt x="601523" y="454690"/>
                </a:lnTo>
                <a:cubicBezTo>
                  <a:pt x="601523" y="451650"/>
                  <a:pt x="602726" y="448769"/>
                  <a:pt x="604847" y="446647"/>
                </a:cubicBezTo>
                <a:lnTo>
                  <a:pt x="736980" y="314578"/>
                </a:lnTo>
                <a:cubicBezTo>
                  <a:pt x="792644" y="258945"/>
                  <a:pt x="823231" y="185042"/>
                  <a:pt x="823231" y="106390"/>
                </a:cubicBezTo>
                <a:lnTo>
                  <a:pt x="823231" y="22798"/>
                </a:lnTo>
                <a:lnTo>
                  <a:pt x="739639" y="22798"/>
                </a:lnTo>
                <a:cubicBezTo>
                  <a:pt x="661050" y="22798"/>
                  <a:pt x="587116" y="53417"/>
                  <a:pt x="531546" y="109018"/>
                </a:cubicBezTo>
                <a:lnTo>
                  <a:pt x="399414" y="241087"/>
                </a:lnTo>
                <a:cubicBezTo>
                  <a:pt x="397261" y="243240"/>
                  <a:pt x="394379" y="244443"/>
                  <a:pt x="391339" y="244443"/>
                </a:cubicBezTo>
                <a:lnTo>
                  <a:pt x="112858" y="244443"/>
                </a:lnTo>
                <a:lnTo>
                  <a:pt x="31514" y="379964"/>
                </a:lnTo>
                <a:lnTo>
                  <a:pt x="223142" y="379964"/>
                </a:lnTo>
                <a:cubicBezTo>
                  <a:pt x="228145" y="361725"/>
                  <a:pt x="244864" y="348300"/>
                  <a:pt x="264685" y="348300"/>
                </a:cubicBezTo>
                <a:cubicBezTo>
                  <a:pt x="288433" y="348300"/>
                  <a:pt x="307748" y="367615"/>
                  <a:pt x="307748" y="391362"/>
                </a:cubicBezTo>
                <a:cubicBezTo>
                  <a:pt x="307748" y="415110"/>
                  <a:pt x="288433" y="434425"/>
                  <a:pt x="264685" y="434425"/>
                </a:cubicBezTo>
                <a:cubicBezTo>
                  <a:pt x="256927" y="434425"/>
                  <a:pt x="249676" y="432367"/>
                  <a:pt x="243375" y="428789"/>
                </a:cubicBezTo>
                <a:lnTo>
                  <a:pt x="82746" y="589418"/>
                </a:lnTo>
                <a:lnTo>
                  <a:pt x="66629" y="573270"/>
                </a:lnTo>
                <a:lnTo>
                  <a:pt x="227227" y="412640"/>
                </a:lnTo>
                <a:cubicBezTo>
                  <a:pt x="225485" y="409569"/>
                  <a:pt x="224092" y="406244"/>
                  <a:pt x="223142" y="402761"/>
                </a:cubicBezTo>
                <a:lnTo>
                  <a:pt x="11376" y="402761"/>
                </a:lnTo>
                <a:cubicBezTo>
                  <a:pt x="7260" y="402761"/>
                  <a:pt x="3460" y="400545"/>
                  <a:pt x="1465" y="396967"/>
                </a:cubicBezTo>
                <a:cubicBezTo>
                  <a:pt x="-530" y="393389"/>
                  <a:pt x="-498" y="389019"/>
                  <a:pt x="1624" y="385505"/>
                </a:cubicBezTo>
                <a:lnTo>
                  <a:pt x="96646" y="227187"/>
                </a:lnTo>
                <a:cubicBezTo>
                  <a:pt x="98704" y="223767"/>
                  <a:pt x="102409" y="221645"/>
                  <a:pt x="106399" y="221645"/>
                </a:cubicBezTo>
                <a:lnTo>
                  <a:pt x="386622" y="221645"/>
                </a:lnTo>
                <a:lnTo>
                  <a:pt x="515398" y="92901"/>
                </a:lnTo>
                <a:cubicBezTo>
                  <a:pt x="575305" y="32993"/>
                  <a:pt x="654939" y="0"/>
                  <a:pt x="739639" y="0"/>
                </a:cubicBezTo>
                <a:lnTo>
                  <a:pt x="834630" y="0"/>
                </a:lnTo>
                <a:cubicBezTo>
                  <a:pt x="840931" y="0"/>
                  <a:pt x="846029" y="5098"/>
                  <a:pt x="846029" y="11399"/>
                </a:cubicBezTo>
                <a:lnTo>
                  <a:pt x="846029" y="106390"/>
                </a:lnTo>
                <a:cubicBezTo>
                  <a:pt x="846029" y="191122"/>
                  <a:pt x="813036" y="270756"/>
                  <a:pt x="753160" y="330663"/>
                </a:cubicBezTo>
                <a:lnTo>
                  <a:pt x="624384" y="459408"/>
                </a:lnTo>
                <a:lnTo>
                  <a:pt x="624384" y="739662"/>
                </a:lnTo>
                <a:cubicBezTo>
                  <a:pt x="624384" y="743652"/>
                  <a:pt x="622294" y="747357"/>
                  <a:pt x="618843" y="749446"/>
                </a:cubicBezTo>
                <a:lnTo>
                  <a:pt x="460524" y="844437"/>
                </a:lnTo>
                <a:cubicBezTo>
                  <a:pt x="458720" y="845514"/>
                  <a:pt x="456693" y="846052"/>
                  <a:pt x="454667" y="846052"/>
                </a:cubicBezTo>
                <a:close/>
                <a:moveTo>
                  <a:pt x="454667" y="561079"/>
                </a:moveTo>
                <a:cubicBezTo>
                  <a:pt x="443489" y="561079"/>
                  <a:pt x="434402" y="570167"/>
                  <a:pt x="434402" y="581344"/>
                </a:cubicBezTo>
                <a:cubicBezTo>
                  <a:pt x="434402" y="592521"/>
                  <a:pt x="443489" y="601609"/>
                  <a:pt x="454667" y="601609"/>
                </a:cubicBezTo>
                <a:cubicBezTo>
                  <a:pt x="465844" y="601609"/>
                  <a:pt x="474931" y="592521"/>
                  <a:pt x="474931" y="581344"/>
                </a:cubicBezTo>
                <a:cubicBezTo>
                  <a:pt x="474931" y="570167"/>
                  <a:pt x="465844" y="561079"/>
                  <a:pt x="454667" y="561079"/>
                </a:cubicBezTo>
                <a:close/>
                <a:moveTo>
                  <a:pt x="264685" y="371098"/>
                </a:moveTo>
                <a:cubicBezTo>
                  <a:pt x="253508" y="371098"/>
                  <a:pt x="244420" y="380185"/>
                  <a:pt x="244420" y="391362"/>
                </a:cubicBezTo>
                <a:cubicBezTo>
                  <a:pt x="244420" y="402540"/>
                  <a:pt x="253508" y="411627"/>
                  <a:pt x="264685" y="411627"/>
                </a:cubicBezTo>
                <a:cubicBezTo>
                  <a:pt x="275862" y="411627"/>
                  <a:pt x="284950" y="402540"/>
                  <a:pt x="284950" y="391362"/>
                </a:cubicBezTo>
                <a:cubicBezTo>
                  <a:pt x="284950" y="380185"/>
                  <a:pt x="275862" y="371098"/>
                  <a:pt x="264685" y="371098"/>
                </a:cubicBezTo>
                <a:close/>
                <a:moveTo>
                  <a:pt x="19419" y="842727"/>
                </a:moveTo>
                <a:lnTo>
                  <a:pt x="3302" y="826579"/>
                </a:lnTo>
                <a:lnTo>
                  <a:pt x="417240" y="412672"/>
                </a:lnTo>
                <a:cubicBezTo>
                  <a:pt x="413662" y="406371"/>
                  <a:pt x="411604" y="399120"/>
                  <a:pt x="411604" y="391362"/>
                </a:cubicBezTo>
                <a:cubicBezTo>
                  <a:pt x="411604" y="367615"/>
                  <a:pt x="430919" y="348300"/>
                  <a:pt x="454667" y="348300"/>
                </a:cubicBezTo>
                <a:cubicBezTo>
                  <a:pt x="478414" y="348300"/>
                  <a:pt x="497729" y="367615"/>
                  <a:pt x="497729" y="391362"/>
                </a:cubicBezTo>
                <a:cubicBezTo>
                  <a:pt x="497729" y="415110"/>
                  <a:pt x="478414" y="434425"/>
                  <a:pt x="454667" y="434425"/>
                </a:cubicBezTo>
                <a:cubicBezTo>
                  <a:pt x="446909" y="434425"/>
                  <a:pt x="439658" y="432367"/>
                  <a:pt x="433357" y="428789"/>
                </a:cubicBezTo>
                <a:lnTo>
                  <a:pt x="19419" y="842727"/>
                </a:lnTo>
                <a:close/>
                <a:moveTo>
                  <a:pt x="454667" y="371098"/>
                </a:moveTo>
                <a:cubicBezTo>
                  <a:pt x="443489" y="371098"/>
                  <a:pt x="434402" y="380185"/>
                  <a:pt x="434402" y="391362"/>
                </a:cubicBezTo>
                <a:cubicBezTo>
                  <a:pt x="434402" y="402540"/>
                  <a:pt x="443489" y="411627"/>
                  <a:pt x="454667" y="411627"/>
                </a:cubicBezTo>
                <a:cubicBezTo>
                  <a:pt x="465844" y="411627"/>
                  <a:pt x="474931" y="402540"/>
                  <a:pt x="474931" y="391362"/>
                </a:cubicBezTo>
                <a:cubicBezTo>
                  <a:pt x="474931" y="380185"/>
                  <a:pt x="465844" y="371098"/>
                  <a:pt x="454667" y="371098"/>
                </a:cubicBezTo>
                <a:close/>
              </a:path>
            </a:pathLst>
          </a:custGeom>
          <a:solidFill>
            <a:srgbClr val="0F62FE"/>
          </a:solidFill>
          <a:ln w="31552" cap="flat">
            <a:noFill/>
            <a:prstDash val="solid"/>
            <a:miter/>
          </a:ln>
        </p:spPr>
        <p:txBody>
          <a:bodyPr rtlCol="0" anchor="ctr"/>
          <a:lstStyle/>
          <a:p>
            <a:endParaRPr lang="en-US"/>
          </a:p>
        </p:txBody>
      </p:sp>
    </p:spTree>
    <p:extLst>
      <p:ext uri="{BB962C8B-B14F-4D97-AF65-F5344CB8AC3E}">
        <p14:creationId xmlns:p14="http://schemas.microsoft.com/office/powerpoint/2010/main" val="2242260074"/>
      </p:ext>
    </p:extLst>
  </p:cSld>
  <p:clrMapOvr>
    <a:masterClrMapping/>
  </p:clrMapOvr>
  <p:transition spd="med"/>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CEF21C-27B5-5BD7-B916-D2EA36863328}"/>
              </a:ext>
            </a:extLst>
          </p:cNvPr>
          <p:cNvSpPr>
            <a:spLocks noGrp="1"/>
          </p:cNvSpPr>
          <p:nvPr>
            <p:ph type="title"/>
          </p:nvPr>
        </p:nvSpPr>
        <p:spPr>
          <a:xfrm>
            <a:off x="576072" y="577850"/>
            <a:ext cx="5870448" cy="2017866"/>
          </a:xfrm>
        </p:spPr>
        <p:txBody>
          <a:bodyPr/>
          <a:lstStyle/>
          <a:p>
            <a:r>
              <a:rPr lang="en-US" dirty="0"/>
              <a:t>Large language models (LLMs)</a:t>
            </a:r>
          </a:p>
        </p:txBody>
      </p:sp>
      <p:sp>
        <p:nvSpPr>
          <p:cNvPr id="7" name="Text Placeholder 7">
            <a:extLst>
              <a:ext uri="{FF2B5EF4-FFF2-40B4-BE49-F238E27FC236}">
                <a16:creationId xmlns:a16="http://schemas.microsoft.com/office/drawing/2014/main" id="{0D849137-87EC-B96E-C855-E9CBD09F7438}"/>
              </a:ext>
            </a:extLst>
          </p:cNvPr>
          <p:cNvSpPr txBox="1">
            <a:spLocks/>
          </p:cNvSpPr>
          <p:nvPr/>
        </p:nvSpPr>
        <p:spPr>
          <a:xfrm>
            <a:off x="577850" y="3529400"/>
            <a:ext cx="5484284" cy="759088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lstStyle>
            <a:lvl1pPr marL="0" marR="0" indent="0" algn="l" defTabSz="1161288" rtl="0" eaLnBrk="1" latinLnBrk="0" hangingPunct="1">
              <a:lnSpc>
                <a:spcPct val="100000"/>
              </a:lnSpc>
              <a:spcBef>
                <a:spcPts val="0"/>
              </a:spcBef>
              <a:spcAft>
                <a:spcPts val="0"/>
              </a:spcAft>
              <a:buClr>
                <a:schemeClr val="tx1"/>
              </a:buClr>
              <a:buSzTx/>
              <a:buFont typeface="Arial" panose="020B0604020202020204" pitchFamily="34" charset="0"/>
              <a:buNone/>
              <a:tabLst/>
              <a:defRPr sz="3600" b="0" i="0" u="none" strike="noStrike" cap="none" spc="0" baseline="0">
                <a:solidFill>
                  <a:schemeClr val="tx1"/>
                </a:solidFill>
                <a:uFillTx/>
                <a:latin typeface="IBM Plex Sans Light" panose="020B0403050203000203" pitchFamily="34" charset="0"/>
                <a:ea typeface="+mj-ea"/>
                <a:cs typeface="+mj-cs"/>
                <a:sym typeface="IBM Plex Sans Light"/>
              </a:defRPr>
            </a:lvl1pPr>
            <a:lvl2pPr marL="327600" marR="0" indent="-327600" algn="l" defTabSz="1161288" rtl="0" eaLnBrk="1" latinLnBrk="0" hangingPunct="1">
              <a:lnSpc>
                <a:spcPct val="100000"/>
              </a:lnSpc>
              <a:spcBef>
                <a:spcPts val="0"/>
              </a:spcBef>
              <a:spcAft>
                <a:spcPts val="0"/>
              </a:spcAft>
              <a:buClr>
                <a:schemeClr val="tx1"/>
              </a:buClr>
              <a:buSzPct val="100000"/>
              <a:buFont typeface="Arial" panose="020B0604020202020204" pitchFamily="34" charset="0"/>
              <a:buChar char="•"/>
              <a:tabLst/>
              <a:defRPr sz="3600" b="0" i="0" u="none" strike="noStrike" cap="none" spc="0" baseline="0">
                <a:solidFill>
                  <a:schemeClr val="tx1"/>
                </a:solidFill>
                <a:uFillTx/>
                <a:latin typeface="IBM Plex Sans Light" panose="020B0403050203000203" pitchFamily="34" charset="0"/>
                <a:ea typeface="+mj-ea"/>
                <a:cs typeface="+mj-cs"/>
                <a:sym typeface="IBM Plex Sans Light"/>
              </a:defRPr>
            </a:lvl2pPr>
            <a:lvl3pPr marL="658800" marR="0" indent="-327600" algn="l" defTabSz="1161288" rtl="0" eaLnBrk="1" latinLnBrk="0" hangingPunct="1">
              <a:lnSpc>
                <a:spcPct val="100000"/>
              </a:lnSpc>
              <a:spcBef>
                <a:spcPts val="0"/>
              </a:spcBef>
              <a:spcAft>
                <a:spcPts val="0"/>
              </a:spcAft>
              <a:buClr>
                <a:schemeClr val="tx1"/>
              </a:buClr>
              <a:buSzPct val="100000"/>
              <a:buFont typeface="Arial" panose="020B0604020202020204" pitchFamily="34" charset="0"/>
              <a:buChar char="•"/>
              <a:tabLst/>
              <a:defRPr sz="3600" b="0" i="0" u="none" strike="noStrike" cap="none" spc="0" baseline="0">
                <a:solidFill>
                  <a:schemeClr val="tx1"/>
                </a:solidFill>
                <a:uFillTx/>
                <a:latin typeface="IBM Plex Sans Light" panose="020B0403050203000203" pitchFamily="34" charset="0"/>
                <a:ea typeface="+mj-ea"/>
                <a:cs typeface="+mj-cs"/>
                <a:sym typeface="IBM Plex Sans Light"/>
              </a:defRPr>
            </a:lvl3pPr>
            <a:lvl4pPr marL="986400" marR="0" indent="-327600" algn="l" defTabSz="1161288" rtl="0" eaLnBrk="1" latinLnBrk="0" hangingPunct="1">
              <a:lnSpc>
                <a:spcPct val="100000"/>
              </a:lnSpc>
              <a:spcBef>
                <a:spcPts val="0"/>
              </a:spcBef>
              <a:spcAft>
                <a:spcPts val="0"/>
              </a:spcAft>
              <a:buClr>
                <a:schemeClr val="tx1"/>
              </a:buClr>
              <a:buSzPct val="100000"/>
              <a:buFont typeface="Arial" panose="020B0604020202020204" pitchFamily="34" charset="0"/>
              <a:buChar char="•"/>
              <a:tabLst/>
              <a:defRPr sz="3600" b="0" i="0" u="none" strike="noStrike" cap="none" spc="0" baseline="0">
                <a:solidFill>
                  <a:schemeClr val="tx1"/>
                </a:solidFill>
                <a:uFillTx/>
                <a:latin typeface="IBM Plex Sans Light" panose="020B0403050203000203" pitchFamily="34" charset="0"/>
                <a:ea typeface="+mj-ea"/>
                <a:cs typeface="+mj-cs"/>
                <a:sym typeface="IBM Plex Sans Light"/>
              </a:defRPr>
            </a:lvl4pPr>
            <a:lvl5pPr marL="685800" marR="0" indent="0" algn="l" defTabSz="1161288" rtl="0" eaLnBrk="1" latinLnBrk="0" hangingPunct="1">
              <a:lnSpc>
                <a:spcPct val="110000"/>
              </a:lnSpc>
              <a:spcBef>
                <a:spcPts val="0"/>
              </a:spcBef>
              <a:spcAft>
                <a:spcPts val="0"/>
              </a:spcAft>
              <a:buClrTx/>
              <a:buSzPct val="100000"/>
              <a:buFont typeface="Arial" panose="020B0604020202020204" pitchFamily="34" charset="0"/>
              <a:buNone/>
              <a:tabLst/>
              <a:defRPr sz="3600" b="0" i="0" u="none" strike="noStrike" cap="none" spc="0" baseline="0">
                <a:solidFill>
                  <a:schemeClr val="tx1"/>
                </a:solidFill>
                <a:uFillTx/>
                <a:latin typeface="+mj-lt"/>
                <a:ea typeface="+mj-ea"/>
                <a:cs typeface="+mj-cs"/>
                <a:sym typeface="IBM Plex Sans Light"/>
              </a:defRPr>
            </a:lvl5pPr>
            <a:lvl6pPr marL="1843060" marR="0" indent="-389009" algn="l" defTabSz="2438400" rtl="0" eaLnBrk="1" latinLnBrk="0" hangingPunct="1">
              <a:lnSpc>
                <a:spcPct val="100000"/>
              </a:lnSpc>
              <a:spcBef>
                <a:spcPts val="2900"/>
              </a:spcBef>
              <a:spcAft>
                <a:spcPts val="0"/>
              </a:spcAft>
              <a:buClrTx/>
              <a:buSzPct val="100000"/>
              <a:buFontTx/>
              <a:buChar char="»"/>
              <a:tabLst/>
              <a:defRPr sz="3600" b="0" i="0" u="none" strike="noStrike" cap="none" spc="0" baseline="0">
                <a:solidFill>
                  <a:srgbClr val="000000"/>
                </a:solidFill>
                <a:uFillTx/>
                <a:latin typeface="+mj-lt"/>
                <a:ea typeface="+mj-ea"/>
                <a:cs typeface="+mj-cs"/>
                <a:sym typeface="IBM Plex Sans Light"/>
              </a:defRPr>
            </a:lvl6pPr>
            <a:lvl7pPr marL="2205631" marR="0" indent="-389009" algn="l" defTabSz="2438400" rtl="0" eaLnBrk="1" latinLnBrk="0" hangingPunct="1">
              <a:lnSpc>
                <a:spcPct val="100000"/>
              </a:lnSpc>
              <a:spcBef>
                <a:spcPts val="2900"/>
              </a:spcBef>
              <a:spcAft>
                <a:spcPts val="0"/>
              </a:spcAft>
              <a:buClrTx/>
              <a:buSzPct val="100000"/>
              <a:buFontTx/>
              <a:buChar char="»"/>
              <a:tabLst/>
              <a:defRPr sz="3600" b="0" i="0" u="none" strike="noStrike" cap="none" spc="0" baseline="0">
                <a:solidFill>
                  <a:srgbClr val="000000"/>
                </a:solidFill>
                <a:uFillTx/>
                <a:latin typeface="+mj-lt"/>
                <a:ea typeface="+mj-ea"/>
                <a:cs typeface="+mj-cs"/>
                <a:sym typeface="IBM Plex Sans Light"/>
              </a:defRPr>
            </a:lvl7pPr>
            <a:lvl8pPr marL="2568200" marR="0" indent="-389009" algn="l" defTabSz="2438400" rtl="0" eaLnBrk="1" latinLnBrk="0" hangingPunct="1">
              <a:lnSpc>
                <a:spcPct val="100000"/>
              </a:lnSpc>
              <a:spcBef>
                <a:spcPts val="2900"/>
              </a:spcBef>
              <a:spcAft>
                <a:spcPts val="0"/>
              </a:spcAft>
              <a:buClrTx/>
              <a:buSzPct val="100000"/>
              <a:buFontTx/>
              <a:buChar char="»"/>
              <a:tabLst/>
              <a:defRPr sz="3600" b="0" i="0" u="none" strike="noStrike" cap="none" spc="0" baseline="0">
                <a:solidFill>
                  <a:srgbClr val="000000"/>
                </a:solidFill>
                <a:uFillTx/>
                <a:latin typeface="+mj-lt"/>
                <a:ea typeface="+mj-ea"/>
                <a:cs typeface="+mj-cs"/>
                <a:sym typeface="IBM Plex Sans Light"/>
              </a:defRPr>
            </a:lvl8pPr>
            <a:lvl9pPr marL="2930769" marR="0" indent="-389009" algn="l" defTabSz="2438400" rtl="0" eaLnBrk="1" latinLnBrk="0" hangingPunct="1">
              <a:lnSpc>
                <a:spcPct val="100000"/>
              </a:lnSpc>
              <a:spcBef>
                <a:spcPts val="2900"/>
              </a:spcBef>
              <a:spcAft>
                <a:spcPts val="0"/>
              </a:spcAft>
              <a:buClrTx/>
              <a:buSzPct val="100000"/>
              <a:buFontTx/>
              <a:buChar char="»"/>
              <a:tabLst/>
              <a:defRPr sz="3600" b="0" i="0" u="none" strike="noStrike" cap="none" spc="0" baseline="0">
                <a:solidFill>
                  <a:srgbClr val="000000"/>
                </a:solidFill>
                <a:uFillTx/>
                <a:latin typeface="+mj-lt"/>
                <a:ea typeface="+mj-ea"/>
                <a:cs typeface="+mj-cs"/>
                <a:sym typeface="IBM Plex Sans Light"/>
              </a:defRPr>
            </a:lvl9pPr>
          </a:lstStyle>
          <a:p>
            <a:r>
              <a:rPr lang="en-US" dirty="0">
                <a:latin typeface="+mn-lt"/>
              </a:rPr>
              <a:t>LLMs </a:t>
            </a:r>
            <a:r>
              <a:rPr lang="es-ES" dirty="0">
                <a:latin typeface="+mn-lt"/>
              </a:rPr>
              <a:t>son modelos de aprendizaje automático que se han entrenado con grandes cantidades de texto sin etiquetar mediante el aprendizaje </a:t>
            </a:r>
            <a:r>
              <a:rPr lang="es-ES" dirty="0" err="1">
                <a:latin typeface="+mn-lt"/>
              </a:rPr>
              <a:t>autosupervisado</a:t>
            </a:r>
            <a:r>
              <a:rPr lang="es-ES" dirty="0">
                <a:latin typeface="+mn-lt"/>
              </a:rPr>
              <a:t> y pueden realizar una variedad de tareas de procesamiento del lenguaje natural</a:t>
            </a:r>
            <a:r>
              <a:rPr lang="en-US" dirty="0">
                <a:latin typeface="+mn-lt"/>
              </a:rPr>
              <a:t> .</a:t>
            </a:r>
            <a:endParaRPr lang="en-US" kern="0" dirty="0">
              <a:latin typeface="+mn-lt"/>
              <a:ea typeface="Times New Roman" panose="02020603050405020304" pitchFamily="18" charset="0"/>
            </a:endParaRPr>
          </a:p>
          <a:p>
            <a:endParaRPr lang="en-US" kern="0" dirty="0">
              <a:latin typeface="+mn-lt"/>
              <a:ea typeface="Times New Roman" panose="02020603050405020304" pitchFamily="18" charset="0"/>
            </a:endParaRPr>
          </a:p>
          <a:p>
            <a:r>
              <a:rPr lang="es-ES" kern="0" dirty="0" err="1">
                <a:latin typeface="+mn-lt"/>
                <a:ea typeface="Times New Roman" panose="02020603050405020304" pitchFamily="18" charset="0"/>
              </a:rPr>
              <a:t>ChatGPT</a:t>
            </a:r>
            <a:r>
              <a:rPr lang="es-ES" kern="0" dirty="0">
                <a:latin typeface="+mn-lt"/>
                <a:ea typeface="Times New Roman" panose="02020603050405020304" pitchFamily="18" charset="0"/>
              </a:rPr>
              <a:t> es un ejemplo de </a:t>
            </a:r>
            <a:r>
              <a:rPr lang="es-ES" kern="0" dirty="0" err="1">
                <a:latin typeface="+mn-lt"/>
                <a:ea typeface="Times New Roman" panose="02020603050405020304" pitchFamily="18" charset="0"/>
              </a:rPr>
              <a:t>chatbot</a:t>
            </a:r>
            <a:r>
              <a:rPr lang="es-ES" kern="0" dirty="0">
                <a:latin typeface="+mn-lt"/>
                <a:ea typeface="Times New Roman" panose="02020603050405020304" pitchFamily="18" charset="0"/>
              </a:rPr>
              <a:t> de IA generativa desarrollado mediante un LLM</a:t>
            </a:r>
            <a:r>
              <a:rPr lang="en-US" kern="0" dirty="0">
                <a:latin typeface="+mn-lt"/>
                <a:ea typeface="Times New Roman" panose="02020603050405020304" pitchFamily="18" charset="0"/>
              </a:rPr>
              <a:t>.</a:t>
            </a:r>
            <a:endParaRPr lang="en-US" kern="0" dirty="0"/>
          </a:p>
        </p:txBody>
      </p:sp>
      <p:pic>
        <p:nvPicPr>
          <p:cNvPr id="5" name="Picture Placeholder 12" descr="A group of people looking at a computer screen&#10;&#10;Description automatically generated with medium confidence">
            <a:extLst>
              <a:ext uri="{FF2B5EF4-FFF2-40B4-BE49-F238E27FC236}">
                <a16:creationId xmlns:a16="http://schemas.microsoft.com/office/drawing/2014/main" id="{B259AA55-DE9F-1F80-0937-1C4D21CB113D}"/>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l="20696" r="20696"/>
          <a:stretch/>
        </p:blipFill>
        <p:spPr>
          <a:xfrm>
            <a:off x="12763500" y="569913"/>
            <a:ext cx="11049000" cy="12574587"/>
          </a:xfrm>
          <a:prstGeom prst="rect">
            <a:avLst/>
          </a:prstGeom>
        </p:spPr>
      </p:pic>
    </p:spTree>
    <p:extLst>
      <p:ext uri="{BB962C8B-B14F-4D97-AF65-F5344CB8AC3E}">
        <p14:creationId xmlns:p14="http://schemas.microsoft.com/office/powerpoint/2010/main" val="2537886699"/>
      </p:ext>
    </p:extLst>
  </p:cSld>
  <p:clrMapOvr>
    <a:masterClrMapping/>
  </p:clrMapOvr>
  <p:transition spd="med"/>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C2DDFF46-A662-6F45-E462-D53A8E02543A}"/>
              </a:ext>
            </a:extLst>
          </p:cNvPr>
          <p:cNvSpPr/>
          <p:nvPr/>
        </p:nvSpPr>
        <p:spPr bwMode="auto">
          <a:xfrm flipH="1">
            <a:off x="-3" y="0"/>
            <a:ext cx="6251692" cy="13716000"/>
          </a:xfrm>
          <a:prstGeom prst="rect">
            <a:avLst/>
          </a:prstGeom>
          <a:solidFill>
            <a:srgbClr val="E5F6FF"/>
          </a:solidFill>
          <a:ln w="19050">
            <a:solidFill>
              <a:srgbClr val="E5F6FF"/>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79B7E72D-2E58-5FA9-35AF-EA3BF67E2249}"/>
              </a:ext>
            </a:extLst>
          </p:cNvPr>
          <p:cNvSpPr>
            <a:spLocks noGrp="1"/>
          </p:cNvSpPr>
          <p:nvPr>
            <p:ph type="title"/>
          </p:nvPr>
        </p:nvSpPr>
        <p:spPr>
          <a:xfrm>
            <a:off x="599090" y="577850"/>
            <a:ext cx="5490815" cy="4379785"/>
          </a:xfrm>
        </p:spPr>
        <p:txBody>
          <a:bodyPr/>
          <a:lstStyle/>
          <a:p>
            <a:r>
              <a:rPr lang="en-US" dirty="0"/>
              <a:t>Traditional AI applications</a:t>
            </a:r>
          </a:p>
        </p:txBody>
      </p:sp>
      <p:sp>
        <p:nvSpPr>
          <p:cNvPr id="3" name="Text Placeholder 2">
            <a:extLst>
              <a:ext uri="{FF2B5EF4-FFF2-40B4-BE49-F238E27FC236}">
                <a16:creationId xmlns:a16="http://schemas.microsoft.com/office/drawing/2014/main" id="{1F06A4A6-BFA6-4140-B1ED-1F00BB0D2D2F}"/>
              </a:ext>
            </a:extLst>
          </p:cNvPr>
          <p:cNvSpPr>
            <a:spLocks noGrp="1"/>
          </p:cNvSpPr>
          <p:nvPr>
            <p:ph type="body" sz="quarter" idx="23"/>
          </p:nvPr>
        </p:nvSpPr>
        <p:spPr>
          <a:xfrm>
            <a:off x="12752577" y="8560143"/>
            <a:ext cx="4963923" cy="2310755"/>
          </a:xfrm>
          <a:prstGeom prst="rect">
            <a:avLst/>
          </a:prstGeom>
        </p:spPr>
        <p:txBody>
          <a:bodyPr/>
          <a:lstStyle/>
          <a:p>
            <a:r>
              <a:rPr lang="en-US" sz="4400" dirty="0"/>
              <a:t>Recommendation engines</a:t>
            </a:r>
          </a:p>
          <a:p>
            <a:br>
              <a:rPr lang="en-US" dirty="0"/>
            </a:br>
            <a:endParaRPr lang="en-US" dirty="0"/>
          </a:p>
        </p:txBody>
      </p:sp>
      <p:sp>
        <p:nvSpPr>
          <p:cNvPr id="4" name="Text Placeholder 3">
            <a:extLst>
              <a:ext uri="{FF2B5EF4-FFF2-40B4-BE49-F238E27FC236}">
                <a16:creationId xmlns:a16="http://schemas.microsoft.com/office/drawing/2014/main" id="{C33EDFC4-C9C9-2112-4D9D-362541F55268}"/>
              </a:ext>
            </a:extLst>
          </p:cNvPr>
          <p:cNvSpPr>
            <a:spLocks noGrp="1"/>
          </p:cNvSpPr>
          <p:nvPr>
            <p:ph type="body" sz="quarter" idx="24"/>
          </p:nvPr>
        </p:nvSpPr>
        <p:spPr>
          <a:xfrm>
            <a:off x="18883914" y="8584858"/>
            <a:ext cx="4904171" cy="3624071"/>
          </a:xfrm>
          <a:prstGeom prst="rect">
            <a:avLst/>
          </a:prstGeom>
        </p:spPr>
        <p:txBody>
          <a:bodyPr/>
          <a:lstStyle/>
          <a:p>
            <a:r>
              <a:rPr lang="en-US" sz="4400" dirty="0"/>
              <a:t>Automated stock trading</a:t>
            </a:r>
          </a:p>
          <a:p>
            <a:pPr>
              <a:buFont typeface="Arial" panose="020B0604020202020204" pitchFamily="34" charset="0"/>
              <a:buNone/>
            </a:pPr>
            <a:br>
              <a:rPr lang="en-US" dirty="0"/>
            </a:br>
            <a:endParaRPr lang="en-US" dirty="0"/>
          </a:p>
        </p:txBody>
      </p:sp>
      <p:sp>
        <p:nvSpPr>
          <p:cNvPr id="5" name="Text Placeholder 4">
            <a:extLst>
              <a:ext uri="{FF2B5EF4-FFF2-40B4-BE49-F238E27FC236}">
                <a16:creationId xmlns:a16="http://schemas.microsoft.com/office/drawing/2014/main" id="{A58D3721-3096-C555-ADE3-C6C024CF3FAA}"/>
              </a:ext>
            </a:extLst>
          </p:cNvPr>
          <p:cNvSpPr>
            <a:spLocks noGrp="1"/>
          </p:cNvSpPr>
          <p:nvPr>
            <p:ph type="body" sz="quarter" idx="25"/>
          </p:nvPr>
        </p:nvSpPr>
        <p:spPr>
          <a:xfrm>
            <a:off x="18883916" y="2767742"/>
            <a:ext cx="4904169" cy="3637745"/>
          </a:xfrm>
          <a:prstGeom prst="rect">
            <a:avLst/>
          </a:prstGeom>
        </p:spPr>
        <p:txBody>
          <a:bodyPr/>
          <a:lstStyle/>
          <a:p>
            <a:r>
              <a:rPr lang="en-US" sz="4400" dirty="0">
                <a:latin typeface="+mn-lt"/>
              </a:rPr>
              <a:t>Customer </a:t>
            </a:r>
          </a:p>
          <a:p>
            <a:r>
              <a:rPr lang="en-US" sz="4400" dirty="0">
                <a:latin typeface="+mn-lt"/>
              </a:rPr>
              <a:t>service</a:t>
            </a:r>
          </a:p>
          <a:p>
            <a:br>
              <a:rPr lang="en-US" dirty="0">
                <a:latin typeface="+mn-lt"/>
              </a:rPr>
            </a:br>
            <a:r>
              <a:rPr lang="en-US" dirty="0">
                <a:latin typeface="+mn-lt"/>
              </a:rPr>
              <a:t>.</a:t>
            </a:r>
          </a:p>
        </p:txBody>
      </p:sp>
      <p:sp>
        <p:nvSpPr>
          <p:cNvPr id="6" name="Text Placeholder 5">
            <a:extLst>
              <a:ext uri="{FF2B5EF4-FFF2-40B4-BE49-F238E27FC236}">
                <a16:creationId xmlns:a16="http://schemas.microsoft.com/office/drawing/2014/main" id="{420DC560-FF7F-9500-14CC-65574A232BA3}"/>
              </a:ext>
            </a:extLst>
          </p:cNvPr>
          <p:cNvSpPr>
            <a:spLocks noGrp="1"/>
          </p:cNvSpPr>
          <p:nvPr>
            <p:ph type="body" sz="quarter" idx="26"/>
          </p:nvPr>
        </p:nvSpPr>
        <p:spPr>
          <a:xfrm>
            <a:off x="6738359" y="8572501"/>
            <a:ext cx="4963923" cy="4105532"/>
          </a:xfrm>
          <a:prstGeom prst="rect">
            <a:avLst/>
          </a:prstGeom>
        </p:spPr>
        <p:txBody>
          <a:bodyPr/>
          <a:lstStyle/>
          <a:p>
            <a:r>
              <a:rPr lang="en-US" sz="4400" dirty="0"/>
              <a:t>Computer </a:t>
            </a:r>
          </a:p>
          <a:p>
            <a:r>
              <a:rPr lang="en-US" sz="4400" dirty="0"/>
              <a:t>vision</a:t>
            </a:r>
          </a:p>
          <a:p>
            <a:br>
              <a:rPr lang="en-US" dirty="0"/>
            </a:br>
            <a:endParaRPr lang="en-US" dirty="0"/>
          </a:p>
        </p:txBody>
      </p:sp>
      <p:cxnSp>
        <p:nvCxnSpPr>
          <p:cNvPr id="10" name="Straight Connector 9">
            <a:extLst>
              <a:ext uri="{FF2B5EF4-FFF2-40B4-BE49-F238E27FC236}">
                <a16:creationId xmlns:a16="http://schemas.microsoft.com/office/drawing/2014/main" id="{F3C48B13-D468-45C9-5E8D-1CC3FCDBC286}"/>
              </a:ext>
            </a:extLst>
          </p:cNvPr>
          <p:cNvCxnSpPr>
            <a:cxnSpLocks/>
          </p:cNvCxnSpPr>
          <p:nvPr/>
        </p:nvCxnSpPr>
        <p:spPr bwMode="auto">
          <a:xfrm flipV="1">
            <a:off x="6251689" y="6096000"/>
            <a:ext cx="17560811" cy="3048"/>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79B6307B-3FFE-4197-344B-4318A0921143}"/>
              </a:ext>
            </a:extLst>
          </p:cNvPr>
          <p:cNvCxnSpPr>
            <a:cxnSpLocks/>
          </p:cNvCxnSpPr>
          <p:nvPr/>
        </p:nvCxnSpPr>
        <p:spPr bwMode="auto">
          <a:xfrm>
            <a:off x="12188952" y="6099048"/>
            <a:ext cx="0" cy="5890632"/>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3" name="Straight Connector 12">
            <a:extLst>
              <a:ext uri="{FF2B5EF4-FFF2-40B4-BE49-F238E27FC236}">
                <a16:creationId xmlns:a16="http://schemas.microsoft.com/office/drawing/2014/main" id="{79653C59-D4EB-061B-BEE9-54F43A1A5BD7}"/>
              </a:ext>
            </a:extLst>
          </p:cNvPr>
          <p:cNvCxnSpPr>
            <a:cxnSpLocks/>
          </p:cNvCxnSpPr>
          <p:nvPr/>
        </p:nvCxnSpPr>
        <p:spPr bwMode="auto">
          <a:xfrm>
            <a:off x="18288000" y="6096000"/>
            <a:ext cx="0" cy="5868329"/>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 name="Straight Connector 6">
            <a:extLst>
              <a:ext uri="{FF2B5EF4-FFF2-40B4-BE49-F238E27FC236}">
                <a16:creationId xmlns:a16="http://schemas.microsoft.com/office/drawing/2014/main" id="{C0798B85-BC47-3492-20C1-B39ECF1B5833}"/>
              </a:ext>
            </a:extLst>
          </p:cNvPr>
          <p:cNvCxnSpPr>
            <a:cxnSpLocks/>
          </p:cNvCxnSpPr>
          <p:nvPr/>
        </p:nvCxnSpPr>
        <p:spPr bwMode="auto">
          <a:xfrm>
            <a:off x="18288000" y="655174"/>
            <a:ext cx="0" cy="5619506"/>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9" name="TextBox 8">
            <a:extLst>
              <a:ext uri="{FF2B5EF4-FFF2-40B4-BE49-F238E27FC236}">
                <a16:creationId xmlns:a16="http://schemas.microsoft.com/office/drawing/2014/main" id="{89208AB0-08CB-E00D-7192-0EF1C33EF73D}"/>
              </a:ext>
            </a:extLst>
          </p:cNvPr>
          <p:cNvSpPr txBox="1"/>
          <p:nvPr/>
        </p:nvSpPr>
        <p:spPr>
          <a:xfrm>
            <a:off x="12844049" y="2741795"/>
            <a:ext cx="5188078" cy="212365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r>
              <a:rPr lang="en-US" sz="4400" dirty="0"/>
              <a:t>Speech </a:t>
            </a:r>
            <a:br>
              <a:rPr lang="en-US" sz="4400" dirty="0"/>
            </a:br>
            <a:r>
              <a:rPr lang="en-US" sz="4400" dirty="0"/>
              <a:t>recognition</a:t>
            </a:r>
          </a:p>
          <a:p>
            <a:endParaRPr lang="en-US" sz="4400" dirty="0">
              <a:solidFill>
                <a:schemeClr val="accent1"/>
              </a:solidFill>
            </a:endParaRPr>
          </a:p>
        </p:txBody>
      </p:sp>
      <p:cxnSp>
        <p:nvCxnSpPr>
          <p:cNvPr id="8" name="Straight Connector 7">
            <a:extLst>
              <a:ext uri="{FF2B5EF4-FFF2-40B4-BE49-F238E27FC236}">
                <a16:creationId xmlns:a16="http://schemas.microsoft.com/office/drawing/2014/main" id="{0E344C19-7471-40B0-4C99-0E1419C2A868}"/>
              </a:ext>
            </a:extLst>
          </p:cNvPr>
          <p:cNvCxnSpPr>
            <a:cxnSpLocks/>
          </p:cNvCxnSpPr>
          <p:nvPr/>
        </p:nvCxnSpPr>
        <p:spPr bwMode="auto">
          <a:xfrm flipH="1">
            <a:off x="12188952" y="655174"/>
            <a:ext cx="3048" cy="5443874"/>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pic>
        <p:nvPicPr>
          <p:cNvPr id="11" name="Picture 10">
            <a:extLst>
              <a:ext uri="{FF2B5EF4-FFF2-40B4-BE49-F238E27FC236}">
                <a16:creationId xmlns:a16="http://schemas.microsoft.com/office/drawing/2014/main" id="{263C2D82-95AB-4EB6-012E-5C44ADF61EC1}"/>
              </a:ext>
            </a:extLst>
          </p:cNvPr>
          <p:cNvPicPr>
            <a:picLocks noChangeAspect="1"/>
          </p:cNvPicPr>
          <p:nvPr/>
        </p:nvPicPr>
        <p:blipFill>
          <a:blip r:embed="rId3" cstate="email">
            <a:extLst>
              <a:ext uri="{28A0092B-C50C-407E-A947-70E740481C1C}">
                <a14:useLocalDpi xmlns:a14="http://schemas.microsoft.com/office/drawing/2010/main"/>
              </a:ext>
            </a:extLst>
          </a:blip>
          <a:srcRect/>
          <a:stretch/>
        </p:blipFill>
        <p:spPr>
          <a:xfrm>
            <a:off x="18909795" y="934058"/>
            <a:ext cx="1102638" cy="1102638"/>
          </a:xfrm>
          <a:prstGeom prst="rect">
            <a:avLst/>
          </a:prstGeom>
        </p:spPr>
      </p:pic>
      <p:pic>
        <p:nvPicPr>
          <p:cNvPr id="14" name="Picture 13">
            <a:extLst>
              <a:ext uri="{FF2B5EF4-FFF2-40B4-BE49-F238E27FC236}">
                <a16:creationId xmlns:a16="http://schemas.microsoft.com/office/drawing/2014/main" id="{793220F1-BAC7-5B19-E2CD-3F667A95D576}"/>
              </a:ext>
            </a:extLst>
          </p:cNvPr>
          <p:cNvPicPr>
            <a:picLocks noChangeAspect="1"/>
          </p:cNvPicPr>
          <p:nvPr/>
        </p:nvPicPr>
        <p:blipFill>
          <a:blip r:embed="rId4" cstate="email">
            <a:extLst>
              <a:ext uri="{28A0092B-C50C-407E-A947-70E740481C1C}">
                <a14:useLocalDpi xmlns:a14="http://schemas.microsoft.com/office/drawing/2010/main"/>
              </a:ext>
            </a:extLst>
          </a:blip>
          <a:srcRect/>
          <a:stretch/>
        </p:blipFill>
        <p:spPr>
          <a:xfrm>
            <a:off x="12785768" y="1103593"/>
            <a:ext cx="1102638" cy="1102638"/>
          </a:xfrm>
          <a:prstGeom prst="rect">
            <a:avLst/>
          </a:prstGeom>
        </p:spPr>
      </p:pic>
      <p:pic>
        <p:nvPicPr>
          <p:cNvPr id="15" name="Picture 14">
            <a:extLst>
              <a:ext uri="{FF2B5EF4-FFF2-40B4-BE49-F238E27FC236}">
                <a16:creationId xmlns:a16="http://schemas.microsoft.com/office/drawing/2014/main" id="{FE324F61-2951-22F7-9049-6E1D4048F44E}"/>
              </a:ext>
            </a:extLst>
          </p:cNvPr>
          <p:cNvPicPr>
            <a:picLocks noChangeAspect="1"/>
          </p:cNvPicPr>
          <p:nvPr/>
        </p:nvPicPr>
        <p:blipFill>
          <a:blip r:embed="rId5"/>
          <a:srcRect/>
          <a:stretch/>
        </p:blipFill>
        <p:spPr>
          <a:xfrm>
            <a:off x="6738359" y="6770811"/>
            <a:ext cx="1219200" cy="1219200"/>
          </a:xfrm>
          <a:prstGeom prst="rect">
            <a:avLst/>
          </a:prstGeom>
        </p:spPr>
      </p:pic>
      <p:pic>
        <p:nvPicPr>
          <p:cNvPr id="19" name="Picture 18">
            <a:extLst>
              <a:ext uri="{FF2B5EF4-FFF2-40B4-BE49-F238E27FC236}">
                <a16:creationId xmlns:a16="http://schemas.microsoft.com/office/drawing/2014/main" id="{97B7CBD4-D9E3-A29D-2BB4-43CBB53EFDC6}"/>
              </a:ext>
            </a:extLst>
          </p:cNvPr>
          <p:cNvPicPr>
            <a:picLocks noChangeAspect="1"/>
          </p:cNvPicPr>
          <p:nvPr/>
        </p:nvPicPr>
        <p:blipFill>
          <a:blip r:embed="rId6"/>
          <a:srcRect/>
          <a:stretch/>
        </p:blipFill>
        <p:spPr>
          <a:xfrm>
            <a:off x="12727487" y="6634612"/>
            <a:ext cx="1219200" cy="1219200"/>
          </a:xfrm>
          <a:prstGeom prst="rect">
            <a:avLst/>
          </a:prstGeom>
        </p:spPr>
      </p:pic>
      <p:pic>
        <p:nvPicPr>
          <p:cNvPr id="20" name="Picture 19">
            <a:extLst>
              <a:ext uri="{FF2B5EF4-FFF2-40B4-BE49-F238E27FC236}">
                <a16:creationId xmlns:a16="http://schemas.microsoft.com/office/drawing/2014/main" id="{8732B4AC-A2D9-0F12-6F43-0C20786C610A}"/>
              </a:ext>
            </a:extLst>
          </p:cNvPr>
          <p:cNvPicPr>
            <a:picLocks noChangeAspect="1"/>
          </p:cNvPicPr>
          <p:nvPr/>
        </p:nvPicPr>
        <p:blipFill>
          <a:blip r:embed="rId7"/>
          <a:srcRect/>
          <a:stretch/>
        </p:blipFill>
        <p:spPr>
          <a:xfrm>
            <a:off x="18883916" y="6634612"/>
            <a:ext cx="1219200" cy="1219200"/>
          </a:xfrm>
          <a:prstGeom prst="rect">
            <a:avLst/>
          </a:prstGeom>
        </p:spPr>
      </p:pic>
    </p:spTree>
    <p:extLst>
      <p:ext uri="{BB962C8B-B14F-4D97-AF65-F5344CB8AC3E}">
        <p14:creationId xmlns:p14="http://schemas.microsoft.com/office/powerpoint/2010/main" val="1653537965"/>
      </p:ext>
    </p:extLst>
  </p:cSld>
  <p:clrMapOvr>
    <a:masterClrMapping/>
  </p:clrMapOvr>
  <p:transition spd="med"/>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C062AC6D-34D8-085A-04E9-E899DF77FB43}"/>
              </a:ext>
            </a:extLst>
          </p:cNvPr>
          <p:cNvSpPr>
            <a:spLocks noGrp="1"/>
          </p:cNvSpPr>
          <p:nvPr>
            <p:ph type="title"/>
          </p:nvPr>
        </p:nvSpPr>
        <p:spPr>
          <a:xfrm>
            <a:off x="576072" y="577849"/>
            <a:ext cx="4949825" cy="3416319"/>
          </a:xfrm>
        </p:spPr>
        <p:txBody>
          <a:bodyPr/>
          <a:lstStyle/>
          <a:p>
            <a:r>
              <a:rPr lang="en-US" sz="6400" dirty="0"/>
              <a:t>Natural language processing</a:t>
            </a:r>
          </a:p>
        </p:txBody>
      </p:sp>
      <p:pic>
        <p:nvPicPr>
          <p:cNvPr id="6" name="Picture Placeholder 5" descr="A group of people sitting around a table&#10;&#10;Description automatically generated">
            <a:extLst>
              <a:ext uri="{FF2B5EF4-FFF2-40B4-BE49-F238E27FC236}">
                <a16:creationId xmlns:a16="http://schemas.microsoft.com/office/drawing/2014/main" id="{9AD43A59-37E9-6044-BBE4-0234CE59B65B}"/>
              </a:ext>
            </a:extLst>
          </p:cNvPr>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l="4552" r="4552"/>
          <a:stretch>
            <a:fillRect/>
          </a:stretch>
        </p:blipFill>
        <p:spPr/>
      </p:pic>
      <p:sp>
        <p:nvSpPr>
          <p:cNvPr id="3" name="TextBox 2">
            <a:extLst>
              <a:ext uri="{FF2B5EF4-FFF2-40B4-BE49-F238E27FC236}">
                <a16:creationId xmlns:a16="http://schemas.microsoft.com/office/drawing/2014/main" id="{C6910CC9-E7B7-75F9-5EBD-087D621AB9E5}"/>
              </a:ext>
            </a:extLst>
          </p:cNvPr>
          <p:cNvSpPr txBox="1"/>
          <p:nvPr/>
        </p:nvSpPr>
        <p:spPr>
          <a:xfrm>
            <a:off x="576071" y="4872841"/>
            <a:ext cx="4949825" cy="397031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r>
              <a:rPr lang="es-ES"/>
              <a:t>La tecnología que le da a las computadoras la capacidad de entender texto y palabras habladas de la misma manera que los humanos.</a:t>
            </a:r>
            <a:endParaRPr lang="en-US" dirty="0"/>
          </a:p>
        </p:txBody>
      </p:sp>
    </p:spTree>
    <p:extLst>
      <p:ext uri="{BB962C8B-B14F-4D97-AF65-F5344CB8AC3E}">
        <p14:creationId xmlns:p14="http://schemas.microsoft.com/office/powerpoint/2010/main" val="3595093334"/>
      </p:ext>
    </p:extLst>
  </p:cSld>
  <p:clrMapOvr>
    <a:masterClrMapping/>
  </p:clrMapOvr>
  <p:transition spd="med"/>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3080A373-E3A9-95C2-C4D4-7F055AF3DBCA}"/>
              </a:ext>
            </a:extLst>
          </p:cNvPr>
          <p:cNvSpPr/>
          <p:nvPr/>
        </p:nvSpPr>
        <p:spPr bwMode="auto">
          <a:xfrm flipH="1">
            <a:off x="-3" y="0"/>
            <a:ext cx="6251692" cy="13716000"/>
          </a:xfrm>
          <a:prstGeom prst="rect">
            <a:avLst/>
          </a:prstGeom>
          <a:solidFill>
            <a:srgbClr val="E5F6FF"/>
          </a:solidFill>
          <a:ln w="19050">
            <a:solidFill>
              <a:srgbClr val="E5F6FF"/>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
        <p:nvSpPr>
          <p:cNvPr id="5" name="Title 1">
            <a:extLst>
              <a:ext uri="{FF2B5EF4-FFF2-40B4-BE49-F238E27FC236}">
                <a16:creationId xmlns:a16="http://schemas.microsoft.com/office/drawing/2014/main" id="{C062AC6D-34D8-085A-04E9-E899DF77FB43}"/>
              </a:ext>
            </a:extLst>
          </p:cNvPr>
          <p:cNvSpPr>
            <a:spLocks noGrp="1"/>
          </p:cNvSpPr>
          <p:nvPr>
            <p:ph type="title"/>
          </p:nvPr>
        </p:nvSpPr>
        <p:spPr>
          <a:xfrm>
            <a:off x="605702" y="577850"/>
            <a:ext cx="4920195" cy="4886779"/>
          </a:xfrm>
        </p:spPr>
        <p:txBody>
          <a:bodyPr/>
          <a:lstStyle/>
          <a:p>
            <a:r>
              <a:rPr lang="en-US" sz="6400" dirty="0"/>
              <a:t>Natural language processing </a:t>
            </a:r>
            <a:br>
              <a:rPr lang="en-US" sz="6400" dirty="0"/>
            </a:br>
            <a:r>
              <a:rPr lang="en-US" sz="6400" dirty="0"/>
              <a:t>use cases</a:t>
            </a:r>
          </a:p>
        </p:txBody>
      </p:sp>
      <p:sp>
        <p:nvSpPr>
          <p:cNvPr id="2" name="Text Placeholder 1">
            <a:extLst>
              <a:ext uri="{FF2B5EF4-FFF2-40B4-BE49-F238E27FC236}">
                <a16:creationId xmlns:a16="http://schemas.microsoft.com/office/drawing/2014/main" id="{4FD92DD5-48DB-FE80-1DAE-DFEBA44615E4}"/>
              </a:ext>
            </a:extLst>
          </p:cNvPr>
          <p:cNvSpPr>
            <a:spLocks noGrp="1"/>
          </p:cNvSpPr>
          <p:nvPr>
            <p:ph type="body" sz="quarter" idx="10"/>
          </p:nvPr>
        </p:nvSpPr>
        <p:spPr>
          <a:xfrm>
            <a:off x="18859500" y="2792626"/>
            <a:ext cx="4921973" cy="2350865"/>
          </a:xfrm>
        </p:spPr>
        <p:txBody>
          <a:bodyPr/>
          <a:lstStyle/>
          <a:p>
            <a:r>
              <a:rPr lang="en-US" sz="4400" dirty="0">
                <a:latin typeface="+mn-lt"/>
              </a:rPr>
              <a:t>Machine </a:t>
            </a:r>
            <a:br>
              <a:rPr lang="en-US" sz="4400" dirty="0">
                <a:latin typeface="+mn-lt"/>
              </a:rPr>
            </a:br>
            <a:r>
              <a:rPr lang="en-US" sz="4400" dirty="0">
                <a:latin typeface="+mn-lt"/>
              </a:rPr>
              <a:t>translation</a:t>
            </a:r>
            <a:endParaRPr lang="en-US" sz="4400" dirty="0"/>
          </a:p>
        </p:txBody>
      </p:sp>
      <p:sp>
        <p:nvSpPr>
          <p:cNvPr id="10" name="Text Placeholder 9">
            <a:extLst>
              <a:ext uri="{FF2B5EF4-FFF2-40B4-BE49-F238E27FC236}">
                <a16:creationId xmlns:a16="http://schemas.microsoft.com/office/drawing/2014/main" id="{179AD64D-6CBE-C4A5-0B24-3ECEE5A8152A}"/>
              </a:ext>
            </a:extLst>
          </p:cNvPr>
          <p:cNvSpPr>
            <a:spLocks noGrp="1"/>
          </p:cNvSpPr>
          <p:nvPr>
            <p:ph type="body" sz="quarter" idx="24"/>
          </p:nvPr>
        </p:nvSpPr>
        <p:spPr>
          <a:xfrm>
            <a:off x="6731075" y="8572515"/>
            <a:ext cx="4904170" cy="2350865"/>
          </a:xfrm>
        </p:spPr>
        <p:txBody>
          <a:bodyPr/>
          <a:lstStyle/>
          <a:p>
            <a:r>
              <a:rPr lang="en-US" sz="4400" dirty="0">
                <a:latin typeface="+mn-lt"/>
              </a:rPr>
              <a:t>Chatbots and</a:t>
            </a:r>
            <a:br>
              <a:rPr lang="en-US" sz="4400" dirty="0">
                <a:latin typeface="+mn-lt"/>
              </a:rPr>
            </a:br>
            <a:r>
              <a:rPr lang="en-US" sz="4400" dirty="0">
                <a:latin typeface="+mn-lt"/>
              </a:rPr>
              <a:t>virtual assistants</a:t>
            </a:r>
            <a:endParaRPr lang="en-US" sz="4400" dirty="0"/>
          </a:p>
        </p:txBody>
      </p:sp>
      <p:sp>
        <p:nvSpPr>
          <p:cNvPr id="11" name="Text Placeholder 10">
            <a:extLst>
              <a:ext uri="{FF2B5EF4-FFF2-40B4-BE49-F238E27FC236}">
                <a16:creationId xmlns:a16="http://schemas.microsoft.com/office/drawing/2014/main" id="{ACB53FFF-F4BA-CD35-1F9A-DC22AF45C508}"/>
              </a:ext>
            </a:extLst>
          </p:cNvPr>
          <p:cNvSpPr>
            <a:spLocks noGrp="1"/>
          </p:cNvSpPr>
          <p:nvPr>
            <p:ph type="body" sz="quarter" idx="25"/>
          </p:nvPr>
        </p:nvSpPr>
        <p:spPr>
          <a:xfrm>
            <a:off x="18859501" y="8572500"/>
            <a:ext cx="5002670" cy="2666990"/>
          </a:xfrm>
        </p:spPr>
        <p:txBody>
          <a:bodyPr/>
          <a:lstStyle/>
          <a:p>
            <a:r>
              <a:rPr lang="en-US" sz="4400" dirty="0">
                <a:latin typeface="+mn-lt"/>
              </a:rPr>
              <a:t>Text </a:t>
            </a:r>
            <a:br>
              <a:rPr lang="en-US" sz="4400" dirty="0">
                <a:latin typeface="+mn-lt"/>
              </a:rPr>
            </a:br>
            <a:r>
              <a:rPr lang="en-US" sz="4400" dirty="0">
                <a:latin typeface="+mn-lt"/>
              </a:rPr>
              <a:t>summarization</a:t>
            </a:r>
            <a:endParaRPr lang="en-US" sz="4400" dirty="0"/>
          </a:p>
        </p:txBody>
      </p:sp>
      <p:sp>
        <p:nvSpPr>
          <p:cNvPr id="13" name="Text Placeholder 12">
            <a:extLst>
              <a:ext uri="{FF2B5EF4-FFF2-40B4-BE49-F238E27FC236}">
                <a16:creationId xmlns:a16="http://schemas.microsoft.com/office/drawing/2014/main" id="{E48F8DDF-E56A-61F5-7E47-37B554408A20}"/>
              </a:ext>
            </a:extLst>
          </p:cNvPr>
          <p:cNvSpPr>
            <a:spLocks noGrp="1"/>
          </p:cNvSpPr>
          <p:nvPr>
            <p:ph type="body" sz="quarter" idx="27"/>
          </p:nvPr>
        </p:nvSpPr>
        <p:spPr>
          <a:xfrm>
            <a:off x="12804548" y="2792620"/>
            <a:ext cx="4963923" cy="2350869"/>
          </a:xfrm>
        </p:spPr>
        <p:txBody>
          <a:bodyPr/>
          <a:lstStyle/>
          <a:p>
            <a:r>
              <a:rPr lang="en-US" sz="4400" dirty="0">
                <a:latin typeface="+mn-lt"/>
              </a:rPr>
              <a:t>Spam </a:t>
            </a:r>
            <a:br>
              <a:rPr lang="en-US" sz="4400" dirty="0">
                <a:latin typeface="+mn-lt"/>
              </a:rPr>
            </a:br>
            <a:r>
              <a:rPr lang="en-US" sz="4400" dirty="0">
                <a:latin typeface="+mn-lt"/>
              </a:rPr>
              <a:t>detection</a:t>
            </a:r>
            <a:endParaRPr lang="en-US" sz="4400" dirty="0"/>
          </a:p>
        </p:txBody>
      </p:sp>
      <p:sp>
        <p:nvSpPr>
          <p:cNvPr id="14" name="Text Placeholder 13">
            <a:extLst>
              <a:ext uri="{FF2B5EF4-FFF2-40B4-BE49-F238E27FC236}">
                <a16:creationId xmlns:a16="http://schemas.microsoft.com/office/drawing/2014/main" id="{3FB3FE5C-BF67-7FEF-54EF-CBD1212E9198}"/>
              </a:ext>
            </a:extLst>
          </p:cNvPr>
          <p:cNvSpPr>
            <a:spLocks noGrp="1"/>
          </p:cNvSpPr>
          <p:nvPr>
            <p:ph type="body" sz="quarter" idx="28"/>
          </p:nvPr>
        </p:nvSpPr>
        <p:spPr>
          <a:xfrm>
            <a:off x="12769978" y="8572508"/>
            <a:ext cx="4963923" cy="2666981"/>
          </a:xfrm>
        </p:spPr>
        <p:txBody>
          <a:bodyPr/>
          <a:lstStyle/>
          <a:p>
            <a:r>
              <a:rPr lang="en-US" sz="4400" dirty="0">
                <a:latin typeface="+mn-lt"/>
              </a:rPr>
              <a:t>Social media </a:t>
            </a:r>
            <a:br>
              <a:rPr lang="en-US" sz="4400" dirty="0">
                <a:latin typeface="+mn-lt"/>
              </a:rPr>
            </a:br>
            <a:r>
              <a:rPr lang="en-US" sz="4400" dirty="0">
                <a:latin typeface="+mn-lt"/>
              </a:rPr>
              <a:t>sentiment analysis</a:t>
            </a:r>
            <a:endParaRPr lang="en-US" sz="4400" dirty="0"/>
          </a:p>
        </p:txBody>
      </p:sp>
      <p:pic>
        <p:nvPicPr>
          <p:cNvPr id="15" name="Picture 14">
            <a:extLst>
              <a:ext uri="{FF2B5EF4-FFF2-40B4-BE49-F238E27FC236}">
                <a16:creationId xmlns:a16="http://schemas.microsoft.com/office/drawing/2014/main" id="{3CF83099-A1D7-3B1D-B7AA-B1023B1ED355}"/>
              </a:ext>
            </a:extLst>
          </p:cNvPr>
          <p:cNvPicPr>
            <a:picLocks noChangeAspect="1"/>
          </p:cNvPicPr>
          <p:nvPr/>
        </p:nvPicPr>
        <p:blipFill>
          <a:blip r:embed="rId3" cstate="email">
            <a:extLst>
              <a:ext uri="{28A0092B-C50C-407E-A947-70E740481C1C}">
                <a14:useLocalDpi xmlns:a14="http://schemas.microsoft.com/office/drawing/2010/main"/>
              </a:ext>
            </a:extLst>
          </a:blip>
          <a:srcRect/>
          <a:stretch/>
        </p:blipFill>
        <p:spPr>
          <a:xfrm>
            <a:off x="12763500" y="897219"/>
            <a:ext cx="1136650" cy="1136650"/>
          </a:xfrm>
          <a:prstGeom prst="rect">
            <a:avLst/>
          </a:prstGeom>
        </p:spPr>
      </p:pic>
      <p:pic>
        <p:nvPicPr>
          <p:cNvPr id="16" name="Picture 15">
            <a:extLst>
              <a:ext uri="{FF2B5EF4-FFF2-40B4-BE49-F238E27FC236}">
                <a16:creationId xmlns:a16="http://schemas.microsoft.com/office/drawing/2014/main" id="{29CFFD0C-0C98-56AC-34E5-A8FC7F567B7B}"/>
              </a:ext>
            </a:extLst>
          </p:cNvPr>
          <p:cNvPicPr>
            <a:picLocks noChangeAspect="1"/>
          </p:cNvPicPr>
          <p:nvPr/>
        </p:nvPicPr>
        <p:blipFill>
          <a:blip r:embed="rId4" cstate="email">
            <a:extLst>
              <a:ext uri="{28A0092B-C50C-407E-A947-70E740481C1C}">
                <a14:useLocalDpi xmlns:a14="http://schemas.microsoft.com/office/drawing/2010/main"/>
              </a:ext>
            </a:extLst>
          </a:blip>
          <a:srcRect/>
          <a:stretch/>
        </p:blipFill>
        <p:spPr>
          <a:xfrm>
            <a:off x="12780004" y="6454702"/>
            <a:ext cx="1219200" cy="1219200"/>
          </a:xfrm>
          <a:prstGeom prst="rect">
            <a:avLst/>
          </a:prstGeom>
        </p:spPr>
      </p:pic>
      <p:pic>
        <p:nvPicPr>
          <p:cNvPr id="18" name="Picture 17">
            <a:extLst>
              <a:ext uri="{FF2B5EF4-FFF2-40B4-BE49-F238E27FC236}">
                <a16:creationId xmlns:a16="http://schemas.microsoft.com/office/drawing/2014/main" id="{CEE5CB3E-0560-E788-7097-15E468DC5183}"/>
              </a:ext>
            </a:extLst>
          </p:cNvPr>
          <p:cNvPicPr>
            <a:picLocks noChangeAspect="1"/>
          </p:cNvPicPr>
          <p:nvPr/>
        </p:nvPicPr>
        <p:blipFill>
          <a:blip r:embed="rId5" cstate="email">
            <a:extLst>
              <a:ext uri="{28A0092B-C50C-407E-A947-70E740481C1C}">
                <a14:useLocalDpi xmlns:a14="http://schemas.microsoft.com/office/drawing/2010/main"/>
              </a:ext>
            </a:extLst>
          </a:blip>
          <a:srcRect/>
          <a:stretch/>
        </p:blipFill>
        <p:spPr>
          <a:xfrm>
            <a:off x="18912530" y="6661004"/>
            <a:ext cx="1012898" cy="1012898"/>
          </a:xfrm>
          <a:prstGeom prst="rect">
            <a:avLst/>
          </a:prstGeom>
        </p:spPr>
      </p:pic>
      <p:pic>
        <p:nvPicPr>
          <p:cNvPr id="19" name="Picture 18">
            <a:extLst>
              <a:ext uri="{FF2B5EF4-FFF2-40B4-BE49-F238E27FC236}">
                <a16:creationId xmlns:a16="http://schemas.microsoft.com/office/drawing/2014/main" id="{09DB984B-FE09-B8C9-7787-5961BDCA5F57}"/>
              </a:ext>
            </a:extLst>
          </p:cNvPr>
          <p:cNvPicPr>
            <a:picLocks noChangeAspect="1"/>
          </p:cNvPicPr>
          <p:nvPr/>
        </p:nvPicPr>
        <p:blipFill>
          <a:blip r:embed="rId6" cstate="email">
            <a:extLst>
              <a:ext uri="{28A0092B-C50C-407E-A947-70E740481C1C}">
                <a14:useLocalDpi xmlns:a14="http://schemas.microsoft.com/office/drawing/2010/main"/>
              </a:ext>
            </a:extLst>
          </a:blip>
          <a:srcRect/>
          <a:stretch/>
        </p:blipFill>
        <p:spPr>
          <a:xfrm>
            <a:off x="6665976" y="6667029"/>
            <a:ext cx="1118957" cy="1118957"/>
          </a:xfrm>
          <a:prstGeom prst="rect">
            <a:avLst/>
          </a:prstGeom>
        </p:spPr>
      </p:pic>
      <p:pic>
        <p:nvPicPr>
          <p:cNvPr id="20" name="Picture 19">
            <a:extLst>
              <a:ext uri="{FF2B5EF4-FFF2-40B4-BE49-F238E27FC236}">
                <a16:creationId xmlns:a16="http://schemas.microsoft.com/office/drawing/2014/main" id="{94A9F249-0BAC-3733-2EE1-8B7352355300}"/>
              </a:ext>
            </a:extLst>
          </p:cNvPr>
          <p:cNvPicPr>
            <a:picLocks noChangeAspect="1"/>
          </p:cNvPicPr>
          <p:nvPr/>
        </p:nvPicPr>
        <p:blipFill>
          <a:blip r:embed="rId7" cstate="email">
            <a:extLst>
              <a:ext uri="{28A0092B-C50C-407E-A947-70E740481C1C}">
                <a14:useLocalDpi xmlns:a14="http://schemas.microsoft.com/office/drawing/2010/main"/>
              </a:ext>
            </a:extLst>
          </a:blip>
          <a:srcRect/>
          <a:stretch/>
        </p:blipFill>
        <p:spPr>
          <a:xfrm>
            <a:off x="18806471" y="914912"/>
            <a:ext cx="1118957" cy="1118957"/>
          </a:xfrm>
          <a:prstGeom prst="rect">
            <a:avLst/>
          </a:prstGeom>
        </p:spPr>
      </p:pic>
    </p:spTree>
    <p:extLst>
      <p:ext uri="{BB962C8B-B14F-4D97-AF65-F5344CB8AC3E}">
        <p14:creationId xmlns:p14="http://schemas.microsoft.com/office/powerpoint/2010/main" val="3547090537"/>
      </p:ext>
    </p:extLst>
  </p:cSld>
  <p:clrMapOvr>
    <a:masterClrMapping/>
  </p:clrMapOvr>
  <p:transition spd="med"/>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555A89-31D3-C769-71AD-38E9ADC2B454}"/>
              </a:ext>
            </a:extLst>
          </p:cNvPr>
          <p:cNvSpPr>
            <a:spLocks noGrp="1"/>
          </p:cNvSpPr>
          <p:nvPr>
            <p:ph type="title"/>
          </p:nvPr>
        </p:nvSpPr>
        <p:spPr>
          <a:xfrm>
            <a:off x="576072" y="577849"/>
            <a:ext cx="5157463" cy="1969407"/>
          </a:xfrm>
        </p:spPr>
        <p:txBody>
          <a:bodyPr/>
          <a:lstStyle/>
          <a:p>
            <a:r>
              <a:rPr lang="en-US" sz="6000" dirty="0">
                <a:solidFill>
                  <a:schemeClr val="tx1"/>
                </a:solidFill>
              </a:rPr>
              <a:t>Conversational AI</a:t>
            </a:r>
          </a:p>
        </p:txBody>
      </p:sp>
      <p:pic>
        <p:nvPicPr>
          <p:cNvPr id="6" name="Picture Placeholder 5" descr="A person holding a smart watch&#10;&#10;Description automatically generated with medium confidence">
            <a:extLst>
              <a:ext uri="{FF2B5EF4-FFF2-40B4-BE49-F238E27FC236}">
                <a16:creationId xmlns:a16="http://schemas.microsoft.com/office/drawing/2014/main" id="{CBC36C71-0668-D3E7-E140-211362B613DF}"/>
              </a:ext>
            </a:extLst>
          </p:cNvPr>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l="4549" r="4549"/>
          <a:stretch>
            <a:fillRect/>
          </a:stretch>
        </p:blipFill>
        <p:spPr/>
      </p:pic>
      <p:sp>
        <p:nvSpPr>
          <p:cNvPr id="10" name="TextBox 9">
            <a:extLst>
              <a:ext uri="{FF2B5EF4-FFF2-40B4-BE49-F238E27FC236}">
                <a16:creationId xmlns:a16="http://schemas.microsoft.com/office/drawing/2014/main" id="{B0EF639B-7320-2CEC-099A-128C594FDB7C}"/>
              </a:ext>
            </a:extLst>
          </p:cNvPr>
          <p:cNvSpPr txBox="1"/>
          <p:nvPr/>
        </p:nvSpPr>
        <p:spPr>
          <a:xfrm>
            <a:off x="577850" y="3428999"/>
            <a:ext cx="4946650" cy="9510296"/>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r>
              <a:rPr lang="es-ES"/>
              <a:t>Los chatbots y los asistentes o agentes virtuales pueden facilitar a los usuarios la búsqueda de la información que necesitan respondiendo a sus preguntas y solicitudes a través de la entrada de texto o audio sin necesidad de intervención humana, proporcionando disponibilidad las 24 horas del día a los usuarios.</a:t>
            </a:r>
            <a:endParaRPr lang="en-US" dirty="0"/>
          </a:p>
        </p:txBody>
      </p:sp>
    </p:spTree>
    <p:extLst>
      <p:ext uri="{BB962C8B-B14F-4D97-AF65-F5344CB8AC3E}">
        <p14:creationId xmlns:p14="http://schemas.microsoft.com/office/powerpoint/2010/main" val="2965944570"/>
      </p:ext>
    </p:extLst>
  </p:cSld>
  <p:clrMapOvr>
    <a:masterClrMapping/>
  </p:clrMapOvr>
  <p:transition spd="med"/>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AD51E29-A021-A320-16CA-982DCE8BB7C0}"/>
              </a:ext>
            </a:extLst>
          </p:cNvPr>
          <p:cNvSpPr/>
          <p:nvPr/>
        </p:nvSpPr>
        <p:spPr bwMode="auto">
          <a:xfrm flipH="1">
            <a:off x="65311" y="-84604"/>
            <a:ext cx="6251692" cy="13716000"/>
          </a:xfrm>
          <a:prstGeom prst="rect">
            <a:avLst/>
          </a:prstGeom>
          <a:solidFill>
            <a:srgbClr val="E5F6FF"/>
          </a:solidFill>
          <a:ln w="19050">
            <a:solidFill>
              <a:srgbClr val="E5F6FF"/>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58555A89-31D3-C769-71AD-38E9ADC2B454}"/>
              </a:ext>
            </a:extLst>
          </p:cNvPr>
          <p:cNvSpPr>
            <a:spLocks noGrp="1"/>
          </p:cNvSpPr>
          <p:nvPr>
            <p:ph type="title"/>
          </p:nvPr>
        </p:nvSpPr>
        <p:spPr>
          <a:xfrm>
            <a:off x="576072" y="577850"/>
            <a:ext cx="5256317" cy="2666437"/>
          </a:xfrm>
        </p:spPr>
        <p:txBody>
          <a:bodyPr/>
          <a:lstStyle/>
          <a:p>
            <a:r>
              <a:rPr lang="en-US" sz="6000" dirty="0"/>
              <a:t>Conversational AI use cases</a:t>
            </a:r>
          </a:p>
        </p:txBody>
      </p:sp>
      <p:sp>
        <p:nvSpPr>
          <p:cNvPr id="15" name="Text Placeholder 14">
            <a:extLst>
              <a:ext uri="{FF2B5EF4-FFF2-40B4-BE49-F238E27FC236}">
                <a16:creationId xmlns:a16="http://schemas.microsoft.com/office/drawing/2014/main" id="{7D13CD41-B161-A5CF-60C6-E7279C888E52}"/>
              </a:ext>
            </a:extLst>
          </p:cNvPr>
          <p:cNvSpPr>
            <a:spLocks noGrp="1"/>
          </p:cNvSpPr>
          <p:nvPr>
            <p:ph type="body" sz="quarter" idx="10"/>
          </p:nvPr>
        </p:nvSpPr>
        <p:spPr>
          <a:xfrm>
            <a:off x="12763500" y="2709554"/>
            <a:ext cx="4928451" cy="2859090"/>
          </a:xfrm>
        </p:spPr>
        <p:txBody>
          <a:bodyPr/>
          <a:lstStyle/>
          <a:p>
            <a:r>
              <a:rPr lang="en-US" sz="4400" dirty="0">
                <a:latin typeface="+mn-lt"/>
              </a:rPr>
              <a:t>Accessibility</a:t>
            </a:r>
            <a:endParaRPr lang="en-US" sz="4400" dirty="0"/>
          </a:p>
        </p:txBody>
      </p:sp>
      <p:sp>
        <p:nvSpPr>
          <p:cNvPr id="22" name="Text Placeholder 21">
            <a:extLst>
              <a:ext uri="{FF2B5EF4-FFF2-40B4-BE49-F238E27FC236}">
                <a16:creationId xmlns:a16="http://schemas.microsoft.com/office/drawing/2014/main" id="{F03210C1-A942-AC25-9F2C-13ED6AC54267}"/>
              </a:ext>
            </a:extLst>
          </p:cNvPr>
          <p:cNvSpPr>
            <a:spLocks noGrp="1"/>
          </p:cNvSpPr>
          <p:nvPr>
            <p:ph type="body" sz="quarter" idx="24"/>
          </p:nvPr>
        </p:nvSpPr>
        <p:spPr>
          <a:xfrm>
            <a:off x="18825552" y="2754740"/>
            <a:ext cx="4904171" cy="2519129"/>
          </a:xfrm>
        </p:spPr>
        <p:txBody>
          <a:bodyPr/>
          <a:lstStyle/>
          <a:p>
            <a:r>
              <a:rPr lang="en-US" sz="4400" dirty="0">
                <a:latin typeface="+mn-lt"/>
              </a:rPr>
              <a:t>HR processes</a:t>
            </a:r>
          </a:p>
        </p:txBody>
      </p:sp>
      <p:sp>
        <p:nvSpPr>
          <p:cNvPr id="23" name="Text Placeholder 22">
            <a:extLst>
              <a:ext uri="{FF2B5EF4-FFF2-40B4-BE49-F238E27FC236}">
                <a16:creationId xmlns:a16="http://schemas.microsoft.com/office/drawing/2014/main" id="{1CA9E59F-7300-BBBC-EC94-1A1ECB139698}"/>
              </a:ext>
            </a:extLst>
          </p:cNvPr>
          <p:cNvSpPr>
            <a:spLocks noGrp="1"/>
          </p:cNvSpPr>
          <p:nvPr>
            <p:ph type="body" sz="quarter" idx="25"/>
          </p:nvPr>
        </p:nvSpPr>
        <p:spPr>
          <a:xfrm>
            <a:off x="12787780" y="8572500"/>
            <a:ext cx="4904171" cy="2666990"/>
          </a:xfrm>
        </p:spPr>
        <p:txBody>
          <a:bodyPr/>
          <a:lstStyle/>
          <a:p>
            <a:r>
              <a:rPr lang="en-US" sz="4400" dirty="0"/>
              <a:t>IoT devices</a:t>
            </a:r>
          </a:p>
        </p:txBody>
      </p:sp>
      <p:sp>
        <p:nvSpPr>
          <p:cNvPr id="24" name="Text Placeholder 23">
            <a:extLst>
              <a:ext uri="{FF2B5EF4-FFF2-40B4-BE49-F238E27FC236}">
                <a16:creationId xmlns:a16="http://schemas.microsoft.com/office/drawing/2014/main" id="{2BACF509-22E7-D98A-9508-D01F1D7AA965}"/>
              </a:ext>
            </a:extLst>
          </p:cNvPr>
          <p:cNvSpPr>
            <a:spLocks noGrp="1"/>
          </p:cNvSpPr>
          <p:nvPr>
            <p:ph type="body" sz="quarter" idx="26"/>
          </p:nvPr>
        </p:nvSpPr>
        <p:spPr>
          <a:xfrm>
            <a:off x="18859500" y="8572496"/>
            <a:ext cx="4904171" cy="2666990"/>
          </a:xfrm>
        </p:spPr>
        <p:txBody>
          <a:bodyPr/>
          <a:lstStyle/>
          <a:p>
            <a:r>
              <a:rPr lang="en-US" sz="4400" dirty="0"/>
              <a:t>Computer software</a:t>
            </a:r>
          </a:p>
        </p:txBody>
      </p:sp>
      <p:sp>
        <p:nvSpPr>
          <p:cNvPr id="25" name="Text Placeholder 24">
            <a:extLst>
              <a:ext uri="{FF2B5EF4-FFF2-40B4-BE49-F238E27FC236}">
                <a16:creationId xmlns:a16="http://schemas.microsoft.com/office/drawing/2014/main" id="{7C3E42A9-6986-A0F2-EB6E-1FD858E7303F}"/>
              </a:ext>
            </a:extLst>
          </p:cNvPr>
          <p:cNvSpPr>
            <a:spLocks noGrp="1"/>
          </p:cNvSpPr>
          <p:nvPr>
            <p:ph type="body" sz="quarter" idx="27"/>
          </p:nvPr>
        </p:nvSpPr>
        <p:spPr>
          <a:xfrm>
            <a:off x="6665976" y="2709553"/>
            <a:ext cx="4963923" cy="2433935"/>
          </a:xfrm>
        </p:spPr>
        <p:txBody>
          <a:bodyPr/>
          <a:lstStyle/>
          <a:p>
            <a:r>
              <a:rPr lang="en-US" sz="4400" dirty="0">
                <a:latin typeface="+mn-lt"/>
              </a:rPr>
              <a:t>Customer support</a:t>
            </a:r>
          </a:p>
        </p:txBody>
      </p:sp>
      <p:sp>
        <p:nvSpPr>
          <p:cNvPr id="26" name="Text Placeholder 25">
            <a:extLst>
              <a:ext uri="{FF2B5EF4-FFF2-40B4-BE49-F238E27FC236}">
                <a16:creationId xmlns:a16="http://schemas.microsoft.com/office/drawing/2014/main" id="{C03C182C-0F68-B501-3D5D-44E72BAC05C8}"/>
              </a:ext>
            </a:extLst>
          </p:cNvPr>
          <p:cNvSpPr>
            <a:spLocks noGrp="1"/>
          </p:cNvSpPr>
          <p:nvPr>
            <p:ph type="body" sz="quarter" idx="28"/>
          </p:nvPr>
        </p:nvSpPr>
        <p:spPr>
          <a:xfrm>
            <a:off x="6665976" y="8572512"/>
            <a:ext cx="4963923" cy="2349922"/>
          </a:xfrm>
        </p:spPr>
        <p:txBody>
          <a:bodyPr/>
          <a:lstStyle/>
          <a:p>
            <a:r>
              <a:rPr lang="en-US" sz="4400" dirty="0"/>
              <a:t>Healthcare</a:t>
            </a:r>
          </a:p>
        </p:txBody>
      </p:sp>
      <p:pic>
        <p:nvPicPr>
          <p:cNvPr id="27" name="Picture 26">
            <a:extLst>
              <a:ext uri="{FF2B5EF4-FFF2-40B4-BE49-F238E27FC236}">
                <a16:creationId xmlns:a16="http://schemas.microsoft.com/office/drawing/2014/main" id="{AE85C299-A720-6F57-7C80-A4CC78A937A9}"/>
              </a:ext>
            </a:extLst>
          </p:cNvPr>
          <p:cNvPicPr>
            <a:picLocks noChangeAspect="1"/>
          </p:cNvPicPr>
          <p:nvPr/>
        </p:nvPicPr>
        <p:blipFill>
          <a:blip r:embed="rId3" cstate="email">
            <a:extLst>
              <a:ext uri="{28A0092B-C50C-407E-A947-70E740481C1C}">
                <a14:useLocalDpi xmlns:a14="http://schemas.microsoft.com/office/drawing/2010/main"/>
              </a:ext>
            </a:extLst>
          </a:blip>
          <a:srcRect/>
          <a:stretch/>
        </p:blipFill>
        <p:spPr>
          <a:xfrm>
            <a:off x="6703718" y="900506"/>
            <a:ext cx="1098941" cy="1098941"/>
          </a:xfrm>
          <a:prstGeom prst="rect">
            <a:avLst/>
          </a:prstGeom>
        </p:spPr>
      </p:pic>
      <p:pic>
        <p:nvPicPr>
          <p:cNvPr id="28" name="Picture 27">
            <a:extLst>
              <a:ext uri="{FF2B5EF4-FFF2-40B4-BE49-F238E27FC236}">
                <a16:creationId xmlns:a16="http://schemas.microsoft.com/office/drawing/2014/main" id="{1F070341-ED97-A3F0-6A2E-19EA6BC504E0}"/>
              </a:ext>
            </a:extLst>
          </p:cNvPr>
          <p:cNvPicPr>
            <a:picLocks noChangeAspect="1"/>
          </p:cNvPicPr>
          <p:nvPr/>
        </p:nvPicPr>
        <p:blipFill>
          <a:blip r:embed="rId4" cstate="email">
            <a:extLst>
              <a:ext uri="{28A0092B-C50C-407E-A947-70E740481C1C}">
                <a14:useLocalDpi xmlns:a14="http://schemas.microsoft.com/office/drawing/2010/main"/>
              </a:ext>
            </a:extLst>
          </a:blip>
          <a:srcRect/>
          <a:stretch/>
        </p:blipFill>
        <p:spPr>
          <a:xfrm>
            <a:off x="6719031" y="6773396"/>
            <a:ext cx="1083628" cy="1083628"/>
          </a:xfrm>
          <a:prstGeom prst="rect">
            <a:avLst/>
          </a:prstGeom>
        </p:spPr>
      </p:pic>
      <p:pic>
        <p:nvPicPr>
          <p:cNvPr id="29" name="Picture 28">
            <a:extLst>
              <a:ext uri="{FF2B5EF4-FFF2-40B4-BE49-F238E27FC236}">
                <a16:creationId xmlns:a16="http://schemas.microsoft.com/office/drawing/2014/main" id="{F59137B9-9E85-248A-DA97-AB69C1D0A65C}"/>
              </a:ext>
            </a:extLst>
          </p:cNvPr>
          <p:cNvPicPr>
            <a:picLocks noChangeAspect="1"/>
          </p:cNvPicPr>
          <p:nvPr/>
        </p:nvPicPr>
        <p:blipFill>
          <a:blip r:embed="rId5" cstate="email">
            <a:extLst>
              <a:ext uri="{28A0092B-C50C-407E-A947-70E740481C1C}">
                <a14:useLocalDpi xmlns:a14="http://schemas.microsoft.com/office/drawing/2010/main"/>
              </a:ext>
            </a:extLst>
          </a:blip>
          <a:srcRect/>
          <a:stretch/>
        </p:blipFill>
        <p:spPr>
          <a:xfrm>
            <a:off x="12763500" y="6816755"/>
            <a:ext cx="1068314" cy="1068314"/>
          </a:xfrm>
          <a:prstGeom prst="rect">
            <a:avLst/>
          </a:prstGeom>
        </p:spPr>
      </p:pic>
      <p:pic>
        <p:nvPicPr>
          <p:cNvPr id="31" name="Picture 30">
            <a:extLst>
              <a:ext uri="{FF2B5EF4-FFF2-40B4-BE49-F238E27FC236}">
                <a16:creationId xmlns:a16="http://schemas.microsoft.com/office/drawing/2014/main" id="{17E1404D-7FE0-BB90-A7B6-C3797451D2A7}"/>
              </a:ext>
            </a:extLst>
          </p:cNvPr>
          <p:cNvPicPr>
            <a:picLocks noChangeAspect="1"/>
          </p:cNvPicPr>
          <p:nvPr/>
        </p:nvPicPr>
        <p:blipFill>
          <a:blip r:embed="rId6" cstate="email">
            <a:extLst>
              <a:ext uri="{28A0092B-C50C-407E-A947-70E740481C1C}">
                <a14:useLocalDpi xmlns:a14="http://schemas.microsoft.com/office/drawing/2010/main"/>
              </a:ext>
            </a:extLst>
          </a:blip>
          <a:srcRect/>
          <a:stretch/>
        </p:blipFill>
        <p:spPr>
          <a:xfrm>
            <a:off x="18883412" y="6816755"/>
            <a:ext cx="1068314" cy="1068314"/>
          </a:xfrm>
          <a:prstGeom prst="rect">
            <a:avLst/>
          </a:prstGeom>
        </p:spPr>
      </p:pic>
      <p:pic>
        <p:nvPicPr>
          <p:cNvPr id="32" name="Picture 31">
            <a:extLst>
              <a:ext uri="{FF2B5EF4-FFF2-40B4-BE49-F238E27FC236}">
                <a16:creationId xmlns:a16="http://schemas.microsoft.com/office/drawing/2014/main" id="{D174EAA3-9BC5-76ED-A8E3-1028B40A15B4}"/>
              </a:ext>
            </a:extLst>
          </p:cNvPr>
          <p:cNvPicPr>
            <a:picLocks noChangeAspect="1"/>
          </p:cNvPicPr>
          <p:nvPr/>
        </p:nvPicPr>
        <p:blipFill>
          <a:blip r:embed="rId7" cstate="email">
            <a:extLst>
              <a:ext uri="{28A0092B-C50C-407E-A947-70E740481C1C}">
                <a14:useLocalDpi xmlns:a14="http://schemas.microsoft.com/office/drawing/2010/main"/>
              </a:ext>
            </a:extLst>
          </a:blip>
          <a:srcRect/>
          <a:stretch/>
        </p:blipFill>
        <p:spPr>
          <a:xfrm>
            <a:off x="18883412" y="1009509"/>
            <a:ext cx="1068314" cy="1068314"/>
          </a:xfrm>
          <a:prstGeom prst="rect">
            <a:avLst/>
          </a:prstGeom>
        </p:spPr>
      </p:pic>
      <p:pic>
        <p:nvPicPr>
          <p:cNvPr id="33" name="Picture 32">
            <a:extLst>
              <a:ext uri="{FF2B5EF4-FFF2-40B4-BE49-F238E27FC236}">
                <a16:creationId xmlns:a16="http://schemas.microsoft.com/office/drawing/2014/main" id="{584FFB10-2284-5A89-AA53-D36D40EFF47E}"/>
              </a:ext>
            </a:extLst>
          </p:cNvPr>
          <p:cNvPicPr>
            <a:picLocks noChangeAspect="1"/>
          </p:cNvPicPr>
          <p:nvPr/>
        </p:nvPicPr>
        <p:blipFill>
          <a:blip r:embed="rId8" cstate="email">
            <a:extLst>
              <a:ext uri="{28A0092B-C50C-407E-A947-70E740481C1C}">
                <a14:useLocalDpi xmlns:a14="http://schemas.microsoft.com/office/drawing/2010/main"/>
              </a:ext>
            </a:extLst>
          </a:blip>
          <a:srcRect/>
          <a:stretch/>
        </p:blipFill>
        <p:spPr>
          <a:xfrm>
            <a:off x="12763500" y="900506"/>
            <a:ext cx="1159071" cy="1159071"/>
          </a:xfrm>
          <a:prstGeom prst="rect">
            <a:avLst/>
          </a:prstGeom>
        </p:spPr>
      </p:pic>
    </p:spTree>
    <p:extLst>
      <p:ext uri="{BB962C8B-B14F-4D97-AF65-F5344CB8AC3E}">
        <p14:creationId xmlns:p14="http://schemas.microsoft.com/office/powerpoint/2010/main" val="129167"/>
      </p:ext>
    </p:extLst>
  </p:cSld>
  <p:clrMapOvr>
    <a:masterClrMapping/>
  </p:clrMapOvr>
  <p:transition spd="med"/>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C2DDFF46-A662-6F45-E462-D53A8E02543A}"/>
              </a:ext>
            </a:extLst>
          </p:cNvPr>
          <p:cNvSpPr/>
          <p:nvPr/>
        </p:nvSpPr>
        <p:spPr bwMode="auto">
          <a:xfrm flipH="1">
            <a:off x="-3" y="0"/>
            <a:ext cx="6251692" cy="13716000"/>
          </a:xfrm>
          <a:prstGeom prst="rect">
            <a:avLst/>
          </a:prstGeom>
          <a:solidFill>
            <a:srgbClr val="E5F6FF"/>
          </a:solidFill>
          <a:ln w="19050">
            <a:solidFill>
              <a:srgbClr val="E5F6FF"/>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79B7E72D-2E58-5FA9-35AF-EA3BF67E2249}"/>
              </a:ext>
            </a:extLst>
          </p:cNvPr>
          <p:cNvSpPr>
            <a:spLocks noGrp="1"/>
          </p:cNvSpPr>
          <p:nvPr>
            <p:ph type="title"/>
          </p:nvPr>
        </p:nvSpPr>
        <p:spPr>
          <a:xfrm>
            <a:off x="576072" y="577850"/>
            <a:ext cx="5513833" cy="4379785"/>
          </a:xfrm>
        </p:spPr>
        <p:txBody>
          <a:bodyPr/>
          <a:lstStyle/>
          <a:p>
            <a:r>
              <a:rPr lang="en-US" dirty="0"/>
              <a:t>Generative AI applications</a:t>
            </a:r>
          </a:p>
        </p:txBody>
      </p:sp>
      <p:sp>
        <p:nvSpPr>
          <p:cNvPr id="3" name="Text Placeholder 2">
            <a:extLst>
              <a:ext uri="{FF2B5EF4-FFF2-40B4-BE49-F238E27FC236}">
                <a16:creationId xmlns:a16="http://schemas.microsoft.com/office/drawing/2014/main" id="{1F06A4A6-BFA6-4140-B1ED-1F00BB0D2D2F}"/>
              </a:ext>
            </a:extLst>
          </p:cNvPr>
          <p:cNvSpPr>
            <a:spLocks noGrp="1"/>
          </p:cNvSpPr>
          <p:nvPr>
            <p:ph type="body" sz="quarter" idx="23"/>
          </p:nvPr>
        </p:nvSpPr>
        <p:spPr>
          <a:xfrm>
            <a:off x="12787780" y="8575548"/>
            <a:ext cx="4904171" cy="3415533"/>
          </a:xfrm>
          <a:prstGeom prst="rect">
            <a:avLst/>
          </a:prstGeom>
        </p:spPr>
        <p:txBody>
          <a:bodyPr/>
          <a:lstStyle/>
          <a:p>
            <a:r>
              <a:rPr lang="en-US" sz="4400" dirty="0"/>
              <a:t>Generate</a:t>
            </a:r>
            <a:br>
              <a:rPr lang="en-US" sz="4400" dirty="0"/>
            </a:br>
            <a:r>
              <a:rPr lang="en-US" sz="4400" dirty="0"/>
              <a:t>simulated data</a:t>
            </a:r>
          </a:p>
          <a:p>
            <a:br>
              <a:rPr lang="en-US" dirty="0"/>
            </a:br>
            <a:endParaRPr lang="en-US" dirty="0"/>
          </a:p>
        </p:txBody>
      </p:sp>
      <p:sp>
        <p:nvSpPr>
          <p:cNvPr id="4" name="Text Placeholder 3">
            <a:extLst>
              <a:ext uri="{FF2B5EF4-FFF2-40B4-BE49-F238E27FC236}">
                <a16:creationId xmlns:a16="http://schemas.microsoft.com/office/drawing/2014/main" id="{C33EDFC4-C9C9-2112-4D9D-362541F55268}"/>
              </a:ext>
            </a:extLst>
          </p:cNvPr>
          <p:cNvSpPr>
            <a:spLocks noGrp="1"/>
          </p:cNvSpPr>
          <p:nvPr>
            <p:ph type="body" sz="quarter" idx="24"/>
          </p:nvPr>
        </p:nvSpPr>
        <p:spPr>
          <a:xfrm>
            <a:off x="18859500" y="8575548"/>
            <a:ext cx="4904171" cy="3528930"/>
          </a:xfrm>
          <a:prstGeom prst="rect">
            <a:avLst/>
          </a:prstGeom>
        </p:spPr>
        <p:txBody>
          <a:bodyPr/>
          <a:lstStyle/>
          <a:p>
            <a:r>
              <a:rPr lang="en-US" sz="4400" dirty="0"/>
              <a:t>Image &amp; video generation</a:t>
            </a:r>
          </a:p>
          <a:p>
            <a:pPr>
              <a:buFont typeface="Arial" panose="020B0604020202020204" pitchFamily="34" charset="0"/>
              <a:buNone/>
            </a:pPr>
            <a:br>
              <a:rPr lang="en-US" dirty="0"/>
            </a:br>
            <a:endParaRPr lang="en-US" dirty="0">
              <a:latin typeface="+mn-lt"/>
            </a:endParaRPr>
          </a:p>
        </p:txBody>
      </p:sp>
      <p:sp>
        <p:nvSpPr>
          <p:cNvPr id="5" name="Text Placeholder 4">
            <a:extLst>
              <a:ext uri="{FF2B5EF4-FFF2-40B4-BE49-F238E27FC236}">
                <a16:creationId xmlns:a16="http://schemas.microsoft.com/office/drawing/2014/main" id="{A58D3721-3096-C555-ADE3-C6C024CF3FAA}"/>
              </a:ext>
            </a:extLst>
          </p:cNvPr>
          <p:cNvSpPr>
            <a:spLocks noGrp="1"/>
          </p:cNvSpPr>
          <p:nvPr>
            <p:ph type="body" sz="quarter" idx="25"/>
          </p:nvPr>
        </p:nvSpPr>
        <p:spPr>
          <a:xfrm>
            <a:off x="18859500" y="2639009"/>
            <a:ext cx="4904170" cy="1576651"/>
          </a:xfrm>
          <a:prstGeom prst="rect">
            <a:avLst/>
          </a:prstGeom>
        </p:spPr>
        <p:txBody>
          <a:bodyPr/>
          <a:lstStyle/>
          <a:p>
            <a:r>
              <a:rPr lang="en-US" sz="4400" dirty="0"/>
              <a:t>Code </a:t>
            </a:r>
            <a:br>
              <a:rPr lang="en-US" sz="4400" dirty="0"/>
            </a:br>
            <a:r>
              <a:rPr lang="en-US" sz="4400" dirty="0"/>
              <a:t>generation</a:t>
            </a:r>
          </a:p>
          <a:p>
            <a:endParaRPr lang="en-US" dirty="0">
              <a:solidFill>
                <a:schemeClr val="accent1"/>
              </a:solidFill>
              <a:latin typeface="+mn-lt"/>
            </a:endParaRPr>
          </a:p>
        </p:txBody>
      </p:sp>
      <p:sp>
        <p:nvSpPr>
          <p:cNvPr id="6" name="Text Placeholder 5">
            <a:extLst>
              <a:ext uri="{FF2B5EF4-FFF2-40B4-BE49-F238E27FC236}">
                <a16:creationId xmlns:a16="http://schemas.microsoft.com/office/drawing/2014/main" id="{420DC560-FF7F-9500-14CC-65574A232BA3}"/>
              </a:ext>
            </a:extLst>
          </p:cNvPr>
          <p:cNvSpPr>
            <a:spLocks noGrp="1"/>
          </p:cNvSpPr>
          <p:nvPr>
            <p:ph type="body" sz="quarter" idx="26"/>
          </p:nvPr>
        </p:nvSpPr>
        <p:spPr>
          <a:xfrm>
            <a:off x="6720244" y="8575548"/>
            <a:ext cx="4963923" cy="1871611"/>
          </a:xfrm>
          <a:prstGeom prst="rect">
            <a:avLst/>
          </a:prstGeom>
        </p:spPr>
        <p:txBody>
          <a:bodyPr/>
          <a:lstStyle/>
          <a:p>
            <a:r>
              <a:rPr lang="en-US" sz="4400" dirty="0"/>
              <a:t>Music </a:t>
            </a:r>
            <a:br>
              <a:rPr lang="en-US" sz="4400" dirty="0"/>
            </a:br>
            <a:r>
              <a:rPr lang="en-US" sz="4400" dirty="0"/>
              <a:t>generation</a:t>
            </a:r>
          </a:p>
          <a:p>
            <a:endParaRPr lang="en-US" sz="4400" dirty="0"/>
          </a:p>
          <a:p>
            <a:endParaRPr lang="en-US" dirty="0"/>
          </a:p>
        </p:txBody>
      </p:sp>
      <p:cxnSp>
        <p:nvCxnSpPr>
          <p:cNvPr id="10" name="Straight Connector 9">
            <a:extLst>
              <a:ext uri="{FF2B5EF4-FFF2-40B4-BE49-F238E27FC236}">
                <a16:creationId xmlns:a16="http://schemas.microsoft.com/office/drawing/2014/main" id="{F3C48B13-D468-45C9-5E8D-1CC3FCDBC286}"/>
              </a:ext>
            </a:extLst>
          </p:cNvPr>
          <p:cNvCxnSpPr>
            <a:cxnSpLocks/>
          </p:cNvCxnSpPr>
          <p:nvPr/>
        </p:nvCxnSpPr>
        <p:spPr bwMode="auto">
          <a:xfrm flipV="1">
            <a:off x="6251689" y="6096000"/>
            <a:ext cx="17560811" cy="3048"/>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79B6307B-3FFE-4197-344B-4318A0921143}"/>
              </a:ext>
            </a:extLst>
          </p:cNvPr>
          <p:cNvCxnSpPr>
            <a:cxnSpLocks/>
          </p:cNvCxnSpPr>
          <p:nvPr/>
        </p:nvCxnSpPr>
        <p:spPr bwMode="auto">
          <a:xfrm>
            <a:off x="12188952" y="6099048"/>
            <a:ext cx="0" cy="5890632"/>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3" name="Straight Connector 12">
            <a:extLst>
              <a:ext uri="{FF2B5EF4-FFF2-40B4-BE49-F238E27FC236}">
                <a16:creationId xmlns:a16="http://schemas.microsoft.com/office/drawing/2014/main" id="{79653C59-D4EB-061B-BEE9-54F43A1A5BD7}"/>
              </a:ext>
            </a:extLst>
          </p:cNvPr>
          <p:cNvCxnSpPr>
            <a:cxnSpLocks/>
          </p:cNvCxnSpPr>
          <p:nvPr/>
        </p:nvCxnSpPr>
        <p:spPr bwMode="auto">
          <a:xfrm>
            <a:off x="18288000" y="6096000"/>
            <a:ext cx="0" cy="5868329"/>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 name="Straight Connector 6">
            <a:extLst>
              <a:ext uri="{FF2B5EF4-FFF2-40B4-BE49-F238E27FC236}">
                <a16:creationId xmlns:a16="http://schemas.microsoft.com/office/drawing/2014/main" id="{C0798B85-BC47-3492-20C1-B39ECF1B5833}"/>
              </a:ext>
            </a:extLst>
          </p:cNvPr>
          <p:cNvCxnSpPr>
            <a:cxnSpLocks/>
          </p:cNvCxnSpPr>
          <p:nvPr/>
        </p:nvCxnSpPr>
        <p:spPr bwMode="auto">
          <a:xfrm>
            <a:off x="18288000" y="660858"/>
            <a:ext cx="0" cy="5613822"/>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9" name="TextBox 8">
            <a:extLst>
              <a:ext uri="{FF2B5EF4-FFF2-40B4-BE49-F238E27FC236}">
                <a16:creationId xmlns:a16="http://schemas.microsoft.com/office/drawing/2014/main" id="{89208AB0-08CB-E00D-7192-0EF1C33EF73D}"/>
              </a:ext>
            </a:extLst>
          </p:cNvPr>
          <p:cNvSpPr txBox="1"/>
          <p:nvPr/>
        </p:nvSpPr>
        <p:spPr>
          <a:xfrm>
            <a:off x="12737583" y="2639010"/>
            <a:ext cx="5150130" cy="2000548"/>
          </a:xfrm>
          <a:prstGeom prst="rect">
            <a:avLst/>
          </a:prstGeom>
          <a:no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spAutoFit/>
          </a:bodyPr>
          <a:lstStyle/>
          <a:p>
            <a:r>
              <a:rPr lang="en-US" sz="4400" dirty="0"/>
              <a:t>Text </a:t>
            </a:r>
            <a:br>
              <a:rPr lang="en-US" sz="4400" dirty="0"/>
            </a:br>
            <a:r>
              <a:rPr lang="en-US" sz="4400" dirty="0"/>
              <a:t>generation</a:t>
            </a:r>
          </a:p>
          <a:p>
            <a:endParaRPr lang="en-US" dirty="0">
              <a:solidFill>
                <a:schemeClr val="accent1"/>
              </a:solidFill>
              <a:latin typeface="+mn-lt"/>
            </a:endParaRPr>
          </a:p>
        </p:txBody>
      </p:sp>
      <p:cxnSp>
        <p:nvCxnSpPr>
          <p:cNvPr id="8" name="Straight Connector 7">
            <a:extLst>
              <a:ext uri="{FF2B5EF4-FFF2-40B4-BE49-F238E27FC236}">
                <a16:creationId xmlns:a16="http://schemas.microsoft.com/office/drawing/2014/main" id="{0E344C19-7471-40B0-4C99-0E1419C2A868}"/>
              </a:ext>
            </a:extLst>
          </p:cNvPr>
          <p:cNvCxnSpPr>
            <a:cxnSpLocks/>
          </p:cNvCxnSpPr>
          <p:nvPr/>
        </p:nvCxnSpPr>
        <p:spPr bwMode="auto">
          <a:xfrm flipH="1">
            <a:off x="12188952" y="577850"/>
            <a:ext cx="3048" cy="5521198"/>
          </a:xfrm>
          <a:prstGeom prst="line">
            <a:avLst/>
          </a:prstGeom>
          <a:ln w="12700">
            <a:solidFill>
              <a:schemeClr val="tx1"/>
            </a:solidFill>
            <a:headEnd type="none" w="med" len="med"/>
            <a:tailEnd type="none" w="med" len="med"/>
          </a:ln>
          <a:effectLst/>
        </p:spPr>
        <p:style>
          <a:lnRef idx="1">
            <a:schemeClr val="dk1"/>
          </a:lnRef>
          <a:fillRef idx="0">
            <a:schemeClr val="dk1"/>
          </a:fillRef>
          <a:effectRef idx="0">
            <a:schemeClr val="dk1"/>
          </a:effectRef>
          <a:fontRef idx="minor">
            <a:schemeClr val="tx1"/>
          </a:fontRef>
        </p:style>
      </p:cxnSp>
      <p:pic>
        <p:nvPicPr>
          <p:cNvPr id="11" name="Picture 10">
            <a:extLst>
              <a:ext uri="{FF2B5EF4-FFF2-40B4-BE49-F238E27FC236}">
                <a16:creationId xmlns:a16="http://schemas.microsoft.com/office/drawing/2014/main" id="{FE0882F2-C83D-B09F-F027-2413D582F97E}"/>
              </a:ext>
            </a:extLst>
          </p:cNvPr>
          <p:cNvPicPr>
            <a:picLocks noChangeAspect="1"/>
          </p:cNvPicPr>
          <p:nvPr/>
        </p:nvPicPr>
        <p:blipFill>
          <a:blip r:embed="rId3"/>
          <a:srcRect/>
          <a:stretch/>
        </p:blipFill>
        <p:spPr>
          <a:xfrm>
            <a:off x="18859500" y="846846"/>
            <a:ext cx="1219200" cy="1219200"/>
          </a:xfrm>
          <a:prstGeom prst="rect">
            <a:avLst/>
          </a:prstGeom>
        </p:spPr>
      </p:pic>
      <p:pic>
        <p:nvPicPr>
          <p:cNvPr id="14" name="Picture 13">
            <a:extLst>
              <a:ext uri="{FF2B5EF4-FFF2-40B4-BE49-F238E27FC236}">
                <a16:creationId xmlns:a16="http://schemas.microsoft.com/office/drawing/2014/main" id="{72E1F792-0D9E-EC0C-A426-EDB4F05B5D9D}"/>
              </a:ext>
            </a:extLst>
          </p:cNvPr>
          <p:cNvPicPr>
            <a:picLocks noChangeAspect="1"/>
          </p:cNvPicPr>
          <p:nvPr/>
        </p:nvPicPr>
        <p:blipFill>
          <a:blip r:embed="rId4"/>
          <a:srcRect/>
          <a:stretch/>
        </p:blipFill>
        <p:spPr>
          <a:xfrm>
            <a:off x="18859500" y="6672011"/>
            <a:ext cx="1219200" cy="1219200"/>
          </a:xfrm>
          <a:prstGeom prst="rect">
            <a:avLst/>
          </a:prstGeom>
        </p:spPr>
      </p:pic>
      <p:pic>
        <p:nvPicPr>
          <p:cNvPr id="15" name="Picture 14">
            <a:extLst>
              <a:ext uri="{FF2B5EF4-FFF2-40B4-BE49-F238E27FC236}">
                <a16:creationId xmlns:a16="http://schemas.microsoft.com/office/drawing/2014/main" id="{BE62BD98-4484-EAD2-BBB8-0F6AF9E5C1AD}"/>
              </a:ext>
            </a:extLst>
          </p:cNvPr>
          <p:cNvPicPr>
            <a:picLocks noChangeAspect="1"/>
          </p:cNvPicPr>
          <p:nvPr/>
        </p:nvPicPr>
        <p:blipFill>
          <a:blip r:embed="rId5"/>
          <a:srcRect/>
          <a:stretch/>
        </p:blipFill>
        <p:spPr>
          <a:xfrm>
            <a:off x="12657507" y="6672011"/>
            <a:ext cx="1219200" cy="1219200"/>
          </a:xfrm>
          <a:prstGeom prst="rect">
            <a:avLst/>
          </a:prstGeom>
        </p:spPr>
      </p:pic>
      <p:pic>
        <p:nvPicPr>
          <p:cNvPr id="16" name="Picture 15">
            <a:extLst>
              <a:ext uri="{FF2B5EF4-FFF2-40B4-BE49-F238E27FC236}">
                <a16:creationId xmlns:a16="http://schemas.microsoft.com/office/drawing/2014/main" id="{B2F6C0DF-301D-EEC4-67CF-0D1C842211A8}"/>
              </a:ext>
            </a:extLst>
          </p:cNvPr>
          <p:cNvPicPr>
            <a:picLocks noChangeAspect="1"/>
          </p:cNvPicPr>
          <p:nvPr/>
        </p:nvPicPr>
        <p:blipFill>
          <a:blip r:embed="rId6"/>
          <a:srcRect/>
          <a:stretch/>
        </p:blipFill>
        <p:spPr>
          <a:xfrm>
            <a:off x="6720244" y="6727698"/>
            <a:ext cx="1219200" cy="1219200"/>
          </a:xfrm>
          <a:prstGeom prst="rect">
            <a:avLst/>
          </a:prstGeom>
        </p:spPr>
      </p:pic>
      <p:pic>
        <p:nvPicPr>
          <p:cNvPr id="18" name="Picture 17">
            <a:extLst>
              <a:ext uri="{FF2B5EF4-FFF2-40B4-BE49-F238E27FC236}">
                <a16:creationId xmlns:a16="http://schemas.microsoft.com/office/drawing/2014/main" id="{6606BF70-CC33-A6FE-FDBA-9867BF7EF755}"/>
              </a:ext>
            </a:extLst>
          </p:cNvPr>
          <p:cNvPicPr>
            <a:picLocks noChangeAspect="1"/>
          </p:cNvPicPr>
          <p:nvPr/>
        </p:nvPicPr>
        <p:blipFill>
          <a:blip r:embed="rId7"/>
          <a:srcRect/>
          <a:stretch/>
        </p:blipFill>
        <p:spPr>
          <a:xfrm>
            <a:off x="12787780" y="791160"/>
            <a:ext cx="1219200" cy="1219200"/>
          </a:xfrm>
          <a:prstGeom prst="rect">
            <a:avLst/>
          </a:prstGeom>
        </p:spPr>
      </p:pic>
    </p:spTree>
    <p:extLst>
      <p:ext uri="{BB962C8B-B14F-4D97-AF65-F5344CB8AC3E}">
        <p14:creationId xmlns:p14="http://schemas.microsoft.com/office/powerpoint/2010/main" val="2204400573"/>
      </p:ext>
    </p:extLst>
  </p:cSld>
  <p:clrMapOvr>
    <a:masterClrMapping/>
  </p:clrMapOvr>
  <p:transition spd="med"/>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315A28D1-EAEE-4976-C44E-16BB1DFF52D7}"/>
              </a:ext>
            </a:extLst>
          </p:cNvPr>
          <p:cNvSpPr/>
          <p:nvPr/>
        </p:nvSpPr>
        <p:spPr bwMode="auto">
          <a:xfrm>
            <a:off x="-1" y="0"/>
            <a:ext cx="12192001" cy="13716000"/>
          </a:xfrm>
          <a:prstGeom prst="rect">
            <a:avLst/>
          </a:prstGeom>
          <a:solidFill>
            <a:srgbClr val="E5F6FF"/>
          </a:solidFill>
          <a:ln w="19050">
            <a:solidFill>
              <a:srgbClr val="E5F6FF"/>
            </a:solidFill>
            <a:headEnd type="none" w="med" len="med"/>
            <a:tailEnd type="none" w="med" len="med"/>
          </a:ln>
          <a:effectLst/>
        </p:spPr>
        <p:style>
          <a:lnRef idx="2">
            <a:schemeClr val="accent6"/>
          </a:lnRef>
          <a:fillRef idx="1">
            <a:schemeClr val="lt1"/>
          </a:fillRef>
          <a:effectRef idx="0">
            <a:schemeClr val="accent6"/>
          </a:effectRef>
          <a:fontRef idx="minor">
            <a:schemeClr val="dk1"/>
          </a:fontRef>
        </p:style>
        <p:txBody>
          <a:bodyPr vert="horz" wrap="square" lIns="91440" tIns="91440" rIns="91440" bIns="9144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IBM Plex Sans Light"/>
              <a:buNone/>
              <a:tabLst/>
            </a:pPr>
            <a:endParaRPr kumimoji="0" lang="en-US" sz="1400" b="0" i="0" u="none" strike="noStrike" cap="none" normalizeH="0" baseline="0" dirty="0">
              <a:ln>
                <a:noFill/>
              </a:ln>
              <a:solidFill>
                <a:schemeClr val="bg1"/>
              </a:solidFill>
              <a:effectLst/>
              <a:latin typeface="+mn-lt"/>
            </a:endParaRPr>
          </a:p>
        </p:txBody>
      </p:sp>
      <p:sp>
        <p:nvSpPr>
          <p:cNvPr id="2" name="Title 1">
            <a:extLst>
              <a:ext uri="{FF2B5EF4-FFF2-40B4-BE49-F238E27FC236}">
                <a16:creationId xmlns:a16="http://schemas.microsoft.com/office/drawing/2014/main" id="{78D4FE70-00A8-7907-FB40-2E7FA0FA1E4F}"/>
              </a:ext>
            </a:extLst>
          </p:cNvPr>
          <p:cNvSpPr>
            <a:spLocks noGrp="1"/>
          </p:cNvSpPr>
          <p:nvPr>
            <p:ph type="title"/>
          </p:nvPr>
        </p:nvSpPr>
        <p:spPr>
          <a:xfrm>
            <a:off x="576072" y="577850"/>
            <a:ext cx="6541420" cy="2851150"/>
          </a:xfrm>
        </p:spPr>
        <p:txBody>
          <a:bodyPr/>
          <a:lstStyle/>
          <a:p>
            <a:r>
              <a:rPr lang="en-US" sz="8600" dirty="0"/>
              <a:t>Glossary of AI terms</a:t>
            </a:r>
          </a:p>
        </p:txBody>
      </p:sp>
      <p:sp>
        <p:nvSpPr>
          <p:cNvPr id="7" name="Text Placeholder 6">
            <a:extLst>
              <a:ext uri="{FF2B5EF4-FFF2-40B4-BE49-F238E27FC236}">
                <a16:creationId xmlns:a16="http://schemas.microsoft.com/office/drawing/2014/main" id="{9165A090-5149-3C28-7255-5E5B130340D6}"/>
              </a:ext>
            </a:extLst>
          </p:cNvPr>
          <p:cNvSpPr>
            <a:spLocks noGrp="1"/>
          </p:cNvSpPr>
          <p:nvPr>
            <p:ph type="body" sz="quarter" idx="19"/>
          </p:nvPr>
        </p:nvSpPr>
        <p:spPr>
          <a:xfrm>
            <a:off x="13976643" y="1714500"/>
            <a:ext cx="9170090" cy="10470666"/>
          </a:xfrm>
        </p:spPr>
        <p:txBody>
          <a:bodyPr/>
          <a:lstStyle/>
          <a:p>
            <a:pPr marL="571500" indent="-571500">
              <a:buFont typeface="Arial" panose="020B0604020202020204" pitchFamily="34" charset="0"/>
              <a:buChar char="•"/>
            </a:pPr>
            <a:r>
              <a:rPr lang="en-US" dirty="0"/>
              <a:t>Algorithm</a:t>
            </a:r>
          </a:p>
          <a:p>
            <a:pPr marL="571500" indent="-571500">
              <a:buFont typeface="Arial" panose="020B0604020202020204" pitchFamily="34" charset="0"/>
              <a:buChar char="•"/>
            </a:pPr>
            <a:r>
              <a:rPr lang="en-US" dirty="0"/>
              <a:t>Artificial general intelligence (AGI)</a:t>
            </a:r>
          </a:p>
          <a:p>
            <a:pPr marL="571500" indent="-571500">
              <a:buFont typeface="Arial" panose="020B0604020202020204" pitchFamily="34" charset="0"/>
              <a:buChar char="•"/>
            </a:pPr>
            <a:r>
              <a:rPr lang="en-US" dirty="0"/>
              <a:t>Artificial intelligence (AI)</a:t>
            </a:r>
          </a:p>
          <a:p>
            <a:pPr marL="571500" indent="-571500">
              <a:buFont typeface="Arial" panose="020B0604020202020204" pitchFamily="34" charset="0"/>
              <a:buChar char="•"/>
            </a:pPr>
            <a:r>
              <a:rPr lang="en-US" dirty="0"/>
              <a:t>Artificial narrow intelligence (ANI)</a:t>
            </a:r>
          </a:p>
          <a:p>
            <a:pPr marL="571500" indent="-571500">
              <a:buFont typeface="Arial" panose="020B0604020202020204" pitchFamily="34" charset="0"/>
              <a:buChar char="•"/>
            </a:pPr>
            <a:r>
              <a:rPr lang="en-US" dirty="0"/>
              <a:t>Artificial super intelligence (ASI)</a:t>
            </a:r>
          </a:p>
          <a:p>
            <a:pPr marL="571500" indent="-571500">
              <a:buFont typeface="Arial" panose="020B0604020202020204" pitchFamily="34" charset="0"/>
              <a:buChar char="•"/>
            </a:pPr>
            <a:r>
              <a:rPr lang="en-US" dirty="0"/>
              <a:t>Bias</a:t>
            </a:r>
          </a:p>
          <a:p>
            <a:pPr marL="571500" indent="-571500">
              <a:buFont typeface="Arial" panose="020B0604020202020204" pitchFamily="34" charset="0"/>
              <a:buChar char="•"/>
            </a:pPr>
            <a:r>
              <a:rPr lang="en-US" dirty="0"/>
              <a:t>Convolutional neural network (CNN)</a:t>
            </a:r>
          </a:p>
          <a:p>
            <a:pPr marL="571500" indent="-571500">
              <a:buFont typeface="Arial" panose="020B0604020202020204" pitchFamily="34" charset="0"/>
              <a:buChar char="•"/>
            </a:pPr>
            <a:r>
              <a:rPr lang="en-US" dirty="0"/>
              <a:t>Deep learning (DL)</a:t>
            </a:r>
          </a:p>
          <a:p>
            <a:pPr marL="571500" indent="-571500">
              <a:buFont typeface="Arial" panose="020B0604020202020204" pitchFamily="34" charset="0"/>
              <a:buChar char="•"/>
            </a:pPr>
            <a:r>
              <a:rPr lang="en-US" dirty="0"/>
              <a:t>Foundation model</a:t>
            </a:r>
          </a:p>
          <a:p>
            <a:pPr marL="571500" indent="-571500">
              <a:buFont typeface="Arial" panose="020B0604020202020204" pitchFamily="34" charset="0"/>
              <a:buChar char="•"/>
            </a:pPr>
            <a:r>
              <a:rPr lang="en-US" dirty="0"/>
              <a:t>Generative AI</a:t>
            </a:r>
          </a:p>
          <a:p>
            <a:pPr marL="571500" indent="-571500">
              <a:buFont typeface="Arial" panose="020B0604020202020204" pitchFamily="34" charset="0"/>
              <a:buChar char="•"/>
            </a:pPr>
            <a:r>
              <a:rPr lang="en-US" dirty="0"/>
              <a:t>Hallucination</a:t>
            </a:r>
          </a:p>
          <a:p>
            <a:pPr marL="571500" indent="-571500">
              <a:buFont typeface="Arial" panose="020B0604020202020204" pitchFamily="34" charset="0"/>
              <a:buChar char="•"/>
            </a:pPr>
            <a:r>
              <a:rPr lang="en-US" dirty="0"/>
              <a:t>Large language model (LLM)</a:t>
            </a:r>
          </a:p>
          <a:p>
            <a:pPr marL="571500" indent="-571500">
              <a:buFont typeface="Arial" panose="020B0604020202020204" pitchFamily="34" charset="0"/>
              <a:buChar char="•"/>
            </a:pPr>
            <a:r>
              <a:rPr lang="en-US" dirty="0"/>
              <a:t>Machine learning (ML)</a:t>
            </a:r>
          </a:p>
          <a:p>
            <a:pPr marL="571500" indent="-571500">
              <a:buFont typeface="Arial" panose="020B0604020202020204" pitchFamily="34" charset="0"/>
              <a:buChar char="•"/>
            </a:pPr>
            <a:r>
              <a:rPr lang="en-US" dirty="0"/>
              <a:t>Natural language generation (NLG)</a:t>
            </a:r>
          </a:p>
          <a:p>
            <a:pPr marL="571500" indent="-571500">
              <a:buFont typeface="Arial" panose="020B0604020202020204" pitchFamily="34" charset="0"/>
              <a:buChar char="•"/>
            </a:pPr>
            <a:r>
              <a:rPr lang="en-US" dirty="0"/>
              <a:t>Natural language processing (NLP)</a:t>
            </a:r>
          </a:p>
          <a:p>
            <a:pPr marL="571500" indent="-571500">
              <a:buFont typeface="Arial" panose="020B0604020202020204" pitchFamily="34" charset="0"/>
              <a:buChar char="•"/>
            </a:pPr>
            <a:r>
              <a:rPr lang="en-US" dirty="0"/>
              <a:t>Natural language understanding (NLU)</a:t>
            </a:r>
          </a:p>
          <a:p>
            <a:pPr marL="571500" indent="-571500">
              <a:buFont typeface="Arial" panose="020B0604020202020204" pitchFamily="34" charset="0"/>
              <a:buChar char="•"/>
            </a:pPr>
            <a:r>
              <a:rPr lang="en-US" dirty="0"/>
              <a:t>Neural networks</a:t>
            </a:r>
          </a:p>
          <a:p>
            <a:pPr marL="571500" indent="-571500">
              <a:buFont typeface="Arial" panose="020B0604020202020204" pitchFamily="34" charset="0"/>
              <a:buChar char="•"/>
            </a:pPr>
            <a:r>
              <a:rPr lang="en-US" dirty="0"/>
              <a:t>Parameters</a:t>
            </a:r>
          </a:p>
          <a:p>
            <a:pPr marL="571500" indent="-571500">
              <a:buFont typeface="Arial" panose="020B0604020202020204" pitchFamily="34" charset="0"/>
              <a:buChar char="•"/>
            </a:pPr>
            <a:r>
              <a:rPr lang="en-US" dirty="0"/>
              <a:t>Transformer model</a:t>
            </a:r>
          </a:p>
          <a:p>
            <a:endParaRPr lang="en-US" dirty="0"/>
          </a:p>
        </p:txBody>
      </p:sp>
    </p:spTree>
    <p:extLst>
      <p:ext uri="{BB962C8B-B14F-4D97-AF65-F5344CB8AC3E}">
        <p14:creationId xmlns:p14="http://schemas.microsoft.com/office/powerpoint/2010/main" val="1994560143"/>
      </p:ext>
    </p:extLst>
  </p:cSld>
  <p:clrMapOvr>
    <a:masterClrMapping/>
  </p:clrMapOvr>
  <p:transition spd="med"/>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115340644"/>
      </p:ext>
    </p:extLst>
  </p:cSld>
  <p:clrMapOvr>
    <a:masterClrMapping/>
  </p:clrMapOvr>
  <p:transition spd="med"/>
</p:sld>
</file>

<file path=ppt/theme/theme1.xml><?xml version="1.0" encoding="utf-8"?>
<a:theme xmlns:a="http://schemas.openxmlformats.org/drawingml/2006/main" name="IBM presentation enablement template">
  <a:themeElements>
    <a:clrScheme name="Custom 1">
      <a:dk1>
        <a:srgbClr val="FFFFFF"/>
      </a:dk1>
      <a:lt1>
        <a:srgbClr val="000000"/>
      </a:lt1>
      <a:dk2>
        <a:srgbClr val="FFFFFF"/>
      </a:dk2>
      <a:lt2>
        <a:srgbClr val="000000"/>
      </a:lt2>
      <a:accent1>
        <a:srgbClr val="0F62FE"/>
      </a:accent1>
      <a:accent2>
        <a:srgbClr val="A56EFF"/>
      </a:accent2>
      <a:accent3>
        <a:srgbClr val="003A6D"/>
      </a:accent3>
      <a:accent4>
        <a:srgbClr val="009D9A"/>
      </a:accent4>
      <a:accent5>
        <a:srgbClr val="9F1853"/>
      </a:accent5>
      <a:accent6>
        <a:srgbClr val="FA4D56"/>
      </a:accent6>
      <a:hlink>
        <a:srgbClr val="0F62FE"/>
      </a:hlink>
      <a:folHlink>
        <a:srgbClr val="6F6F6F"/>
      </a:folHlink>
    </a:clrScheme>
    <a:fontScheme name="IBM Plex">
      <a:majorFont>
        <a:latin typeface="IBM Plex Sans Light"/>
        <a:ea typeface=""/>
        <a:cs typeface=""/>
      </a:majorFont>
      <a:minorFont>
        <a:latin typeface="IBM Plex Sans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19050">
          <a:solidFill>
            <a:schemeClr val="accent1"/>
          </a:solidFill>
          <a:headEnd type="none" w="med" len="med"/>
          <a:tailEnd type="none" w="med" len="med"/>
        </a:ln>
        <a:effectLst/>
      </a:spPr>
      <a:bodyPr vert="horz" wrap="square" lIns="91440" tIns="91440" rIns="91440" bIns="91440" numCol="1" rtlCol="0" anchor="t" anchorCtr="0" compatLnSpc="1">
        <a:prstTxWarp prst="textNoShape">
          <a:avLst/>
        </a:prstTxWarp>
      </a:bodyPr>
      <a:lstStyle>
        <a:defPPr marL="327600" marR="0" indent="-3276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kumimoji="0" sz="2000" b="0" i="0" u="none" strike="noStrike" cap="none" normalizeH="0" baseline="0" dirty="0">
            <a:ln>
              <a:noFill/>
            </a:ln>
            <a:solidFill>
              <a:schemeClr val="bg1"/>
            </a:solidFill>
            <a:effectLst/>
            <a:latin typeface="+mn-lt"/>
          </a:defRPr>
        </a:defPPr>
      </a:lstStyle>
      <a:style>
        <a:lnRef idx="2">
          <a:schemeClr val="accent6"/>
        </a:lnRef>
        <a:fillRef idx="1">
          <a:schemeClr val="lt1"/>
        </a:fillRef>
        <a:effectRef idx="0">
          <a:schemeClr val="accent6"/>
        </a:effectRef>
        <a:fontRef idx="minor">
          <a:schemeClr val="dk1"/>
        </a:fontRef>
      </a:style>
    </a:spDef>
    <a:lnDef>
      <a:spPr bwMode="auto">
        <a:ln w="12700">
          <a:solidFill>
            <a:schemeClr val="tx1"/>
          </a:solidFill>
          <a:headEnd type="none" w="med" len="med"/>
          <a:tailEnd type="none" w="med" len="med"/>
        </a:ln>
        <a:effectLst/>
      </a:spPr>
      <a:bodyPr/>
      <a:lstStyle/>
      <a:style>
        <a:lnRef idx="1">
          <a:schemeClr val="dk1"/>
        </a:lnRef>
        <a:fillRef idx="0">
          <a:schemeClr val="dk1"/>
        </a:fillRef>
        <a:effectRef idx="0">
          <a:schemeClr val="dk1"/>
        </a:effectRef>
        <a:fontRef idx="minor">
          <a:schemeClr val="tx1"/>
        </a:fontRef>
      </a:style>
    </a:lnDef>
    <a:txDef>
      <a:spPr>
        <a:ln w="12700">
          <a:miter lim="400000"/>
        </a:ln>
        <a:extLst>
          <a:ext uri="{C572A759-6A51-4108-AA02-DFA0A04FC94B}">
            <ma14:wrappingTextBoxFlag xmlns:r="http://schemas.openxmlformats.org/officeDocument/2006/relationships" xmlns:p="http://schemas.openxmlformats.org/presentationml/2006/main" xmlns="" xmlns:m="http://schemas.openxmlformats.org/officeDocument/2006/math" xmlns:a14="http://schemas.microsoft.com/office/drawing/2010/main" xmlns:ma14="http://schemas.microsoft.com/office/mac/drawingml/2011/main" val="1"/>
          </a:ext>
        </a:extLst>
      </a:spPr>
      <a:bodyPr wrap="square" lIns="0" tIns="0" rIns="0" bIns="0" rtlCol="0">
        <a:noAutofit/>
      </a:bodyPr>
      <a:lstStyle>
        <a:defPPr algn="l" defTabSz="2438400">
          <a:buSzPct val="100000"/>
          <a:defRPr sz="2400" dirty="0" smtClean="0">
            <a:cs typeface="Arial" panose="020B0604020202020204" pitchFamily="34" charset="0"/>
          </a:defRPr>
        </a:defPPr>
      </a:lstStyle>
    </a:txDef>
  </a:objectDefaults>
  <a:extraClrSchemeLst/>
  <a:custClrLst>
    <a:custClr name="Gray 100">
      <a:srgbClr val="161616"/>
    </a:custClr>
    <a:custClr name="Gray 90">
      <a:srgbClr val="262626"/>
    </a:custClr>
    <a:custClr name="Gray 80">
      <a:srgbClr val="393939"/>
    </a:custClr>
    <a:custClr name="Gray 70">
      <a:srgbClr val="525252"/>
    </a:custClr>
    <a:custClr name="Gray 60">
      <a:srgbClr val="6F6F6F"/>
    </a:custClr>
    <a:custClr name="Gray 50">
      <a:srgbClr val="8D8D8D"/>
    </a:custClr>
    <a:custClr name="Gray 40">
      <a:srgbClr val="A8A8A8"/>
    </a:custClr>
    <a:custClr name="Gray 30">
      <a:srgbClr val="C6C6C6"/>
    </a:custClr>
    <a:custClr name="Gray 20">
      <a:srgbClr val="E0E0E0"/>
    </a:custClr>
    <a:custClr name="Gray 10">
      <a:srgbClr val="F4F4F4"/>
    </a:custClr>
    <a:custClr name="Blue 100">
      <a:srgbClr val="001141"/>
    </a:custClr>
    <a:custClr name="Blue 90">
      <a:srgbClr val="001D6C"/>
    </a:custClr>
    <a:custClr name="Blue 80">
      <a:srgbClr val="002D9C"/>
    </a:custClr>
    <a:custClr name="Blue 70">
      <a:srgbClr val="0043CE"/>
    </a:custClr>
    <a:custClr name="Blue 60">
      <a:srgbClr val="0F62FE"/>
    </a:custClr>
    <a:custClr name="Cyan 50">
      <a:srgbClr val="1192E8"/>
    </a:custClr>
    <a:custClr name="Cyan 40">
      <a:srgbClr val="33B1FF"/>
    </a:custClr>
    <a:custClr name="Cyan 30">
      <a:srgbClr val="82CFFF"/>
    </a:custClr>
    <a:custClr name="Cyan 20">
      <a:srgbClr val="BAE6FF"/>
    </a:custClr>
    <a:custClr name="Cyan 10">
      <a:srgbClr val="E5F6FF"/>
    </a:custClr>
    <a:custClr name="Red 60">
      <a:srgbClr val="DA1E28"/>
    </a:custClr>
    <a:custClr name="Red 50">
      <a:srgbClr val="FA4D56"/>
    </a:custClr>
    <a:custClr name="Red 30">
      <a:srgbClr val="FFB3B8"/>
    </a:custClr>
    <a:custClr name="Red 20">
      <a:srgbClr val="FFD7D9"/>
    </a:custClr>
    <a:custClr name="Red 10">
      <a:srgbClr val="FFF1F1"/>
    </a:custClr>
    <a:custClr name="Magenta 60">
      <a:srgbClr val="D02670"/>
    </a:custClr>
    <a:custClr name="Magenta 50">
      <a:srgbClr val="EE5396"/>
    </a:custClr>
    <a:custClr name="Magenta 30">
      <a:srgbClr val="FFAFD2"/>
    </a:custClr>
    <a:custClr name="Magenta 20">
      <a:srgbClr val="FFD6E8"/>
    </a:custClr>
    <a:custClr name="Magenta 10">
      <a:srgbClr val="FFF0F7"/>
    </a:custClr>
    <a:custClr name="Purple 60">
      <a:srgbClr val="8A3FFC"/>
    </a:custClr>
    <a:custClr name="Purple 50">
      <a:srgbClr val="A56EFF"/>
    </a:custClr>
    <a:custClr name="Purple 30">
      <a:srgbClr val="D4BBFF"/>
    </a:custClr>
    <a:custClr name="Purple 20">
      <a:srgbClr val="E8DAFF"/>
    </a:custClr>
    <a:custClr name="Purple 10">
      <a:srgbClr val="F6F2FF"/>
    </a:custClr>
    <a:custClr name="Teal 60">
      <a:srgbClr val="007D79"/>
    </a:custClr>
    <a:custClr name="Teal 50">
      <a:srgbClr val="009D9A"/>
    </a:custClr>
    <a:custClr name="Teal 30">
      <a:srgbClr val="3DDBD9"/>
    </a:custClr>
    <a:custClr name="Teal 20">
      <a:srgbClr val="9EF0F0"/>
    </a:custClr>
    <a:custClr name="Teal 10">
      <a:srgbClr val="D9FBFB"/>
    </a:custClr>
    <a:custClr name="Green 60">
      <a:srgbClr val="198038"/>
    </a:custClr>
    <a:custClr name="Green 50">
      <a:srgbClr val="24A148"/>
    </a:custClr>
    <a:custClr name="Green 30">
      <a:srgbClr val="6FDC8C"/>
    </a:custClr>
    <a:custClr name="Green 20">
      <a:srgbClr val="A7F0BA"/>
    </a:custClr>
    <a:custClr name="Green 10">
      <a:srgbClr val="DEFBE6"/>
    </a:custClr>
    <a:custClr name="Yellow 30">
      <a:srgbClr val="F1C21B"/>
    </a:custClr>
    <a:custClr name="Yellow 20">
      <a:srgbClr val="FDDC69"/>
    </a:custClr>
    <a:custClr name="Yellow 10">
      <a:srgbClr val="FCF4D6"/>
    </a:custClr>
    <a:custClr name="Blue 20">
      <a:srgbClr val="D0E2FF"/>
    </a:custClr>
    <a:custClr name="Blue 10">
      <a:srgbClr val="EDF5FF"/>
    </a:custClr>
  </a:custClrLst>
  <a:extLst>
    <a:ext uri="{05A4C25C-085E-4340-85A3-A5531E510DB2}">
      <thm15:themeFamily xmlns:thm15="http://schemas.microsoft.com/office/thememl/2012/main" name="IBM_presentation_template_v_1_4_Plex" id="{461DE280-6773-3240-A149-7E3C0A49F9FC}" vid="{119F70B9-3B70-5545-8722-9A4DAAA12CBF}"/>
    </a:ext>
  </a:extLst>
</a:theme>
</file>

<file path=ppt/theme/theme2.xml><?xml version="1.0" encoding="utf-8"?>
<a:theme xmlns:a="http://schemas.openxmlformats.org/drawingml/2006/main" name="IBM presentation template">
  <a:themeElements>
    <a:clrScheme name="Custom 1">
      <a:dk1>
        <a:srgbClr val="FFFFFF"/>
      </a:dk1>
      <a:lt1>
        <a:srgbClr val="000000"/>
      </a:lt1>
      <a:dk2>
        <a:srgbClr val="FFFFFF"/>
      </a:dk2>
      <a:lt2>
        <a:srgbClr val="000000"/>
      </a:lt2>
      <a:accent1>
        <a:srgbClr val="0F62FE"/>
      </a:accent1>
      <a:accent2>
        <a:srgbClr val="A56EFF"/>
      </a:accent2>
      <a:accent3>
        <a:srgbClr val="003A6D"/>
      </a:accent3>
      <a:accent4>
        <a:srgbClr val="009D9A"/>
      </a:accent4>
      <a:accent5>
        <a:srgbClr val="9F1853"/>
      </a:accent5>
      <a:accent6>
        <a:srgbClr val="FA4D56"/>
      </a:accent6>
      <a:hlink>
        <a:srgbClr val="0F62FE"/>
      </a:hlink>
      <a:folHlink>
        <a:srgbClr val="6F6F6F"/>
      </a:folHlink>
    </a:clrScheme>
    <a:fontScheme name="IBM Plex">
      <a:majorFont>
        <a:latin typeface="IBM Plex Sans Light"/>
        <a:ea typeface=""/>
        <a:cs typeface=""/>
      </a:majorFont>
      <a:minorFont>
        <a:latin typeface="IBM Plex Sans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rgbClr val="E5F6FF"/>
        </a:solidFill>
        <a:ln w="19050">
          <a:solidFill>
            <a:srgbClr val="E5F6FF"/>
          </a:solidFill>
          <a:headEnd type="none" w="med" len="med"/>
          <a:tailEnd type="none" w="med" len="med"/>
        </a:ln>
        <a:effectLst/>
      </a:spPr>
      <a:bodyPr vert="horz" wrap="square" lIns="91440" tIns="91440" rIns="91440" bIns="91440" numCol="1" rtlCol="0"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 typeface="IBM Plex Sans Light"/>
          <a:buNone/>
          <a:tabLst/>
          <a:defRPr kumimoji="0" sz="1400" b="0" i="0" u="none" strike="noStrike" cap="none" normalizeH="0" baseline="0" dirty="0">
            <a:ln>
              <a:noFill/>
            </a:ln>
            <a:solidFill>
              <a:schemeClr val="bg1"/>
            </a:solidFill>
            <a:effectLst/>
            <a:latin typeface="+mn-lt"/>
          </a:defRPr>
        </a:defPPr>
      </a:lstStyle>
      <a:style>
        <a:lnRef idx="2">
          <a:schemeClr val="accent6"/>
        </a:lnRef>
        <a:fillRef idx="1">
          <a:schemeClr val="lt1"/>
        </a:fillRef>
        <a:effectRef idx="0">
          <a:schemeClr val="accent6"/>
        </a:effectRef>
        <a:fontRef idx="minor">
          <a:schemeClr val="dk1"/>
        </a:fontRef>
      </a:style>
    </a:spDef>
    <a:lnDef>
      <a:spPr bwMode="auto">
        <a:ln w="12700">
          <a:solidFill>
            <a:schemeClr val="tx1"/>
          </a:solidFill>
          <a:headEnd type="none" w="med" len="med"/>
          <a:tailEnd type="none" w="med" len="med"/>
        </a:ln>
        <a:effectLst/>
      </a:spPr>
      <a:bodyPr/>
      <a:lstStyle/>
      <a:style>
        <a:lnRef idx="1">
          <a:schemeClr val="dk1"/>
        </a:lnRef>
        <a:fillRef idx="0">
          <a:schemeClr val="dk1"/>
        </a:fillRef>
        <a:effectRef idx="0">
          <a:schemeClr val="dk1"/>
        </a:effectRef>
        <a:fontRef idx="minor">
          <a:schemeClr val="tx1"/>
        </a:fontRef>
      </a:style>
    </a:lnDef>
    <a:txDef>
      <a:spPr>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xmlns:p="http://schemas.openxmlformats.org/presentationml/2006/main" xmlns:r="http://schemas.openxmlformats.org/officeDocument/2006/relationships" val="1"/>
          </a:ext>
        </a:extLst>
      </a:spPr>
      <a:bodyPr wrap="square" lIns="0" tIns="0" rIns="0" bIns="0" rtlCol="0">
        <a:noAutofit/>
      </a:bodyPr>
      <a:lstStyle>
        <a:defPPr marL="444465" indent="-446749" algn="l" defTabSz="2438400">
          <a:spcBef>
            <a:spcPts val="2900"/>
          </a:spcBef>
          <a:buSzPct val="100000"/>
          <a:buFontTx/>
          <a:buChar char="–"/>
          <a:defRPr kern="0" dirty="0" smtClean="0">
            <a:solidFill>
              <a:srgbClr val="000000"/>
            </a:solidFill>
            <a:ea typeface="+mj-ea"/>
            <a:cs typeface="+mj-cs"/>
            <a:sym typeface="IBM Plex Sans Light"/>
          </a:defRPr>
        </a:defPPr>
      </a:lstStyle>
    </a:txDef>
  </a:objectDefaults>
  <a:extraClrSchemeLst/>
  <a:custClrLst>
    <a:custClr name="Gray 100">
      <a:srgbClr val="161616"/>
    </a:custClr>
    <a:custClr name="Gray 90">
      <a:srgbClr val="262626"/>
    </a:custClr>
    <a:custClr name="Gray 80">
      <a:srgbClr val="393939"/>
    </a:custClr>
    <a:custClr name="Gray 70">
      <a:srgbClr val="525252"/>
    </a:custClr>
    <a:custClr name="Gray 60">
      <a:srgbClr val="6F6F6F"/>
    </a:custClr>
    <a:custClr name="Gray 50">
      <a:srgbClr val="8D8D8D"/>
    </a:custClr>
    <a:custClr name="Gray 40">
      <a:srgbClr val="A8A8A8"/>
    </a:custClr>
    <a:custClr name="Gray 30">
      <a:srgbClr val="C6C6C6"/>
    </a:custClr>
    <a:custClr name="Gray 20">
      <a:srgbClr val="E0E0E0"/>
    </a:custClr>
    <a:custClr name="Gray 10">
      <a:srgbClr val="F4F4F4"/>
    </a:custClr>
    <a:custClr name="Blue 100">
      <a:srgbClr val="001141"/>
    </a:custClr>
    <a:custClr name="Blue 90">
      <a:srgbClr val="001D6C"/>
    </a:custClr>
    <a:custClr name="Blue 80">
      <a:srgbClr val="002D9C"/>
    </a:custClr>
    <a:custClr name="Blue 70">
      <a:srgbClr val="0043CE"/>
    </a:custClr>
    <a:custClr name="Blue 60">
      <a:srgbClr val="0F62FE"/>
    </a:custClr>
    <a:custClr name="Cyan 50">
      <a:srgbClr val="1192E8"/>
    </a:custClr>
    <a:custClr name="Cyan 40">
      <a:srgbClr val="33B1FF"/>
    </a:custClr>
    <a:custClr name="Cyan 30">
      <a:srgbClr val="82CFFF"/>
    </a:custClr>
    <a:custClr name="Cyan 20">
      <a:srgbClr val="BAE6FF"/>
    </a:custClr>
    <a:custClr name="Cyan 10">
      <a:srgbClr val="E5F6FF"/>
    </a:custClr>
    <a:custClr name="Red 60">
      <a:srgbClr val="DA1E28"/>
    </a:custClr>
    <a:custClr name="Red 50">
      <a:srgbClr val="FA4D56"/>
    </a:custClr>
    <a:custClr name="Red 30">
      <a:srgbClr val="FFB3B8"/>
    </a:custClr>
    <a:custClr name="Red 20">
      <a:srgbClr val="FFD7D9"/>
    </a:custClr>
    <a:custClr name="Red 10">
      <a:srgbClr val="FFF1F1"/>
    </a:custClr>
    <a:custClr name="Magenta 60">
      <a:srgbClr val="D02670"/>
    </a:custClr>
    <a:custClr name="Magenta 50">
      <a:srgbClr val="EE5396"/>
    </a:custClr>
    <a:custClr name="Magenta 30">
      <a:srgbClr val="FFAFD2"/>
    </a:custClr>
    <a:custClr name="Magenta 20">
      <a:srgbClr val="FFD6E8"/>
    </a:custClr>
    <a:custClr name="Magenta 10">
      <a:srgbClr val="FFF0F7"/>
    </a:custClr>
    <a:custClr name="Purple 60">
      <a:srgbClr val="8A3FFC"/>
    </a:custClr>
    <a:custClr name="Purple 50">
      <a:srgbClr val="A56EFF"/>
    </a:custClr>
    <a:custClr name="Purple 30">
      <a:srgbClr val="D4BBFF"/>
    </a:custClr>
    <a:custClr name="Purple 20">
      <a:srgbClr val="E8DAFF"/>
    </a:custClr>
    <a:custClr name="Purple 10">
      <a:srgbClr val="F6F2FF"/>
    </a:custClr>
    <a:custClr name="Teal 60">
      <a:srgbClr val="007D79"/>
    </a:custClr>
    <a:custClr name="Teal 50">
      <a:srgbClr val="009D9A"/>
    </a:custClr>
    <a:custClr name="Teal 30">
      <a:srgbClr val="3DDBD9"/>
    </a:custClr>
    <a:custClr name="Teal 20">
      <a:srgbClr val="9EF0F0"/>
    </a:custClr>
    <a:custClr name="Teal 10">
      <a:srgbClr val="D9FBFB"/>
    </a:custClr>
    <a:custClr name="Green 60">
      <a:srgbClr val="198038"/>
    </a:custClr>
    <a:custClr name="Green 50">
      <a:srgbClr val="24A148"/>
    </a:custClr>
    <a:custClr name="Green 30">
      <a:srgbClr val="6FDC8C"/>
    </a:custClr>
    <a:custClr name="Green 20">
      <a:srgbClr val="A7F0BA"/>
    </a:custClr>
    <a:custClr name="Green 10">
      <a:srgbClr val="DEFBE6"/>
    </a:custClr>
    <a:custClr name="Yellow 30">
      <a:srgbClr val="F1C21B"/>
    </a:custClr>
    <a:custClr name="Yellow 20">
      <a:srgbClr val="FDDC69"/>
    </a:custClr>
    <a:custClr name="Yellow 10">
      <a:srgbClr val="FCF4D6"/>
    </a:custClr>
    <a:custClr name="Blue 20">
      <a:srgbClr val="D0E2FF"/>
    </a:custClr>
    <a:custClr name="Blue 10">
      <a:srgbClr val="EDF5FF"/>
    </a:custClr>
  </a:custClrLst>
  <a:extLst>
    <a:ext uri="{05A4C25C-085E-4340-85A3-A5531E510DB2}">
      <thm15:themeFamily xmlns:thm15="http://schemas.microsoft.com/office/thememl/2012/main" name="IBM_presentation_template_v_1_4_Plex" id="{461DE280-6773-3240-A149-7E3C0A49F9FC}" vid="{119F70B9-3B70-5545-8722-9A4DAAA12CBF}"/>
    </a:ext>
  </a:extLst>
</a:theme>
</file>

<file path=ppt/theme/theme3.xml><?xml version="1.0" encoding="utf-8"?>
<a:theme xmlns:a="http://schemas.openxmlformats.org/drawingml/2006/main" name="IBM Brand Template 2022">
  <a:themeElements>
    <a:clrScheme name="Custom 1">
      <a:dk1>
        <a:srgbClr val="FFFFFF"/>
      </a:dk1>
      <a:lt1>
        <a:srgbClr val="000000"/>
      </a:lt1>
      <a:dk2>
        <a:srgbClr val="FFFFFF"/>
      </a:dk2>
      <a:lt2>
        <a:srgbClr val="000000"/>
      </a:lt2>
      <a:accent1>
        <a:srgbClr val="0F62FE"/>
      </a:accent1>
      <a:accent2>
        <a:srgbClr val="A56EFF"/>
      </a:accent2>
      <a:accent3>
        <a:srgbClr val="003A6D"/>
      </a:accent3>
      <a:accent4>
        <a:srgbClr val="009D9A"/>
      </a:accent4>
      <a:accent5>
        <a:srgbClr val="9F1853"/>
      </a:accent5>
      <a:accent6>
        <a:srgbClr val="FA4D56"/>
      </a:accent6>
      <a:hlink>
        <a:srgbClr val="0F62FE"/>
      </a:hlink>
      <a:folHlink>
        <a:srgbClr val="6F6F6F"/>
      </a:folHlink>
    </a:clrScheme>
    <a:fontScheme name="IBM Plex">
      <a:majorFont>
        <a:latin typeface="IBM Plex Sans Light"/>
        <a:ea typeface=""/>
        <a:cs typeface=""/>
      </a:majorFont>
      <a:minorFont>
        <a:latin typeface="IBM Plex Sans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19050">
          <a:solidFill>
            <a:schemeClr val="accent1"/>
          </a:solidFill>
          <a:headEnd type="none" w="med" len="med"/>
          <a:tailEnd type="none" w="med" len="med"/>
        </a:ln>
        <a:effectLst/>
      </a:spPr>
      <a:bodyPr vert="horz" wrap="square" lIns="91440" tIns="91440" rIns="91440" bIns="91440" numCol="1" rtlCol="0"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 typeface="IBM Plex Sans Light"/>
          <a:buNone/>
          <a:tabLst/>
          <a:defRPr kumimoji="0" sz="1400" b="0" i="0" u="none" strike="noStrike" cap="none" normalizeH="0" baseline="0" dirty="0" smtClean="0">
            <a:ln>
              <a:noFill/>
            </a:ln>
            <a:solidFill>
              <a:schemeClr val="bg1"/>
            </a:solidFill>
            <a:effectLst/>
            <a:latin typeface="+mn-lt"/>
          </a:defRPr>
        </a:defPPr>
      </a:lstStyle>
      <a:style>
        <a:lnRef idx="2">
          <a:schemeClr val="accent6"/>
        </a:lnRef>
        <a:fillRef idx="1">
          <a:schemeClr val="lt1"/>
        </a:fillRef>
        <a:effectRef idx="0">
          <a:schemeClr val="accent6"/>
        </a:effectRef>
        <a:fontRef idx="minor">
          <a:schemeClr val="dk1"/>
        </a:fontRef>
      </a:style>
    </a:spDef>
    <a:lnDef>
      <a:spPr bwMode="auto">
        <a:ln w="19050">
          <a:solidFill>
            <a:schemeClr val="tx1"/>
          </a:solidFill>
          <a:headEnd type="none" w="med" len="med"/>
          <a:tailEnd type="none" w="med" len="med"/>
        </a:ln>
        <a:effectLst/>
      </a:spPr>
      <a:bodyPr/>
      <a:lstStyle/>
      <a:style>
        <a:lnRef idx="1">
          <a:schemeClr val="dk1"/>
        </a:lnRef>
        <a:fillRef idx="0">
          <a:schemeClr val="dk1"/>
        </a:fillRef>
        <a:effectRef idx="0">
          <a:schemeClr val="dk1"/>
        </a:effectRef>
        <a:fontRef idx="minor">
          <a:schemeClr val="tx1"/>
        </a:fontRef>
      </a:style>
    </a:lnDef>
    <a:txDef>
      <a:spPr>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xmlns:p="http://schemas.openxmlformats.org/presentationml/2006/main" xmlns:r="http://schemas.openxmlformats.org/officeDocument/2006/relationships" val="1"/>
          </a:ext>
        </a:extLst>
      </a:spPr>
      <a:bodyPr wrap="square" lIns="0" tIns="0" rIns="0" bIns="0" rtlCol="0">
        <a:noAutofit/>
      </a:bodyPr>
      <a:lstStyle>
        <a:defPPr marL="444465" indent="-446749" algn="l" defTabSz="2438400">
          <a:spcBef>
            <a:spcPts val="2900"/>
          </a:spcBef>
          <a:buSzPct val="100000"/>
          <a:buFontTx/>
          <a:buChar char="–"/>
          <a:defRPr kern="0" dirty="0" smtClean="0">
            <a:solidFill>
              <a:srgbClr val="000000"/>
            </a:solidFill>
            <a:ea typeface="+mj-ea"/>
            <a:cs typeface="+mj-cs"/>
            <a:sym typeface="IBM Plex Sans Light"/>
          </a:defRPr>
        </a:defPPr>
      </a:lstStyle>
    </a:txDef>
  </a:objectDefaults>
  <a:extraClrSchemeLst/>
  <a:custClrLst>
    <a:custClr name="Gray 100">
      <a:srgbClr val="161616"/>
    </a:custClr>
    <a:custClr name="Gray 90">
      <a:srgbClr val="262626"/>
    </a:custClr>
    <a:custClr name="Gray 80">
      <a:srgbClr val="393939"/>
    </a:custClr>
    <a:custClr name="Gray 70">
      <a:srgbClr val="525252"/>
    </a:custClr>
    <a:custClr name="Gray 60">
      <a:srgbClr val="6F6F6F"/>
    </a:custClr>
    <a:custClr name="Gray 50">
      <a:srgbClr val="8D8D8D"/>
    </a:custClr>
    <a:custClr name="Gray 40">
      <a:srgbClr val="A8A8A8"/>
    </a:custClr>
    <a:custClr name="Gray 30">
      <a:srgbClr val="C6C6C6"/>
    </a:custClr>
    <a:custClr name="Gray 20">
      <a:srgbClr val="E0E0E0"/>
    </a:custClr>
    <a:custClr name="Gray 10">
      <a:srgbClr val="F4F4F4"/>
    </a:custClr>
    <a:custClr name="Blue 100">
      <a:srgbClr val="001141"/>
    </a:custClr>
    <a:custClr name="Blue 90">
      <a:srgbClr val="001D6C"/>
    </a:custClr>
    <a:custClr name="Blue 80">
      <a:srgbClr val="002D9C"/>
    </a:custClr>
    <a:custClr name="Blue 70">
      <a:srgbClr val="0043CE"/>
    </a:custClr>
    <a:custClr name="Blue 60">
      <a:srgbClr val="0F62FE"/>
    </a:custClr>
    <a:custClr name="Cyan 50">
      <a:srgbClr val="1192E8"/>
    </a:custClr>
    <a:custClr name="Cyan 40">
      <a:srgbClr val="33B1FF"/>
    </a:custClr>
    <a:custClr name="Cyan 30">
      <a:srgbClr val="82CFFF"/>
    </a:custClr>
    <a:custClr name="Cyan 20">
      <a:srgbClr val="BAE6FF"/>
    </a:custClr>
    <a:custClr name="Cyan 10">
      <a:srgbClr val="E5F6FF"/>
    </a:custClr>
    <a:custClr name="Red 60">
      <a:srgbClr val="DA1E28"/>
    </a:custClr>
    <a:custClr name="Red 50">
      <a:srgbClr val="FA4D56"/>
    </a:custClr>
    <a:custClr name="Red 30">
      <a:srgbClr val="FFB3B8"/>
    </a:custClr>
    <a:custClr name="Red 20">
      <a:srgbClr val="FFD7D9"/>
    </a:custClr>
    <a:custClr name="Red 10">
      <a:srgbClr val="FFF1F1"/>
    </a:custClr>
    <a:custClr name="Magenta 60">
      <a:srgbClr val="D02670"/>
    </a:custClr>
    <a:custClr name="Magenta 50">
      <a:srgbClr val="EE5396"/>
    </a:custClr>
    <a:custClr name="Magenta 30">
      <a:srgbClr val="FFAFD2"/>
    </a:custClr>
    <a:custClr name="Magenta 20">
      <a:srgbClr val="FFD6E8"/>
    </a:custClr>
    <a:custClr name="Magenta 10">
      <a:srgbClr val="FFF0F7"/>
    </a:custClr>
    <a:custClr name="Purple 60">
      <a:srgbClr val="8A3FFC"/>
    </a:custClr>
    <a:custClr name="Purple 50">
      <a:srgbClr val="A56EFF"/>
    </a:custClr>
    <a:custClr name="Purple 30">
      <a:srgbClr val="D4BBFF"/>
    </a:custClr>
    <a:custClr name="Purple 20">
      <a:srgbClr val="E8DAFF"/>
    </a:custClr>
    <a:custClr name="Purple 10">
      <a:srgbClr val="F6F2FF"/>
    </a:custClr>
    <a:custClr name="Teal 60">
      <a:srgbClr val="007D79"/>
    </a:custClr>
    <a:custClr name="Teal 50">
      <a:srgbClr val="009D9A"/>
    </a:custClr>
    <a:custClr name="Teal 30">
      <a:srgbClr val="3DDBD9"/>
    </a:custClr>
    <a:custClr name="Teal 20">
      <a:srgbClr val="9EF0F0"/>
    </a:custClr>
    <a:custClr name="Teal 10">
      <a:srgbClr val="D9FBFB"/>
    </a:custClr>
    <a:custClr name="Green 60">
      <a:srgbClr val="198038"/>
    </a:custClr>
    <a:custClr name="Green 50">
      <a:srgbClr val="24A148"/>
    </a:custClr>
    <a:custClr name="Green 30">
      <a:srgbClr val="6FDC8C"/>
    </a:custClr>
    <a:custClr name="Green 20">
      <a:srgbClr val="A7F0BA"/>
    </a:custClr>
    <a:custClr name="Green 10">
      <a:srgbClr val="DEFBE6"/>
    </a:custClr>
    <a:custClr name="Yellow 30">
      <a:srgbClr val="F1C21B"/>
    </a:custClr>
    <a:custClr name="Yellow 20">
      <a:srgbClr val="FDDC69"/>
    </a:custClr>
    <a:custClr name="Yellow 10">
      <a:srgbClr val="FCF4D6"/>
    </a:custClr>
    <a:custClr name="Blue 20">
      <a:srgbClr val="D0E2FF"/>
    </a:custClr>
    <a:custClr name="Blue 10">
      <a:srgbClr val="EDF5FF"/>
    </a:custClr>
  </a:custClrLst>
  <a:extLst>
    <a:ext uri="{05A4C25C-085E-4340-85A3-A5531E510DB2}">
      <thm15:themeFamily xmlns:thm15="http://schemas.microsoft.com/office/thememl/2012/main" name="IBM_Master_Presentation_2021_V01_Plex" id="{BD398A2B-0B96-D843-9A4A-05239798B6A1}" vid="{46683C84-C800-D441-9101-471717108C97}"/>
    </a:ext>
  </a:extLst>
</a:theme>
</file>

<file path=ppt/theme/theme4.xml><?xml version="1.0" encoding="utf-8"?>
<a:theme xmlns:a="http://schemas.openxmlformats.org/drawingml/2006/main" name="IBM Brand Template 2022">
  <a:themeElements>
    <a:clrScheme name="Custom 1">
      <a:dk1>
        <a:srgbClr val="FFFFFF"/>
      </a:dk1>
      <a:lt1>
        <a:srgbClr val="000000"/>
      </a:lt1>
      <a:dk2>
        <a:srgbClr val="FFFFFF"/>
      </a:dk2>
      <a:lt2>
        <a:srgbClr val="000000"/>
      </a:lt2>
      <a:accent1>
        <a:srgbClr val="0F62FE"/>
      </a:accent1>
      <a:accent2>
        <a:srgbClr val="A56EFF"/>
      </a:accent2>
      <a:accent3>
        <a:srgbClr val="003A6D"/>
      </a:accent3>
      <a:accent4>
        <a:srgbClr val="009D9A"/>
      </a:accent4>
      <a:accent5>
        <a:srgbClr val="9F1853"/>
      </a:accent5>
      <a:accent6>
        <a:srgbClr val="FA4D56"/>
      </a:accent6>
      <a:hlink>
        <a:srgbClr val="0F62FE"/>
      </a:hlink>
      <a:folHlink>
        <a:srgbClr val="6F6F6F"/>
      </a:folHlink>
    </a:clrScheme>
    <a:fontScheme name="IBM Plex">
      <a:majorFont>
        <a:latin typeface="IBM Plex Sans Light"/>
        <a:ea typeface=""/>
        <a:cs typeface=""/>
      </a:majorFont>
      <a:minorFont>
        <a:latin typeface="IBM Plex Sans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19050">
          <a:solidFill>
            <a:schemeClr val="accent1"/>
          </a:solidFill>
          <a:headEnd type="none" w="med" len="med"/>
          <a:tailEnd type="none" w="med" len="med"/>
        </a:ln>
        <a:effectLst/>
      </a:spPr>
      <a:bodyPr vert="horz" wrap="square" lIns="91440" tIns="91440" rIns="91440" bIns="91440" numCol="1" rtlCol="0"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 typeface="IBM Plex Sans Light"/>
          <a:buNone/>
          <a:tabLst/>
          <a:defRPr kumimoji="0" sz="1400" b="0" i="0" u="none" strike="noStrike" cap="none" normalizeH="0" baseline="0" dirty="0" smtClean="0">
            <a:ln>
              <a:noFill/>
            </a:ln>
            <a:solidFill>
              <a:schemeClr val="bg1"/>
            </a:solidFill>
            <a:effectLst/>
            <a:latin typeface="+mn-lt"/>
          </a:defRPr>
        </a:defPPr>
      </a:lstStyle>
      <a:style>
        <a:lnRef idx="2">
          <a:schemeClr val="accent6"/>
        </a:lnRef>
        <a:fillRef idx="1">
          <a:schemeClr val="lt1"/>
        </a:fillRef>
        <a:effectRef idx="0">
          <a:schemeClr val="accent6"/>
        </a:effectRef>
        <a:fontRef idx="minor">
          <a:schemeClr val="dk1"/>
        </a:fontRef>
      </a:style>
    </a:spDef>
    <a:lnDef>
      <a:spPr bwMode="auto">
        <a:ln w="19050">
          <a:solidFill>
            <a:schemeClr val="tx1"/>
          </a:solidFill>
          <a:headEnd type="none" w="med" len="med"/>
          <a:tailEnd type="none" w="med" len="med"/>
        </a:ln>
        <a:effectLst/>
      </a:spPr>
      <a:bodyPr/>
      <a:lstStyle/>
      <a:style>
        <a:lnRef idx="1">
          <a:schemeClr val="dk1"/>
        </a:lnRef>
        <a:fillRef idx="0">
          <a:schemeClr val="dk1"/>
        </a:fillRef>
        <a:effectRef idx="0">
          <a:schemeClr val="dk1"/>
        </a:effectRef>
        <a:fontRef idx="minor">
          <a:schemeClr val="tx1"/>
        </a:fontRef>
      </a:style>
    </a:lnDef>
    <a:txDef>
      <a:spPr>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xmlns:p="http://schemas.openxmlformats.org/presentationml/2006/main" xmlns:r="http://schemas.openxmlformats.org/officeDocument/2006/relationships" val="1"/>
          </a:ext>
        </a:extLst>
      </a:spPr>
      <a:bodyPr wrap="square" lIns="0" tIns="0" rIns="0" bIns="0" rtlCol="0">
        <a:noAutofit/>
      </a:bodyPr>
      <a:lstStyle>
        <a:defPPr marL="444465" indent="-446749" algn="l" defTabSz="2438400">
          <a:spcBef>
            <a:spcPts val="2900"/>
          </a:spcBef>
          <a:buSzPct val="100000"/>
          <a:buFontTx/>
          <a:buChar char="–"/>
          <a:defRPr kern="0" dirty="0" smtClean="0">
            <a:solidFill>
              <a:srgbClr val="000000"/>
            </a:solidFill>
            <a:ea typeface="+mj-ea"/>
            <a:cs typeface="+mj-cs"/>
            <a:sym typeface="IBM Plex Sans Light"/>
          </a:defRPr>
        </a:defPPr>
      </a:lstStyle>
    </a:txDef>
  </a:objectDefaults>
  <a:extraClrSchemeLst/>
  <a:custClrLst>
    <a:custClr name="Gray 100">
      <a:srgbClr val="161616"/>
    </a:custClr>
    <a:custClr name="Gray 90">
      <a:srgbClr val="262626"/>
    </a:custClr>
    <a:custClr name="Gray 80">
      <a:srgbClr val="393939"/>
    </a:custClr>
    <a:custClr name="Gray 70">
      <a:srgbClr val="525252"/>
    </a:custClr>
    <a:custClr name="Gray 60">
      <a:srgbClr val="6F6F6F"/>
    </a:custClr>
    <a:custClr name="Gray 50">
      <a:srgbClr val="8D8D8D"/>
    </a:custClr>
    <a:custClr name="Gray 40">
      <a:srgbClr val="A8A8A8"/>
    </a:custClr>
    <a:custClr name="Gray 30">
      <a:srgbClr val="C6C6C6"/>
    </a:custClr>
    <a:custClr name="Gray 20">
      <a:srgbClr val="E0E0E0"/>
    </a:custClr>
    <a:custClr name="Gray 10">
      <a:srgbClr val="F4F4F4"/>
    </a:custClr>
    <a:custClr name="Blue 100">
      <a:srgbClr val="001141"/>
    </a:custClr>
    <a:custClr name="Blue 90">
      <a:srgbClr val="001D6C"/>
    </a:custClr>
    <a:custClr name="Blue 80">
      <a:srgbClr val="002D9C"/>
    </a:custClr>
    <a:custClr name="Blue 70">
      <a:srgbClr val="0043CE"/>
    </a:custClr>
    <a:custClr name="Blue 60">
      <a:srgbClr val="0F62FE"/>
    </a:custClr>
    <a:custClr name="Cyan 50">
      <a:srgbClr val="1192E8"/>
    </a:custClr>
    <a:custClr name="Cyan 40">
      <a:srgbClr val="33B1FF"/>
    </a:custClr>
    <a:custClr name="Cyan 30">
      <a:srgbClr val="82CFFF"/>
    </a:custClr>
    <a:custClr name="Cyan 20">
      <a:srgbClr val="BAE6FF"/>
    </a:custClr>
    <a:custClr name="Cyan 10">
      <a:srgbClr val="E5F6FF"/>
    </a:custClr>
    <a:custClr name="Red 60">
      <a:srgbClr val="DA1E28"/>
    </a:custClr>
    <a:custClr name="Red 50">
      <a:srgbClr val="FA4D56"/>
    </a:custClr>
    <a:custClr name="Red 30">
      <a:srgbClr val="FFB3B8"/>
    </a:custClr>
    <a:custClr name="Red 20">
      <a:srgbClr val="FFD7D9"/>
    </a:custClr>
    <a:custClr name="Red 10">
      <a:srgbClr val="FFF1F1"/>
    </a:custClr>
    <a:custClr name="Magenta 60">
      <a:srgbClr val="D02670"/>
    </a:custClr>
    <a:custClr name="Magenta 50">
      <a:srgbClr val="EE5396"/>
    </a:custClr>
    <a:custClr name="Magenta 30">
      <a:srgbClr val="FFAFD2"/>
    </a:custClr>
    <a:custClr name="Magenta 20">
      <a:srgbClr val="FFD6E8"/>
    </a:custClr>
    <a:custClr name="Magenta 10">
      <a:srgbClr val="FFF0F7"/>
    </a:custClr>
    <a:custClr name="Purple 60">
      <a:srgbClr val="8A3FFC"/>
    </a:custClr>
    <a:custClr name="Purple 50">
      <a:srgbClr val="A56EFF"/>
    </a:custClr>
    <a:custClr name="Purple 30">
      <a:srgbClr val="D4BBFF"/>
    </a:custClr>
    <a:custClr name="Purple 20">
      <a:srgbClr val="E8DAFF"/>
    </a:custClr>
    <a:custClr name="Purple 10">
      <a:srgbClr val="F6F2FF"/>
    </a:custClr>
    <a:custClr name="Teal 60">
      <a:srgbClr val="007D79"/>
    </a:custClr>
    <a:custClr name="Teal 50">
      <a:srgbClr val="009D9A"/>
    </a:custClr>
    <a:custClr name="Teal 30">
      <a:srgbClr val="3DDBD9"/>
    </a:custClr>
    <a:custClr name="Teal 20">
      <a:srgbClr val="9EF0F0"/>
    </a:custClr>
    <a:custClr name="Teal 10">
      <a:srgbClr val="D9FBFB"/>
    </a:custClr>
    <a:custClr name="Green 60">
      <a:srgbClr val="198038"/>
    </a:custClr>
    <a:custClr name="Green 50">
      <a:srgbClr val="24A148"/>
    </a:custClr>
    <a:custClr name="Green 30">
      <a:srgbClr val="6FDC8C"/>
    </a:custClr>
    <a:custClr name="Green 20">
      <a:srgbClr val="A7F0BA"/>
    </a:custClr>
    <a:custClr name="Green 10">
      <a:srgbClr val="DEFBE6"/>
    </a:custClr>
    <a:custClr name="Yellow 30">
      <a:srgbClr val="F1C21B"/>
    </a:custClr>
    <a:custClr name="Yellow 20">
      <a:srgbClr val="FDDC69"/>
    </a:custClr>
    <a:custClr name="Yellow 10">
      <a:srgbClr val="FCF4D6"/>
    </a:custClr>
    <a:custClr name="Blue 20">
      <a:srgbClr val="D0E2FF"/>
    </a:custClr>
    <a:custClr name="Blue 10">
      <a:srgbClr val="EDF5FF"/>
    </a:custClr>
  </a:custClrLst>
  <a:extLst>
    <a:ext uri="{05A4C25C-085E-4340-85A3-A5531E510DB2}">
      <thm15:themeFamily xmlns:thm15="http://schemas.microsoft.com/office/thememl/2012/main" name="IBM_Master_Presentation_2021_V01_Plex" id="{BD398A2B-0B96-D843-9A4A-05239798B6A1}" vid="{46683C84-C800-D441-9101-471717108C97}"/>
    </a:ext>
  </a:extLst>
</a:theme>
</file>

<file path=docProps/app.xml><?xml version="1.0" encoding="utf-8"?>
<Properties xmlns="http://schemas.openxmlformats.org/officeDocument/2006/extended-properties" xmlns:vt="http://schemas.openxmlformats.org/officeDocument/2006/docPropsVTypes">
  <Template>IBM presentation template</Template>
  <TotalTime>22931</TotalTime>
  <Words>22673</Words>
  <Application>Microsoft Office PowerPoint</Application>
  <PresentationFormat>Custom</PresentationFormat>
  <Paragraphs>972</Paragraphs>
  <Slides>26</Slides>
  <Notes>26</Notes>
  <HiddenSlides>0</HiddenSlides>
  <MMClips>0</MMClips>
  <ScaleCrop>false</ScaleCrop>
  <HeadingPairs>
    <vt:vector size="6" baseType="variant">
      <vt:variant>
        <vt:lpstr>Fonts Used</vt:lpstr>
      </vt:variant>
      <vt:variant>
        <vt:i4>4</vt:i4>
      </vt:variant>
      <vt:variant>
        <vt:lpstr>Theme</vt:lpstr>
      </vt:variant>
      <vt:variant>
        <vt:i4>2</vt:i4>
      </vt:variant>
      <vt:variant>
        <vt:lpstr>Slide Titles</vt:lpstr>
      </vt:variant>
      <vt:variant>
        <vt:i4>26</vt:i4>
      </vt:variant>
    </vt:vector>
  </HeadingPairs>
  <TitlesOfParts>
    <vt:vector size="32" baseType="lpstr">
      <vt:lpstr>IBM Plex Sans Light</vt:lpstr>
      <vt:lpstr>IBM Plex Sans Text</vt:lpstr>
      <vt:lpstr>IBM Plex Sans</vt:lpstr>
      <vt:lpstr>Arial</vt:lpstr>
      <vt:lpstr>IBM presentation enablement template</vt:lpstr>
      <vt:lpstr>IBM presentation template</vt:lpstr>
      <vt:lpstr>Introduction to AI       Dirk deRoos WW Technology Sales Enablement  Data &amp; AI Manager dderoos@ca.ibm.com  Gina Hawkins WW Technology Sales Enablement  Gina.Hawkins1@ibm.com   </vt:lpstr>
      <vt:lpstr>PowerPoint Presentation</vt:lpstr>
      <vt:lpstr>¿Qué es la IA?</vt:lpstr>
      <vt:lpstr>Hitos de la IA</vt:lpstr>
      <vt:lpstr>Artificial Intelligence (AI) La inteligencia humana exhibida por las máquinas</vt:lpstr>
      <vt:lpstr>PowerPoint Presentation</vt:lpstr>
      <vt:lpstr>¿Qué es un Modelo de  machine learning (ML) Ejemplo: Detección de spam para correo electrónico</vt:lpstr>
      <vt:lpstr>Machine learning (ML) types Classification models</vt:lpstr>
      <vt:lpstr>Machine learning (ML) types Regression models</vt:lpstr>
      <vt:lpstr>Machine learning (ML) types Clustering models</vt:lpstr>
      <vt:lpstr>Machine learning operations (MLOps) lifecycle</vt:lpstr>
      <vt:lpstr>Machine learning (ML) métodos </vt:lpstr>
      <vt:lpstr>Foundation models</vt:lpstr>
      <vt:lpstr>Foundation model USO Prompt engineering</vt:lpstr>
      <vt:lpstr>Foundation model USO Prompt tuning</vt:lpstr>
      <vt:lpstr>Foundation model usage Fine tuning</vt:lpstr>
      <vt:lpstr>Generative AI development lifecycle</vt:lpstr>
      <vt:lpstr>Large language models (LLMs)</vt:lpstr>
      <vt:lpstr>Traditional AI applications</vt:lpstr>
      <vt:lpstr>Natural language processing</vt:lpstr>
      <vt:lpstr>Natural language processing  use cases</vt:lpstr>
      <vt:lpstr>Conversational AI</vt:lpstr>
      <vt:lpstr>Conversational AI use cases</vt:lpstr>
      <vt:lpstr>Generative AI applications</vt:lpstr>
      <vt:lpstr>Glossary of AI terms</vt:lpstr>
      <vt:lpstr>PowerPoint Presentation</vt:lpstr>
    </vt:vector>
  </TitlesOfParts>
  <Manager/>
  <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Plex embedded template – enablement version</dc:title>
  <dc:subject/>
  <dc:creator>Cailey Giorgi</dc:creator>
  <cp:keywords/>
  <dc:description/>
  <cp:lastModifiedBy>Barrera, Jose David</cp:lastModifiedBy>
  <cp:revision>215</cp:revision>
  <cp:lastPrinted>2023-02-08T15:46:20Z</cp:lastPrinted>
  <dcterms:created xsi:type="dcterms:W3CDTF">2023-01-13T17:40:38Z</dcterms:created>
  <dcterms:modified xsi:type="dcterms:W3CDTF">2024-12-26T19:15:17Z</dcterms:modified>
  <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3a23c400-78e7-4d42-982d-273adef68ef9_Enabled">
    <vt:lpwstr>true</vt:lpwstr>
  </property>
  <property fmtid="{D5CDD505-2E9C-101B-9397-08002B2CF9AE}" pid="3" name="MSIP_Label_3a23c400-78e7-4d42-982d-273adef68ef9_SetDate">
    <vt:lpwstr>2024-12-26T18:28:32Z</vt:lpwstr>
  </property>
  <property fmtid="{D5CDD505-2E9C-101B-9397-08002B2CF9AE}" pid="4" name="MSIP_Label_3a23c400-78e7-4d42-982d-273adef68ef9_Method">
    <vt:lpwstr>Standard</vt:lpwstr>
  </property>
  <property fmtid="{D5CDD505-2E9C-101B-9397-08002B2CF9AE}" pid="5" name="MSIP_Label_3a23c400-78e7-4d42-982d-273adef68ef9_Name">
    <vt:lpwstr>3a23c400-78e7-4d42-982d-273adef68ef9</vt:lpwstr>
  </property>
  <property fmtid="{D5CDD505-2E9C-101B-9397-08002B2CF9AE}" pid="6" name="MSIP_Label_3a23c400-78e7-4d42-982d-273adef68ef9_SiteId">
    <vt:lpwstr>7fe14ab6-8f5d-4139-84bf-cd8aed0ee6b9</vt:lpwstr>
  </property>
  <property fmtid="{D5CDD505-2E9C-101B-9397-08002B2CF9AE}" pid="7" name="MSIP_Label_3a23c400-78e7-4d42-982d-273adef68ef9_ActionId">
    <vt:lpwstr>3b918b5f-41a3-43bb-b28f-bbc75be52e97</vt:lpwstr>
  </property>
  <property fmtid="{D5CDD505-2E9C-101B-9397-08002B2CF9AE}" pid="8" name="MSIP_Label_3a23c400-78e7-4d42-982d-273adef68ef9_ContentBits">
    <vt:lpwstr>0</vt:lpwstr>
  </property>
</Properties>
</file>